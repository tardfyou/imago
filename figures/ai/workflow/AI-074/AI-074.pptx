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6679872a68491d" /><Relationship Type="http://schemas.openxmlformats.org/officeDocument/2006/relationships/extended-properties" Target="/docProps/app.xml" Id="R0f6efce0871848ba" /><Relationship Type="http://schemas.openxmlformats.org/officeDocument/2006/relationships/officeDocument" Target="/ppt/presentation.xml" Id="Rad1e26b6f70b40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db493996274059"/>
  </p:sldMasterIdLst>
  <p:notesMasterIdLst>
    <p:notesMasterId xmlns:r="http://schemas.openxmlformats.org/officeDocument/2006/relationships" r:id="R0c4274c1c7174ca8"/>
  </p:notesMasterIdLst>
  <p:sldIdLst>
    <p:sldId xmlns:r="http://schemas.openxmlformats.org/officeDocument/2006/relationships" id="256" r:id="R1892b3d3b53042f7"/>
  </p:sldIdLst>
  <p:sldSz cx="13030200" cy="6572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3f9756a1f4063" /><Relationship Type="http://schemas.openxmlformats.org/officeDocument/2006/relationships/slideMaster" Target="/ppt/slideMasters/slideMaster1.xml" Id="R9bdb493996274059" /><Relationship Type="http://schemas.openxmlformats.org/officeDocument/2006/relationships/notesMaster" Target="/ppt/notesMasters/notesMaster1.xml" Id="R0c4274c1c7174ca8" /><Relationship Type="http://schemas.openxmlformats.org/officeDocument/2006/relationships/presProps" Target="/ppt/presProps.xml" Id="R6ff36d3d5c1e477d" /><Relationship Type="http://schemas.openxmlformats.org/officeDocument/2006/relationships/tableStyles" Target="/ppt/tableStyles.xml" Id="R74e5bd536e114d3e" /><Relationship Type="http://schemas.openxmlformats.org/officeDocument/2006/relationships/slide" Target="/ppt/slides/slide1.xml" Id="R1892b3d3b53042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453e4eec79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d6a9cf6f54bb9" /><Relationship Type="http://schemas.openxmlformats.org/officeDocument/2006/relationships/notesMaster" Target="/ppt/notesMasters/notesMaster1.xml" Id="R882394c6017548f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素材ID：AI-074</ns1:t>
            </ns1:r>
          </ns1:p>
          <ns1:p>
            <ns1:r>
              <ns1:t>论文：InterIDEAS: Philosophical Intertextuality via LLMs</ns1:t>
            </ns1:r>
          </ns1:p>
          <ns1:p>
            <ns1:r>
              <ns1:t>会议：EMNLP 2025</ns1:t>
            </ns1:r>
          </ns1:p>
          <ns1:p>
            <ns1:r>
              <ns1:t>奖项：Best Special Theme Paper</ns1:t>
            </ns1:r>
          </ns1:p>
          <ns1:p>
            <ns1:r>
              <ns1:t>图号：Figure 1，PDF第4页</ns1:t>
            </ns1:r>
          </ns1:p>
          <ns1:p>
            <ns1:r>
              <ns1:t>类型：研究流程</ns1:t>
            </ns1:r>
          </ns1:p>
          <ns1:p>
            <ns1:r>
              <ns1:t>借鉴点：上层跨书籍段落构建向量库，下层组合少样本与问题链，并由专家修订提示形成循环。</ns1:t>
            </ns1:r>
          </ns1:p>
          <ns1:p>
            <ns1:r>
              <ns1:t>论文URL：https://aclanthology.org/2025.emnlp-main.1180/</ns1:t>
            </ns1:r>
          </ns1:p>
          <ns1:p>
            <ns1:r>
              <ns1:t>官方获奖URL：https://2025.emnlp.org/program/awards/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7dc3430dc42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4fa4b47b5b4ca4" /><Relationship Type="http://schemas.openxmlformats.org/officeDocument/2006/relationships/slideLayout" Target="/ppt/slideLayouts/slideLayout1.xml" Id="R313c7ee64d2640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c7ee64d2640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d6d48b83f416e" /><Relationship Type="http://schemas.openxmlformats.org/officeDocument/2006/relationships/image" Target="/ppt/media/image.png" Id="Re01fd771512f471f" /><Relationship Type="http://schemas.openxmlformats.org/officeDocument/2006/relationships/image" Target="/ppt/media/image2.png" Id="Red296d03d795462a" /><Relationship Type="http://schemas.openxmlformats.org/officeDocument/2006/relationships/image" Target="/ppt/media/image3.png" Id="Ra3ec1a904c714c26" /><Relationship Type="http://schemas.openxmlformats.org/officeDocument/2006/relationships/image" Target="/ppt/media/image4.png" Id="R2ecc964a18b04aa4" /><Relationship Type="http://schemas.openxmlformats.org/officeDocument/2006/relationships/image" Target="/ppt/media/image5.png" Id="R463c4ac79568404a" /><Relationship Type="http://schemas.openxmlformats.org/officeDocument/2006/relationships/notesSlide" Target="/ppt/notesSlides/notesSlide1.xml" Id="R718af36d294f49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1B772-0038-41EE-A5F6-06E1967F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8" y="24152"/>
            <a:ext cx="12960765" cy="6461396"/>
          </a:xfrm>
          <a:custGeom xmlns:a="http://schemas.openxmlformats.org/drawingml/2006/main">
            <a:pathLst>
              <a:path w="12960765" h="6461396">
                <a:moveTo>
                  <a:pt x="12960765" y="6461396"/>
                </a:moveTo>
                <a:lnTo>
                  <a:pt x="12960765" y="0"/>
                </a:lnTo>
                <a:lnTo>
                  <a:pt x="0" y="0"/>
                </a:lnTo>
                <a:lnTo>
                  <a:pt x="0" y="6461396"/>
                </a:lnTo>
                <a:lnTo>
                  <a:pt x="12960765" y="64613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BA0D6-030C-4BF1-A10F-C498AEA0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329" y="3452752"/>
            <a:ext cx="1540736" cy="11996"/>
          </a:xfrm>
          <a:custGeom xmlns:a="http://schemas.openxmlformats.org/drawingml/2006/main">
            <a:pathLst>
              <a:path w="1540736" h="11996" fill="none">
                <a:moveTo>
                  <a:pt x="1540736" y="119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012" cap="flat">
            <a:solidFill>
              <a:srgbClr val="D6B656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A23E9-50A3-4B9E-B9DC-09778458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672" y="3381288"/>
            <a:ext cx="144159" cy="143544"/>
          </a:xfrm>
          <a:custGeom xmlns:a="http://schemas.openxmlformats.org/drawingml/2006/main">
            <a:pathLst>
              <a:path w="144159" h="143544">
                <a:moveTo>
                  <a:pt x="0" y="70644"/>
                </a:moveTo>
                <a:lnTo>
                  <a:pt x="144159" y="0"/>
                </a:lnTo>
                <a:lnTo>
                  <a:pt x="107658" y="71464"/>
                </a:lnTo>
                <a:lnTo>
                  <a:pt x="143031" y="143544"/>
                </a:lnTo>
                <a:lnTo>
                  <a:pt x="0" y="70644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8F000-99F2-4D2A-9960-03C831D3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672" y="3381288"/>
            <a:ext cx="144159" cy="143544"/>
          </a:xfrm>
          <a:custGeom xmlns:a="http://schemas.openxmlformats.org/drawingml/2006/main">
            <a:pathLst>
              <a:path w="144159" h="143544" fill="none">
                <a:moveTo>
                  <a:pt x="0" y="70644"/>
                </a:moveTo>
                <a:lnTo>
                  <a:pt x="144159" y="0"/>
                </a:lnTo>
                <a:lnTo>
                  <a:pt x="107658" y="71464"/>
                </a:lnTo>
                <a:lnTo>
                  <a:pt x="143031" y="143544"/>
                </a:lnTo>
                <a:lnTo>
                  <a:pt x="0" y="70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1012" cap="flat">
            <a:solidFill>
              <a:srgbClr val="D6B656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E77A1-DC32-4264-96F6-1A601859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43" y="4346209"/>
            <a:ext cx="6869587" cy="2091635"/>
          </a:xfrm>
          <a:custGeom xmlns:a="http://schemas.openxmlformats.org/drawingml/2006/main">
            <a:pathLst>
              <a:path w="6869587" h="2091635">
                <a:moveTo>
                  <a:pt x="0" y="0"/>
                </a:moveTo>
                <a:lnTo>
                  <a:pt x="6869587" y="0"/>
                </a:lnTo>
                <a:lnTo>
                  <a:pt x="6869587" y="2091635"/>
                </a:lnTo>
                <a:lnTo>
                  <a:pt x="0" y="20916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31985-6E56-468D-97A4-494E4EB4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90" y="4335956"/>
            <a:ext cx="6890093" cy="2112142"/>
          </a:xfrm>
          <a:custGeom xmlns:a="http://schemas.openxmlformats.org/drawingml/2006/main">
            <a:pathLst>
              <a:path w="6890093" h="2112142">
                <a:moveTo>
                  <a:pt x="133290" y="0"/>
                </a:moveTo>
                <a:lnTo>
                  <a:pt x="194809" y="0"/>
                </a:lnTo>
                <a:lnTo>
                  <a:pt x="194809" y="20506"/>
                </a:lnTo>
                <a:lnTo>
                  <a:pt x="133290" y="20506"/>
                </a:lnTo>
                <a:lnTo>
                  <a:pt x="133290" y="0"/>
                </a:lnTo>
                <a:close/>
                <a:moveTo>
                  <a:pt x="256328" y="0"/>
                </a:moveTo>
                <a:lnTo>
                  <a:pt x="317847" y="0"/>
                </a:lnTo>
                <a:lnTo>
                  <a:pt x="317847" y="20506"/>
                </a:lnTo>
                <a:lnTo>
                  <a:pt x="256328" y="20506"/>
                </a:lnTo>
                <a:lnTo>
                  <a:pt x="256328" y="0"/>
                </a:lnTo>
                <a:close/>
                <a:moveTo>
                  <a:pt x="379365" y="0"/>
                </a:moveTo>
                <a:lnTo>
                  <a:pt x="440884" y="0"/>
                </a:lnTo>
                <a:lnTo>
                  <a:pt x="440884" y="20506"/>
                </a:lnTo>
                <a:lnTo>
                  <a:pt x="379365" y="20506"/>
                </a:lnTo>
                <a:lnTo>
                  <a:pt x="379365" y="0"/>
                </a:lnTo>
                <a:close/>
                <a:moveTo>
                  <a:pt x="502403" y="0"/>
                </a:moveTo>
                <a:lnTo>
                  <a:pt x="563921" y="0"/>
                </a:lnTo>
                <a:lnTo>
                  <a:pt x="563921" y="20506"/>
                </a:lnTo>
                <a:lnTo>
                  <a:pt x="502403" y="20506"/>
                </a:lnTo>
                <a:lnTo>
                  <a:pt x="502403" y="0"/>
                </a:lnTo>
                <a:close/>
                <a:moveTo>
                  <a:pt x="625440" y="0"/>
                </a:moveTo>
                <a:lnTo>
                  <a:pt x="686959" y="0"/>
                </a:lnTo>
                <a:lnTo>
                  <a:pt x="686959" y="20506"/>
                </a:lnTo>
                <a:lnTo>
                  <a:pt x="625440" y="20506"/>
                </a:lnTo>
                <a:lnTo>
                  <a:pt x="625440" y="0"/>
                </a:lnTo>
                <a:close/>
                <a:moveTo>
                  <a:pt x="748477" y="0"/>
                </a:moveTo>
                <a:lnTo>
                  <a:pt x="809996" y="0"/>
                </a:lnTo>
                <a:lnTo>
                  <a:pt x="809996" y="20506"/>
                </a:lnTo>
                <a:lnTo>
                  <a:pt x="748477" y="20506"/>
                </a:lnTo>
                <a:lnTo>
                  <a:pt x="748477" y="0"/>
                </a:lnTo>
                <a:close/>
                <a:moveTo>
                  <a:pt x="871515" y="0"/>
                </a:moveTo>
                <a:lnTo>
                  <a:pt x="933033" y="0"/>
                </a:lnTo>
                <a:lnTo>
                  <a:pt x="933033" y="20506"/>
                </a:lnTo>
                <a:lnTo>
                  <a:pt x="871515" y="20506"/>
                </a:lnTo>
                <a:lnTo>
                  <a:pt x="871515" y="0"/>
                </a:lnTo>
                <a:close/>
                <a:moveTo>
                  <a:pt x="994552" y="0"/>
                </a:moveTo>
                <a:lnTo>
                  <a:pt x="1056071" y="0"/>
                </a:lnTo>
                <a:lnTo>
                  <a:pt x="1056071" y="20506"/>
                </a:lnTo>
                <a:lnTo>
                  <a:pt x="994552" y="20506"/>
                </a:lnTo>
                <a:lnTo>
                  <a:pt x="994552" y="0"/>
                </a:lnTo>
                <a:close/>
                <a:moveTo>
                  <a:pt x="1117589" y="0"/>
                </a:moveTo>
                <a:lnTo>
                  <a:pt x="1179108" y="0"/>
                </a:lnTo>
                <a:lnTo>
                  <a:pt x="1179108" y="20506"/>
                </a:lnTo>
                <a:lnTo>
                  <a:pt x="1117589" y="20506"/>
                </a:lnTo>
                <a:lnTo>
                  <a:pt x="1117589" y="0"/>
                </a:lnTo>
                <a:close/>
                <a:moveTo>
                  <a:pt x="1240627" y="0"/>
                </a:moveTo>
                <a:lnTo>
                  <a:pt x="1302146" y="0"/>
                </a:lnTo>
                <a:lnTo>
                  <a:pt x="1302146" y="20506"/>
                </a:lnTo>
                <a:lnTo>
                  <a:pt x="1240627" y="20506"/>
                </a:lnTo>
                <a:lnTo>
                  <a:pt x="1240627" y="0"/>
                </a:lnTo>
                <a:close/>
                <a:moveTo>
                  <a:pt x="1363664" y="0"/>
                </a:moveTo>
                <a:lnTo>
                  <a:pt x="1425183" y="0"/>
                </a:lnTo>
                <a:lnTo>
                  <a:pt x="1425183" y="20506"/>
                </a:lnTo>
                <a:lnTo>
                  <a:pt x="1363664" y="20506"/>
                </a:lnTo>
                <a:lnTo>
                  <a:pt x="1363664" y="0"/>
                </a:lnTo>
                <a:close/>
                <a:moveTo>
                  <a:pt x="1486702" y="0"/>
                </a:moveTo>
                <a:lnTo>
                  <a:pt x="1548220" y="0"/>
                </a:lnTo>
                <a:lnTo>
                  <a:pt x="1548220" y="20506"/>
                </a:lnTo>
                <a:lnTo>
                  <a:pt x="1486702" y="20506"/>
                </a:lnTo>
                <a:lnTo>
                  <a:pt x="1486702" y="0"/>
                </a:lnTo>
                <a:close/>
                <a:moveTo>
                  <a:pt x="1609739" y="0"/>
                </a:moveTo>
                <a:lnTo>
                  <a:pt x="1671258" y="0"/>
                </a:lnTo>
                <a:lnTo>
                  <a:pt x="1671258" y="20506"/>
                </a:lnTo>
                <a:lnTo>
                  <a:pt x="1609739" y="20506"/>
                </a:lnTo>
                <a:lnTo>
                  <a:pt x="1609739" y="0"/>
                </a:lnTo>
                <a:close/>
                <a:moveTo>
                  <a:pt x="1732776" y="0"/>
                </a:moveTo>
                <a:lnTo>
                  <a:pt x="1794295" y="0"/>
                </a:lnTo>
                <a:lnTo>
                  <a:pt x="1794295" y="20506"/>
                </a:lnTo>
                <a:lnTo>
                  <a:pt x="1732776" y="20506"/>
                </a:lnTo>
                <a:lnTo>
                  <a:pt x="1732776" y="0"/>
                </a:lnTo>
                <a:close/>
                <a:moveTo>
                  <a:pt x="1855814" y="0"/>
                </a:moveTo>
                <a:lnTo>
                  <a:pt x="1917332" y="0"/>
                </a:lnTo>
                <a:lnTo>
                  <a:pt x="1917332" y="20506"/>
                </a:lnTo>
                <a:lnTo>
                  <a:pt x="1855814" y="20506"/>
                </a:lnTo>
                <a:lnTo>
                  <a:pt x="1855814" y="0"/>
                </a:lnTo>
                <a:close/>
                <a:moveTo>
                  <a:pt x="1978851" y="0"/>
                </a:moveTo>
                <a:lnTo>
                  <a:pt x="2040370" y="0"/>
                </a:lnTo>
                <a:lnTo>
                  <a:pt x="2040370" y="20506"/>
                </a:lnTo>
                <a:lnTo>
                  <a:pt x="1978851" y="20506"/>
                </a:lnTo>
                <a:lnTo>
                  <a:pt x="1978851" y="0"/>
                </a:lnTo>
                <a:close/>
                <a:moveTo>
                  <a:pt x="2101888" y="0"/>
                </a:moveTo>
                <a:lnTo>
                  <a:pt x="2163407" y="0"/>
                </a:lnTo>
                <a:lnTo>
                  <a:pt x="2163407" y="20506"/>
                </a:lnTo>
                <a:lnTo>
                  <a:pt x="2101888" y="20506"/>
                </a:lnTo>
                <a:lnTo>
                  <a:pt x="2101888" y="0"/>
                </a:lnTo>
                <a:close/>
                <a:moveTo>
                  <a:pt x="2224926" y="0"/>
                </a:moveTo>
                <a:lnTo>
                  <a:pt x="2286445" y="0"/>
                </a:lnTo>
                <a:lnTo>
                  <a:pt x="2286445" y="20506"/>
                </a:lnTo>
                <a:lnTo>
                  <a:pt x="2224926" y="20506"/>
                </a:lnTo>
                <a:lnTo>
                  <a:pt x="2224926" y="0"/>
                </a:lnTo>
                <a:close/>
                <a:moveTo>
                  <a:pt x="2347963" y="0"/>
                </a:moveTo>
                <a:lnTo>
                  <a:pt x="2409482" y="0"/>
                </a:lnTo>
                <a:lnTo>
                  <a:pt x="2409482" y="20506"/>
                </a:lnTo>
                <a:lnTo>
                  <a:pt x="2347963" y="20506"/>
                </a:lnTo>
                <a:lnTo>
                  <a:pt x="2347963" y="0"/>
                </a:lnTo>
                <a:close/>
                <a:moveTo>
                  <a:pt x="2471001" y="0"/>
                </a:moveTo>
                <a:lnTo>
                  <a:pt x="2532519" y="0"/>
                </a:lnTo>
                <a:lnTo>
                  <a:pt x="2532519" y="20506"/>
                </a:lnTo>
                <a:lnTo>
                  <a:pt x="2471001" y="20506"/>
                </a:lnTo>
                <a:lnTo>
                  <a:pt x="2471001" y="0"/>
                </a:lnTo>
                <a:close/>
                <a:moveTo>
                  <a:pt x="2594038" y="0"/>
                </a:moveTo>
                <a:lnTo>
                  <a:pt x="2655557" y="0"/>
                </a:lnTo>
                <a:lnTo>
                  <a:pt x="2655557" y="20506"/>
                </a:lnTo>
                <a:lnTo>
                  <a:pt x="2594038" y="20506"/>
                </a:lnTo>
                <a:lnTo>
                  <a:pt x="2594038" y="0"/>
                </a:lnTo>
                <a:close/>
                <a:moveTo>
                  <a:pt x="2717075" y="0"/>
                </a:moveTo>
                <a:lnTo>
                  <a:pt x="2778594" y="0"/>
                </a:lnTo>
                <a:lnTo>
                  <a:pt x="2778594" y="20506"/>
                </a:lnTo>
                <a:lnTo>
                  <a:pt x="2717075" y="20506"/>
                </a:lnTo>
                <a:lnTo>
                  <a:pt x="2717075" y="0"/>
                </a:lnTo>
                <a:close/>
                <a:moveTo>
                  <a:pt x="2840113" y="0"/>
                </a:moveTo>
                <a:lnTo>
                  <a:pt x="2901631" y="0"/>
                </a:lnTo>
                <a:lnTo>
                  <a:pt x="2901631" y="20506"/>
                </a:lnTo>
                <a:lnTo>
                  <a:pt x="2840113" y="20506"/>
                </a:lnTo>
                <a:lnTo>
                  <a:pt x="2840113" y="0"/>
                </a:lnTo>
                <a:close/>
                <a:moveTo>
                  <a:pt x="2963150" y="0"/>
                </a:moveTo>
                <a:lnTo>
                  <a:pt x="3024669" y="0"/>
                </a:lnTo>
                <a:lnTo>
                  <a:pt x="3024669" y="20506"/>
                </a:lnTo>
                <a:lnTo>
                  <a:pt x="2963150" y="20506"/>
                </a:lnTo>
                <a:lnTo>
                  <a:pt x="2963150" y="0"/>
                </a:lnTo>
                <a:close/>
                <a:moveTo>
                  <a:pt x="3086188" y="0"/>
                </a:moveTo>
                <a:lnTo>
                  <a:pt x="3147706" y="0"/>
                </a:lnTo>
                <a:lnTo>
                  <a:pt x="3147706" y="20506"/>
                </a:lnTo>
                <a:lnTo>
                  <a:pt x="3086188" y="20506"/>
                </a:lnTo>
                <a:lnTo>
                  <a:pt x="3086188" y="0"/>
                </a:lnTo>
                <a:close/>
                <a:moveTo>
                  <a:pt x="3209225" y="0"/>
                </a:moveTo>
                <a:lnTo>
                  <a:pt x="3270744" y="0"/>
                </a:lnTo>
                <a:lnTo>
                  <a:pt x="3270744" y="20506"/>
                </a:lnTo>
                <a:lnTo>
                  <a:pt x="3209225" y="20506"/>
                </a:lnTo>
                <a:lnTo>
                  <a:pt x="3209225" y="0"/>
                </a:lnTo>
                <a:close/>
                <a:moveTo>
                  <a:pt x="3332262" y="0"/>
                </a:moveTo>
                <a:lnTo>
                  <a:pt x="3393781" y="0"/>
                </a:lnTo>
                <a:lnTo>
                  <a:pt x="3393781" y="20506"/>
                </a:lnTo>
                <a:lnTo>
                  <a:pt x="3332262" y="20506"/>
                </a:lnTo>
                <a:lnTo>
                  <a:pt x="3332262" y="0"/>
                </a:lnTo>
                <a:close/>
                <a:moveTo>
                  <a:pt x="3455300" y="0"/>
                </a:moveTo>
                <a:lnTo>
                  <a:pt x="3516818" y="0"/>
                </a:lnTo>
                <a:lnTo>
                  <a:pt x="3516818" y="20506"/>
                </a:lnTo>
                <a:lnTo>
                  <a:pt x="3455300" y="20506"/>
                </a:lnTo>
                <a:lnTo>
                  <a:pt x="3455300" y="0"/>
                </a:lnTo>
                <a:close/>
                <a:moveTo>
                  <a:pt x="3578337" y="0"/>
                </a:moveTo>
                <a:lnTo>
                  <a:pt x="3639856" y="0"/>
                </a:lnTo>
                <a:lnTo>
                  <a:pt x="3639856" y="20506"/>
                </a:lnTo>
                <a:lnTo>
                  <a:pt x="3578337" y="20506"/>
                </a:lnTo>
                <a:lnTo>
                  <a:pt x="3578337" y="0"/>
                </a:lnTo>
                <a:close/>
                <a:moveTo>
                  <a:pt x="3701375" y="0"/>
                </a:moveTo>
                <a:lnTo>
                  <a:pt x="3762893" y="0"/>
                </a:lnTo>
                <a:lnTo>
                  <a:pt x="3762893" y="20506"/>
                </a:lnTo>
                <a:lnTo>
                  <a:pt x="3701375" y="20506"/>
                </a:lnTo>
                <a:lnTo>
                  <a:pt x="3701375" y="0"/>
                </a:lnTo>
                <a:close/>
                <a:moveTo>
                  <a:pt x="3824412" y="0"/>
                </a:moveTo>
                <a:lnTo>
                  <a:pt x="3885930" y="0"/>
                </a:lnTo>
                <a:lnTo>
                  <a:pt x="3885930" y="20506"/>
                </a:lnTo>
                <a:lnTo>
                  <a:pt x="3824412" y="20506"/>
                </a:lnTo>
                <a:lnTo>
                  <a:pt x="3824412" y="0"/>
                </a:lnTo>
                <a:close/>
                <a:moveTo>
                  <a:pt x="3947449" y="0"/>
                </a:moveTo>
                <a:lnTo>
                  <a:pt x="4008968" y="0"/>
                </a:lnTo>
                <a:lnTo>
                  <a:pt x="4008968" y="20506"/>
                </a:lnTo>
                <a:lnTo>
                  <a:pt x="3947449" y="20506"/>
                </a:lnTo>
                <a:lnTo>
                  <a:pt x="3947449" y="0"/>
                </a:lnTo>
                <a:close/>
                <a:moveTo>
                  <a:pt x="4070487" y="0"/>
                </a:moveTo>
                <a:lnTo>
                  <a:pt x="4132006" y="0"/>
                </a:lnTo>
                <a:lnTo>
                  <a:pt x="4132006" y="20506"/>
                </a:lnTo>
                <a:lnTo>
                  <a:pt x="4070487" y="20506"/>
                </a:lnTo>
                <a:lnTo>
                  <a:pt x="4070487" y="0"/>
                </a:lnTo>
                <a:close/>
                <a:moveTo>
                  <a:pt x="4193524" y="0"/>
                </a:moveTo>
                <a:lnTo>
                  <a:pt x="4255043" y="0"/>
                </a:lnTo>
                <a:lnTo>
                  <a:pt x="4255043" y="20506"/>
                </a:lnTo>
                <a:lnTo>
                  <a:pt x="4193524" y="20506"/>
                </a:lnTo>
                <a:lnTo>
                  <a:pt x="4193524" y="0"/>
                </a:lnTo>
                <a:close/>
                <a:moveTo>
                  <a:pt x="4316561" y="0"/>
                </a:moveTo>
                <a:lnTo>
                  <a:pt x="4378080" y="0"/>
                </a:lnTo>
                <a:lnTo>
                  <a:pt x="4378080" y="20506"/>
                </a:lnTo>
                <a:lnTo>
                  <a:pt x="4316561" y="20506"/>
                </a:lnTo>
                <a:lnTo>
                  <a:pt x="4316561" y="0"/>
                </a:lnTo>
                <a:close/>
                <a:moveTo>
                  <a:pt x="4439599" y="0"/>
                </a:moveTo>
                <a:lnTo>
                  <a:pt x="4501117" y="0"/>
                </a:lnTo>
                <a:lnTo>
                  <a:pt x="4501117" y="20506"/>
                </a:lnTo>
                <a:lnTo>
                  <a:pt x="4439599" y="20506"/>
                </a:lnTo>
                <a:lnTo>
                  <a:pt x="4439599" y="0"/>
                </a:lnTo>
                <a:close/>
                <a:moveTo>
                  <a:pt x="4562636" y="0"/>
                </a:moveTo>
                <a:lnTo>
                  <a:pt x="4624154" y="0"/>
                </a:lnTo>
                <a:lnTo>
                  <a:pt x="4624154" y="20506"/>
                </a:lnTo>
                <a:lnTo>
                  <a:pt x="4562636" y="20506"/>
                </a:lnTo>
                <a:lnTo>
                  <a:pt x="4562636" y="0"/>
                </a:lnTo>
                <a:close/>
                <a:moveTo>
                  <a:pt x="4685673" y="0"/>
                </a:moveTo>
                <a:lnTo>
                  <a:pt x="4747192" y="0"/>
                </a:lnTo>
                <a:lnTo>
                  <a:pt x="4747192" y="20506"/>
                </a:lnTo>
                <a:lnTo>
                  <a:pt x="4685673" y="20506"/>
                </a:lnTo>
                <a:lnTo>
                  <a:pt x="4685673" y="0"/>
                </a:lnTo>
                <a:close/>
                <a:moveTo>
                  <a:pt x="4808711" y="0"/>
                </a:moveTo>
                <a:lnTo>
                  <a:pt x="4870229" y="0"/>
                </a:lnTo>
                <a:lnTo>
                  <a:pt x="4870229" y="20506"/>
                </a:lnTo>
                <a:lnTo>
                  <a:pt x="4808711" y="20506"/>
                </a:lnTo>
                <a:lnTo>
                  <a:pt x="4808711" y="0"/>
                </a:lnTo>
                <a:close/>
                <a:moveTo>
                  <a:pt x="4931748" y="0"/>
                </a:moveTo>
                <a:lnTo>
                  <a:pt x="4993267" y="0"/>
                </a:lnTo>
                <a:lnTo>
                  <a:pt x="4993267" y="20506"/>
                </a:lnTo>
                <a:lnTo>
                  <a:pt x="4931748" y="20506"/>
                </a:lnTo>
                <a:lnTo>
                  <a:pt x="4931748" y="0"/>
                </a:lnTo>
                <a:close/>
                <a:moveTo>
                  <a:pt x="5054786" y="0"/>
                </a:moveTo>
                <a:lnTo>
                  <a:pt x="5116304" y="0"/>
                </a:lnTo>
                <a:lnTo>
                  <a:pt x="5116304" y="20506"/>
                </a:lnTo>
                <a:lnTo>
                  <a:pt x="5054786" y="20506"/>
                </a:lnTo>
                <a:lnTo>
                  <a:pt x="5054786" y="0"/>
                </a:lnTo>
                <a:close/>
                <a:moveTo>
                  <a:pt x="5177823" y="0"/>
                </a:moveTo>
                <a:lnTo>
                  <a:pt x="5239342" y="0"/>
                </a:lnTo>
                <a:lnTo>
                  <a:pt x="5239342" y="20506"/>
                </a:lnTo>
                <a:lnTo>
                  <a:pt x="5177823" y="20506"/>
                </a:lnTo>
                <a:lnTo>
                  <a:pt x="5177823" y="0"/>
                </a:lnTo>
                <a:close/>
                <a:moveTo>
                  <a:pt x="5300860" y="0"/>
                </a:moveTo>
                <a:lnTo>
                  <a:pt x="5362379" y="0"/>
                </a:lnTo>
                <a:lnTo>
                  <a:pt x="5362379" y="20506"/>
                </a:lnTo>
                <a:lnTo>
                  <a:pt x="5300860" y="20506"/>
                </a:lnTo>
                <a:lnTo>
                  <a:pt x="5300860" y="0"/>
                </a:lnTo>
                <a:close/>
                <a:moveTo>
                  <a:pt x="5423898" y="0"/>
                </a:moveTo>
                <a:lnTo>
                  <a:pt x="5485416" y="0"/>
                </a:lnTo>
                <a:lnTo>
                  <a:pt x="5485416" y="20506"/>
                </a:lnTo>
                <a:lnTo>
                  <a:pt x="5423898" y="20506"/>
                </a:lnTo>
                <a:lnTo>
                  <a:pt x="5423898" y="0"/>
                </a:lnTo>
                <a:close/>
                <a:moveTo>
                  <a:pt x="5546935" y="0"/>
                </a:moveTo>
                <a:lnTo>
                  <a:pt x="5608454" y="0"/>
                </a:lnTo>
                <a:lnTo>
                  <a:pt x="5608454" y="20506"/>
                </a:lnTo>
                <a:lnTo>
                  <a:pt x="5546935" y="20506"/>
                </a:lnTo>
                <a:lnTo>
                  <a:pt x="5546935" y="0"/>
                </a:lnTo>
                <a:close/>
                <a:moveTo>
                  <a:pt x="5669972" y="0"/>
                </a:moveTo>
                <a:lnTo>
                  <a:pt x="5731491" y="0"/>
                </a:lnTo>
                <a:lnTo>
                  <a:pt x="5731491" y="20506"/>
                </a:lnTo>
                <a:lnTo>
                  <a:pt x="5669972" y="20506"/>
                </a:lnTo>
                <a:lnTo>
                  <a:pt x="5669972" y="0"/>
                </a:lnTo>
                <a:close/>
                <a:moveTo>
                  <a:pt x="5793010" y="0"/>
                </a:moveTo>
                <a:lnTo>
                  <a:pt x="5854528" y="0"/>
                </a:lnTo>
                <a:lnTo>
                  <a:pt x="5854528" y="20506"/>
                </a:lnTo>
                <a:lnTo>
                  <a:pt x="5793010" y="20506"/>
                </a:lnTo>
                <a:lnTo>
                  <a:pt x="5793010" y="0"/>
                </a:lnTo>
                <a:close/>
                <a:moveTo>
                  <a:pt x="5916047" y="0"/>
                </a:moveTo>
                <a:lnTo>
                  <a:pt x="5977566" y="0"/>
                </a:lnTo>
                <a:lnTo>
                  <a:pt x="5977566" y="20506"/>
                </a:lnTo>
                <a:lnTo>
                  <a:pt x="5916047" y="20506"/>
                </a:lnTo>
                <a:lnTo>
                  <a:pt x="5916047" y="0"/>
                </a:lnTo>
                <a:close/>
                <a:moveTo>
                  <a:pt x="6039085" y="0"/>
                </a:moveTo>
                <a:lnTo>
                  <a:pt x="6100603" y="0"/>
                </a:lnTo>
                <a:lnTo>
                  <a:pt x="6100603" y="20506"/>
                </a:lnTo>
                <a:lnTo>
                  <a:pt x="6039085" y="20506"/>
                </a:lnTo>
                <a:lnTo>
                  <a:pt x="6039085" y="0"/>
                </a:lnTo>
                <a:close/>
                <a:moveTo>
                  <a:pt x="6162122" y="0"/>
                </a:moveTo>
                <a:lnTo>
                  <a:pt x="6223641" y="0"/>
                </a:lnTo>
                <a:lnTo>
                  <a:pt x="6223641" y="20506"/>
                </a:lnTo>
                <a:lnTo>
                  <a:pt x="6162122" y="20506"/>
                </a:lnTo>
                <a:lnTo>
                  <a:pt x="6162122" y="0"/>
                </a:lnTo>
                <a:close/>
                <a:moveTo>
                  <a:pt x="6285159" y="0"/>
                </a:moveTo>
                <a:lnTo>
                  <a:pt x="6346678" y="0"/>
                </a:lnTo>
                <a:lnTo>
                  <a:pt x="6346678" y="20506"/>
                </a:lnTo>
                <a:lnTo>
                  <a:pt x="6285159" y="20506"/>
                </a:lnTo>
                <a:lnTo>
                  <a:pt x="6285159" y="0"/>
                </a:lnTo>
                <a:close/>
                <a:moveTo>
                  <a:pt x="6408197" y="0"/>
                </a:moveTo>
                <a:lnTo>
                  <a:pt x="6469715" y="0"/>
                </a:lnTo>
                <a:lnTo>
                  <a:pt x="6469715" y="20506"/>
                </a:lnTo>
                <a:lnTo>
                  <a:pt x="6408197" y="20506"/>
                </a:lnTo>
                <a:lnTo>
                  <a:pt x="6408197" y="0"/>
                </a:lnTo>
                <a:close/>
                <a:moveTo>
                  <a:pt x="6531234" y="0"/>
                </a:moveTo>
                <a:lnTo>
                  <a:pt x="6592753" y="0"/>
                </a:lnTo>
                <a:lnTo>
                  <a:pt x="6592753" y="20506"/>
                </a:lnTo>
                <a:lnTo>
                  <a:pt x="6531234" y="20506"/>
                </a:lnTo>
                <a:lnTo>
                  <a:pt x="6531234" y="0"/>
                </a:lnTo>
                <a:close/>
                <a:moveTo>
                  <a:pt x="6654271" y="0"/>
                </a:moveTo>
                <a:lnTo>
                  <a:pt x="6715790" y="0"/>
                </a:lnTo>
                <a:lnTo>
                  <a:pt x="6715790" y="20506"/>
                </a:lnTo>
                <a:lnTo>
                  <a:pt x="6654271" y="20506"/>
                </a:lnTo>
                <a:lnTo>
                  <a:pt x="6654271" y="0"/>
                </a:lnTo>
                <a:close/>
                <a:moveTo>
                  <a:pt x="6777309" y="0"/>
                </a:moveTo>
                <a:lnTo>
                  <a:pt x="6838827" y="0"/>
                </a:lnTo>
                <a:lnTo>
                  <a:pt x="6838827" y="20506"/>
                </a:lnTo>
                <a:lnTo>
                  <a:pt x="6777309" y="20506"/>
                </a:lnTo>
                <a:lnTo>
                  <a:pt x="6777309" y="0"/>
                </a:lnTo>
                <a:close/>
                <a:moveTo>
                  <a:pt x="6890093" y="30759"/>
                </a:moveTo>
                <a:lnTo>
                  <a:pt x="6890093" y="92278"/>
                </a:lnTo>
                <a:lnTo>
                  <a:pt x="6869587" y="92278"/>
                </a:lnTo>
                <a:lnTo>
                  <a:pt x="6869587" y="30759"/>
                </a:lnTo>
                <a:lnTo>
                  <a:pt x="6890093" y="30759"/>
                </a:lnTo>
                <a:close/>
                <a:moveTo>
                  <a:pt x="6890093" y="153797"/>
                </a:moveTo>
                <a:lnTo>
                  <a:pt x="6890093" y="215315"/>
                </a:lnTo>
                <a:lnTo>
                  <a:pt x="6869587" y="215315"/>
                </a:lnTo>
                <a:lnTo>
                  <a:pt x="6869587" y="153797"/>
                </a:lnTo>
                <a:lnTo>
                  <a:pt x="6890093" y="153797"/>
                </a:lnTo>
                <a:close/>
                <a:moveTo>
                  <a:pt x="6890093" y="276834"/>
                </a:moveTo>
                <a:lnTo>
                  <a:pt x="6890093" y="338353"/>
                </a:lnTo>
                <a:lnTo>
                  <a:pt x="6869587" y="338353"/>
                </a:lnTo>
                <a:lnTo>
                  <a:pt x="6869587" y="276834"/>
                </a:lnTo>
                <a:lnTo>
                  <a:pt x="6890093" y="276834"/>
                </a:lnTo>
                <a:close/>
                <a:moveTo>
                  <a:pt x="6890093" y="399871"/>
                </a:moveTo>
                <a:lnTo>
                  <a:pt x="6890093" y="461390"/>
                </a:lnTo>
                <a:lnTo>
                  <a:pt x="6869587" y="461390"/>
                </a:lnTo>
                <a:lnTo>
                  <a:pt x="6869587" y="399871"/>
                </a:lnTo>
                <a:lnTo>
                  <a:pt x="6890093" y="399871"/>
                </a:lnTo>
                <a:close/>
                <a:moveTo>
                  <a:pt x="6890093" y="522909"/>
                </a:moveTo>
                <a:lnTo>
                  <a:pt x="6890093" y="584428"/>
                </a:lnTo>
                <a:lnTo>
                  <a:pt x="6869587" y="584428"/>
                </a:lnTo>
                <a:lnTo>
                  <a:pt x="6869587" y="522909"/>
                </a:lnTo>
                <a:lnTo>
                  <a:pt x="6890093" y="522909"/>
                </a:lnTo>
                <a:close/>
                <a:moveTo>
                  <a:pt x="6890093" y="645946"/>
                </a:moveTo>
                <a:lnTo>
                  <a:pt x="6890093" y="707465"/>
                </a:lnTo>
                <a:lnTo>
                  <a:pt x="6869587" y="707465"/>
                </a:lnTo>
                <a:lnTo>
                  <a:pt x="6869587" y="645946"/>
                </a:lnTo>
                <a:lnTo>
                  <a:pt x="6890093" y="645946"/>
                </a:lnTo>
                <a:close/>
                <a:moveTo>
                  <a:pt x="6890093" y="768984"/>
                </a:moveTo>
                <a:lnTo>
                  <a:pt x="6890093" y="830502"/>
                </a:lnTo>
                <a:lnTo>
                  <a:pt x="6869587" y="830502"/>
                </a:lnTo>
                <a:lnTo>
                  <a:pt x="6869587" y="768984"/>
                </a:lnTo>
                <a:lnTo>
                  <a:pt x="6890093" y="768984"/>
                </a:lnTo>
                <a:close/>
                <a:moveTo>
                  <a:pt x="6890093" y="892021"/>
                </a:moveTo>
                <a:lnTo>
                  <a:pt x="6890093" y="953540"/>
                </a:lnTo>
                <a:lnTo>
                  <a:pt x="6869587" y="953540"/>
                </a:lnTo>
                <a:lnTo>
                  <a:pt x="6869587" y="892021"/>
                </a:lnTo>
                <a:lnTo>
                  <a:pt x="6890093" y="892021"/>
                </a:lnTo>
                <a:close/>
                <a:moveTo>
                  <a:pt x="6890093" y="1015058"/>
                </a:moveTo>
                <a:lnTo>
                  <a:pt x="6890093" y="1076577"/>
                </a:lnTo>
                <a:lnTo>
                  <a:pt x="6869587" y="1076577"/>
                </a:lnTo>
                <a:lnTo>
                  <a:pt x="6869587" y="1015058"/>
                </a:lnTo>
                <a:lnTo>
                  <a:pt x="6890093" y="1015058"/>
                </a:lnTo>
                <a:close/>
                <a:moveTo>
                  <a:pt x="6890093" y="1138096"/>
                </a:moveTo>
                <a:lnTo>
                  <a:pt x="6890093" y="1199614"/>
                </a:lnTo>
                <a:lnTo>
                  <a:pt x="6869587" y="1199614"/>
                </a:lnTo>
                <a:lnTo>
                  <a:pt x="6869587" y="1138096"/>
                </a:lnTo>
                <a:lnTo>
                  <a:pt x="6890093" y="1138096"/>
                </a:lnTo>
                <a:close/>
                <a:moveTo>
                  <a:pt x="6890093" y="1261133"/>
                </a:moveTo>
                <a:lnTo>
                  <a:pt x="6890093" y="1322652"/>
                </a:lnTo>
                <a:lnTo>
                  <a:pt x="6869587" y="1322652"/>
                </a:lnTo>
                <a:lnTo>
                  <a:pt x="6869587" y="1261133"/>
                </a:lnTo>
                <a:lnTo>
                  <a:pt x="6890093" y="1261133"/>
                </a:lnTo>
                <a:close/>
                <a:moveTo>
                  <a:pt x="6890093" y="1384170"/>
                </a:moveTo>
                <a:lnTo>
                  <a:pt x="6890093" y="1445689"/>
                </a:lnTo>
                <a:lnTo>
                  <a:pt x="6869587" y="1445689"/>
                </a:lnTo>
                <a:lnTo>
                  <a:pt x="6869587" y="1384170"/>
                </a:lnTo>
                <a:lnTo>
                  <a:pt x="6890093" y="1384170"/>
                </a:lnTo>
                <a:close/>
                <a:moveTo>
                  <a:pt x="6890093" y="1507208"/>
                </a:moveTo>
                <a:lnTo>
                  <a:pt x="6890093" y="1568727"/>
                </a:lnTo>
                <a:lnTo>
                  <a:pt x="6869587" y="1568727"/>
                </a:lnTo>
                <a:lnTo>
                  <a:pt x="6869587" y="1507208"/>
                </a:lnTo>
                <a:lnTo>
                  <a:pt x="6890093" y="1507208"/>
                </a:lnTo>
                <a:close/>
                <a:moveTo>
                  <a:pt x="6890093" y="1630245"/>
                </a:moveTo>
                <a:lnTo>
                  <a:pt x="6890093" y="1691764"/>
                </a:lnTo>
                <a:lnTo>
                  <a:pt x="6869587" y="1691764"/>
                </a:lnTo>
                <a:lnTo>
                  <a:pt x="6869587" y="1630245"/>
                </a:lnTo>
                <a:lnTo>
                  <a:pt x="6890093" y="1630245"/>
                </a:lnTo>
                <a:close/>
                <a:moveTo>
                  <a:pt x="6890093" y="1753283"/>
                </a:moveTo>
                <a:lnTo>
                  <a:pt x="6890093" y="1814801"/>
                </a:lnTo>
                <a:lnTo>
                  <a:pt x="6869587" y="1814801"/>
                </a:lnTo>
                <a:lnTo>
                  <a:pt x="6869587" y="1753283"/>
                </a:lnTo>
                <a:lnTo>
                  <a:pt x="6890093" y="1753283"/>
                </a:lnTo>
                <a:close/>
                <a:moveTo>
                  <a:pt x="6890093" y="1876320"/>
                </a:moveTo>
                <a:lnTo>
                  <a:pt x="6890093" y="1937839"/>
                </a:lnTo>
                <a:lnTo>
                  <a:pt x="6869587" y="1937839"/>
                </a:lnTo>
                <a:lnTo>
                  <a:pt x="6869587" y="1876320"/>
                </a:lnTo>
                <a:lnTo>
                  <a:pt x="6890093" y="1876320"/>
                </a:lnTo>
                <a:close/>
                <a:moveTo>
                  <a:pt x="6890093" y="1999357"/>
                </a:moveTo>
                <a:lnTo>
                  <a:pt x="6890093" y="2060876"/>
                </a:lnTo>
                <a:lnTo>
                  <a:pt x="6869587" y="2060876"/>
                </a:lnTo>
                <a:lnTo>
                  <a:pt x="6869587" y="1999357"/>
                </a:lnTo>
                <a:lnTo>
                  <a:pt x="6890093" y="1999357"/>
                </a:lnTo>
                <a:close/>
                <a:moveTo>
                  <a:pt x="6859334" y="2112142"/>
                </a:moveTo>
                <a:lnTo>
                  <a:pt x="6797815" y="2112142"/>
                </a:lnTo>
                <a:lnTo>
                  <a:pt x="6797815" y="2091635"/>
                </a:lnTo>
                <a:lnTo>
                  <a:pt x="6859334" y="2091635"/>
                </a:lnTo>
                <a:lnTo>
                  <a:pt x="6859334" y="2112142"/>
                </a:lnTo>
                <a:close/>
                <a:moveTo>
                  <a:pt x="6736296" y="2112142"/>
                </a:moveTo>
                <a:lnTo>
                  <a:pt x="6674778" y="2112142"/>
                </a:lnTo>
                <a:lnTo>
                  <a:pt x="6674778" y="2091635"/>
                </a:lnTo>
                <a:lnTo>
                  <a:pt x="6736296" y="2091635"/>
                </a:lnTo>
                <a:lnTo>
                  <a:pt x="6736296" y="2112142"/>
                </a:lnTo>
                <a:close/>
                <a:moveTo>
                  <a:pt x="6613259" y="2112142"/>
                </a:moveTo>
                <a:lnTo>
                  <a:pt x="6551740" y="2112142"/>
                </a:lnTo>
                <a:lnTo>
                  <a:pt x="6551740" y="2091635"/>
                </a:lnTo>
                <a:lnTo>
                  <a:pt x="6613259" y="2091635"/>
                </a:lnTo>
                <a:lnTo>
                  <a:pt x="6613259" y="2112142"/>
                </a:lnTo>
                <a:close/>
                <a:moveTo>
                  <a:pt x="6490222" y="2112142"/>
                </a:moveTo>
                <a:lnTo>
                  <a:pt x="6428703" y="2112142"/>
                </a:lnTo>
                <a:lnTo>
                  <a:pt x="6428703" y="2091635"/>
                </a:lnTo>
                <a:lnTo>
                  <a:pt x="6490222" y="2091635"/>
                </a:lnTo>
                <a:lnTo>
                  <a:pt x="6490222" y="2112142"/>
                </a:lnTo>
                <a:close/>
                <a:moveTo>
                  <a:pt x="6367184" y="2112142"/>
                </a:moveTo>
                <a:lnTo>
                  <a:pt x="6305665" y="2112142"/>
                </a:lnTo>
                <a:lnTo>
                  <a:pt x="6305665" y="2091635"/>
                </a:lnTo>
                <a:lnTo>
                  <a:pt x="6367184" y="2091635"/>
                </a:lnTo>
                <a:lnTo>
                  <a:pt x="6367184" y="2112142"/>
                </a:lnTo>
                <a:close/>
                <a:moveTo>
                  <a:pt x="6244147" y="2112142"/>
                </a:moveTo>
                <a:lnTo>
                  <a:pt x="6182628" y="2112142"/>
                </a:lnTo>
                <a:lnTo>
                  <a:pt x="6182628" y="2091635"/>
                </a:lnTo>
                <a:lnTo>
                  <a:pt x="6244147" y="2091635"/>
                </a:lnTo>
                <a:lnTo>
                  <a:pt x="6244147" y="2112142"/>
                </a:lnTo>
                <a:close/>
                <a:moveTo>
                  <a:pt x="6121109" y="2112142"/>
                </a:moveTo>
                <a:lnTo>
                  <a:pt x="6059591" y="2112142"/>
                </a:lnTo>
                <a:lnTo>
                  <a:pt x="6059591" y="2091635"/>
                </a:lnTo>
                <a:lnTo>
                  <a:pt x="6121109" y="2091635"/>
                </a:lnTo>
                <a:lnTo>
                  <a:pt x="6121109" y="2112142"/>
                </a:lnTo>
                <a:close/>
                <a:moveTo>
                  <a:pt x="5998072" y="2112142"/>
                </a:moveTo>
                <a:lnTo>
                  <a:pt x="5936553" y="2112142"/>
                </a:lnTo>
                <a:lnTo>
                  <a:pt x="5936553" y="2091635"/>
                </a:lnTo>
                <a:lnTo>
                  <a:pt x="5998072" y="2091635"/>
                </a:lnTo>
                <a:lnTo>
                  <a:pt x="5998072" y="2112142"/>
                </a:lnTo>
                <a:close/>
                <a:moveTo>
                  <a:pt x="5875035" y="2112142"/>
                </a:moveTo>
                <a:lnTo>
                  <a:pt x="5813516" y="2112142"/>
                </a:lnTo>
                <a:lnTo>
                  <a:pt x="5813516" y="2091635"/>
                </a:lnTo>
                <a:lnTo>
                  <a:pt x="5875035" y="2091635"/>
                </a:lnTo>
                <a:lnTo>
                  <a:pt x="5875035" y="2112142"/>
                </a:lnTo>
                <a:close/>
                <a:moveTo>
                  <a:pt x="5751997" y="2112142"/>
                </a:moveTo>
                <a:lnTo>
                  <a:pt x="5690479" y="2112142"/>
                </a:lnTo>
                <a:lnTo>
                  <a:pt x="5690479" y="2091635"/>
                </a:lnTo>
                <a:lnTo>
                  <a:pt x="5751997" y="2091635"/>
                </a:lnTo>
                <a:lnTo>
                  <a:pt x="5751997" y="2112142"/>
                </a:lnTo>
                <a:close/>
                <a:moveTo>
                  <a:pt x="5628960" y="2112142"/>
                </a:moveTo>
                <a:lnTo>
                  <a:pt x="5567441" y="2112142"/>
                </a:lnTo>
                <a:lnTo>
                  <a:pt x="5567441" y="2091635"/>
                </a:lnTo>
                <a:lnTo>
                  <a:pt x="5628960" y="2091635"/>
                </a:lnTo>
                <a:lnTo>
                  <a:pt x="5628960" y="2112142"/>
                </a:lnTo>
                <a:close/>
                <a:moveTo>
                  <a:pt x="5505923" y="2112142"/>
                </a:moveTo>
                <a:lnTo>
                  <a:pt x="5444404" y="2112142"/>
                </a:lnTo>
                <a:lnTo>
                  <a:pt x="5444404" y="2091635"/>
                </a:lnTo>
                <a:lnTo>
                  <a:pt x="5505923" y="2091635"/>
                </a:lnTo>
                <a:lnTo>
                  <a:pt x="5505923" y="2112142"/>
                </a:lnTo>
                <a:close/>
                <a:moveTo>
                  <a:pt x="5382885" y="2112142"/>
                </a:moveTo>
                <a:lnTo>
                  <a:pt x="5321366" y="2112142"/>
                </a:lnTo>
                <a:lnTo>
                  <a:pt x="5321366" y="2091635"/>
                </a:lnTo>
                <a:lnTo>
                  <a:pt x="5382885" y="2091635"/>
                </a:lnTo>
                <a:lnTo>
                  <a:pt x="5382885" y="2112142"/>
                </a:lnTo>
                <a:close/>
                <a:moveTo>
                  <a:pt x="5259848" y="2112142"/>
                </a:moveTo>
                <a:lnTo>
                  <a:pt x="5198329" y="2112142"/>
                </a:lnTo>
                <a:lnTo>
                  <a:pt x="5198329" y="2091635"/>
                </a:lnTo>
                <a:lnTo>
                  <a:pt x="5259848" y="2091635"/>
                </a:lnTo>
                <a:lnTo>
                  <a:pt x="5259848" y="2112142"/>
                </a:lnTo>
                <a:close/>
                <a:moveTo>
                  <a:pt x="5136810" y="2112142"/>
                </a:moveTo>
                <a:lnTo>
                  <a:pt x="5075292" y="2112142"/>
                </a:lnTo>
                <a:lnTo>
                  <a:pt x="5075292" y="2091635"/>
                </a:lnTo>
                <a:lnTo>
                  <a:pt x="5136810" y="2091635"/>
                </a:lnTo>
                <a:lnTo>
                  <a:pt x="5136810" y="2112142"/>
                </a:lnTo>
                <a:close/>
                <a:moveTo>
                  <a:pt x="5013773" y="2112142"/>
                </a:moveTo>
                <a:lnTo>
                  <a:pt x="4952254" y="2112142"/>
                </a:lnTo>
                <a:lnTo>
                  <a:pt x="4952254" y="2091635"/>
                </a:lnTo>
                <a:lnTo>
                  <a:pt x="5013773" y="2091635"/>
                </a:lnTo>
                <a:lnTo>
                  <a:pt x="5013773" y="2112142"/>
                </a:lnTo>
                <a:close/>
                <a:moveTo>
                  <a:pt x="4890736" y="2112142"/>
                </a:moveTo>
                <a:lnTo>
                  <a:pt x="4829217" y="2112142"/>
                </a:lnTo>
                <a:lnTo>
                  <a:pt x="4829217" y="2091635"/>
                </a:lnTo>
                <a:lnTo>
                  <a:pt x="4890736" y="2091635"/>
                </a:lnTo>
                <a:lnTo>
                  <a:pt x="4890736" y="2112142"/>
                </a:lnTo>
                <a:close/>
                <a:moveTo>
                  <a:pt x="4767698" y="2112142"/>
                </a:moveTo>
                <a:lnTo>
                  <a:pt x="4706180" y="2112142"/>
                </a:lnTo>
                <a:lnTo>
                  <a:pt x="4706180" y="2091635"/>
                </a:lnTo>
                <a:lnTo>
                  <a:pt x="4767698" y="2091635"/>
                </a:lnTo>
                <a:lnTo>
                  <a:pt x="4767698" y="2112142"/>
                </a:lnTo>
                <a:close/>
                <a:moveTo>
                  <a:pt x="4644661" y="2112142"/>
                </a:moveTo>
                <a:lnTo>
                  <a:pt x="4583142" y="2112142"/>
                </a:lnTo>
                <a:lnTo>
                  <a:pt x="4583142" y="2091635"/>
                </a:lnTo>
                <a:lnTo>
                  <a:pt x="4644661" y="2091635"/>
                </a:lnTo>
                <a:lnTo>
                  <a:pt x="4644661" y="2112142"/>
                </a:lnTo>
                <a:close/>
                <a:moveTo>
                  <a:pt x="4521624" y="2112142"/>
                </a:moveTo>
                <a:lnTo>
                  <a:pt x="4460105" y="2112142"/>
                </a:lnTo>
                <a:lnTo>
                  <a:pt x="4460105" y="2091635"/>
                </a:lnTo>
                <a:lnTo>
                  <a:pt x="4521624" y="2091635"/>
                </a:lnTo>
                <a:lnTo>
                  <a:pt x="4521624" y="2112142"/>
                </a:lnTo>
                <a:close/>
                <a:moveTo>
                  <a:pt x="4398586" y="2112142"/>
                </a:moveTo>
                <a:lnTo>
                  <a:pt x="4337067" y="2112142"/>
                </a:lnTo>
                <a:lnTo>
                  <a:pt x="4337067" y="2091635"/>
                </a:lnTo>
                <a:lnTo>
                  <a:pt x="4398586" y="2091635"/>
                </a:lnTo>
                <a:lnTo>
                  <a:pt x="4398586" y="2112142"/>
                </a:lnTo>
                <a:close/>
                <a:moveTo>
                  <a:pt x="4275549" y="2112142"/>
                </a:moveTo>
                <a:lnTo>
                  <a:pt x="4214030" y="2112142"/>
                </a:lnTo>
                <a:lnTo>
                  <a:pt x="4214030" y="2091635"/>
                </a:lnTo>
                <a:lnTo>
                  <a:pt x="4275549" y="2091635"/>
                </a:lnTo>
                <a:lnTo>
                  <a:pt x="4275549" y="2112142"/>
                </a:lnTo>
                <a:close/>
                <a:moveTo>
                  <a:pt x="4152511" y="2112142"/>
                </a:moveTo>
                <a:lnTo>
                  <a:pt x="4090993" y="2112142"/>
                </a:lnTo>
                <a:lnTo>
                  <a:pt x="4090993" y="2091635"/>
                </a:lnTo>
                <a:lnTo>
                  <a:pt x="4152511" y="2091635"/>
                </a:lnTo>
                <a:lnTo>
                  <a:pt x="4152511" y="2112142"/>
                </a:lnTo>
                <a:close/>
                <a:moveTo>
                  <a:pt x="4029474" y="2112142"/>
                </a:moveTo>
                <a:lnTo>
                  <a:pt x="3967955" y="2112142"/>
                </a:lnTo>
                <a:lnTo>
                  <a:pt x="3967955" y="2091635"/>
                </a:lnTo>
                <a:lnTo>
                  <a:pt x="4029474" y="2091635"/>
                </a:lnTo>
                <a:lnTo>
                  <a:pt x="4029474" y="2112142"/>
                </a:lnTo>
                <a:close/>
                <a:moveTo>
                  <a:pt x="3906437" y="2112142"/>
                </a:moveTo>
                <a:lnTo>
                  <a:pt x="3844918" y="2112142"/>
                </a:lnTo>
                <a:lnTo>
                  <a:pt x="3844918" y="2091635"/>
                </a:lnTo>
                <a:lnTo>
                  <a:pt x="3906437" y="2091635"/>
                </a:lnTo>
                <a:lnTo>
                  <a:pt x="3906437" y="2112142"/>
                </a:lnTo>
                <a:close/>
                <a:moveTo>
                  <a:pt x="3783399" y="2112142"/>
                </a:moveTo>
                <a:lnTo>
                  <a:pt x="3721881" y="2112142"/>
                </a:lnTo>
                <a:lnTo>
                  <a:pt x="3721881" y="2091635"/>
                </a:lnTo>
                <a:lnTo>
                  <a:pt x="3783399" y="2091635"/>
                </a:lnTo>
                <a:lnTo>
                  <a:pt x="3783399" y="2112142"/>
                </a:lnTo>
                <a:close/>
                <a:moveTo>
                  <a:pt x="3660362" y="2112142"/>
                </a:moveTo>
                <a:lnTo>
                  <a:pt x="3598843" y="2112142"/>
                </a:lnTo>
                <a:lnTo>
                  <a:pt x="3598843" y="2091635"/>
                </a:lnTo>
                <a:lnTo>
                  <a:pt x="3660362" y="2091635"/>
                </a:lnTo>
                <a:lnTo>
                  <a:pt x="3660362" y="2112142"/>
                </a:lnTo>
                <a:close/>
                <a:moveTo>
                  <a:pt x="3537325" y="2112142"/>
                </a:moveTo>
                <a:lnTo>
                  <a:pt x="3475806" y="2112142"/>
                </a:lnTo>
                <a:lnTo>
                  <a:pt x="3475806" y="2091635"/>
                </a:lnTo>
                <a:lnTo>
                  <a:pt x="3537325" y="2091635"/>
                </a:lnTo>
                <a:lnTo>
                  <a:pt x="3537325" y="2112142"/>
                </a:lnTo>
                <a:close/>
                <a:moveTo>
                  <a:pt x="3414287" y="2112142"/>
                </a:moveTo>
                <a:lnTo>
                  <a:pt x="3352768" y="2112142"/>
                </a:lnTo>
                <a:lnTo>
                  <a:pt x="3352768" y="2091635"/>
                </a:lnTo>
                <a:lnTo>
                  <a:pt x="3414287" y="2091635"/>
                </a:lnTo>
                <a:lnTo>
                  <a:pt x="3414287" y="2112142"/>
                </a:lnTo>
                <a:close/>
                <a:moveTo>
                  <a:pt x="3291250" y="2112142"/>
                </a:moveTo>
                <a:lnTo>
                  <a:pt x="3229731" y="2112142"/>
                </a:lnTo>
                <a:lnTo>
                  <a:pt x="3229731" y="2091635"/>
                </a:lnTo>
                <a:lnTo>
                  <a:pt x="3291250" y="2091635"/>
                </a:lnTo>
                <a:lnTo>
                  <a:pt x="3291250" y="2112142"/>
                </a:lnTo>
                <a:close/>
                <a:moveTo>
                  <a:pt x="3168212" y="2112142"/>
                </a:moveTo>
                <a:lnTo>
                  <a:pt x="3106694" y="2112142"/>
                </a:lnTo>
                <a:lnTo>
                  <a:pt x="3106694" y="2091635"/>
                </a:lnTo>
                <a:lnTo>
                  <a:pt x="3168212" y="2091635"/>
                </a:lnTo>
                <a:lnTo>
                  <a:pt x="3168212" y="2112142"/>
                </a:lnTo>
                <a:close/>
                <a:moveTo>
                  <a:pt x="3045175" y="2112142"/>
                </a:moveTo>
                <a:lnTo>
                  <a:pt x="2983656" y="2112142"/>
                </a:lnTo>
                <a:lnTo>
                  <a:pt x="2983656" y="2091635"/>
                </a:lnTo>
                <a:lnTo>
                  <a:pt x="3045175" y="2091635"/>
                </a:lnTo>
                <a:lnTo>
                  <a:pt x="3045175" y="2112142"/>
                </a:lnTo>
                <a:close/>
                <a:moveTo>
                  <a:pt x="2922138" y="2112142"/>
                </a:moveTo>
                <a:lnTo>
                  <a:pt x="2860619" y="2112142"/>
                </a:lnTo>
                <a:lnTo>
                  <a:pt x="2860619" y="2091635"/>
                </a:lnTo>
                <a:lnTo>
                  <a:pt x="2922138" y="2091635"/>
                </a:lnTo>
                <a:lnTo>
                  <a:pt x="2922138" y="2112142"/>
                </a:lnTo>
                <a:close/>
                <a:moveTo>
                  <a:pt x="2799100" y="2112142"/>
                </a:moveTo>
                <a:lnTo>
                  <a:pt x="2737582" y="2112142"/>
                </a:lnTo>
                <a:lnTo>
                  <a:pt x="2737582" y="2091635"/>
                </a:lnTo>
                <a:lnTo>
                  <a:pt x="2799100" y="2091635"/>
                </a:lnTo>
                <a:lnTo>
                  <a:pt x="2799100" y="2112142"/>
                </a:lnTo>
                <a:close/>
                <a:moveTo>
                  <a:pt x="2676063" y="2112142"/>
                </a:moveTo>
                <a:lnTo>
                  <a:pt x="2614544" y="2112142"/>
                </a:lnTo>
                <a:lnTo>
                  <a:pt x="2614544" y="2091635"/>
                </a:lnTo>
                <a:lnTo>
                  <a:pt x="2676063" y="2091635"/>
                </a:lnTo>
                <a:lnTo>
                  <a:pt x="2676063" y="2112142"/>
                </a:lnTo>
                <a:close/>
                <a:moveTo>
                  <a:pt x="2553026" y="2112142"/>
                </a:moveTo>
                <a:lnTo>
                  <a:pt x="2491507" y="2112142"/>
                </a:lnTo>
                <a:lnTo>
                  <a:pt x="2491507" y="2091635"/>
                </a:lnTo>
                <a:lnTo>
                  <a:pt x="2553026" y="2091635"/>
                </a:lnTo>
                <a:lnTo>
                  <a:pt x="2553026" y="2112142"/>
                </a:lnTo>
                <a:close/>
                <a:moveTo>
                  <a:pt x="2429989" y="2112142"/>
                </a:moveTo>
                <a:lnTo>
                  <a:pt x="2368469" y="2112142"/>
                </a:lnTo>
                <a:lnTo>
                  <a:pt x="2368469" y="2091635"/>
                </a:lnTo>
                <a:lnTo>
                  <a:pt x="2429989" y="2091635"/>
                </a:lnTo>
                <a:lnTo>
                  <a:pt x="2429989" y="2112142"/>
                </a:lnTo>
                <a:close/>
                <a:moveTo>
                  <a:pt x="2306951" y="2112142"/>
                </a:moveTo>
                <a:lnTo>
                  <a:pt x="2245432" y="2112142"/>
                </a:lnTo>
                <a:lnTo>
                  <a:pt x="2245432" y="2091635"/>
                </a:lnTo>
                <a:lnTo>
                  <a:pt x="2306951" y="2091635"/>
                </a:lnTo>
                <a:lnTo>
                  <a:pt x="2306951" y="2112142"/>
                </a:lnTo>
                <a:close/>
                <a:moveTo>
                  <a:pt x="2183913" y="2112142"/>
                </a:moveTo>
                <a:lnTo>
                  <a:pt x="2122395" y="2112142"/>
                </a:lnTo>
                <a:lnTo>
                  <a:pt x="2122395" y="2091635"/>
                </a:lnTo>
                <a:lnTo>
                  <a:pt x="2183913" y="2091635"/>
                </a:lnTo>
                <a:lnTo>
                  <a:pt x="2183913" y="2112142"/>
                </a:lnTo>
                <a:close/>
                <a:moveTo>
                  <a:pt x="2060876" y="2112142"/>
                </a:moveTo>
                <a:lnTo>
                  <a:pt x="1999357" y="2112142"/>
                </a:lnTo>
                <a:lnTo>
                  <a:pt x="1999357" y="2091635"/>
                </a:lnTo>
                <a:lnTo>
                  <a:pt x="2060876" y="2091635"/>
                </a:lnTo>
                <a:lnTo>
                  <a:pt x="2060876" y="2112142"/>
                </a:lnTo>
                <a:close/>
                <a:moveTo>
                  <a:pt x="1937839" y="2112142"/>
                </a:moveTo>
                <a:lnTo>
                  <a:pt x="1876320" y="2112142"/>
                </a:lnTo>
                <a:lnTo>
                  <a:pt x="1876320" y="2091635"/>
                </a:lnTo>
                <a:lnTo>
                  <a:pt x="1937839" y="2091635"/>
                </a:lnTo>
                <a:lnTo>
                  <a:pt x="1937839" y="2112142"/>
                </a:lnTo>
                <a:close/>
                <a:moveTo>
                  <a:pt x="1814801" y="2112142"/>
                </a:moveTo>
                <a:lnTo>
                  <a:pt x="1753283" y="2112142"/>
                </a:lnTo>
                <a:lnTo>
                  <a:pt x="1753283" y="2091635"/>
                </a:lnTo>
                <a:lnTo>
                  <a:pt x="1814801" y="2091635"/>
                </a:lnTo>
                <a:lnTo>
                  <a:pt x="1814801" y="2112142"/>
                </a:lnTo>
                <a:close/>
                <a:moveTo>
                  <a:pt x="1691764" y="2112142"/>
                </a:moveTo>
                <a:lnTo>
                  <a:pt x="1630245" y="2112142"/>
                </a:lnTo>
                <a:lnTo>
                  <a:pt x="1630245" y="2091635"/>
                </a:lnTo>
                <a:lnTo>
                  <a:pt x="1691764" y="2091635"/>
                </a:lnTo>
                <a:lnTo>
                  <a:pt x="1691764" y="2112142"/>
                </a:lnTo>
                <a:close/>
                <a:moveTo>
                  <a:pt x="1568727" y="2112142"/>
                </a:moveTo>
                <a:lnTo>
                  <a:pt x="1507208" y="2112142"/>
                </a:lnTo>
                <a:lnTo>
                  <a:pt x="1507208" y="2091635"/>
                </a:lnTo>
                <a:lnTo>
                  <a:pt x="1568727" y="2091635"/>
                </a:lnTo>
                <a:lnTo>
                  <a:pt x="1568727" y="2112142"/>
                </a:lnTo>
                <a:close/>
                <a:moveTo>
                  <a:pt x="1445689" y="2112142"/>
                </a:moveTo>
                <a:lnTo>
                  <a:pt x="1384170" y="2112142"/>
                </a:lnTo>
                <a:lnTo>
                  <a:pt x="1384170" y="2091635"/>
                </a:lnTo>
                <a:lnTo>
                  <a:pt x="1445689" y="2091635"/>
                </a:lnTo>
                <a:lnTo>
                  <a:pt x="1445689" y="2112142"/>
                </a:lnTo>
                <a:close/>
                <a:moveTo>
                  <a:pt x="1322652" y="2112142"/>
                </a:moveTo>
                <a:lnTo>
                  <a:pt x="1261133" y="2112142"/>
                </a:lnTo>
                <a:lnTo>
                  <a:pt x="1261133" y="2091635"/>
                </a:lnTo>
                <a:lnTo>
                  <a:pt x="1322652" y="2091635"/>
                </a:lnTo>
                <a:lnTo>
                  <a:pt x="1322652" y="2112142"/>
                </a:lnTo>
                <a:close/>
                <a:moveTo>
                  <a:pt x="1199614" y="2112142"/>
                </a:moveTo>
                <a:lnTo>
                  <a:pt x="1138096" y="2112142"/>
                </a:lnTo>
                <a:lnTo>
                  <a:pt x="1138096" y="2091635"/>
                </a:lnTo>
                <a:lnTo>
                  <a:pt x="1199614" y="2091635"/>
                </a:lnTo>
                <a:lnTo>
                  <a:pt x="1199614" y="2112142"/>
                </a:lnTo>
                <a:close/>
                <a:moveTo>
                  <a:pt x="1076577" y="2112142"/>
                </a:moveTo>
                <a:lnTo>
                  <a:pt x="1015058" y="2112142"/>
                </a:lnTo>
                <a:lnTo>
                  <a:pt x="1015058" y="2091635"/>
                </a:lnTo>
                <a:lnTo>
                  <a:pt x="1076577" y="2091635"/>
                </a:lnTo>
                <a:lnTo>
                  <a:pt x="1076577" y="2112142"/>
                </a:lnTo>
                <a:close/>
                <a:moveTo>
                  <a:pt x="953540" y="2112142"/>
                </a:moveTo>
                <a:lnTo>
                  <a:pt x="892021" y="2112142"/>
                </a:lnTo>
                <a:lnTo>
                  <a:pt x="892021" y="2091635"/>
                </a:lnTo>
                <a:lnTo>
                  <a:pt x="953540" y="2091635"/>
                </a:lnTo>
                <a:lnTo>
                  <a:pt x="953540" y="2112142"/>
                </a:lnTo>
                <a:close/>
                <a:moveTo>
                  <a:pt x="830502" y="2112142"/>
                </a:moveTo>
                <a:lnTo>
                  <a:pt x="768984" y="2112142"/>
                </a:lnTo>
                <a:lnTo>
                  <a:pt x="768984" y="2091635"/>
                </a:lnTo>
                <a:lnTo>
                  <a:pt x="830502" y="2091635"/>
                </a:lnTo>
                <a:lnTo>
                  <a:pt x="830502" y="2112142"/>
                </a:lnTo>
                <a:close/>
                <a:moveTo>
                  <a:pt x="707465" y="2112142"/>
                </a:moveTo>
                <a:lnTo>
                  <a:pt x="645946" y="2112142"/>
                </a:lnTo>
                <a:lnTo>
                  <a:pt x="645946" y="2091635"/>
                </a:lnTo>
                <a:lnTo>
                  <a:pt x="707465" y="2091635"/>
                </a:lnTo>
                <a:lnTo>
                  <a:pt x="707465" y="2112142"/>
                </a:lnTo>
                <a:close/>
                <a:moveTo>
                  <a:pt x="584428" y="2112142"/>
                </a:moveTo>
                <a:lnTo>
                  <a:pt x="522909" y="2112142"/>
                </a:lnTo>
                <a:lnTo>
                  <a:pt x="522909" y="2091635"/>
                </a:lnTo>
                <a:lnTo>
                  <a:pt x="584428" y="2091635"/>
                </a:lnTo>
                <a:lnTo>
                  <a:pt x="584428" y="2112142"/>
                </a:lnTo>
                <a:close/>
                <a:moveTo>
                  <a:pt x="461390" y="2112142"/>
                </a:moveTo>
                <a:lnTo>
                  <a:pt x="399871" y="2112142"/>
                </a:lnTo>
                <a:lnTo>
                  <a:pt x="399871" y="2091635"/>
                </a:lnTo>
                <a:lnTo>
                  <a:pt x="461390" y="2091635"/>
                </a:lnTo>
                <a:lnTo>
                  <a:pt x="461390" y="2112142"/>
                </a:lnTo>
                <a:close/>
                <a:moveTo>
                  <a:pt x="338353" y="2112142"/>
                </a:moveTo>
                <a:lnTo>
                  <a:pt x="276834" y="2112142"/>
                </a:lnTo>
                <a:lnTo>
                  <a:pt x="276834" y="2091635"/>
                </a:lnTo>
                <a:lnTo>
                  <a:pt x="338353" y="2091635"/>
                </a:lnTo>
                <a:lnTo>
                  <a:pt x="338353" y="2112142"/>
                </a:lnTo>
                <a:close/>
                <a:moveTo>
                  <a:pt x="215315" y="2112142"/>
                </a:moveTo>
                <a:lnTo>
                  <a:pt x="153797" y="2112142"/>
                </a:lnTo>
                <a:lnTo>
                  <a:pt x="153797" y="2091635"/>
                </a:lnTo>
                <a:lnTo>
                  <a:pt x="215315" y="2091635"/>
                </a:lnTo>
                <a:lnTo>
                  <a:pt x="215315" y="2112142"/>
                </a:lnTo>
                <a:close/>
                <a:moveTo>
                  <a:pt x="92278" y="2112142"/>
                </a:moveTo>
                <a:lnTo>
                  <a:pt x="30759" y="2112142"/>
                </a:lnTo>
                <a:lnTo>
                  <a:pt x="30759" y="2091635"/>
                </a:lnTo>
                <a:lnTo>
                  <a:pt x="92278" y="2091635"/>
                </a:lnTo>
                <a:lnTo>
                  <a:pt x="92278" y="2112142"/>
                </a:lnTo>
                <a:close/>
                <a:moveTo>
                  <a:pt x="0" y="2060876"/>
                </a:moveTo>
                <a:lnTo>
                  <a:pt x="0" y="1999357"/>
                </a:lnTo>
                <a:lnTo>
                  <a:pt x="20506" y="1999357"/>
                </a:lnTo>
                <a:lnTo>
                  <a:pt x="20506" y="2060876"/>
                </a:lnTo>
                <a:lnTo>
                  <a:pt x="0" y="2060876"/>
                </a:lnTo>
                <a:close/>
                <a:moveTo>
                  <a:pt x="0" y="1937839"/>
                </a:moveTo>
                <a:lnTo>
                  <a:pt x="0" y="1876320"/>
                </a:lnTo>
                <a:lnTo>
                  <a:pt x="20506" y="1876320"/>
                </a:lnTo>
                <a:lnTo>
                  <a:pt x="20506" y="1937839"/>
                </a:lnTo>
                <a:lnTo>
                  <a:pt x="0" y="1937839"/>
                </a:lnTo>
                <a:close/>
                <a:moveTo>
                  <a:pt x="0" y="1814801"/>
                </a:moveTo>
                <a:lnTo>
                  <a:pt x="0" y="1753283"/>
                </a:lnTo>
                <a:lnTo>
                  <a:pt x="20506" y="1753283"/>
                </a:lnTo>
                <a:lnTo>
                  <a:pt x="20506" y="1814801"/>
                </a:lnTo>
                <a:lnTo>
                  <a:pt x="0" y="1814801"/>
                </a:lnTo>
                <a:close/>
                <a:moveTo>
                  <a:pt x="0" y="1691764"/>
                </a:moveTo>
                <a:lnTo>
                  <a:pt x="0" y="1630245"/>
                </a:lnTo>
                <a:lnTo>
                  <a:pt x="20506" y="1630245"/>
                </a:lnTo>
                <a:lnTo>
                  <a:pt x="20506" y="1691764"/>
                </a:lnTo>
                <a:lnTo>
                  <a:pt x="0" y="1691764"/>
                </a:lnTo>
                <a:close/>
                <a:moveTo>
                  <a:pt x="0" y="1568727"/>
                </a:moveTo>
                <a:lnTo>
                  <a:pt x="0" y="1507208"/>
                </a:lnTo>
                <a:lnTo>
                  <a:pt x="20506" y="1507208"/>
                </a:lnTo>
                <a:lnTo>
                  <a:pt x="20506" y="1568727"/>
                </a:lnTo>
                <a:lnTo>
                  <a:pt x="0" y="1568727"/>
                </a:lnTo>
                <a:close/>
                <a:moveTo>
                  <a:pt x="0" y="1445689"/>
                </a:moveTo>
                <a:lnTo>
                  <a:pt x="0" y="1384170"/>
                </a:lnTo>
                <a:lnTo>
                  <a:pt x="20506" y="1384170"/>
                </a:lnTo>
                <a:lnTo>
                  <a:pt x="20506" y="1445689"/>
                </a:lnTo>
                <a:lnTo>
                  <a:pt x="0" y="1445689"/>
                </a:lnTo>
                <a:close/>
                <a:moveTo>
                  <a:pt x="0" y="1322652"/>
                </a:moveTo>
                <a:lnTo>
                  <a:pt x="0" y="1261133"/>
                </a:lnTo>
                <a:lnTo>
                  <a:pt x="20506" y="1261133"/>
                </a:lnTo>
                <a:lnTo>
                  <a:pt x="20506" y="1322652"/>
                </a:lnTo>
                <a:lnTo>
                  <a:pt x="0" y="1322652"/>
                </a:lnTo>
                <a:close/>
                <a:moveTo>
                  <a:pt x="0" y="1199614"/>
                </a:moveTo>
                <a:lnTo>
                  <a:pt x="0" y="1138096"/>
                </a:lnTo>
                <a:lnTo>
                  <a:pt x="20506" y="1138096"/>
                </a:lnTo>
                <a:lnTo>
                  <a:pt x="20506" y="1199614"/>
                </a:lnTo>
                <a:lnTo>
                  <a:pt x="0" y="1199614"/>
                </a:lnTo>
                <a:close/>
                <a:moveTo>
                  <a:pt x="0" y="1076577"/>
                </a:moveTo>
                <a:lnTo>
                  <a:pt x="0" y="1015058"/>
                </a:lnTo>
                <a:lnTo>
                  <a:pt x="20506" y="1015058"/>
                </a:lnTo>
                <a:lnTo>
                  <a:pt x="20506" y="1076577"/>
                </a:lnTo>
                <a:lnTo>
                  <a:pt x="0" y="1076577"/>
                </a:lnTo>
                <a:close/>
                <a:moveTo>
                  <a:pt x="0" y="953540"/>
                </a:moveTo>
                <a:lnTo>
                  <a:pt x="0" y="892021"/>
                </a:lnTo>
                <a:lnTo>
                  <a:pt x="20506" y="892021"/>
                </a:lnTo>
                <a:lnTo>
                  <a:pt x="20506" y="953540"/>
                </a:lnTo>
                <a:lnTo>
                  <a:pt x="0" y="953540"/>
                </a:lnTo>
                <a:close/>
                <a:moveTo>
                  <a:pt x="0" y="830502"/>
                </a:moveTo>
                <a:lnTo>
                  <a:pt x="0" y="768984"/>
                </a:lnTo>
                <a:lnTo>
                  <a:pt x="20506" y="768984"/>
                </a:lnTo>
                <a:lnTo>
                  <a:pt x="20506" y="830502"/>
                </a:lnTo>
                <a:lnTo>
                  <a:pt x="0" y="830502"/>
                </a:lnTo>
                <a:close/>
                <a:moveTo>
                  <a:pt x="0" y="707465"/>
                </a:moveTo>
                <a:lnTo>
                  <a:pt x="0" y="645946"/>
                </a:lnTo>
                <a:lnTo>
                  <a:pt x="20506" y="645946"/>
                </a:lnTo>
                <a:lnTo>
                  <a:pt x="20506" y="707465"/>
                </a:lnTo>
                <a:lnTo>
                  <a:pt x="0" y="707465"/>
                </a:lnTo>
                <a:close/>
                <a:moveTo>
                  <a:pt x="0" y="584428"/>
                </a:moveTo>
                <a:lnTo>
                  <a:pt x="0" y="522909"/>
                </a:lnTo>
                <a:lnTo>
                  <a:pt x="20506" y="522909"/>
                </a:lnTo>
                <a:lnTo>
                  <a:pt x="20506" y="584428"/>
                </a:lnTo>
                <a:lnTo>
                  <a:pt x="0" y="584428"/>
                </a:lnTo>
                <a:close/>
                <a:moveTo>
                  <a:pt x="0" y="461390"/>
                </a:moveTo>
                <a:lnTo>
                  <a:pt x="0" y="399871"/>
                </a:lnTo>
                <a:lnTo>
                  <a:pt x="20506" y="399871"/>
                </a:lnTo>
                <a:lnTo>
                  <a:pt x="20506" y="461390"/>
                </a:lnTo>
                <a:lnTo>
                  <a:pt x="0" y="461390"/>
                </a:lnTo>
                <a:close/>
                <a:moveTo>
                  <a:pt x="0" y="338353"/>
                </a:moveTo>
                <a:lnTo>
                  <a:pt x="0" y="276834"/>
                </a:lnTo>
                <a:lnTo>
                  <a:pt x="20506" y="276834"/>
                </a:lnTo>
                <a:lnTo>
                  <a:pt x="20506" y="338353"/>
                </a:lnTo>
                <a:lnTo>
                  <a:pt x="0" y="338353"/>
                </a:lnTo>
                <a:close/>
                <a:moveTo>
                  <a:pt x="0" y="215315"/>
                </a:moveTo>
                <a:lnTo>
                  <a:pt x="0" y="153797"/>
                </a:lnTo>
                <a:lnTo>
                  <a:pt x="20506" y="153797"/>
                </a:lnTo>
                <a:lnTo>
                  <a:pt x="20506" y="215315"/>
                </a:lnTo>
                <a:lnTo>
                  <a:pt x="0" y="215315"/>
                </a:lnTo>
                <a:close/>
                <a:moveTo>
                  <a:pt x="0" y="92278"/>
                </a:moveTo>
                <a:lnTo>
                  <a:pt x="0" y="30759"/>
                </a:lnTo>
                <a:lnTo>
                  <a:pt x="20506" y="30759"/>
                </a:lnTo>
                <a:lnTo>
                  <a:pt x="20506" y="92278"/>
                </a:lnTo>
                <a:lnTo>
                  <a:pt x="0" y="92278"/>
                </a:lnTo>
                <a:close/>
                <a:moveTo>
                  <a:pt x="10253" y="0"/>
                </a:moveTo>
                <a:lnTo>
                  <a:pt x="71772" y="0"/>
                </a:lnTo>
                <a:lnTo>
                  <a:pt x="71772" y="20506"/>
                </a:lnTo>
                <a:lnTo>
                  <a:pt x="10253" y="20506"/>
                </a:lnTo>
                <a:lnTo>
                  <a:pt x="10253" y="0"/>
                </a:lnTo>
                <a:close/>
              </a:path>
            </a:pathLst>
          </a:custGeom>
          <a:solidFill xmlns:a="http://schemas.openxmlformats.org/drawingml/2006/main">
            <a:srgbClr val="0000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8FD39-2C1F-4F3D-AAB1-8A83935B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54" y="4464120"/>
            <a:ext cx="1845561" cy="1845561"/>
          </a:xfrm>
          <a:custGeom xmlns:a="http://schemas.openxmlformats.org/drawingml/2006/main">
            <a:pathLst>
              <a:path w="1845561" h="1845561">
                <a:moveTo>
                  <a:pt x="0" y="0"/>
                </a:moveTo>
                <a:lnTo>
                  <a:pt x="1845561" y="0"/>
                </a:lnTo>
                <a:lnTo>
                  <a:pt x="1845561" y="1845561"/>
                </a:lnTo>
                <a:lnTo>
                  <a:pt x="0" y="18455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99B02-EA47-4891-BD36-37647505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54" y="4464120"/>
            <a:ext cx="1845561" cy="1845561"/>
          </a:xfrm>
          <a:custGeom xmlns:a="http://schemas.openxmlformats.org/drawingml/2006/main">
            <a:pathLst>
              <a:path w="1845561" h="1845561" fill="none">
                <a:moveTo>
                  <a:pt x="0" y="0"/>
                </a:moveTo>
                <a:lnTo>
                  <a:pt x="1845561" y="0"/>
                </a:lnTo>
                <a:lnTo>
                  <a:pt x="1845561" y="1845561"/>
                </a:lnTo>
                <a:lnTo>
                  <a:pt x="0" y="18455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3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00B77-1187-45BE-AC2D-0C78B543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17" y="3772034"/>
            <a:ext cx="461698" cy="1189361"/>
          </a:xfrm>
          <a:custGeom xmlns:a="http://schemas.openxmlformats.org/drawingml/2006/main">
            <a:pathLst>
              <a:path w="461698" h="1189361" fill="none">
                <a:moveTo>
                  <a:pt x="261762" y="1189361"/>
                </a:moveTo>
                <a:lnTo>
                  <a:pt x="461698" y="1189361"/>
                </a:lnTo>
                <a:lnTo>
                  <a:pt x="461698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012" cap="flat">
            <a:solidFill>
              <a:srgbClr val="D6B656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75012-937D-46D3-AE2B-2C25D17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59" y="3700262"/>
            <a:ext cx="143544" cy="143544"/>
          </a:xfrm>
          <a:custGeom xmlns:a="http://schemas.openxmlformats.org/drawingml/2006/main">
            <a:pathLst>
              <a:path w="143544" h="143544">
                <a:moveTo>
                  <a:pt x="0" y="71772"/>
                </a:moveTo>
                <a:lnTo>
                  <a:pt x="143544" y="0"/>
                </a:lnTo>
                <a:lnTo>
                  <a:pt x="107658" y="71772"/>
                </a:lnTo>
                <a:lnTo>
                  <a:pt x="143544" y="143544"/>
                </a:lnTo>
                <a:lnTo>
                  <a:pt x="0" y="71772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8EA02-F713-4484-9B9C-535DF3F6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59" y="3700262"/>
            <a:ext cx="143544" cy="143544"/>
          </a:xfrm>
          <a:custGeom xmlns:a="http://schemas.openxmlformats.org/drawingml/2006/main">
            <a:pathLst>
              <a:path w="143544" h="143544" fill="none">
                <a:moveTo>
                  <a:pt x="0" y="71772"/>
                </a:moveTo>
                <a:lnTo>
                  <a:pt x="143544" y="0"/>
                </a:lnTo>
                <a:lnTo>
                  <a:pt x="107658" y="71772"/>
                </a:lnTo>
                <a:lnTo>
                  <a:pt x="143544" y="143544"/>
                </a:lnTo>
                <a:lnTo>
                  <a:pt x="0" y="717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1012" cap="flat">
            <a:solidFill>
              <a:srgbClr val="D6B656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9690C-D8C9-43EA-9ABC-73B1CA10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717" y="1721411"/>
            <a:ext cx="564229" cy="1640498"/>
          </a:xfrm>
          <a:custGeom xmlns:a="http://schemas.openxmlformats.org/drawingml/2006/main">
            <a:pathLst>
              <a:path w="564229" h="1640498" fill="none">
                <a:moveTo>
                  <a:pt x="51573" y="0"/>
                </a:moveTo>
                <a:lnTo>
                  <a:pt x="564229" y="0"/>
                </a:lnTo>
                <a:lnTo>
                  <a:pt x="564229" y="1640498"/>
                </a:lnTo>
                <a:lnTo>
                  <a:pt x="0" y="1640498"/>
                </a:lnTo>
              </a:path>
            </a:pathLst>
          </a:custGeom>
          <a:noFill xmlns:a="http://schemas.openxmlformats.org/drawingml/2006/main"/>
          <a:ln xmlns:a="http://schemas.openxmlformats.org/drawingml/2006/main" w="41012" cap="flat">
            <a:solidFill>
              <a:srgbClr val="D6B656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2866E-5C27-4FD7-8CB4-8B8B69FA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59" y="3290138"/>
            <a:ext cx="143544" cy="143544"/>
          </a:xfrm>
          <a:custGeom xmlns:a="http://schemas.openxmlformats.org/drawingml/2006/main">
            <a:pathLst>
              <a:path w="143544" h="143544">
                <a:moveTo>
                  <a:pt x="0" y="71772"/>
                </a:moveTo>
                <a:lnTo>
                  <a:pt x="143544" y="0"/>
                </a:lnTo>
                <a:lnTo>
                  <a:pt x="107658" y="71772"/>
                </a:lnTo>
                <a:lnTo>
                  <a:pt x="143544" y="143544"/>
                </a:lnTo>
                <a:lnTo>
                  <a:pt x="0" y="71772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5C87E-6614-427C-9092-9F8EDBD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59" y="3290138"/>
            <a:ext cx="143544" cy="143544"/>
          </a:xfrm>
          <a:custGeom xmlns:a="http://schemas.openxmlformats.org/drawingml/2006/main">
            <a:pathLst>
              <a:path w="143544" h="143544" fill="none">
                <a:moveTo>
                  <a:pt x="0" y="71772"/>
                </a:moveTo>
                <a:lnTo>
                  <a:pt x="143544" y="0"/>
                </a:lnTo>
                <a:lnTo>
                  <a:pt x="107658" y="71772"/>
                </a:lnTo>
                <a:lnTo>
                  <a:pt x="143544" y="143544"/>
                </a:lnTo>
                <a:lnTo>
                  <a:pt x="0" y="717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1012" cap="flat">
            <a:solidFill>
              <a:srgbClr val="D6B656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D5F0B-5EA7-47AA-BBB5-B1EE3D87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15" y="491038"/>
            <a:ext cx="6797815" cy="2358216"/>
          </a:xfrm>
          <a:custGeom xmlns:a="http://schemas.openxmlformats.org/drawingml/2006/main">
            <a:pathLst>
              <a:path w="6797815" h="2358216">
                <a:moveTo>
                  <a:pt x="0" y="0"/>
                </a:moveTo>
                <a:lnTo>
                  <a:pt x="6797815" y="0"/>
                </a:lnTo>
                <a:lnTo>
                  <a:pt x="6797815" y="2358216"/>
                </a:lnTo>
                <a:lnTo>
                  <a:pt x="0" y="23582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1F3F8-82C9-4ABE-847F-5E6839C6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62" y="480784"/>
            <a:ext cx="6818321" cy="2378723"/>
          </a:xfrm>
          <a:custGeom xmlns:a="http://schemas.openxmlformats.org/drawingml/2006/main">
            <a:pathLst>
              <a:path w="6818321" h="2378723">
                <a:moveTo>
                  <a:pt x="1179108" y="0"/>
                </a:moveTo>
                <a:lnTo>
                  <a:pt x="1117589" y="0"/>
                </a:lnTo>
                <a:lnTo>
                  <a:pt x="1117589" y="20506"/>
                </a:lnTo>
                <a:lnTo>
                  <a:pt x="1179108" y="20506"/>
                </a:lnTo>
                <a:lnTo>
                  <a:pt x="1179108" y="0"/>
                </a:lnTo>
                <a:close/>
                <a:moveTo>
                  <a:pt x="71772" y="0"/>
                </a:moveTo>
                <a:lnTo>
                  <a:pt x="10253" y="0"/>
                </a:lnTo>
                <a:lnTo>
                  <a:pt x="10253" y="20506"/>
                </a:lnTo>
                <a:lnTo>
                  <a:pt x="71772" y="20506"/>
                </a:lnTo>
                <a:lnTo>
                  <a:pt x="71772" y="0"/>
                </a:lnTo>
                <a:close/>
                <a:moveTo>
                  <a:pt x="194809" y="0"/>
                </a:moveTo>
                <a:lnTo>
                  <a:pt x="133290" y="0"/>
                </a:lnTo>
                <a:lnTo>
                  <a:pt x="133290" y="20506"/>
                </a:lnTo>
                <a:lnTo>
                  <a:pt x="194809" y="20506"/>
                </a:lnTo>
                <a:lnTo>
                  <a:pt x="194809" y="0"/>
                </a:lnTo>
                <a:close/>
                <a:moveTo>
                  <a:pt x="317847" y="0"/>
                </a:moveTo>
                <a:lnTo>
                  <a:pt x="256328" y="0"/>
                </a:lnTo>
                <a:lnTo>
                  <a:pt x="256328" y="20506"/>
                </a:lnTo>
                <a:lnTo>
                  <a:pt x="317847" y="20506"/>
                </a:lnTo>
                <a:lnTo>
                  <a:pt x="317847" y="0"/>
                </a:lnTo>
                <a:close/>
                <a:moveTo>
                  <a:pt x="440884" y="0"/>
                </a:moveTo>
                <a:lnTo>
                  <a:pt x="379365" y="0"/>
                </a:lnTo>
                <a:lnTo>
                  <a:pt x="379365" y="20506"/>
                </a:lnTo>
                <a:lnTo>
                  <a:pt x="440884" y="20506"/>
                </a:lnTo>
                <a:lnTo>
                  <a:pt x="440884" y="0"/>
                </a:lnTo>
                <a:close/>
                <a:moveTo>
                  <a:pt x="563921" y="0"/>
                </a:moveTo>
                <a:lnTo>
                  <a:pt x="502403" y="0"/>
                </a:lnTo>
                <a:lnTo>
                  <a:pt x="502403" y="20506"/>
                </a:lnTo>
                <a:lnTo>
                  <a:pt x="563921" y="20506"/>
                </a:lnTo>
                <a:lnTo>
                  <a:pt x="563921" y="0"/>
                </a:lnTo>
                <a:close/>
                <a:moveTo>
                  <a:pt x="686959" y="0"/>
                </a:moveTo>
                <a:lnTo>
                  <a:pt x="625440" y="0"/>
                </a:lnTo>
                <a:lnTo>
                  <a:pt x="625440" y="20506"/>
                </a:lnTo>
                <a:lnTo>
                  <a:pt x="686959" y="20506"/>
                </a:lnTo>
                <a:lnTo>
                  <a:pt x="686959" y="0"/>
                </a:lnTo>
                <a:close/>
                <a:moveTo>
                  <a:pt x="748477" y="0"/>
                </a:moveTo>
                <a:lnTo>
                  <a:pt x="748477" y="20506"/>
                </a:lnTo>
                <a:lnTo>
                  <a:pt x="809996" y="20506"/>
                </a:lnTo>
                <a:lnTo>
                  <a:pt x="809996" y="0"/>
                </a:lnTo>
                <a:lnTo>
                  <a:pt x="748477" y="0"/>
                </a:lnTo>
                <a:close/>
                <a:moveTo>
                  <a:pt x="871515" y="0"/>
                </a:moveTo>
                <a:lnTo>
                  <a:pt x="871515" y="20506"/>
                </a:lnTo>
                <a:lnTo>
                  <a:pt x="933033" y="20506"/>
                </a:lnTo>
                <a:lnTo>
                  <a:pt x="933033" y="0"/>
                </a:lnTo>
                <a:lnTo>
                  <a:pt x="871515" y="0"/>
                </a:lnTo>
                <a:close/>
                <a:moveTo>
                  <a:pt x="1056071" y="0"/>
                </a:moveTo>
                <a:lnTo>
                  <a:pt x="994552" y="0"/>
                </a:lnTo>
                <a:lnTo>
                  <a:pt x="994552" y="20506"/>
                </a:lnTo>
                <a:lnTo>
                  <a:pt x="1056071" y="20506"/>
                </a:lnTo>
                <a:lnTo>
                  <a:pt x="1056071" y="0"/>
                </a:lnTo>
                <a:close/>
                <a:moveTo>
                  <a:pt x="0" y="51266"/>
                </a:moveTo>
                <a:lnTo>
                  <a:pt x="0" y="112784"/>
                </a:lnTo>
                <a:lnTo>
                  <a:pt x="20506" y="112784"/>
                </a:lnTo>
                <a:lnTo>
                  <a:pt x="20506" y="51266"/>
                </a:lnTo>
                <a:lnTo>
                  <a:pt x="0" y="51266"/>
                </a:lnTo>
                <a:close/>
                <a:moveTo>
                  <a:pt x="0" y="174303"/>
                </a:moveTo>
                <a:lnTo>
                  <a:pt x="0" y="235822"/>
                </a:lnTo>
                <a:lnTo>
                  <a:pt x="20506" y="235822"/>
                </a:lnTo>
                <a:lnTo>
                  <a:pt x="20506" y="174303"/>
                </a:lnTo>
                <a:lnTo>
                  <a:pt x="0" y="174303"/>
                </a:lnTo>
                <a:close/>
                <a:moveTo>
                  <a:pt x="0" y="297340"/>
                </a:moveTo>
                <a:lnTo>
                  <a:pt x="0" y="358859"/>
                </a:lnTo>
                <a:lnTo>
                  <a:pt x="20506" y="358859"/>
                </a:lnTo>
                <a:lnTo>
                  <a:pt x="20506" y="297340"/>
                </a:lnTo>
                <a:lnTo>
                  <a:pt x="0" y="297340"/>
                </a:lnTo>
                <a:close/>
                <a:moveTo>
                  <a:pt x="0" y="420378"/>
                </a:moveTo>
                <a:lnTo>
                  <a:pt x="0" y="481896"/>
                </a:lnTo>
                <a:lnTo>
                  <a:pt x="20506" y="481896"/>
                </a:lnTo>
                <a:lnTo>
                  <a:pt x="20506" y="420378"/>
                </a:lnTo>
                <a:lnTo>
                  <a:pt x="0" y="420378"/>
                </a:lnTo>
                <a:close/>
                <a:moveTo>
                  <a:pt x="0" y="543415"/>
                </a:moveTo>
                <a:lnTo>
                  <a:pt x="0" y="604934"/>
                </a:lnTo>
                <a:lnTo>
                  <a:pt x="20506" y="604934"/>
                </a:lnTo>
                <a:lnTo>
                  <a:pt x="20506" y="543415"/>
                </a:lnTo>
                <a:lnTo>
                  <a:pt x="0" y="543415"/>
                </a:lnTo>
                <a:close/>
                <a:moveTo>
                  <a:pt x="0" y="666452"/>
                </a:moveTo>
                <a:lnTo>
                  <a:pt x="0" y="727971"/>
                </a:lnTo>
                <a:lnTo>
                  <a:pt x="20506" y="727971"/>
                </a:lnTo>
                <a:lnTo>
                  <a:pt x="20506" y="666452"/>
                </a:lnTo>
                <a:lnTo>
                  <a:pt x="0" y="666452"/>
                </a:lnTo>
                <a:close/>
                <a:moveTo>
                  <a:pt x="0" y="851009"/>
                </a:moveTo>
                <a:lnTo>
                  <a:pt x="20506" y="851009"/>
                </a:lnTo>
                <a:lnTo>
                  <a:pt x="20506" y="789490"/>
                </a:lnTo>
                <a:lnTo>
                  <a:pt x="0" y="789490"/>
                </a:lnTo>
                <a:lnTo>
                  <a:pt x="0" y="851009"/>
                </a:lnTo>
                <a:close/>
                <a:moveTo>
                  <a:pt x="0" y="974046"/>
                </a:moveTo>
                <a:lnTo>
                  <a:pt x="20506" y="974046"/>
                </a:lnTo>
                <a:lnTo>
                  <a:pt x="20506" y="912527"/>
                </a:lnTo>
                <a:lnTo>
                  <a:pt x="0" y="912527"/>
                </a:lnTo>
                <a:lnTo>
                  <a:pt x="0" y="974046"/>
                </a:lnTo>
                <a:close/>
                <a:moveTo>
                  <a:pt x="0" y="1035565"/>
                </a:moveTo>
                <a:lnTo>
                  <a:pt x="0" y="1097083"/>
                </a:lnTo>
                <a:lnTo>
                  <a:pt x="20506" y="1097083"/>
                </a:lnTo>
                <a:lnTo>
                  <a:pt x="20506" y="1035565"/>
                </a:lnTo>
                <a:lnTo>
                  <a:pt x="0" y="1035565"/>
                </a:lnTo>
                <a:close/>
                <a:moveTo>
                  <a:pt x="0" y="1158602"/>
                </a:moveTo>
                <a:lnTo>
                  <a:pt x="0" y="1220121"/>
                </a:lnTo>
                <a:lnTo>
                  <a:pt x="20506" y="1220121"/>
                </a:lnTo>
                <a:lnTo>
                  <a:pt x="20506" y="1158602"/>
                </a:lnTo>
                <a:lnTo>
                  <a:pt x="0" y="1158602"/>
                </a:lnTo>
                <a:close/>
                <a:moveTo>
                  <a:pt x="0" y="1281639"/>
                </a:moveTo>
                <a:lnTo>
                  <a:pt x="0" y="1343158"/>
                </a:lnTo>
                <a:lnTo>
                  <a:pt x="20506" y="1343158"/>
                </a:lnTo>
                <a:lnTo>
                  <a:pt x="20506" y="1281639"/>
                </a:lnTo>
                <a:lnTo>
                  <a:pt x="0" y="1281639"/>
                </a:lnTo>
                <a:close/>
                <a:moveTo>
                  <a:pt x="0" y="1404677"/>
                </a:moveTo>
                <a:lnTo>
                  <a:pt x="0" y="1466195"/>
                </a:lnTo>
                <a:lnTo>
                  <a:pt x="20506" y="1466195"/>
                </a:lnTo>
                <a:lnTo>
                  <a:pt x="20506" y="1404677"/>
                </a:lnTo>
                <a:lnTo>
                  <a:pt x="0" y="1404677"/>
                </a:lnTo>
                <a:close/>
                <a:moveTo>
                  <a:pt x="0" y="1527714"/>
                </a:moveTo>
                <a:lnTo>
                  <a:pt x="0" y="1589233"/>
                </a:lnTo>
                <a:lnTo>
                  <a:pt x="20506" y="1589233"/>
                </a:lnTo>
                <a:lnTo>
                  <a:pt x="20506" y="1527714"/>
                </a:lnTo>
                <a:lnTo>
                  <a:pt x="0" y="1527714"/>
                </a:lnTo>
                <a:close/>
                <a:moveTo>
                  <a:pt x="0" y="1650751"/>
                </a:moveTo>
                <a:lnTo>
                  <a:pt x="0" y="1712270"/>
                </a:lnTo>
                <a:lnTo>
                  <a:pt x="20506" y="1712270"/>
                </a:lnTo>
                <a:lnTo>
                  <a:pt x="20506" y="1650751"/>
                </a:lnTo>
                <a:lnTo>
                  <a:pt x="0" y="1650751"/>
                </a:lnTo>
                <a:close/>
                <a:moveTo>
                  <a:pt x="0" y="1773789"/>
                </a:moveTo>
                <a:lnTo>
                  <a:pt x="0" y="1835308"/>
                </a:lnTo>
                <a:lnTo>
                  <a:pt x="20506" y="1835308"/>
                </a:lnTo>
                <a:lnTo>
                  <a:pt x="20506" y="1773789"/>
                </a:lnTo>
                <a:lnTo>
                  <a:pt x="0" y="1773789"/>
                </a:lnTo>
                <a:close/>
                <a:moveTo>
                  <a:pt x="0" y="1958345"/>
                </a:moveTo>
                <a:lnTo>
                  <a:pt x="20506" y="1958345"/>
                </a:lnTo>
                <a:lnTo>
                  <a:pt x="20506" y="1896826"/>
                </a:lnTo>
                <a:lnTo>
                  <a:pt x="0" y="1896826"/>
                </a:lnTo>
                <a:lnTo>
                  <a:pt x="0" y="1958345"/>
                </a:lnTo>
                <a:close/>
                <a:moveTo>
                  <a:pt x="0" y="2081382"/>
                </a:moveTo>
                <a:lnTo>
                  <a:pt x="20506" y="2081382"/>
                </a:lnTo>
                <a:lnTo>
                  <a:pt x="20506" y="2019864"/>
                </a:lnTo>
                <a:lnTo>
                  <a:pt x="0" y="2019864"/>
                </a:lnTo>
                <a:lnTo>
                  <a:pt x="0" y="2081382"/>
                </a:lnTo>
                <a:close/>
                <a:moveTo>
                  <a:pt x="0" y="2142901"/>
                </a:moveTo>
                <a:lnTo>
                  <a:pt x="0" y="2204420"/>
                </a:lnTo>
                <a:lnTo>
                  <a:pt x="20506" y="2204420"/>
                </a:lnTo>
                <a:lnTo>
                  <a:pt x="20506" y="2142901"/>
                </a:lnTo>
                <a:lnTo>
                  <a:pt x="0" y="2142901"/>
                </a:lnTo>
                <a:close/>
                <a:moveTo>
                  <a:pt x="0" y="2265938"/>
                </a:moveTo>
                <a:lnTo>
                  <a:pt x="0" y="2327457"/>
                </a:lnTo>
                <a:lnTo>
                  <a:pt x="20506" y="2327457"/>
                </a:lnTo>
                <a:lnTo>
                  <a:pt x="20506" y="2265938"/>
                </a:lnTo>
                <a:lnTo>
                  <a:pt x="0" y="2265938"/>
                </a:lnTo>
                <a:close/>
                <a:moveTo>
                  <a:pt x="30759" y="2378723"/>
                </a:moveTo>
                <a:lnTo>
                  <a:pt x="92278" y="2378723"/>
                </a:lnTo>
                <a:lnTo>
                  <a:pt x="92278" y="2358216"/>
                </a:lnTo>
                <a:lnTo>
                  <a:pt x="30759" y="2358216"/>
                </a:lnTo>
                <a:lnTo>
                  <a:pt x="30759" y="2378723"/>
                </a:lnTo>
                <a:close/>
                <a:moveTo>
                  <a:pt x="215315" y="2378723"/>
                </a:moveTo>
                <a:lnTo>
                  <a:pt x="215315" y="2358216"/>
                </a:lnTo>
                <a:lnTo>
                  <a:pt x="153797" y="2358216"/>
                </a:lnTo>
                <a:lnTo>
                  <a:pt x="153797" y="2378723"/>
                </a:lnTo>
                <a:lnTo>
                  <a:pt x="215315" y="2378723"/>
                </a:lnTo>
                <a:close/>
                <a:moveTo>
                  <a:pt x="338353" y="2378723"/>
                </a:moveTo>
                <a:lnTo>
                  <a:pt x="338353" y="2358216"/>
                </a:lnTo>
                <a:lnTo>
                  <a:pt x="276834" y="2358216"/>
                </a:lnTo>
                <a:lnTo>
                  <a:pt x="276834" y="2378723"/>
                </a:lnTo>
                <a:lnTo>
                  <a:pt x="338353" y="2378723"/>
                </a:lnTo>
                <a:close/>
                <a:moveTo>
                  <a:pt x="399871" y="2378723"/>
                </a:moveTo>
                <a:lnTo>
                  <a:pt x="461390" y="2378723"/>
                </a:lnTo>
                <a:lnTo>
                  <a:pt x="461390" y="2358216"/>
                </a:lnTo>
                <a:lnTo>
                  <a:pt x="399871" y="2358216"/>
                </a:lnTo>
                <a:lnTo>
                  <a:pt x="399871" y="2378723"/>
                </a:lnTo>
                <a:close/>
                <a:moveTo>
                  <a:pt x="522909" y="2378723"/>
                </a:moveTo>
                <a:lnTo>
                  <a:pt x="584428" y="2378723"/>
                </a:lnTo>
                <a:lnTo>
                  <a:pt x="584428" y="2358216"/>
                </a:lnTo>
                <a:lnTo>
                  <a:pt x="522909" y="2358216"/>
                </a:lnTo>
                <a:lnTo>
                  <a:pt x="522909" y="2378723"/>
                </a:lnTo>
                <a:close/>
                <a:moveTo>
                  <a:pt x="645946" y="2378723"/>
                </a:moveTo>
                <a:lnTo>
                  <a:pt x="707465" y="2378723"/>
                </a:lnTo>
                <a:lnTo>
                  <a:pt x="707465" y="2358216"/>
                </a:lnTo>
                <a:lnTo>
                  <a:pt x="645946" y="2358216"/>
                </a:lnTo>
                <a:lnTo>
                  <a:pt x="645946" y="2378723"/>
                </a:lnTo>
                <a:close/>
                <a:moveTo>
                  <a:pt x="830502" y="2378723"/>
                </a:moveTo>
                <a:lnTo>
                  <a:pt x="830502" y="2358216"/>
                </a:lnTo>
                <a:lnTo>
                  <a:pt x="768984" y="2358216"/>
                </a:lnTo>
                <a:lnTo>
                  <a:pt x="768984" y="2378723"/>
                </a:lnTo>
                <a:lnTo>
                  <a:pt x="830502" y="2378723"/>
                </a:lnTo>
                <a:close/>
                <a:moveTo>
                  <a:pt x="953540" y="2378723"/>
                </a:moveTo>
                <a:lnTo>
                  <a:pt x="953540" y="2358216"/>
                </a:lnTo>
                <a:lnTo>
                  <a:pt x="892021" y="2358216"/>
                </a:lnTo>
                <a:lnTo>
                  <a:pt x="892021" y="2378723"/>
                </a:lnTo>
                <a:lnTo>
                  <a:pt x="953540" y="2378723"/>
                </a:lnTo>
                <a:close/>
                <a:moveTo>
                  <a:pt x="1015058" y="2378723"/>
                </a:moveTo>
                <a:lnTo>
                  <a:pt x="1076577" y="2378723"/>
                </a:lnTo>
                <a:lnTo>
                  <a:pt x="1076577" y="2358216"/>
                </a:lnTo>
                <a:lnTo>
                  <a:pt x="1015058" y="2358216"/>
                </a:lnTo>
                <a:lnTo>
                  <a:pt x="1015058" y="2378723"/>
                </a:lnTo>
                <a:close/>
                <a:moveTo>
                  <a:pt x="3516819" y="0"/>
                </a:moveTo>
                <a:lnTo>
                  <a:pt x="3455300" y="0"/>
                </a:lnTo>
                <a:lnTo>
                  <a:pt x="3455300" y="20506"/>
                </a:lnTo>
                <a:lnTo>
                  <a:pt x="3516819" y="20506"/>
                </a:lnTo>
                <a:lnTo>
                  <a:pt x="3516819" y="0"/>
                </a:lnTo>
                <a:close/>
                <a:moveTo>
                  <a:pt x="1302146" y="0"/>
                </a:moveTo>
                <a:lnTo>
                  <a:pt x="1240627" y="0"/>
                </a:lnTo>
                <a:lnTo>
                  <a:pt x="1240627" y="20506"/>
                </a:lnTo>
                <a:lnTo>
                  <a:pt x="1302146" y="20506"/>
                </a:lnTo>
                <a:lnTo>
                  <a:pt x="1302146" y="0"/>
                </a:lnTo>
                <a:close/>
                <a:moveTo>
                  <a:pt x="1425183" y="0"/>
                </a:moveTo>
                <a:lnTo>
                  <a:pt x="1363664" y="0"/>
                </a:lnTo>
                <a:lnTo>
                  <a:pt x="1363664" y="20506"/>
                </a:lnTo>
                <a:lnTo>
                  <a:pt x="1425183" y="20506"/>
                </a:lnTo>
                <a:lnTo>
                  <a:pt x="1425183" y="0"/>
                </a:lnTo>
                <a:close/>
                <a:moveTo>
                  <a:pt x="1548220" y="0"/>
                </a:moveTo>
                <a:lnTo>
                  <a:pt x="1486702" y="0"/>
                </a:lnTo>
                <a:lnTo>
                  <a:pt x="1486702" y="20506"/>
                </a:lnTo>
                <a:lnTo>
                  <a:pt x="1548220" y="20506"/>
                </a:lnTo>
                <a:lnTo>
                  <a:pt x="1548220" y="0"/>
                </a:lnTo>
                <a:close/>
                <a:moveTo>
                  <a:pt x="1671258" y="0"/>
                </a:moveTo>
                <a:lnTo>
                  <a:pt x="1609739" y="0"/>
                </a:lnTo>
                <a:lnTo>
                  <a:pt x="1609739" y="20506"/>
                </a:lnTo>
                <a:lnTo>
                  <a:pt x="1671258" y="20506"/>
                </a:lnTo>
                <a:lnTo>
                  <a:pt x="1671258" y="0"/>
                </a:lnTo>
                <a:close/>
                <a:moveTo>
                  <a:pt x="1794295" y="0"/>
                </a:moveTo>
                <a:lnTo>
                  <a:pt x="1732777" y="0"/>
                </a:lnTo>
                <a:lnTo>
                  <a:pt x="1732777" y="20506"/>
                </a:lnTo>
                <a:lnTo>
                  <a:pt x="1794295" y="20506"/>
                </a:lnTo>
                <a:lnTo>
                  <a:pt x="1794295" y="0"/>
                </a:lnTo>
                <a:close/>
                <a:moveTo>
                  <a:pt x="1855814" y="0"/>
                </a:moveTo>
                <a:lnTo>
                  <a:pt x="1855814" y="20506"/>
                </a:lnTo>
                <a:lnTo>
                  <a:pt x="1917333" y="20506"/>
                </a:lnTo>
                <a:lnTo>
                  <a:pt x="1917333" y="0"/>
                </a:lnTo>
                <a:lnTo>
                  <a:pt x="1855814" y="0"/>
                </a:lnTo>
                <a:close/>
                <a:moveTo>
                  <a:pt x="1978851" y="0"/>
                </a:moveTo>
                <a:lnTo>
                  <a:pt x="1978851" y="20506"/>
                </a:lnTo>
                <a:lnTo>
                  <a:pt x="2040370" y="20506"/>
                </a:lnTo>
                <a:lnTo>
                  <a:pt x="2040370" y="0"/>
                </a:lnTo>
                <a:lnTo>
                  <a:pt x="1978851" y="0"/>
                </a:lnTo>
                <a:close/>
                <a:moveTo>
                  <a:pt x="2163407" y="0"/>
                </a:moveTo>
                <a:lnTo>
                  <a:pt x="2101888" y="0"/>
                </a:lnTo>
                <a:lnTo>
                  <a:pt x="2101888" y="20506"/>
                </a:lnTo>
                <a:lnTo>
                  <a:pt x="2163407" y="20506"/>
                </a:lnTo>
                <a:lnTo>
                  <a:pt x="2163407" y="0"/>
                </a:lnTo>
                <a:close/>
                <a:moveTo>
                  <a:pt x="2286445" y="0"/>
                </a:moveTo>
                <a:lnTo>
                  <a:pt x="2224926" y="0"/>
                </a:lnTo>
                <a:lnTo>
                  <a:pt x="2224926" y="20506"/>
                </a:lnTo>
                <a:lnTo>
                  <a:pt x="2286445" y="20506"/>
                </a:lnTo>
                <a:lnTo>
                  <a:pt x="2286445" y="0"/>
                </a:lnTo>
                <a:close/>
                <a:moveTo>
                  <a:pt x="2409482" y="0"/>
                </a:moveTo>
                <a:lnTo>
                  <a:pt x="2347963" y="0"/>
                </a:lnTo>
                <a:lnTo>
                  <a:pt x="2347963" y="20506"/>
                </a:lnTo>
                <a:lnTo>
                  <a:pt x="2409482" y="20506"/>
                </a:lnTo>
                <a:lnTo>
                  <a:pt x="2409482" y="0"/>
                </a:lnTo>
                <a:close/>
                <a:moveTo>
                  <a:pt x="3332262" y="0"/>
                </a:moveTo>
                <a:lnTo>
                  <a:pt x="3332262" y="20506"/>
                </a:lnTo>
                <a:lnTo>
                  <a:pt x="3393781" y="20506"/>
                </a:lnTo>
                <a:lnTo>
                  <a:pt x="3393781" y="0"/>
                </a:lnTo>
                <a:lnTo>
                  <a:pt x="3332262" y="0"/>
                </a:lnTo>
                <a:close/>
                <a:moveTo>
                  <a:pt x="3209225" y="0"/>
                </a:moveTo>
                <a:lnTo>
                  <a:pt x="3209225" y="20506"/>
                </a:lnTo>
                <a:lnTo>
                  <a:pt x="3270744" y="20506"/>
                </a:lnTo>
                <a:lnTo>
                  <a:pt x="3270744" y="0"/>
                </a:lnTo>
                <a:lnTo>
                  <a:pt x="3209225" y="0"/>
                </a:lnTo>
                <a:close/>
                <a:moveTo>
                  <a:pt x="3147706" y="0"/>
                </a:moveTo>
                <a:lnTo>
                  <a:pt x="3086188" y="0"/>
                </a:lnTo>
                <a:lnTo>
                  <a:pt x="3086188" y="20506"/>
                </a:lnTo>
                <a:lnTo>
                  <a:pt x="3147706" y="20506"/>
                </a:lnTo>
                <a:lnTo>
                  <a:pt x="3147706" y="0"/>
                </a:lnTo>
                <a:close/>
                <a:moveTo>
                  <a:pt x="3024669" y="0"/>
                </a:moveTo>
                <a:lnTo>
                  <a:pt x="2963150" y="0"/>
                </a:lnTo>
                <a:lnTo>
                  <a:pt x="2963150" y="20506"/>
                </a:lnTo>
                <a:lnTo>
                  <a:pt x="3024669" y="20506"/>
                </a:lnTo>
                <a:lnTo>
                  <a:pt x="3024669" y="0"/>
                </a:lnTo>
                <a:close/>
                <a:moveTo>
                  <a:pt x="2901631" y="0"/>
                </a:moveTo>
                <a:lnTo>
                  <a:pt x="2840113" y="0"/>
                </a:lnTo>
                <a:lnTo>
                  <a:pt x="2840113" y="20506"/>
                </a:lnTo>
                <a:lnTo>
                  <a:pt x="2901631" y="20506"/>
                </a:lnTo>
                <a:lnTo>
                  <a:pt x="2901631" y="0"/>
                </a:lnTo>
                <a:close/>
                <a:moveTo>
                  <a:pt x="2717075" y="0"/>
                </a:moveTo>
                <a:lnTo>
                  <a:pt x="2717075" y="20506"/>
                </a:lnTo>
                <a:lnTo>
                  <a:pt x="2778594" y="20506"/>
                </a:lnTo>
                <a:lnTo>
                  <a:pt x="2778594" y="0"/>
                </a:lnTo>
                <a:lnTo>
                  <a:pt x="2717075" y="0"/>
                </a:lnTo>
                <a:close/>
                <a:moveTo>
                  <a:pt x="2594038" y="0"/>
                </a:moveTo>
                <a:lnTo>
                  <a:pt x="2594038" y="20506"/>
                </a:lnTo>
                <a:lnTo>
                  <a:pt x="2655557" y="20506"/>
                </a:lnTo>
                <a:lnTo>
                  <a:pt x="2655557" y="0"/>
                </a:lnTo>
                <a:lnTo>
                  <a:pt x="2594038" y="0"/>
                </a:lnTo>
                <a:close/>
                <a:moveTo>
                  <a:pt x="2532519" y="0"/>
                </a:moveTo>
                <a:lnTo>
                  <a:pt x="2471001" y="0"/>
                </a:lnTo>
                <a:lnTo>
                  <a:pt x="2471001" y="20506"/>
                </a:lnTo>
                <a:lnTo>
                  <a:pt x="2532519" y="20506"/>
                </a:lnTo>
                <a:lnTo>
                  <a:pt x="2532519" y="0"/>
                </a:lnTo>
                <a:close/>
                <a:moveTo>
                  <a:pt x="2245432" y="2378723"/>
                </a:moveTo>
                <a:lnTo>
                  <a:pt x="2306951" y="2378723"/>
                </a:lnTo>
                <a:lnTo>
                  <a:pt x="2306951" y="2358216"/>
                </a:lnTo>
                <a:lnTo>
                  <a:pt x="2245432" y="2358216"/>
                </a:lnTo>
                <a:lnTo>
                  <a:pt x="2245432" y="2378723"/>
                </a:lnTo>
                <a:close/>
                <a:moveTo>
                  <a:pt x="2368469" y="2378723"/>
                </a:moveTo>
                <a:lnTo>
                  <a:pt x="2429988" y="2378723"/>
                </a:lnTo>
                <a:lnTo>
                  <a:pt x="2429988" y="2358216"/>
                </a:lnTo>
                <a:lnTo>
                  <a:pt x="2368469" y="2358216"/>
                </a:lnTo>
                <a:lnTo>
                  <a:pt x="2368469" y="2378723"/>
                </a:lnTo>
                <a:close/>
                <a:moveTo>
                  <a:pt x="2122395" y="2378723"/>
                </a:moveTo>
                <a:lnTo>
                  <a:pt x="2183913" y="2378723"/>
                </a:lnTo>
                <a:lnTo>
                  <a:pt x="2183913" y="2358216"/>
                </a:lnTo>
                <a:lnTo>
                  <a:pt x="2122395" y="2358216"/>
                </a:lnTo>
                <a:lnTo>
                  <a:pt x="2122395" y="2378723"/>
                </a:lnTo>
                <a:close/>
                <a:moveTo>
                  <a:pt x="2491507" y="2378723"/>
                </a:moveTo>
                <a:lnTo>
                  <a:pt x="2553026" y="2378723"/>
                </a:lnTo>
                <a:lnTo>
                  <a:pt x="2553026" y="2358216"/>
                </a:lnTo>
                <a:lnTo>
                  <a:pt x="2491507" y="2358216"/>
                </a:lnTo>
                <a:lnTo>
                  <a:pt x="2491507" y="2378723"/>
                </a:lnTo>
                <a:close/>
                <a:moveTo>
                  <a:pt x="1999357" y="2378723"/>
                </a:moveTo>
                <a:lnTo>
                  <a:pt x="2060876" y="2378723"/>
                </a:lnTo>
                <a:lnTo>
                  <a:pt x="2060876" y="2358216"/>
                </a:lnTo>
                <a:lnTo>
                  <a:pt x="1999357" y="2358216"/>
                </a:lnTo>
                <a:lnTo>
                  <a:pt x="1999357" y="2378723"/>
                </a:lnTo>
                <a:close/>
                <a:moveTo>
                  <a:pt x="2614544" y="2378723"/>
                </a:moveTo>
                <a:lnTo>
                  <a:pt x="2676063" y="2378723"/>
                </a:lnTo>
                <a:lnTo>
                  <a:pt x="2676063" y="2358216"/>
                </a:lnTo>
                <a:lnTo>
                  <a:pt x="2614544" y="2358216"/>
                </a:lnTo>
                <a:lnTo>
                  <a:pt x="2614544" y="2378723"/>
                </a:lnTo>
                <a:close/>
                <a:moveTo>
                  <a:pt x="1937839" y="2378723"/>
                </a:moveTo>
                <a:lnTo>
                  <a:pt x="1937839" y="2358216"/>
                </a:lnTo>
                <a:lnTo>
                  <a:pt x="1876320" y="2358216"/>
                </a:lnTo>
                <a:lnTo>
                  <a:pt x="1876320" y="2378723"/>
                </a:lnTo>
                <a:lnTo>
                  <a:pt x="1937839" y="2378723"/>
                </a:lnTo>
                <a:close/>
                <a:moveTo>
                  <a:pt x="2799100" y="2378723"/>
                </a:moveTo>
                <a:lnTo>
                  <a:pt x="2799100" y="2358216"/>
                </a:lnTo>
                <a:lnTo>
                  <a:pt x="2737581" y="2358216"/>
                </a:lnTo>
                <a:lnTo>
                  <a:pt x="2737581" y="2378723"/>
                </a:lnTo>
                <a:lnTo>
                  <a:pt x="2799100" y="2378723"/>
                </a:lnTo>
                <a:close/>
                <a:moveTo>
                  <a:pt x="1753283" y="2378723"/>
                </a:moveTo>
                <a:lnTo>
                  <a:pt x="1814801" y="2378723"/>
                </a:lnTo>
                <a:lnTo>
                  <a:pt x="1814801" y="2358216"/>
                </a:lnTo>
                <a:lnTo>
                  <a:pt x="1753283" y="2358216"/>
                </a:lnTo>
                <a:lnTo>
                  <a:pt x="1753283" y="2378723"/>
                </a:lnTo>
                <a:close/>
                <a:moveTo>
                  <a:pt x="2860619" y="2378723"/>
                </a:moveTo>
                <a:lnTo>
                  <a:pt x="2922137" y="2378723"/>
                </a:lnTo>
                <a:lnTo>
                  <a:pt x="2922137" y="2358216"/>
                </a:lnTo>
                <a:lnTo>
                  <a:pt x="2860619" y="2358216"/>
                </a:lnTo>
                <a:lnTo>
                  <a:pt x="2860619" y="2378723"/>
                </a:lnTo>
                <a:close/>
                <a:moveTo>
                  <a:pt x="1630245" y="2378723"/>
                </a:moveTo>
                <a:lnTo>
                  <a:pt x="1691764" y="2378723"/>
                </a:lnTo>
                <a:lnTo>
                  <a:pt x="1691764" y="2358216"/>
                </a:lnTo>
                <a:lnTo>
                  <a:pt x="1630245" y="2358216"/>
                </a:lnTo>
                <a:lnTo>
                  <a:pt x="1630245" y="2378723"/>
                </a:lnTo>
                <a:close/>
                <a:moveTo>
                  <a:pt x="3045175" y="2378723"/>
                </a:moveTo>
                <a:lnTo>
                  <a:pt x="3045175" y="2358216"/>
                </a:lnTo>
                <a:lnTo>
                  <a:pt x="2983656" y="2358216"/>
                </a:lnTo>
                <a:lnTo>
                  <a:pt x="2983656" y="2378723"/>
                </a:lnTo>
                <a:lnTo>
                  <a:pt x="3045175" y="2378723"/>
                </a:lnTo>
                <a:close/>
                <a:moveTo>
                  <a:pt x="1568727" y="2378723"/>
                </a:moveTo>
                <a:lnTo>
                  <a:pt x="1568727" y="2358216"/>
                </a:lnTo>
                <a:lnTo>
                  <a:pt x="1507208" y="2358216"/>
                </a:lnTo>
                <a:lnTo>
                  <a:pt x="1507208" y="2378723"/>
                </a:lnTo>
                <a:lnTo>
                  <a:pt x="1568727" y="2378723"/>
                </a:lnTo>
                <a:close/>
                <a:moveTo>
                  <a:pt x="3106694" y="2378723"/>
                </a:moveTo>
                <a:lnTo>
                  <a:pt x="3168212" y="2378723"/>
                </a:lnTo>
                <a:lnTo>
                  <a:pt x="3168212" y="2358216"/>
                </a:lnTo>
                <a:lnTo>
                  <a:pt x="3106694" y="2358216"/>
                </a:lnTo>
                <a:lnTo>
                  <a:pt x="3106694" y="2378723"/>
                </a:lnTo>
                <a:close/>
                <a:moveTo>
                  <a:pt x="1384170" y="2378723"/>
                </a:moveTo>
                <a:lnTo>
                  <a:pt x="1445689" y="2378723"/>
                </a:lnTo>
                <a:lnTo>
                  <a:pt x="1445689" y="2358216"/>
                </a:lnTo>
                <a:lnTo>
                  <a:pt x="1384170" y="2358216"/>
                </a:lnTo>
                <a:lnTo>
                  <a:pt x="1384170" y="2378723"/>
                </a:lnTo>
                <a:close/>
                <a:moveTo>
                  <a:pt x="3229731" y="2378723"/>
                </a:moveTo>
                <a:lnTo>
                  <a:pt x="3291250" y="2378723"/>
                </a:lnTo>
                <a:lnTo>
                  <a:pt x="3291250" y="2358216"/>
                </a:lnTo>
                <a:lnTo>
                  <a:pt x="3229731" y="2358216"/>
                </a:lnTo>
                <a:lnTo>
                  <a:pt x="3229731" y="2378723"/>
                </a:lnTo>
                <a:close/>
                <a:moveTo>
                  <a:pt x="1322652" y="2378723"/>
                </a:moveTo>
                <a:lnTo>
                  <a:pt x="1322652" y="2358216"/>
                </a:lnTo>
                <a:lnTo>
                  <a:pt x="1261133" y="2358216"/>
                </a:lnTo>
                <a:lnTo>
                  <a:pt x="1261133" y="2378723"/>
                </a:lnTo>
                <a:lnTo>
                  <a:pt x="1322652" y="2378723"/>
                </a:lnTo>
                <a:close/>
                <a:moveTo>
                  <a:pt x="3414287" y="2378723"/>
                </a:moveTo>
                <a:lnTo>
                  <a:pt x="3414287" y="2358216"/>
                </a:lnTo>
                <a:lnTo>
                  <a:pt x="3352768" y="2358216"/>
                </a:lnTo>
                <a:lnTo>
                  <a:pt x="3352768" y="2378723"/>
                </a:lnTo>
                <a:lnTo>
                  <a:pt x="3414287" y="2378723"/>
                </a:lnTo>
                <a:close/>
                <a:moveTo>
                  <a:pt x="1138096" y="2378723"/>
                </a:moveTo>
                <a:lnTo>
                  <a:pt x="1199614" y="2378723"/>
                </a:lnTo>
                <a:lnTo>
                  <a:pt x="1199614" y="2358216"/>
                </a:lnTo>
                <a:lnTo>
                  <a:pt x="1138096" y="2358216"/>
                </a:lnTo>
                <a:lnTo>
                  <a:pt x="1138096" y="2378723"/>
                </a:lnTo>
                <a:close/>
                <a:moveTo>
                  <a:pt x="5854528" y="0"/>
                </a:moveTo>
                <a:lnTo>
                  <a:pt x="5793010" y="0"/>
                </a:lnTo>
                <a:lnTo>
                  <a:pt x="5793010" y="20506"/>
                </a:lnTo>
                <a:lnTo>
                  <a:pt x="5854528" y="20506"/>
                </a:lnTo>
                <a:lnTo>
                  <a:pt x="5854528" y="0"/>
                </a:lnTo>
                <a:close/>
                <a:moveTo>
                  <a:pt x="3639856" y="0"/>
                </a:moveTo>
                <a:lnTo>
                  <a:pt x="3578337" y="0"/>
                </a:lnTo>
                <a:lnTo>
                  <a:pt x="3578337" y="20506"/>
                </a:lnTo>
                <a:lnTo>
                  <a:pt x="3639856" y="20506"/>
                </a:lnTo>
                <a:lnTo>
                  <a:pt x="3639856" y="0"/>
                </a:lnTo>
                <a:close/>
                <a:moveTo>
                  <a:pt x="3762893" y="0"/>
                </a:moveTo>
                <a:lnTo>
                  <a:pt x="3701375" y="0"/>
                </a:lnTo>
                <a:lnTo>
                  <a:pt x="3701375" y="20506"/>
                </a:lnTo>
                <a:lnTo>
                  <a:pt x="3762893" y="20506"/>
                </a:lnTo>
                <a:lnTo>
                  <a:pt x="3762893" y="0"/>
                </a:lnTo>
                <a:close/>
                <a:moveTo>
                  <a:pt x="3885931" y="0"/>
                </a:moveTo>
                <a:lnTo>
                  <a:pt x="3824412" y="0"/>
                </a:lnTo>
                <a:lnTo>
                  <a:pt x="3824412" y="20506"/>
                </a:lnTo>
                <a:lnTo>
                  <a:pt x="3885931" y="20506"/>
                </a:lnTo>
                <a:lnTo>
                  <a:pt x="3885931" y="0"/>
                </a:lnTo>
                <a:close/>
                <a:moveTo>
                  <a:pt x="4008968" y="0"/>
                </a:moveTo>
                <a:lnTo>
                  <a:pt x="3947450" y="0"/>
                </a:lnTo>
                <a:lnTo>
                  <a:pt x="3947450" y="20506"/>
                </a:lnTo>
                <a:lnTo>
                  <a:pt x="4008968" y="20506"/>
                </a:lnTo>
                <a:lnTo>
                  <a:pt x="4008968" y="0"/>
                </a:lnTo>
                <a:close/>
                <a:moveTo>
                  <a:pt x="4132006" y="0"/>
                </a:moveTo>
                <a:lnTo>
                  <a:pt x="4070487" y="0"/>
                </a:lnTo>
                <a:lnTo>
                  <a:pt x="4070487" y="20506"/>
                </a:lnTo>
                <a:lnTo>
                  <a:pt x="4132006" y="20506"/>
                </a:lnTo>
                <a:lnTo>
                  <a:pt x="4132006" y="0"/>
                </a:lnTo>
                <a:close/>
                <a:moveTo>
                  <a:pt x="4193524" y="0"/>
                </a:moveTo>
                <a:lnTo>
                  <a:pt x="4193524" y="20506"/>
                </a:lnTo>
                <a:lnTo>
                  <a:pt x="4255043" y="20506"/>
                </a:lnTo>
                <a:lnTo>
                  <a:pt x="4255043" y="0"/>
                </a:lnTo>
                <a:lnTo>
                  <a:pt x="4193524" y="0"/>
                </a:lnTo>
                <a:close/>
                <a:moveTo>
                  <a:pt x="4316561" y="0"/>
                </a:moveTo>
                <a:lnTo>
                  <a:pt x="4316561" y="20506"/>
                </a:lnTo>
                <a:lnTo>
                  <a:pt x="4378080" y="20506"/>
                </a:lnTo>
                <a:lnTo>
                  <a:pt x="4378080" y="0"/>
                </a:lnTo>
                <a:lnTo>
                  <a:pt x="4316561" y="0"/>
                </a:lnTo>
                <a:close/>
                <a:moveTo>
                  <a:pt x="4501117" y="0"/>
                </a:moveTo>
                <a:lnTo>
                  <a:pt x="4439599" y="0"/>
                </a:lnTo>
                <a:lnTo>
                  <a:pt x="4439599" y="20506"/>
                </a:lnTo>
                <a:lnTo>
                  <a:pt x="4501117" y="20506"/>
                </a:lnTo>
                <a:lnTo>
                  <a:pt x="4501117" y="0"/>
                </a:lnTo>
                <a:close/>
                <a:moveTo>
                  <a:pt x="4624155" y="0"/>
                </a:moveTo>
                <a:lnTo>
                  <a:pt x="4562636" y="0"/>
                </a:lnTo>
                <a:lnTo>
                  <a:pt x="4562636" y="20506"/>
                </a:lnTo>
                <a:lnTo>
                  <a:pt x="4624155" y="20506"/>
                </a:lnTo>
                <a:lnTo>
                  <a:pt x="4624155" y="0"/>
                </a:lnTo>
                <a:close/>
                <a:moveTo>
                  <a:pt x="4747192" y="0"/>
                </a:moveTo>
                <a:lnTo>
                  <a:pt x="4685673" y="0"/>
                </a:lnTo>
                <a:lnTo>
                  <a:pt x="4685673" y="20506"/>
                </a:lnTo>
                <a:lnTo>
                  <a:pt x="4747192" y="20506"/>
                </a:lnTo>
                <a:lnTo>
                  <a:pt x="4747192" y="0"/>
                </a:lnTo>
                <a:close/>
                <a:moveTo>
                  <a:pt x="5669972" y="0"/>
                </a:moveTo>
                <a:lnTo>
                  <a:pt x="5669972" y="20506"/>
                </a:lnTo>
                <a:lnTo>
                  <a:pt x="5731491" y="20506"/>
                </a:lnTo>
                <a:lnTo>
                  <a:pt x="5731491" y="0"/>
                </a:lnTo>
                <a:lnTo>
                  <a:pt x="5669972" y="0"/>
                </a:lnTo>
                <a:close/>
                <a:moveTo>
                  <a:pt x="5546935" y="0"/>
                </a:moveTo>
                <a:lnTo>
                  <a:pt x="5546935" y="20506"/>
                </a:lnTo>
                <a:lnTo>
                  <a:pt x="5608454" y="20506"/>
                </a:lnTo>
                <a:lnTo>
                  <a:pt x="5608454" y="0"/>
                </a:lnTo>
                <a:lnTo>
                  <a:pt x="5546935" y="0"/>
                </a:lnTo>
                <a:close/>
                <a:moveTo>
                  <a:pt x="5485416" y="0"/>
                </a:moveTo>
                <a:lnTo>
                  <a:pt x="5423898" y="0"/>
                </a:lnTo>
                <a:lnTo>
                  <a:pt x="5423898" y="20506"/>
                </a:lnTo>
                <a:lnTo>
                  <a:pt x="5485416" y="20506"/>
                </a:lnTo>
                <a:lnTo>
                  <a:pt x="5485416" y="0"/>
                </a:lnTo>
                <a:close/>
                <a:moveTo>
                  <a:pt x="5362379" y="0"/>
                </a:moveTo>
                <a:lnTo>
                  <a:pt x="5300860" y="0"/>
                </a:lnTo>
                <a:lnTo>
                  <a:pt x="5300860" y="20506"/>
                </a:lnTo>
                <a:lnTo>
                  <a:pt x="5362379" y="20506"/>
                </a:lnTo>
                <a:lnTo>
                  <a:pt x="5362379" y="0"/>
                </a:lnTo>
                <a:close/>
                <a:moveTo>
                  <a:pt x="5239342" y="0"/>
                </a:moveTo>
                <a:lnTo>
                  <a:pt x="5177823" y="0"/>
                </a:lnTo>
                <a:lnTo>
                  <a:pt x="5177823" y="20506"/>
                </a:lnTo>
                <a:lnTo>
                  <a:pt x="5239342" y="20506"/>
                </a:lnTo>
                <a:lnTo>
                  <a:pt x="5239342" y="0"/>
                </a:lnTo>
                <a:close/>
                <a:moveTo>
                  <a:pt x="5054786" y="0"/>
                </a:moveTo>
                <a:lnTo>
                  <a:pt x="5054786" y="20506"/>
                </a:lnTo>
                <a:lnTo>
                  <a:pt x="5116304" y="20506"/>
                </a:lnTo>
                <a:lnTo>
                  <a:pt x="5116304" y="0"/>
                </a:lnTo>
                <a:lnTo>
                  <a:pt x="5054786" y="0"/>
                </a:lnTo>
                <a:close/>
                <a:moveTo>
                  <a:pt x="4931748" y="0"/>
                </a:moveTo>
                <a:lnTo>
                  <a:pt x="4931748" y="20506"/>
                </a:lnTo>
                <a:lnTo>
                  <a:pt x="4993267" y="20506"/>
                </a:lnTo>
                <a:lnTo>
                  <a:pt x="4993267" y="0"/>
                </a:lnTo>
                <a:lnTo>
                  <a:pt x="4931748" y="0"/>
                </a:lnTo>
                <a:close/>
                <a:moveTo>
                  <a:pt x="4870229" y="0"/>
                </a:moveTo>
                <a:lnTo>
                  <a:pt x="4808711" y="0"/>
                </a:lnTo>
                <a:lnTo>
                  <a:pt x="4808711" y="20506"/>
                </a:lnTo>
                <a:lnTo>
                  <a:pt x="4870229" y="20506"/>
                </a:lnTo>
                <a:lnTo>
                  <a:pt x="4870229" y="0"/>
                </a:lnTo>
                <a:close/>
                <a:moveTo>
                  <a:pt x="4583142" y="2378723"/>
                </a:moveTo>
                <a:lnTo>
                  <a:pt x="4644661" y="2378723"/>
                </a:lnTo>
                <a:lnTo>
                  <a:pt x="4644661" y="2358216"/>
                </a:lnTo>
                <a:lnTo>
                  <a:pt x="4583142" y="2358216"/>
                </a:lnTo>
                <a:lnTo>
                  <a:pt x="4583142" y="2378723"/>
                </a:lnTo>
                <a:close/>
                <a:moveTo>
                  <a:pt x="4706180" y="2378723"/>
                </a:moveTo>
                <a:lnTo>
                  <a:pt x="4767698" y="2378723"/>
                </a:lnTo>
                <a:lnTo>
                  <a:pt x="4767698" y="2358216"/>
                </a:lnTo>
                <a:lnTo>
                  <a:pt x="4706180" y="2358216"/>
                </a:lnTo>
                <a:lnTo>
                  <a:pt x="4706180" y="2378723"/>
                </a:lnTo>
                <a:close/>
                <a:moveTo>
                  <a:pt x="4460105" y="2378723"/>
                </a:moveTo>
                <a:lnTo>
                  <a:pt x="4521624" y="2378723"/>
                </a:lnTo>
                <a:lnTo>
                  <a:pt x="4521624" y="2358216"/>
                </a:lnTo>
                <a:lnTo>
                  <a:pt x="4460105" y="2358216"/>
                </a:lnTo>
                <a:lnTo>
                  <a:pt x="4460105" y="2378723"/>
                </a:lnTo>
                <a:close/>
                <a:moveTo>
                  <a:pt x="4829217" y="2378723"/>
                </a:moveTo>
                <a:lnTo>
                  <a:pt x="4890736" y="2378723"/>
                </a:lnTo>
                <a:lnTo>
                  <a:pt x="4890736" y="2358216"/>
                </a:lnTo>
                <a:lnTo>
                  <a:pt x="4829217" y="2358216"/>
                </a:lnTo>
                <a:lnTo>
                  <a:pt x="4829217" y="2378723"/>
                </a:lnTo>
                <a:close/>
                <a:moveTo>
                  <a:pt x="4337067" y="2378723"/>
                </a:moveTo>
                <a:lnTo>
                  <a:pt x="4398586" y="2378723"/>
                </a:lnTo>
                <a:lnTo>
                  <a:pt x="4398586" y="2358216"/>
                </a:lnTo>
                <a:lnTo>
                  <a:pt x="4337067" y="2358216"/>
                </a:lnTo>
                <a:lnTo>
                  <a:pt x="4337067" y="2378723"/>
                </a:lnTo>
                <a:close/>
                <a:moveTo>
                  <a:pt x="4952254" y="2378723"/>
                </a:moveTo>
                <a:lnTo>
                  <a:pt x="5013773" y="2378723"/>
                </a:lnTo>
                <a:lnTo>
                  <a:pt x="5013773" y="2358216"/>
                </a:lnTo>
                <a:lnTo>
                  <a:pt x="4952254" y="2358216"/>
                </a:lnTo>
                <a:lnTo>
                  <a:pt x="4952254" y="2378723"/>
                </a:lnTo>
                <a:close/>
                <a:moveTo>
                  <a:pt x="4275549" y="2378723"/>
                </a:moveTo>
                <a:lnTo>
                  <a:pt x="4275549" y="2358216"/>
                </a:lnTo>
                <a:lnTo>
                  <a:pt x="4214030" y="2358216"/>
                </a:lnTo>
                <a:lnTo>
                  <a:pt x="4214030" y="2378723"/>
                </a:lnTo>
                <a:lnTo>
                  <a:pt x="4275549" y="2378723"/>
                </a:lnTo>
                <a:close/>
                <a:moveTo>
                  <a:pt x="5136810" y="2378723"/>
                </a:moveTo>
                <a:lnTo>
                  <a:pt x="5136810" y="2358216"/>
                </a:lnTo>
                <a:lnTo>
                  <a:pt x="5075292" y="2358216"/>
                </a:lnTo>
                <a:lnTo>
                  <a:pt x="5075292" y="2378723"/>
                </a:lnTo>
                <a:lnTo>
                  <a:pt x="5136810" y="2378723"/>
                </a:lnTo>
                <a:close/>
                <a:moveTo>
                  <a:pt x="4090993" y="2378723"/>
                </a:moveTo>
                <a:lnTo>
                  <a:pt x="4152511" y="2378723"/>
                </a:lnTo>
                <a:lnTo>
                  <a:pt x="4152511" y="2358216"/>
                </a:lnTo>
                <a:lnTo>
                  <a:pt x="4090993" y="2358216"/>
                </a:lnTo>
                <a:lnTo>
                  <a:pt x="4090993" y="2378723"/>
                </a:lnTo>
                <a:close/>
                <a:moveTo>
                  <a:pt x="5198329" y="2378723"/>
                </a:moveTo>
                <a:lnTo>
                  <a:pt x="5259848" y="2378723"/>
                </a:lnTo>
                <a:lnTo>
                  <a:pt x="5259848" y="2358216"/>
                </a:lnTo>
                <a:lnTo>
                  <a:pt x="5198329" y="2358216"/>
                </a:lnTo>
                <a:lnTo>
                  <a:pt x="5198329" y="2378723"/>
                </a:lnTo>
                <a:close/>
                <a:moveTo>
                  <a:pt x="3967955" y="2378723"/>
                </a:moveTo>
                <a:lnTo>
                  <a:pt x="4029474" y="2378723"/>
                </a:lnTo>
                <a:lnTo>
                  <a:pt x="4029474" y="2358216"/>
                </a:lnTo>
                <a:lnTo>
                  <a:pt x="3967955" y="2358216"/>
                </a:lnTo>
                <a:lnTo>
                  <a:pt x="3967955" y="2378723"/>
                </a:lnTo>
                <a:close/>
                <a:moveTo>
                  <a:pt x="5382885" y="2378723"/>
                </a:moveTo>
                <a:lnTo>
                  <a:pt x="5382885" y="2358216"/>
                </a:lnTo>
                <a:lnTo>
                  <a:pt x="5321366" y="2358216"/>
                </a:lnTo>
                <a:lnTo>
                  <a:pt x="5321366" y="2378723"/>
                </a:lnTo>
                <a:lnTo>
                  <a:pt x="5382885" y="2378723"/>
                </a:lnTo>
                <a:close/>
                <a:moveTo>
                  <a:pt x="3906437" y="2378723"/>
                </a:moveTo>
                <a:lnTo>
                  <a:pt x="3906437" y="2358216"/>
                </a:lnTo>
                <a:lnTo>
                  <a:pt x="3844918" y="2358216"/>
                </a:lnTo>
                <a:lnTo>
                  <a:pt x="3844918" y="2378723"/>
                </a:lnTo>
                <a:lnTo>
                  <a:pt x="3906437" y="2378723"/>
                </a:lnTo>
                <a:close/>
                <a:moveTo>
                  <a:pt x="5444404" y="2378723"/>
                </a:moveTo>
                <a:lnTo>
                  <a:pt x="5505923" y="2378723"/>
                </a:lnTo>
                <a:lnTo>
                  <a:pt x="5505923" y="2358216"/>
                </a:lnTo>
                <a:lnTo>
                  <a:pt x="5444404" y="2358216"/>
                </a:lnTo>
                <a:lnTo>
                  <a:pt x="5444404" y="2378723"/>
                </a:lnTo>
                <a:close/>
                <a:moveTo>
                  <a:pt x="3721881" y="2378723"/>
                </a:moveTo>
                <a:lnTo>
                  <a:pt x="3783399" y="2378723"/>
                </a:lnTo>
                <a:lnTo>
                  <a:pt x="3783399" y="2358216"/>
                </a:lnTo>
                <a:lnTo>
                  <a:pt x="3721881" y="2358216"/>
                </a:lnTo>
                <a:lnTo>
                  <a:pt x="3721881" y="2378723"/>
                </a:lnTo>
                <a:close/>
                <a:moveTo>
                  <a:pt x="5567441" y="2378723"/>
                </a:moveTo>
                <a:lnTo>
                  <a:pt x="5628960" y="2378723"/>
                </a:lnTo>
                <a:lnTo>
                  <a:pt x="5628960" y="2358216"/>
                </a:lnTo>
                <a:lnTo>
                  <a:pt x="5567441" y="2358216"/>
                </a:lnTo>
                <a:lnTo>
                  <a:pt x="5567441" y="2378723"/>
                </a:lnTo>
                <a:close/>
                <a:moveTo>
                  <a:pt x="3660362" y="2378723"/>
                </a:moveTo>
                <a:lnTo>
                  <a:pt x="3660362" y="2358216"/>
                </a:lnTo>
                <a:lnTo>
                  <a:pt x="3598843" y="2358216"/>
                </a:lnTo>
                <a:lnTo>
                  <a:pt x="3598843" y="2378723"/>
                </a:lnTo>
                <a:lnTo>
                  <a:pt x="3660362" y="2378723"/>
                </a:lnTo>
                <a:close/>
                <a:moveTo>
                  <a:pt x="5751997" y="2378723"/>
                </a:moveTo>
                <a:lnTo>
                  <a:pt x="5751997" y="2358216"/>
                </a:lnTo>
                <a:lnTo>
                  <a:pt x="5690479" y="2358216"/>
                </a:lnTo>
                <a:lnTo>
                  <a:pt x="5690479" y="2378723"/>
                </a:lnTo>
                <a:lnTo>
                  <a:pt x="5751997" y="2378723"/>
                </a:lnTo>
                <a:close/>
                <a:moveTo>
                  <a:pt x="3475806" y="2378723"/>
                </a:moveTo>
                <a:lnTo>
                  <a:pt x="3537325" y="2378723"/>
                </a:lnTo>
                <a:lnTo>
                  <a:pt x="3537325" y="2358216"/>
                </a:lnTo>
                <a:lnTo>
                  <a:pt x="3475806" y="2358216"/>
                </a:lnTo>
                <a:lnTo>
                  <a:pt x="3475806" y="2378723"/>
                </a:lnTo>
                <a:close/>
                <a:moveTo>
                  <a:pt x="5977566" y="0"/>
                </a:moveTo>
                <a:lnTo>
                  <a:pt x="5916047" y="0"/>
                </a:lnTo>
                <a:lnTo>
                  <a:pt x="5916047" y="20506"/>
                </a:lnTo>
                <a:lnTo>
                  <a:pt x="5977566" y="20506"/>
                </a:lnTo>
                <a:lnTo>
                  <a:pt x="5977566" y="0"/>
                </a:lnTo>
                <a:close/>
                <a:moveTo>
                  <a:pt x="6100603" y="0"/>
                </a:moveTo>
                <a:lnTo>
                  <a:pt x="6039085" y="0"/>
                </a:lnTo>
                <a:lnTo>
                  <a:pt x="6039085" y="20506"/>
                </a:lnTo>
                <a:lnTo>
                  <a:pt x="6100603" y="20506"/>
                </a:lnTo>
                <a:lnTo>
                  <a:pt x="6100603" y="0"/>
                </a:lnTo>
                <a:close/>
                <a:moveTo>
                  <a:pt x="6223641" y="0"/>
                </a:moveTo>
                <a:lnTo>
                  <a:pt x="6162122" y="0"/>
                </a:lnTo>
                <a:lnTo>
                  <a:pt x="6162122" y="20506"/>
                </a:lnTo>
                <a:lnTo>
                  <a:pt x="6223641" y="20506"/>
                </a:lnTo>
                <a:lnTo>
                  <a:pt x="6223641" y="0"/>
                </a:lnTo>
                <a:close/>
                <a:moveTo>
                  <a:pt x="6346678" y="0"/>
                </a:moveTo>
                <a:lnTo>
                  <a:pt x="6285159" y="0"/>
                </a:lnTo>
                <a:lnTo>
                  <a:pt x="6285159" y="20506"/>
                </a:lnTo>
                <a:lnTo>
                  <a:pt x="6346678" y="20506"/>
                </a:lnTo>
                <a:lnTo>
                  <a:pt x="6346678" y="0"/>
                </a:lnTo>
                <a:close/>
                <a:moveTo>
                  <a:pt x="6469715" y="0"/>
                </a:moveTo>
                <a:lnTo>
                  <a:pt x="6408197" y="0"/>
                </a:lnTo>
                <a:lnTo>
                  <a:pt x="6408197" y="20506"/>
                </a:lnTo>
                <a:lnTo>
                  <a:pt x="6469715" y="20506"/>
                </a:lnTo>
                <a:lnTo>
                  <a:pt x="6469715" y="0"/>
                </a:lnTo>
                <a:close/>
                <a:moveTo>
                  <a:pt x="6592753" y="0"/>
                </a:moveTo>
                <a:lnTo>
                  <a:pt x="6531234" y="0"/>
                </a:lnTo>
                <a:lnTo>
                  <a:pt x="6531234" y="20506"/>
                </a:lnTo>
                <a:lnTo>
                  <a:pt x="6592753" y="20506"/>
                </a:lnTo>
                <a:lnTo>
                  <a:pt x="6592753" y="0"/>
                </a:lnTo>
                <a:close/>
                <a:moveTo>
                  <a:pt x="6654271" y="0"/>
                </a:moveTo>
                <a:lnTo>
                  <a:pt x="6654271" y="20506"/>
                </a:lnTo>
                <a:lnTo>
                  <a:pt x="6715790" y="20506"/>
                </a:lnTo>
                <a:lnTo>
                  <a:pt x="6715790" y="0"/>
                </a:lnTo>
                <a:lnTo>
                  <a:pt x="6654271" y="0"/>
                </a:lnTo>
                <a:close/>
                <a:moveTo>
                  <a:pt x="6797815" y="41012"/>
                </a:moveTo>
                <a:lnTo>
                  <a:pt x="6818321" y="41012"/>
                </a:lnTo>
                <a:lnTo>
                  <a:pt x="6818321" y="0"/>
                </a:lnTo>
                <a:lnTo>
                  <a:pt x="6777309" y="0"/>
                </a:lnTo>
                <a:lnTo>
                  <a:pt x="6777309" y="20506"/>
                </a:lnTo>
                <a:lnTo>
                  <a:pt x="6797815" y="20506"/>
                </a:lnTo>
                <a:lnTo>
                  <a:pt x="6797815" y="41012"/>
                </a:lnTo>
                <a:close/>
                <a:moveTo>
                  <a:pt x="6818321" y="164050"/>
                </a:moveTo>
                <a:lnTo>
                  <a:pt x="6818321" y="102531"/>
                </a:lnTo>
                <a:lnTo>
                  <a:pt x="6797815" y="102531"/>
                </a:lnTo>
                <a:lnTo>
                  <a:pt x="6797815" y="164050"/>
                </a:lnTo>
                <a:lnTo>
                  <a:pt x="6818321" y="164050"/>
                </a:lnTo>
                <a:close/>
                <a:moveTo>
                  <a:pt x="6818321" y="287087"/>
                </a:moveTo>
                <a:lnTo>
                  <a:pt x="6818321" y="225569"/>
                </a:lnTo>
                <a:lnTo>
                  <a:pt x="6797815" y="225569"/>
                </a:lnTo>
                <a:lnTo>
                  <a:pt x="6797815" y="287087"/>
                </a:lnTo>
                <a:lnTo>
                  <a:pt x="6818321" y="287087"/>
                </a:lnTo>
                <a:close/>
                <a:moveTo>
                  <a:pt x="6818321" y="348606"/>
                </a:moveTo>
                <a:lnTo>
                  <a:pt x="6797815" y="348606"/>
                </a:lnTo>
                <a:lnTo>
                  <a:pt x="6797815" y="410125"/>
                </a:lnTo>
                <a:lnTo>
                  <a:pt x="6818321" y="410125"/>
                </a:lnTo>
                <a:lnTo>
                  <a:pt x="6818321" y="348606"/>
                </a:lnTo>
                <a:close/>
                <a:moveTo>
                  <a:pt x="6818321" y="471643"/>
                </a:moveTo>
                <a:lnTo>
                  <a:pt x="6797815" y="471643"/>
                </a:lnTo>
                <a:lnTo>
                  <a:pt x="6797815" y="533162"/>
                </a:lnTo>
                <a:lnTo>
                  <a:pt x="6818321" y="533162"/>
                </a:lnTo>
                <a:lnTo>
                  <a:pt x="6818321" y="471643"/>
                </a:lnTo>
                <a:close/>
                <a:moveTo>
                  <a:pt x="6818321" y="656199"/>
                </a:moveTo>
                <a:lnTo>
                  <a:pt x="6818321" y="594681"/>
                </a:lnTo>
                <a:lnTo>
                  <a:pt x="6797815" y="594681"/>
                </a:lnTo>
                <a:lnTo>
                  <a:pt x="6797815" y="656199"/>
                </a:lnTo>
                <a:lnTo>
                  <a:pt x="6818321" y="656199"/>
                </a:lnTo>
                <a:close/>
                <a:moveTo>
                  <a:pt x="6818321" y="779237"/>
                </a:moveTo>
                <a:lnTo>
                  <a:pt x="6818321" y="717718"/>
                </a:lnTo>
                <a:lnTo>
                  <a:pt x="6797815" y="717718"/>
                </a:lnTo>
                <a:lnTo>
                  <a:pt x="6797815" y="779237"/>
                </a:lnTo>
                <a:lnTo>
                  <a:pt x="6818321" y="779237"/>
                </a:lnTo>
                <a:close/>
                <a:moveTo>
                  <a:pt x="6818321" y="902274"/>
                </a:moveTo>
                <a:lnTo>
                  <a:pt x="6818321" y="840755"/>
                </a:lnTo>
                <a:lnTo>
                  <a:pt x="6797815" y="840755"/>
                </a:lnTo>
                <a:lnTo>
                  <a:pt x="6797815" y="902274"/>
                </a:lnTo>
                <a:lnTo>
                  <a:pt x="6818321" y="902274"/>
                </a:lnTo>
                <a:close/>
                <a:moveTo>
                  <a:pt x="6818321" y="963793"/>
                </a:moveTo>
                <a:lnTo>
                  <a:pt x="6797815" y="963793"/>
                </a:lnTo>
                <a:lnTo>
                  <a:pt x="6797815" y="1025311"/>
                </a:lnTo>
                <a:lnTo>
                  <a:pt x="6818321" y="1025311"/>
                </a:lnTo>
                <a:lnTo>
                  <a:pt x="6818321" y="963793"/>
                </a:lnTo>
                <a:close/>
                <a:moveTo>
                  <a:pt x="6818321" y="1086830"/>
                </a:moveTo>
                <a:lnTo>
                  <a:pt x="6797815" y="1086830"/>
                </a:lnTo>
                <a:lnTo>
                  <a:pt x="6797815" y="1148349"/>
                </a:lnTo>
                <a:lnTo>
                  <a:pt x="6818321" y="1148349"/>
                </a:lnTo>
                <a:lnTo>
                  <a:pt x="6818321" y="1086830"/>
                </a:lnTo>
                <a:close/>
                <a:moveTo>
                  <a:pt x="6818321" y="1271386"/>
                </a:moveTo>
                <a:lnTo>
                  <a:pt x="6818321" y="1209868"/>
                </a:lnTo>
                <a:lnTo>
                  <a:pt x="6797815" y="1209868"/>
                </a:lnTo>
                <a:lnTo>
                  <a:pt x="6797815" y="1271386"/>
                </a:lnTo>
                <a:lnTo>
                  <a:pt x="6818321" y="1271386"/>
                </a:lnTo>
                <a:close/>
                <a:moveTo>
                  <a:pt x="6818321" y="1394424"/>
                </a:moveTo>
                <a:lnTo>
                  <a:pt x="6818321" y="1332905"/>
                </a:lnTo>
                <a:lnTo>
                  <a:pt x="6797815" y="1332905"/>
                </a:lnTo>
                <a:lnTo>
                  <a:pt x="6797815" y="1394424"/>
                </a:lnTo>
                <a:lnTo>
                  <a:pt x="6818321" y="1394424"/>
                </a:lnTo>
                <a:close/>
                <a:moveTo>
                  <a:pt x="6818321" y="1517461"/>
                </a:moveTo>
                <a:lnTo>
                  <a:pt x="6818321" y="1455942"/>
                </a:lnTo>
                <a:lnTo>
                  <a:pt x="6797815" y="1455942"/>
                </a:lnTo>
                <a:lnTo>
                  <a:pt x="6797815" y="1517461"/>
                </a:lnTo>
                <a:lnTo>
                  <a:pt x="6818321" y="1517461"/>
                </a:lnTo>
                <a:close/>
                <a:moveTo>
                  <a:pt x="6818321" y="1640498"/>
                </a:moveTo>
                <a:lnTo>
                  <a:pt x="6818321" y="1578980"/>
                </a:lnTo>
                <a:lnTo>
                  <a:pt x="6797815" y="1578980"/>
                </a:lnTo>
                <a:lnTo>
                  <a:pt x="6797815" y="1640498"/>
                </a:lnTo>
                <a:lnTo>
                  <a:pt x="6818321" y="1640498"/>
                </a:lnTo>
                <a:close/>
                <a:moveTo>
                  <a:pt x="6818321" y="1763536"/>
                </a:moveTo>
                <a:lnTo>
                  <a:pt x="6818321" y="1702017"/>
                </a:lnTo>
                <a:lnTo>
                  <a:pt x="6797815" y="1702017"/>
                </a:lnTo>
                <a:lnTo>
                  <a:pt x="6797815" y="1763536"/>
                </a:lnTo>
                <a:lnTo>
                  <a:pt x="6818321" y="1763536"/>
                </a:lnTo>
                <a:close/>
                <a:moveTo>
                  <a:pt x="6818321" y="1886573"/>
                </a:moveTo>
                <a:lnTo>
                  <a:pt x="6818321" y="1825054"/>
                </a:lnTo>
                <a:lnTo>
                  <a:pt x="6797815" y="1825054"/>
                </a:lnTo>
                <a:lnTo>
                  <a:pt x="6797815" y="1886573"/>
                </a:lnTo>
                <a:lnTo>
                  <a:pt x="6818321" y="1886573"/>
                </a:lnTo>
                <a:close/>
                <a:moveTo>
                  <a:pt x="6818321" y="2009610"/>
                </a:moveTo>
                <a:lnTo>
                  <a:pt x="6818321" y="1948092"/>
                </a:lnTo>
                <a:lnTo>
                  <a:pt x="6797815" y="1948092"/>
                </a:lnTo>
                <a:lnTo>
                  <a:pt x="6797815" y="2009610"/>
                </a:lnTo>
                <a:lnTo>
                  <a:pt x="6818321" y="2009610"/>
                </a:lnTo>
                <a:close/>
                <a:moveTo>
                  <a:pt x="6818321" y="2071129"/>
                </a:moveTo>
                <a:lnTo>
                  <a:pt x="6797815" y="2071129"/>
                </a:lnTo>
                <a:lnTo>
                  <a:pt x="6797815" y="2132648"/>
                </a:lnTo>
                <a:lnTo>
                  <a:pt x="6818321" y="2132648"/>
                </a:lnTo>
                <a:lnTo>
                  <a:pt x="6818321" y="2071129"/>
                </a:lnTo>
                <a:close/>
                <a:moveTo>
                  <a:pt x="6818321" y="2194167"/>
                </a:moveTo>
                <a:lnTo>
                  <a:pt x="6797815" y="2194167"/>
                </a:lnTo>
                <a:lnTo>
                  <a:pt x="6797815" y="2255685"/>
                </a:lnTo>
                <a:lnTo>
                  <a:pt x="6818321" y="2255685"/>
                </a:lnTo>
                <a:lnTo>
                  <a:pt x="6818321" y="2194167"/>
                </a:lnTo>
                <a:close/>
                <a:moveTo>
                  <a:pt x="6797815" y="2378723"/>
                </a:moveTo>
                <a:lnTo>
                  <a:pt x="6818321" y="2378723"/>
                </a:lnTo>
                <a:lnTo>
                  <a:pt x="6818321" y="2317204"/>
                </a:lnTo>
                <a:lnTo>
                  <a:pt x="6797815" y="2317204"/>
                </a:lnTo>
                <a:lnTo>
                  <a:pt x="6797815" y="2358216"/>
                </a:lnTo>
                <a:lnTo>
                  <a:pt x="6797815" y="2368469"/>
                </a:lnTo>
                <a:lnTo>
                  <a:pt x="6797815" y="2378723"/>
                </a:lnTo>
                <a:close/>
                <a:moveTo>
                  <a:pt x="6674778" y="2378723"/>
                </a:moveTo>
                <a:lnTo>
                  <a:pt x="6736296" y="2378723"/>
                </a:lnTo>
                <a:lnTo>
                  <a:pt x="6736296" y="2358216"/>
                </a:lnTo>
                <a:lnTo>
                  <a:pt x="6674778" y="2358216"/>
                </a:lnTo>
                <a:lnTo>
                  <a:pt x="6674778" y="2378723"/>
                </a:lnTo>
                <a:close/>
                <a:moveTo>
                  <a:pt x="6613259" y="2378723"/>
                </a:moveTo>
                <a:lnTo>
                  <a:pt x="6613259" y="2358216"/>
                </a:lnTo>
                <a:lnTo>
                  <a:pt x="6551740" y="2358216"/>
                </a:lnTo>
                <a:lnTo>
                  <a:pt x="6551740" y="2378723"/>
                </a:lnTo>
                <a:lnTo>
                  <a:pt x="6613259" y="2378723"/>
                </a:lnTo>
                <a:close/>
                <a:moveTo>
                  <a:pt x="6490222" y="2378723"/>
                </a:moveTo>
                <a:lnTo>
                  <a:pt x="6490222" y="2358216"/>
                </a:lnTo>
                <a:lnTo>
                  <a:pt x="6428703" y="2358216"/>
                </a:lnTo>
                <a:lnTo>
                  <a:pt x="6428703" y="2378723"/>
                </a:lnTo>
                <a:lnTo>
                  <a:pt x="6490222" y="2378723"/>
                </a:lnTo>
                <a:close/>
                <a:moveTo>
                  <a:pt x="6305665" y="2378723"/>
                </a:moveTo>
                <a:lnTo>
                  <a:pt x="6367184" y="2378723"/>
                </a:lnTo>
                <a:lnTo>
                  <a:pt x="6367184" y="2358216"/>
                </a:lnTo>
                <a:lnTo>
                  <a:pt x="6305665" y="2358216"/>
                </a:lnTo>
                <a:lnTo>
                  <a:pt x="6305665" y="2378723"/>
                </a:lnTo>
                <a:close/>
                <a:moveTo>
                  <a:pt x="6182628" y="2378723"/>
                </a:moveTo>
                <a:lnTo>
                  <a:pt x="6244147" y="2378723"/>
                </a:lnTo>
                <a:lnTo>
                  <a:pt x="6244147" y="2358216"/>
                </a:lnTo>
                <a:lnTo>
                  <a:pt x="6182628" y="2358216"/>
                </a:lnTo>
                <a:lnTo>
                  <a:pt x="6182628" y="2378723"/>
                </a:lnTo>
                <a:close/>
                <a:moveTo>
                  <a:pt x="6059591" y="2378723"/>
                </a:moveTo>
                <a:lnTo>
                  <a:pt x="6121109" y="2378723"/>
                </a:lnTo>
                <a:lnTo>
                  <a:pt x="6121109" y="2358216"/>
                </a:lnTo>
                <a:lnTo>
                  <a:pt x="6059591" y="2358216"/>
                </a:lnTo>
                <a:lnTo>
                  <a:pt x="6059591" y="2378723"/>
                </a:lnTo>
                <a:close/>
                <a:moveTo>
                  <a:pt x="5998072" y="2378723"/>
                </a:moveTo>
                <a:lnTo>
                  <a:pt x="5998072" y="2358216"/>
                </a:lnTo>
                <a:lnTo>
                  <a:pt x="5936553" y="2358216"/>
                </a:lnTo>
                <a:lnTo>
                  <a:pt x="5936553" y="2378723"/>
                </a:lnTo>
                <a:lnTo>
                  <a:pt x="5998072" y="2378723"/>
                </a:lnTo>
                <a:close/>
                <a:moveTo>
                  <a:pt x="5875035" y="2378723"/>
                </a:moveTo>
                <a:lnTo>
                  <a:pt x="5875035" y="2358216"/>
                </a:lnTo>
                <a:lnTo>
                  <a:pt x="5813516" y="2358216"/>
                </a:lnTo>
                <a:lnTo>
                  <a:pt x="5813516" y="2378723"/>
                </a:lnTo>
                <a:lnTo>
                  <a:pt x="5875035" y="2378723"/>
                </a:lnTo>
                <a:close/>
              </a:path>
            </a:pathLst>
          </a:custGeom>
          <a:solidFill xmlns:a="http://schemas.openxmlformats.org/drawingml/2006/main">
            <a:srgbClr val="0000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3C854-C837-4562-A533-DBA5C728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58" y="834517"/>
            <a:ext cx="922780" cy="1912206"/>
          </a:xfrm>
          <a:custGeom xmlns:a="http://schemas.openxmlformats.org/drawingml/2006/main">
            <a:pathLst>
              <a:path w="922780" h="1912206">
                <a:moveTo>
                  <a:pt x="0" y="0"/>
                </a:moveTo>
                <a:lnTo>
                  <a:pt x="922780" y="0"/>
                </a:lnTo>
                <a:lnTo>
                  <a:pt x="922780" y="1912206"/>
                </a:lnTo>
                <a:lnTo>
                  <a:pt x="0" y="19122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D9E0B-B6C8-450C-9476-01C823BF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58" y="834517"/>
            <a:ext cx="922780" cy="1912206"/>
          </a:xfrm>
          <a:custGeom xmlns:a="http://schemas.openxmlformats.org/drawingml/2006/main">
            <a:pathLst>
              <a:path w="922780" h="1912206" fill="none">
                <a:moveTo>
                  <a:pt x="0" y="0"/>
                </a:moveTo>
                <a:lnTo>
                  <a:pt x="922780" y="0"/>
                </a:lnTo>
                <a:lnTo>
                  <a:pt x="922780" y="1912206"/>
                </a:lnTo>
                <a:lnTo>
                  <a:pt x="0" y="19122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99"/>
            </a:solidFill>
            <a:miter/>
          </a:ln>
        </p:spPr>
      </p:sp>
      <p:pic>
        <p:nvPicPr>
          <p:cNvPr id="4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fd771512f471f"/>
          <a:stretch xmlns:a="http://schemas.openxmlformats.org/drawingml/2006/main"/>
        </p:blipFill>
        <p:spPr>
          <a:xfrm xmlns:a="http://schemas.openxmlformats.org/drawingml/2006/main">
            <a:off x="6567071" y="1106224"/>
            <a:ext cx="685271" cy="1127843"/>
          </a:xfrm>
          <a:prstGeom xmlns:a="http://schemas.openxmlformats.org/drawingml/2006/main" prst="rect">
            <a:avLst/>
          </a:prstGeom>
        </p:spPr>
      </p:pic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071FA-E33B-4B7F-8A00-90959977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227" y="1106224"/>
            <a:ext cx="686959" cy="1127843"/>
          </a:xfrm>
          <a:custGeom xmlns:a="http://schemas.openxmlformats.org/drawingml/2006/main">
            <a:pathLst>
              <a:path w="686959" h="1127843" fill="none">
                <a:moveTo>
                  <a:pt x="0" y="89715"/>
                </a:moveTo>
                <a:cubicBezTo>
                  <a:pt x="0" y="40192"/>
                  <a:pt x="153797" y="0"/>
                  <a:pt x="343479" y="0"/>
                </a:cubicBezTo>
                <a:cubicBezTo>
                  <a:pt x="434527" y="0"/>
                  <a:pt x="521986" y="9433"/>
                  <a:pt x="586376" y="26248"/>
                </a:cubicBezTo>
                <a:cubicBezTo>
                  <a:pt x="650765" y="43063"/>
                  <a:pt x="686959" y="65928"/>
                  <a:pt x="686959" y="89715"/>
                </a:cubicBezTo>
                <a:lnTo>
                  <a:pt x="686959" y="1038128"/>
                </a:lnTo>
                <a:cubicBezTo>
                  <a:pt x="686959" y="1087650"/>
                  <a:pt x="533162" y="1127843"/>
                  <a:pt x="343479" y="1127843"/>
                </a:cubicBezTo>
                <a:cubicBezTo>
                  <a:pt x="153797" y="1127843"/>
                  <a:pt x="0" y="1087650"/>
                  <a:pt x="0" y="1038128"/>
                </a:cubicBezTo>
                <a:lnTo>
                  <a:pt x="0" y="8971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85C07D-2040-4746-8C25-824EBD1D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227" y="1195939"/>
            <a:ext cx="686959" cy="89715"/>
          </a:xfrm>
          <a:custGeom xmlns:a="http://schemas.openxmlformats.org/drawingml/2006/main">
            <a:pathLst>
              <a:path w="686959" h="89715" fill="none">
                <a:moveTo>
                  <a:pt x="686959" y="0"/>
                </a:moveTo>
                <a:cubicBezTo>
                  <a:pt x="686959" y="49523"/>
                  <a:pt x="533162" y="89715"/>
                  <a:pt x="343479" y="89715"/>
                </a:cubicBezTo>
                <a:cubicBezTo>
                  <a:pt x="153797" y="89715"/>
                  <a:pt x="0" y="4952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2" name="Text V">
            <a:extLst xmlns:a="http://schemas.openxmlformats.org/drawingml/2006/main">
              <a:ext uri="{FF2B5EF4-FFF2-40B4-BE49-F238E27FC236}">
                <a16:creationId xmlns:a16="http://schemas.microsoft.com/office/drawing/2014/main" id="{5718B7B8-481D-4C1F-8B04-3D11FA9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735" y="1602539"/>
            <a:ext cx="115508" cy="111022"/>
          </a:xfrm>
          <a:custGeom xmlns:a="http://schemas.openxmlformats.org/drawingml/2006/main">
            <a:pathLst>
              <a:path w="115508" h="111022">
                <a:moveTo>
                  <a:pt x="115508" y="0"/>
                </a:moveTo>
                <a:lnTo>
                  <a:pt x="115508" y="2884"/>
                </a:lnTo>
                <a:cubicBezTo>
                  <a:pt x="111556" y="3525"/>
                  <a:pt x="108032" y="5636"/>
                  <a:pt x="104934" y="9217"/>
                </a:cubicBezTo>
                <a:cubicBezTo>
                  <a:pt x="102691" y="11887"/>
                  <a:pt x="99354" y="18165"/>
                  <a:pt x="94921" y="28051"/>
                </a:cubicBezTo>
                <a:lnTo>
                  <a:pt x="57514" y="111022"/>
                </a:lnTo>
                <a:lnTo>
                  <a:pt x="54870" y="111022"/>
                </a:lnTo>
                <a:lnTo>
                  <a:pt x="17623" y="24704"/>
                </a:lnTo>
                <a:cubicBezTo>
                  <a:pt x="13137" y="14276"/>
                  <a:pt x="10133" y="8152"/>
                  <a:pt x="8611" y="6333"/>
                </a:cubicBezTo>
                <a:cubicBezTo>
                  <a:pt x="7089" y="4514"/>
                  <a:pt x="4219" y="3364"/>
                  <a:pt x="0" y="2884"/>
                </a:cubicBezTo>
                <a:lnTo>
                  <a:pt x="0" y="0"/>
                </a:lnTo>
                <a:lnTo>
                  <a:pt x="52067" y="0"/>
                </a:lnTo>
                <a:lnTo>
                  <a:pt x="52067" y="2884"/>
                </a:lnTo>
                <a:lnTo>
                  <a:pt x="50304" y="2884"/>
                </a:lnTo>
                <a:cubicBezTo>
                  <a:pt x="45605" y="2884"/>
                  <a:pt x="42401" y="3475"/>
                  <a:pt x="40692" y="4658"/>
                </a:cubicBezTo>
                <a:cubicBezTo>
                  <a:pt x="39464" y="5464"/>
                  <a:pt x="38850" y="6647"/>
                  <a:pt x="38850" y="8205"/>
                </a:cubicBezTo>
                <a:cubicBezTo>
                  <a:pt x="38850" y="9173"/>
                  <a:pt x="39063" y="10316"/>
                  <a:pt x="39491" y="11632"/>
                </a:cubicBezTo>
                <a:cubicBezTo>
                  <a:pt x="39918" y="12949"/>
                  <a:pt x="41360" y="16469"/>
                  <a:pt x="43816" y="22191"/>
                </a:cubicBezTo>
                <a:lnTo>
                  <a:pt x="66966" y="76202"/>
                </a:lnTo>
                <a:lnTo>
                  <a:pt x="88433" y="28096"/>
                </a:lnTo>
                <a:cubicBezTo>
                  <a:pt x="90996" y="22278"/>
                  <a:pt x="92572" y="18379"/>
                  <a:pt x="93159" y="16396"/>
                </a:cubicBezTo>
                <a:cubicBezTo>
                  <a:pt x="93747" y="14412"/>
                  <a:pt x="94040" y="12722"/>
                  <a:pt x="94040" y="11327"/>
                </a:cubicBezTo>
                <a:cubicBezTo>
                  <a:pt x="94040" y="9720"/>
                  <a:pt x="93613" y="8300"/>
                  <a:pt x="92759" y="7067"/>
                </a:cubicBezTo>
                <a:cubicBezTo>
                  <a:pt x="91904" y="5833"/>
                  <a:pt x="90649" y="4895"/>
                  <a:pt x="88994" y="4250"/>
                </a:cubicBezTo>
                <a:cubicBezTo>
                  <a:pt x="86698" y="3339"/>
                  <a:pt x="83654" y="2884"/>
                  <a:pt x="79862" y="2884"/>
                </a:cubicBezTo>
                <a:lnTo>
                  <a:pt x="79862" y="0"/>
                </a:lnTo>
                <a:lnTo>
                  <a:pt x="115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ector">
            <a:extLst xmlns:a="http://schemas.openxmlformats.org/drawingml/2006/main">
              <a:ext uri="{FF2B5EF4-FFF2-40B4-BE49-F238E27FC236}">
                <a16:creationId xmlns:a16="http://schemas.microsoft.com/office/drawing/2014/main" id="{40325A4D-E083-4294-8185-5D47270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0193" y="1608627"/>
            <a:ext cx="346332" cy="104774"/>
          </a:xfrm>
          <a:custGeom xmlns:a="http://schemas.openxmlformats.org/drawingml/2006/main">
            <a:pathLst>
              <a:path w="346332" h="104774">
                <a:moveTo>
                  <a:pt x="62640" y="62320"/>
                </a:moveTo>
                <a:lnTo>
                  <a:pt x="21548" y="62320"/>
                </a:lnTo>
                <a:cubicBezTo>
                  <a:pt x="22028" y="72279"/>
                  <a:pt x="24672" y="80150"/>
                  <a:pt x="29478" y="85932"/>
                </a:cubicBezTo>
                <a:cubicBezTo>
                  <a:pt x="33162" y="90376"/>
                  <a:pt x="37595" y="92598"/>
                  <a:pt x="42775" y="92598"/>
                </a:cubicBezTo>
                <a:cubicBezTo>
                  <a:pt x="45979" y="92598"/>
                  <a:pt x="48889" y="91704"/>
                  <a:pt x="51506" y="89915"/>
                </a:cubicBezTo>
                <a:cubicBezTo>
                  <a:pt x="54123" y="88126"/>
                  <a:pt x="56926" y="84909"/>
                  <a:pt x="59917" y="80263"/>
                </a:cubicBezTo>
                <a:lnTo>
                  <a:pt x="62640" y="82025"/>
                </a:lnTo>
                <a:cubicBezTo>
                  <a:pt x="58582" y="90302"/>
                  <a:pt x="54096" y="96163"/>
                  <a:pt x="49183" y="99607"/>
                </a:cubicBezTo>
                <a:cubicBezTo>
                  <a:pt x="44270" y="103052"/>
                  <a:pt x="38583" y="104774"/>
                  <a:pt x="32121" y="104774"/>
                </a:cubicBezTo>
                <a:cubicBezTo>
                  <a:pt x="21014" y="104774"/>
                  <a:pt x="12603" y="100498"/>
                  <a:pt x="6889" y="91945"/>
                </a:cubicBezTo>
                <a:cubicBezTo>
                  <a:pt x="2296" y="85050"/>
                  <a:pt x="0" y="76497"/>
                  <a:pt x="0" y="66287"/>
                </a:cubicBezTo>
                <a:cubicBezTo>
                  <a:pt x="0" y="53778"/>
                  <a:pt x="3378" y="43822"/>
                  <a:pt x="10133" y="36419"/>
                </a:cubicBezTo>
                <a:cubicBezTo>
                  <a:pt x="16888" y="29015"/>
                  <a:pt x="24805" y="25312"/>
                  <a:pt x="33883" y="25312"/>
                </a:cubicBezTo>
                <a:cubicBezTo>
                  <a:pt x="41466" y="25312"/>
                  <a:pt x="48048" y="28423"/>
                  <a:pt x="53629" y="34644"/>
                </a:cubicBezTo>
                <a:cubicBezTo>
                  <a:pt x="59209" y="40866"/>
                  <a:pt x="62213" y="50091"/>
                  <a:pt x="62640" y="62320"/>
                </a:cubicBezTo>
                <a:moveTo>
                  <a:pt x="42935" y="57033"/>
                </a:moveTo>
                <a:cubicBezTo>
                  <a:pt x="42935" y="48435"/>
                  <a:pt x="42468" y="42534"/>
                  <a:pt x="41533" y="39330"/>
                </a:cubicBezTo>
                <a:cubicBezTo>
                  <a:pt x="40599" y="36126"/>
                  <a:pt x="39143" y="33696"/>
                  <a:pt x="37168" y="32041"/>
                </a:cubicBezTo>
                <a:cubicBezTo>
                  <a:pt x="36046" y="31080"/>
                  <a:pt x="34551" y="30599"/>
                  <a:pt x="32682" y="30599"/>
                </a:cubicBezTo>
                <a:cubicBezTo>
                  <a:pt x="29905" y="30599"/>
                  <a:pt x="27635" y="31961"/>
                  <a:pt x="25873" y="34684"/>
                </a:cubicBezTo>
                <a:cubicBezTo>
                  <a:pt x="22722" y="39437"/>
                  <a:pt x="21147" y="45952"/>
                  <a:pt x="21147" y="54229"/>
                </a:cubicBezTo>
                <a:lnTo>
                  <a:pt x="21147" y="57033"/>
                </a:lnTo>
                <a:lnTo>
                  <a:pt x="42935" y="57033"/>
                </a:lnTo>
                <a:close/>
                <a:moveTo>
                  <a:pt x="133156" y="83164"/>
                </a:moveTo>
                <a:lnTo>
                  <a:pt x="135639" y="85084"/>
                </a:lnTo>
                <a:cubicBezTo>
                  <a:pt x="132114" y="91727"/>
                  <a:pt x="127722" y="96670"/>
                  <a:pt x="122462" y="99913"/>
                </a:cubicBezTo>
                <a:cubicBezTo>
                  <a:pt x="117202" y="103154"/>
                  <a:pt x="111608" y="104774"/>
                  <a:pt x="105681" y="104774"/>
                </a:cubicBezTo>
                <a:cubicBezTo>
                  <a:pt x="95694" y="104774"/>
                  <a:pt x="87711" y="101006"/>
                  <a:pt x="81730" y="93470"/>
                </a:cubicBezTo>
                <a:cubicBezTo>
                  <a:pt x="75749" y="85932"/>
                  <a:pt x="72758" y="76871"/>
                  <a:pt x="72758" y="66287"/>
                </a:cubicBezTo>
                <a:cubicBezTo>
                  <a:pt x="72758" y="56076"/>
                  <a:pt x="75482" y="47095"/>
                  <a:pt x="80929" y="39345"/>
                </a:cubicBezTo>
                <a:cubicBezTo>
                  <a:pt x="87497" y="29990"/>
                  <a:pt x="96549" y="25312"/>
                  <a:pt x="108084" y="25312"/>
                </a:cubicBezTo>
                <a:cubicBezTo>
                  <a:pt x="115827" y="25312"/>
                  <a:pt x="121981" y="27267"/>
                  <a:pt x="126547" y="31177"/>
                </a:cubicBezTo>
                <a:cubicBezTo>
                  <a:pt x="131113" y="35086"/>
                  <a:pt x="133396" y="39450"/>
                  <a:pt x="133396" y="44269"/>
                </a:cubicBezTo>
                <a:cubicBezTo>
                  <a:pt x="133396" y="47321"/>
                  <a:pt x="132475" y="49758"/>
                  <a:pt x="130632" y="51578"/>
                </a:cubicBezTo>
                <a:cubicBezTo>
                  <a:pt x="128790" y="53399"/>
                  <a:pt x="126374" y="54309"/>
                  <a:pt x="123383" y="54309"/>
                </a:cubicBezTo>
                <a:cubicBezTo>
                  <a:pt x="120232" y="54309"/>
                  <a:pt x="117629" y="53265"/>
                  <a:pt x="115573" y="51175"/>
                </a:cubicBezTo>
                <a:cubicBezTo>
                  <a:pt x="113517" y="49084"/>
                  <a:pt x="112249" y="45360"/>
                  <a:pt x="111768" y="40001"/>
                </a:cubicBezTo>
                <a:cubicBezTo>
                  <a:pt x="111448" y="36625"/>
                  <a:pt x="110674" y="34267"/>
                  <a:pt x="109445" y="32927"/>
                </a:cubicBezTo>
                <a:cubicBezTo>
                  <a:pt x="108217" y="31589"/>
                  <a:pt x="106775" y="30920"/>
                  <a:pt x="105120" y="30920"/>
                </a:cubicBezTo>
                <a:cubicBezTo>
                  <a:pt x="102557" y="30920"/>
                  <a:pt x="100367" y="32281"/>
                  <a:pt x="98551" y="35005"/>
                </a:cubicBezTo>
                <a:cubicBezTo>
                  <a:pt x="95775" y="39117"/>
                  <a:pt x="94386" y="45418"/>
                  <a:pt x="94386" y="53909"/>
                </a:cubicBezTo>
                <a:cubicBezTo>
                  <a:pt x="94386" y="60958"/>
                  <a:pt x="95508" y="67700"/>
                  <a:pt x="97750" y="74135"/>
                </a:cubicBezTo>
                <a:cubicBezTo>
                  <a:pt x="99993" y="80570"/>
                  <a:pt x="103064" y="85363"/>
                  <a:pt x="106962" y="88513"/>
                </a:cubicBezTo>
                <a:cubicBezTo>
                  <a:pt x="109899" y="90809"/>
                  <a:pt x="113370" y="91958"/>
                  <a:pt x="117376" y="91958"/>
                </a:cubicBezTo>
                <a:cubicBezTo>
                  <a:pt x="119992" y="91958"/>
                  <a:pt x="122475" y="91345"/>
                  <a:pt x="124825" y="90120"/>
                </a:cubicBezTo>
                <a:cubicBezTo>
                  <a:pt x="127175" y="88894"/>
                  <a:pt x="129952" y="86575"/>
                  <a:pt x="133156" y="83164"/>
                </a:cubicBezTo>
                <a:close/>
                <a:moveTo>
                  <a:pt x="174593" y="0"/>
                </a:moveTo>
                <a:lnTo>
                  <a:pt x="174593" y="27555"/>
                </a:lnTo>
                <a:lnTo>
                  <a:pt x="192376" y="27555"/>
                </a:lnTo>
                <a:lnTo>
                  <a:pt x="192376" y="35405"/>
                </a:lnTo>
                <a:lnTo>
                  <a:pt x="174593" y="35405"/>
                </a:lnTo>
                <a:lnTo>
                  <a:pt x="174593" y="81750"/>
                </a:lnTo>
                <a:cubicBezTo>
                  <a:pt x="174593" y="86087"/>
                  <a:pt x="174794" y="88885"/>
                  <a:pt x="175194" y="90143"/>
                </a:cubicBezTo>
                <a:cubicBezTo>
                  <a:pt x="175595" y="91401"/>
                  <a:pt x="176302" y="92419"/>
                  <a:pt x="177317" y="93197"/>
                </a:cubicBezTo>
                <a:cubicBezTo>
                  <a:pt x="178332" y="93973"/>
                  <a:pt x="179266" y="94361"/>
                  <a:pt x="180121" y="94361"/>
                </a:cubicBezTo>
                <a:cubicBezTo>
                  <a:pt x="183592" y="94361"/>
                  <a:pt x="186876" y="91691"/>
                  <a:pt x="189973" y="86350"/>
                </a:cubicBezTo>
                <a:lnTo>
                  <a:pt x="192376" y="88130"/>
                </a:lnTo>
                <a:cubicBezTo>
                  <a:pt x="188051" y="98478"/>
                  <a:pt x="181028" y="103653"/>
                  <a:pt x="171309" y="103653"/>
                </a:cubicBezTo>
                <a:cubicBezTo>
                  <a:pt x="166557" y="103653"/>
                  <a:pt x="162538" y="102327"/>
                  <a:pt x="159254" y="99675"/>
                </a:cubicBezTo>
                <a:cubicBezTo>
                  <a:pt x="155970" y="97022"/>
                  <a:pt x="153874" y="94060"/>
                  <a:pt x="152966" y="90791"/>
                </a:cubicBezTo>
                <a:cubicBezTo>
                  <a:pt x="152432" y="88969"/>
                  <a:pt x="152165" y="84038"/>
                  <a:pt x="152165" y="76000"/>
                </a:cubicBezTo>
                <a:lnTo>
                  <a:pt x="152165" y="35405"/>
                </a:lnTo>
                <a:lnTo>
                  <a:pt x="142392" y="35405"/>
                </a:lnTo>
                <a:lnTo>
                  <a:pt x="142392" y="32594"/>
                </a:lnTo>
                <a:cubicBezTo>
                  <a:pt x="149121" y="27831"/>
                  <a:pt x="154848" y="22828"/>
                  <a:pt x="159574" y="17582"/>
                </a:cubicBezTo>
                <a:cubicBezTo>
                  <a:pt x="164300" y="12337"/>
                  <a:pt x="168426" y="6477"/>
                  <a:pt x="171950" y="0"/>
                </a:cubicBezTo>
                <a:lnTo>
                  <a:pt x="174593" y="0"/>
                </a:lnTo>
                <a:close/>
                <a:moveTo>
                  <a:pt x="234829" y="25312"/>
                </a:moveTo>
                <a:cubicBezTo>
                  <a:pt x="241344" y="25312"/>
                  <a:pt x="247405" y="26996"/>
                  <a:pt x="253012" y="30364"/>
                </a:cubicBezTo>
                <a:cubicBezTo>
                  <a:pt x="258619" y="33731"/>
                  <a:pt x="262878" y="38516"/>
                  <a:pt x="265789" y="44717"/>
                </a:cubicBezTo>
                <a:cubicBezTo>
                  <a:pt x="268699" y="50918"/>
                  <a:pt x="270154" y="57707"/>
                  <a:pt x="270154" y="65083"/>
                </a:cubicBezTo>
                <a:cubicBezTo>
                  <a:pt x="270154" y="75720"/>
                  <a:pt x="267457" y="84621"/>
                  <a:pt x="262064" y="91785"/>
                </a:cubicBezTo>
                <a:cubicBezTo>
                  <a:pt x="255549" y="100444"/>
                  <a:pt x="246551" y="104774"/>
                  <a:pt x="235069" y="104774"/>
                </a:cubicBezTo>
                <a:cubicBezTo>
                  <a:pt x="223801" y="104774"/>
                  <a:pt x="215124" y="100818"/>
                  <a:pt x="209036" y="92906"/>
                </a:cubicBezTo>
                <a:cubicBezTo>
                  <a:pt x="202948" y="84995"/>
                  <a:pt x="199904" y="75827"/>
                  <a:pt x="199904" y="65404"/>
                </a:cubicBezTo>
                <a:cubicBezTo>
                  <a:pt x="199904" y="54660"/>
                  <a:pt x="203015" y="45292"/>
                  <a:pt x="209236" y="37300"/>
                </a:cubicBezTo>
                <a:cubicBezTo>
                  <a:pt x="215457" y="29308"/>
                  <a:pt x="223988" y="25312"/>
                  <a:pt x="234829" y="25312"/>
                </a:cubicBezTo>
                <a:moveTo>
                  <a:pt x="235149" y="30920"/>
                </a:moveTo>
                <a:cubicBezTo>
                  <a:pt x="232426" y="30920"/>
                  <a:pt x="230090" y="31949"/>
                  <a:pt x="228140" y="34008"/>
                </a:cubicBezTo>
                <a:cubicBezTo>
                  <a:pt x="226191" y="36066"/>
                  <a:pt x="224910" y="40129"/>
                  <a:pt x="224295" y="46197"/>
                </a:cubicBezTo>
                <a:cubicBezTo>
                  <a:pt x="223681" y="52264"/>
                  <a:pt x="223374" y="60698"/>
                  <a:pt x="223374" y="71499"/>
                </a:cubicBezTo>
                <a:cubicBezTo>
                  <a:pt x="223374" y="77220"/>
                  <a:pt x="223748" y="82566"/>
                  <a:pt x="224496" y="87539"/>
                </a:cubicBezTo>
                <a:cubicBezTo>
                  <a:pt x="225083" y="91334"/>
                  <a:pt x="226338" y="94221"/>
                  <a:pt x="228261" y="96201"/>
                </a:cubicBezTo>
                <a:cubicBezTo>
                  <a:pt x="230183" y="98178"/>
                  <a:pt x="232372" y="99167"/>
                  <a:pt x="234829" y="99167"/>
                </a:cubicBezTo>
                <a:cubicBezTo>
                  <a:pt x="237232" y="99167"/>
                  <a:pt x="239235" y="98498"/>
                  <a:pt x="240837" y="97162"/>
                </a:cubicBezTo>
                <a:cubicBezTo>
                  <a:pt x="242919" y="95344"/>
                  <a:pt x="244308" y="92805"/>
                  <a:pt x="245002" y="89542"/>
                </a:cubicBezTo>
                <a:cubicBezTo>
                  <a:pt x="246070" y="84464"/>
                  <a:pt x="246604" y="74199"/>
                  <a:pt x="246604" y="58748"/>
                </a:cubicBezTo>
                <a:cubicBezTo>
                  <a:pt x="246604" y="49659"/>
                  <a:pt x="246097" y="43418"/>
                  <a:pt x="245082" y="40024"/>
                </a:cubicBezTo>
                <a:cubicBezTo>
                  <a:pt x="244067" y="36628"/>
                  <a:pt x="242572" y="34155"/>
                  <a:pt x="240596" y="32604"/>
                </a:cubicBezTo>
                <a:cubicBezTo>
                  <a:pt x="239208" y="31481"/>
                  <a:pt x="237392" y="30920"/>
                  <a:pt x="235149" y="30920"/>
                </a:cubicBezTo>
                <a:close/>
                <a:moveTo>
                  <a:pt x="312609" y="27555"/>
                </a:moveTo>
                <a:lnTo>
                  <a:pt x="312609" y="44537"/>
                </a:lnTo>
                <a:cubicBezTo>
                  <a:pt x="317575" y="36794"/>
                  <a:pt x="321927" y="31654"/>
                  <a:pt x="325665" y="29117"/>
                </a:cubicBezTo>
                <a:cubicBezTo>
                  <a:pt x="329403" y="26581"/>
                  <a:pt x="333008" y="25312"/>
                  <a:pt x="336479" y="25312"/>
                </a:cubicBezTo>
                <a:cubicBezTo>
                  <a:pt x="339470" y="25312"/>
                  <a:pt x="341859" y="26237"/>
                  <a:pt x="343648" y="28086"/>
                </a:cubicBezTo>
                <a:cubicBezTo>
                  <a:pt x="345437" y="29935"/>
                  <a:pt x="346332" y="32547"/>
                  <a:pt x="346332" y="35923"/>
                </a:cubicBezTo>
                <a:cubicBezTo>
                  <a:pt x="346332" y="39515"/>
                  <a:pt x="345464" y="42302"/>
                  <a:pt x="343728" y="44287"/>
                </a:cubicBezTo>
                <a:cubicBezTo>
                  <a:pt x="341993" y="46269"/>
                  <a:pt x="339897" y="47260"/>
                  <a:pt x="337440" y="47260"/>
                </a:cubicBezTo>
                <a:cubicBezTo>
                  <a:pt x="334610" y="47260"/>
                  <a:pt x="332154" y="46353"/>
                  <a:pt x="330071" y="44537"/>
                </a:cubicBezTo>
                <a:cubicBezTo>
                  <a:pt x="327988" y="42721"/>
                  <a:pt x="326760" y="41707"/>
                  <a:pt x="326386" y="41493"/>
                </a:cubicBezTo>
                <a:cubicBezTo>
                  <a:pt x="325852" y="41173"/>
                  <a:pt x="325238" y="41012"/>
                  <a:pt x="324544" y="41012"/>
                </a:cubicBezTo>
                <a:cubicBezTo>
                  <a:pt x="322995" y="41012"/>
                  <a:pt x="321527" y="41600"/>
                  <a:pt x="320138" y="42775"/>
                </a:cubicBezTo>
                <a:cubicBezTo>
                  <a:pt x="317949" y="44590"/>
                  <a:pt x="316293" y="47180"/>
                  <a:pt x="315172" y="50545"/>
                </a:cubicBezTo>
                <a:cubicBezTo>
                  <a:pt x="313463" y="55725"/>
                  <a:pt x="312609" y="61439"/>
                  <a:pt x="312609" y="67687"/>
                </a:cubicBezTo>
                <a:lnTo>
                  <a:pt x="312609" y="84909"/>
                </a:lnTo>
                <a:lnTo>
                  <a:pt x="312689" y="89394"/>
                </a:lnTo>
                <a:cubicBezTo>
                  <a:pt x="312689" y="92438"/>
                  <a:pt x="312876" y="94387"/>
                  <a:pt x="313249" y="95242"/>
                </a:cubicBezTo>
                <a:cubicBezTo>
                  <a:pt x="313890" y="96684"/>
                  <a:pt x="314838" y="97738"/>
                  <a:pt x="316093" y="98406"/>
                </a:cubicBezTo>
                <a:cubicBezTo>
                  <a:pt x="317348" y="99073"/>
                  <a:pt x="319471" y="99487"/>
                  <a:pt x="322461" y="99647"/>
                </a:cubicBezTo>
                <a:lnTo>
                  <a:pt x="322461" y="102531"/>
                </a:lnTo>
                <a:lnTo>
                  <a:pt x="282009" y="102531"/>
                </a:lnTo>
                <a:lnTo>
                  <a:pt x="282009" y="99647"/>
                </a:lnTo>
                <a:cubicBezTo>
                  <a:pt x="285267" y="99380"/>
                  <a:pt x="287470" y="98486"/>
                  <a:pt x="288618" y="96964"/>
                </a:cubicBezTo>
                <a:cubicBezTo>
                  <a:pt x="289766" y="95442"/>
                  <a:pt x="290340" y="91424"/>
                  <a:pt x="290340" y="84909"/>
                </a:cubicBezTo>
                <a:lnTo>
                  <a:pt x="290340" y="43416"/>
                </a:lnTo>
                <a:cubicBezTo>
                  <a:pt x="290340" y="39117"/>
                  <a:pt x="290126" y="36377"/>
                  <a:pt x="289699" y="35195"/>
                </a:cubicBezTo>
                <a:cubicBezTo>
                  <a:pt x="289165" y="33690"/>
                  <a:pt x="288391" y="32588"/>
                  <a:pt x="287376" y="31891"/>
                </a:cubicBezTo>
                <a:cubicBezTo>
                  <a:pt x="286362" y="31192"/>
                  <a:pt x="284573" y="30708"/>
                  <a:pt x="282009" y="30439"/>
                </a:cubicBezTo>
                <a:lnTo>
                  <a:pt x="282009" y="27555"/>
                </a:lnTo>
                <a:lnTo>
                  <a:pt x="312609" y="27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base">
            <a:extLst xmlns:a="http://schemas.openxmlformats.org/drawingml/2006/main">
              <a:ext uri="{FF2B5EF4-FFF2-40B4-BE49-F238E27FC236}">
                <a16:creationId xmlns:a16="http://schemas.microsoft.com/office/drawing/2014/main" id="{0BB92A0B-C722-4A8B-8A10-851C28CE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072" y="1807601"/>
            <a:ext cx="302575" cy="110862"/>
          </a:xfrm>
          <a:custGeom xmlns:a="http://schemas.openxmlformats.org/drawingml/2006/main">
            <a:pathLst>
              <a:path w="302575" h="110862">
                <a:moveTo>
                  <a:pt x="31080" y="0"/>
                </a:moveTo>
                <a:lnTo>
                  <a:pt x="31080" y="41173"/>
                </a:lnTo>
                <a:cubicBezTo>
                  <a:pt x="37381" y="34658"/>
                  <a:pt x="44270" y="31400"/>
                  <a:pt x="51746" y="31400"/>
                </a:cubicBezTo>
                <a:cubicBezTo>
                  <a:pt x="56873" y="31400"/>
                  <a:pt x="61706" y="32910"/>
                  <a:pt x="66245" y="35931"/>
                </a:cubicBezTo>
                <a:cubicBezTo>
                  <a:pt x="70784" y="38951"/>
                  <a:pt x="74335" y="43241"/>
                  <a:pt x="76898" y="48800"/>
                </a:cubicBezTo>
                <a:cubicBezTo>
                  <a:pt x="79462" y="54359"/>
                  <a:pt x="80743" y="60774"/>
                  <a:pt x="80743" y="68045"/>
                </a:cubicBezTo>
                <a:cubicBezTo>
                  <a:pt x="80743" y="76223"/>
                  <a:pt x="79115" y="83654"/>
                  <a:pt x="75857" y="90336"/>
                </a:cubicBezTo>
                <a:cubicBezTo>
                  <a:pt x="72600" y="97017"/>
                  <a:pt x="68247" y="102109"/>
                  <a:pt x="62800" y="105610"/>
                </a:cubicBezTo>
                <a:cubicBezTo>
                  <a:pt x="57353" y="109111"/>
                  <a:pt x="51132" y="110862"/>
                  <a:pt x="44136" y="110862"/>
                </a:cubicBezTo>
                <a:cubicBezTo>
                  <a:pt x="40078" y="110862"/>
                  <a:pt x="36473" y="110221"/>
                  <a:pt x="33323" y="108939"/>
                </a:cubicBezTo>
                <a:cubicBezTo>
                  <a:pt x="30172" y="107658"/>
                  <a:pt x="27075" y="105575"/>
                  <a:pt x="24031" y="102691"/>
                </a:cubicBezTo>
                <a:lnTo>
                  <a:pt x="11615" y="110862"/>
                </a:lnTo>
                <a:lnTo>
                  <a:pt x="8891" y="110862"/>
                </a:lnTo>
                <a:lnTo>
                  <a:pt x="8891" y="15540"/>
                </a:lnTo>
                <a:cubicBezTo>
                  <a:pt x="8891" y="11186"/>
                  <a:pt x="8704" y="8499"/>
                  <a:pt x="8331" y="7480"/>
                </a:cubicBezTo>
                <a:cubicBezTo>
                  <a:pt x="7797" y="5974"/>
                  <a:pt x="6956" y="4859"/>
                  <a:pt x="5807" y="4133"/>
                </a:cubicBezTo>
                <a:cubicBezTo>
                  <a:pt x="4659" y="3407"/>
                  <a:pt x="2723" y="2990"/>
                  <a:pt x="0" y="2884"/>
                </a:cubicBezTo>
                <a:lnTo>
                  <a:pt x="0" y="0"/>
                </a:lnTo>
                <a:lnTo>
                  <a:pt x="31080" y="0"/>
                </a:lnTo>
                <a:moveTo>
                  <a:pt x="31080" y="48312"/>
                </a:moveTo>
                <a:lnTo>
                  <a:pt x="31080" y="81674"/>
                </a:lnTo>
                <a:cubicBezTo>
                  <a:pt x="31080" y="88465"/>
                  <a:pt x="31240" y="92796"/>
                  <a:pt x="31560" y="94669"/>
                </a:cubicBezTo>
                <a:cubicBezTo>
                  <a:pt x="32094" y="97823"/>
                  <a:pt x="33376" y="100376"/>
                  <a:pt x="35405" y="102328"/>
                </a:cubicBezTo>
                <a:cubicBezTo>
                  <a:pt x="37435" y="104279"/>
                  <a:pt x="40025" y="105255"/>
                  <a:pt x="43175" y="105255"/>
                </a:cubicBezTo>
                <a:cubicBezTo>
                  <a:pt x="45899" y="105255"/>
                  <a:pt x="48235" y="104479"/>
                  <a:pt x="50184" y="102929"/>
                </a:cubicBezTo>
                <a:cubicBezTo>
                  <a:pt x="52133" y="101379"/>
                  <a:pt x="53762" y="98305"/>
                  <a:pt x="55070" y="93707"/>
                </a:cubicBezTo>
                <a:cubicBezTo>
                  <a:pt x="56379" y="89108"/>
                  <a:pt x="57033" y="80820"/>
                  <a:pt x="57033" y="68843"/>
                </a:cubicBezTo>
                <a:cubicBezTo>
                  <a:pt x="57033" y="57347"/>
                  <a:pt x="55591" y="49460"/>
                  <a:pt x="52707" y="45183"/>
                </a:cubicBezTo>
                <a:cubicBezTo>
                  <a:pt x="50625" y="42082"/>
                  <a:pt x="47821" y="40532"/>
                  <a:pt x="44297" y="40532"/>
                </a:cubicBezTo>
                <a:cubicBezTo>
                  <a:pt x="39704" y="40532"/>
                  <a:pt x="35298" y="43125"/>
                  <a:pt x="31080" y="48312"/>
                </a:cubicBezTo>
                <a:close/>
                <a:moveTo>
                  <a:pt x="134628" y="97565"/>
                </a:moveTo>
                <a:cubicBezTo>
                  <a:pt x="125496" y="105682"/>
                  <a:pt x="117299" y="109740"/>
                  <a:pt x="110036" y="109740"/>
                </a:cubicBezTo>
                <a:cubicBezTo>
                  <a:pt x="105764" y="109740"/>
                  <a:pt x="102213" y="108334"/>
                  <a:pt x="99382" y="105522"/>
                </a:cubicBezTo>
                <a:cubicBezTo>
                  <a:pt x="96552" y="102709"/>
                  <a:pt x="95137" y="99186"/>
                  <a:pt x="95137" y="94954"/>
                </a:cubicBezTo>
                <a:cubicBezTo>
                  <a:pt x="95137" y="89220"/>
                  <a:pt x="97593" y="84063"/>
                  <a:pt x="102506" y="79482"/>
                </a:cubicBezTo>
                <a:cubicBezTo>
                  <a:pt x="107419" y="74901"/>
                  <a:pt x="118126" y="68806"/>
                  <a:pt x="134628" y="61198"/>
                </a:cubicBezTo>
                <a:lnTo>
                  <a:pt x="134628" y="53669"/>
                </a:lnTo>
                <a:cubicBezTo>
                  <a:pt x="134628" y="48008"/>
                  <a:pt x="134320" y="44444"/>
                  <a:pt x="133706" y="42975"/>
                </a:cubicBezTo>
                <a:cubicBezTo>
                  <a:pt x="133092" y="41506"/>
                  <a:pt x="131931" y="40225"/>
                  <a:pt x="130222" y="39130"/>
                </a:cubicBezTo>
                <a:cubicBezTo>
                  <a:pt x="128513" y="38035"/>
                  <a:pt x="126591" y="37488"/>
                  <a:pt x="124454" y="37488"/>
                </a:cubicBezTo>
                <a:cubicBezTo>
                  <a:pt x="120983" y="37488"/>
                  <a:pt x="118126" y="38262"/>
                  <a:pt x="115884" y="39811"/>
                </a:cubicBezTo>
                <a:cubicBezTo>
                  <a:pt x="114495" y="40772"/>
                  <a:pt x="113801" y="41894"/>
                  <a:pt x="113801" y="43175"/>
                </a:cubicBezTo>
                <a:cubicBezTo>
                  <a:pt x="113801" y="44297"/>
                  <a:pt x="114548" y="45685"/>
                  <a:pt x="116044" y="47341"/>
                </a:cubicBezTo>
                <a:cubicBezTo>
                  <a:pt x="118073" y="49637"/>
                  <a:pt x="119088" y="51853"/>
                  <a:pt x="119088" y="53989"/>
                </a:cubicBezTo>
                <a:cubicBezTo>
                  <a:pt x="119088" y="56606"/>
                  <a:pt x="118113" y="58835"/>
                  <a:pt x="116164" y="60678"/>
                </a:cubicBezTo>
                <a:cubicBezTo>
                  <a:pt x="114215" y="62520"/>
                  <a:pt x="111665" y="63441"/>
                  <a:pt x="108514" y="63441"/>
                </a:cubicBezTo>
                <a:cubicBezTo>
                  <a:pt x="105150" y="63441"/>
                  <a:pt x="102333" y="62427"/>
                  <a:pt x="100063" y="60397"/>
                </a:cubicBezTo>
                <a:cubicBezTo>
                  <a:pt x="97794" y="58368"/>
                  <a:pt x="96659" y="55992"/>
                  <a:pt x="96659" y="53268"/>
                </a:cubicBezTo>
                <a:cubicBezTo>
                  <a:pt x="96659" y="49423"/>
                  <a:pt x="98181" y="45752"/>
                  <a:pt x="101225" y="42254"/>
                </a:cubicBezTo>
                <a:cubicBezTo>
                  <a:pt x="104269" y="38756"/>
                  <a:pt x="108514" y="36073"/>
                  <a:pt x="113961" y="34204"/>
                </a:cubicBezTo>
                <a:cubicBezTo>
                  <a:pt x="119408" y="32335"/>
                  <a:pt x="125069" y="31400"/>
                  <a:pt x="130943" y="31400"/>
                </a:cubicBezTo>
                <a:cubicBezTo>
                  <a:pt x="138045" y="31400"/>
                  <a:pt x="143666" y="32913"/>
                  <a:pt x="147804" y="35938"/>
                </a:cubicBezTo>
                <a:cubicBezTo>
                  <a:pt x="151943" y="38962"/>
                  <a:pt x="154626" y="42241"/>
                  <a:pt x="155855" y="45774"/>
                </a:cubicBezTo>
                <a:cubicBezTo>
                  <a:pt x="156602" y="48021"/>
                  <a:pt x="156976" y="53186"/>
                  <a:pt x="156976" y="61268"/>
                </a:cubicBezTo>
                <a:lnTo>
                  <a:pt x="156976" y="90413"/>
                </a:lnTo>
                <a:cubicBezTo>
                  <a:pt x="156976" y="93839"/>
                  <a:pt x="157110" y="95994"/>
                  <a:pt x="157377" y="96879"/>
                </a:cubicBezTo>
                <a:cubicBezTo>
                  <a:pt x="157644" y="97762"/>
                  <a:pt x="158044" y="98418"/>
                  <a:pt x="158578" y="98846"/>
                </a:cubicBezTo>
                <a:cubicBezTo>
                  <a:pt x="159112" y="99274"/>
                  <a:pt x="159726" y="99487"/>
                  <a:pt x="160420" y="99487"/>
                </a:cubicBezTo>
                <a:cubicBezTo>
                  <a:pt x="161809" y="99487"/>
                  <a:pt x="163224" y="98499"/>
                  <a:pt x="164666" y="96523"/>
                </a:cubicBezTo>
                <a:lnTo>
                  <a:pt x="167069" y="98446"/>
                </a:lnTo>
                <a:cubicBezTo>
                  <a:pt x="164399" y="102398"/>
                  <a:pt x="161635" y="105268"/>
                  <a:pt x="158778" y="107057"/>
                </a:cubicBezTo>
                <a:cubicBezTo>
                  <a:pt x="155921" y="108846"/>
                  <a:pt x="152677" y="109740"/>
                  <a:pt x="149046" y="109740"/>
                </a:cubicBezTo>
                <a:cubicBezTo>
                  <a:pt x="144774" y="109740"/>
                  <a:pt x="141436" y="108732"/>
                  <a:pt x="139033" y="106717"/>
                </a:cubicBezTo>
                <a:cubicBezTo>
                  <a:pt x="136630" y="104701"/>
                  <a:pt x="135162" y="101650"/>
                  <a:pt x="134628" y="97565"/>
                </a:cubicBezTo>
                <a:moveTo>
                  <a:pt x="134628" y="91637"/>
                </a:moveTo>
                <a:lnTo>
                  <a:pt x="134628" y="66580"/>
                </a:lnTo>
                <a:cubicBezTo>
                  <a:pt x="128166" y="70390"/>
                  <a:pt x="123360" y="74469"/>
                  <a:pt x="120209" y="78816"/>
                </a:cubicBezTo>
                <a:cubicBezTo>
                  <a:pt x="118126" y="81713"/>
                  <a:pt x="117085" y="84637"/>
                  <a:pt x="117085" y="87590"/>
                </a:cubicBezTo>
                <a:cubicBezTo>
                  <a:pt x="117085" y="90058"/>
                  <a:pt x="117966" y="92231"/>
                  <a:pt x="119728" y="94110"/>
                </a:cubicBezTo>
                <a:cubicBezTo>
                  <a:pt x="121063" y="95559"/>
                  <a:pt x="122933" y="96283"/>
                  <a:pt x="125336" y="96283"/>
                </a:cubicBezTo>
                <a:cubicBezTo>
                  <a:pt x="128006" y="96283"/>
                  <a:pt x="131103" y="94735"/>
                  <a:pt x="134628" y="91637"/>
                </a:cubicBezTo>
                <a:close/>
                <a:moveTo>
                  <a:pt x="222660" y="31721"/>
                </a:moveTo>
                <a:lnTo>
                  <a:pt x="223862" y="57353"/>
                </a:lnTo>
                <a:lnTo>
                  <a:pt x="221138" y="57353"/>
                </a:lnTo>
                <a:cubicBezTo>
                  <a:pt x="217881" y="49709"/>
                  <a:pt x="214503" y="44487"/>
                  <a:pt x="211005" y="41688"/>
                </a:cubicBezTo>
                <a:cubicBezTo>
                  <a:pt x="207507" y="38888"/>
                  <a:pt x="204023" y="37488"/>
                  <a:pt x="200552" y="37488"/>
                </a:cubicBezTo>
                <a:cubicBezTo>
                  <a:pt x="198362" y="37488"/>
                  <a:pt x="196493" y="38222"/>
                  <a:pt x="194945" y="39691"/>
                </a:cubicBezTo>
                <a:cubicBezTo>
                  <a:pt x="193396" y="41159"/>
                  <a:pt x="192622" y="42855"/>
                  <a:pt x="192622" y="44777"/>
                </a:cubicBezTo>
                <a:cubicBezTo>
                  <a:pt x="192622" y="46219"/>
                  <a:pt x="193156" y="47608"/>
                  <a:pt x="194224" y="48943"/>
                </a:cubicBezTo>
                <a:cubicBezTo>
                  <a:pt x="195932" y="51132"/>
                  <a:pt x="200712" y="54884"/>
                  <a:pt x="208562" y="60197"/>
                </a:cubicBezTo>
                <a:cubicBezTo>
                  <a:pt x="216412" y="65510"/>
                  <a:pt x="221579" y="70023"/>
                  <a:pt x="224062" y="73734"/>
                </a:cubicBezTo>
                <a:cubicBezTo>
                  <a:pt x="226545" y="77446"/>
                  <a:pt x="227787" y="81598"/>
                  <a:pt x="227787" y="86190"/>
                </a:cubicBezTo>
                <a:cubicBezTo>
                  <a:pt x="227787" y="90356"/>
                  <a:pt x="226745" y="94441"/>
                  <a:pt x="224663" y="98446"/>
                </a:cubicBezTo>
                <a:cubicBezTo>
                  <a:pt x="222580" y="102451"/>
                  <a:pt x="219643" y="105522"/>
                  <a:pt x="215851" y="107658"/>
                </a:cubicBezTo>
                <a:cubicBezTo>
                  <a:pt x="212060" y="109794"/>
                  <a:pt x="207868" y="110862"/>
                  <a:pt x="203275" y="110862"/>
                </a:cubicBezTo>
                <a:cubicBezTo>
                  <a:pt x="199697" y="110862"/>
                  <a:pt x="194918" y="109720"/>
                  <a:pt x="188937" y="107435"/>
                </a:cubicBezTo>
                <a:cubicBezTo>
                  <a:pt x="187335" y="106836"/>
                  <a:pt x="186240" y="106536"/>
                  <a:pt x="185653" y="106536"/>
                </a:cubicBezTo>
                <a:cubicBezTo>
                  <a:pt x="183890" y="106536"/>
                  <a:pt x="182422" y="107871"/>
                  <a:pt x="181247" y="110541"/>
                </a:cubicBezTo>
                <a:lnTo>
                  <a:pt x="178604" y="110541"/>
                </a:lnTo>
                <a:lnTo>
                  <a:pt x="177322" y="83627"/>
                </a:lnTo>
                <a:lnTo>
                  <a:pt x="180046" y="83627"/>
                </a:lnTo>
                <a:cubicBezTo>
                  <a:pt x="182449" y="90676"/>
                  <a:pt x="185746" y="95963"/>
                  <a:pt x="189938" y="99487"/>
                </a:cubicBezTo>
                <a:cubicBezTo>
                  <a:pt x="194130" y="103012"/>
                  <a:pt x="198095" y="104774"/>
                  <a:pt x="201833" y="104774"/>
                </a:cubicBezTo>
                <a:cubicBezTo>
                  <a:pt x="204397" y="104774"/>
                  <a:pt x="206493" y="103986"/>
                  <a:pt x="208121" y="102411"/>
                </a:cubicBezTo>
                <a:cubicBezTo>
                  <a:pt x="209750" y="100836"/>
                  <a:pt x="210565" y="98927"/>
                  <a:pt x="210565" y="96684"/>
                </a:cubicBezTo>
                <a:cubicBezTo>
                  <a:pt x="210565" y="94120"/>
                  <a:pt x="209764" y="91904"/>
                  <a:pt x="208161" y="90035"/>
                </a:cubicBezTo>
                <a:cubicBezTo>
                  <a:pt x="206559" y="88166"/>
                  <a:pt x="202982" y="85336"/>
                  <a:pt x="197428" y="81544"/>
                </a:cubicBezTo>
                <a:cubicBezTo>
                  <a:pt x="189257" y="75884"/>
                  <a:pt x="183971" y="71558"/>
                  <a:pt x="181567" y="68568"/>
                </a:cubicBezTo>
                <a:cubicBezTo>
                  <a:pt x="178043" y="64189"/>
                  <a:pt x="176281" y="59356"/>
                  <a:pt x="176281" y="54069"/>
                </a:cubicBezTo>
                <a:cubicBezTo>
                  <a:pt x="176281" y="48302"/>
                  <a:pt x="178270" y="43082"/>
                  <a:pt x="182248" y="38409"/>
                </a:cubicBezTo>
                <a:cubicBezTo>
                  <a:pt x="186227" y="33736"/>
                  <a:pt x="191981" y="31400"/>
                  <a:pt x="199510" y="31400"/>
                </a:cubicBezTo>
                <a:cubicBezTo>
                  <a:pt x="203569" y="31400"/>
                  <a:pt x="207494" y="32426"/>
                  <a:pt x="211285" y="34479"/>
                </a:cubicBezTo>
                <a:cubicBezTo>
                  <a:pt x="212727" y="35310"/>
                  <a:pt x="213902" y="35726"/>
                  <a:pt x="214810" y="35726"/>
                </a:cubicBezTo>
                <a:cubicBezTo>
                  <a:pt x="215771" y="35726"/>
                  <a:pt x="216546" y="35525"/>
                  <a:pt x="217133" y="35125"/>
                </a:cubicBezTo>
                <a:cubicBezTo>
                  <a:pt x="217720" y="34724"/>
                  <a:pt x="218655" y="33590"/>
                  <a:pt x="219937" y="31721"/>
                </a:cubicBezTo>
                <a:lnTo>
                  <a:pt x="222660" y="31721"/>
                </a:lnTo>
                <a:close/>
                <a:moveTo>
                  <a:pt x="302575" y="68408"/>
                </a:moveTo>
                <a:lnTo>
                  <a:pt x="261483" y="68408"/>
                </a:lnTo>
                <a:cubicBezTo>
                  <a:pt x="261963" y="78367"/>
                  <a:pt x="264607" y="86238"/>
                  <a:pt x="269413" y="92020"/>
                </a:cubicBezTo>
                <a:cubicBezTo>
                  <a:pt x="273098" y="96464"/>
                  <a:pt x="277530" y="98686"/>
                  <a:pt x="282710" y="98686"/>
                </a:cubicBezTo>
                <a:cubicBezTo>
                  <a:pt x="285914" y="98686"/>
                  <a:pt x="288825" y="97792"/>
                  <a:pt x="291441" y="96003"/>
                </a:cubicBezTo>
                <a:cubicBezTo>
                  <a:pt x="294058" y="94214"/>
                  <a:pt x="296861" y="90996"/>
                  <a:pt x="299852" y="86350"/>
                </a:cubicBezTo>
                <a:lnTo>
                  <a:pt x="302575" y="88113"/>
                </a:lnTo>
                <a:cubicBezTo>
                  <a:pt x="298517" y="96390"/>
                  <a:pt x="294031" y="102251"/>
                  <a:pt x="289118" y="105695"/>
                </a:cubicBezTo>
                <a:cubicBezTo>
                  <a:pt x="284205" y="109140"/>
                  <a:pt x="278518" y="110862"/>
                  <a:pt x="272056" y="110862"/>
                </a:cubicBezTo>
                <a:cubicBezTo>
                  <a:pt x="260949" y="110862"/>
                  <a:pt x="252538" y="106586"/>
                  <a:pt x="246824" y="98033"/>
                </a:cubicBezTo>
                <a:cubicBezTo>
                  <a:pt x="242232" y="91137"/>
                  <a:pt x="239935" y="82585"/>
                  <a:pt x="239935" y="72375"/>
                </a:cubicBezTo>
                <a:cubicBezTo>
                  <a:pt x="239935" y="59866"/>
                  <a:pt x="243313" y="49910"/>
                  <a:pt x="250068" y="42507"/>
                </a:cubicBezTo>
                <a:cubicBezTo>
                  <a:pt x="256824" y="35102"/>
                  <a:pt x="264740" y="31400"/>
                  <a:pt x="273819" y="31400"/>
                </a:cubicBezTo>
                <a:cubicBezTo>
                  <a:pt x="281402" y="31400"/>
                  <a:pt x="287983" y="34511"/>
                  <a:pt x="293564" y="40732"/>
                </a:cubicBezTo>
                <a:cubicBezTo>
                  <a:pt x="299144" y="46953"/>
                  <a:pt x="302148" y="56179"/>
                  <a:pt x="302575" y="68408"/>
                </a:cubicBezTo>
                <a:moveTo>
                  <a:pt x="282870" y="63121"/>
                </a:moveTo>
                <a:cubicBezTo>
                  <a:pt x="282870" y="54523"/>
                  <a:pt x="282403" y="48622"/>
                  <a:pt x="281468" y="45418"/>
                </a:cubicBezTo>
                <a:cubicBezTo>
                  <a:pt x="280534" y="42214"/>
                  <a:pt x="279079" y="39784"/>
                  <a:pt x="277103" y="38129"/>
                </a:cubicBezTo>
                <a:cubicBezTo>
                  <a:pt x="275981" y="37168"/>
                  <a:pt x="274486" y="36687"/>
                  <a:pt x="272617" y="36687"/>
                </a:cubicBezTo>
                <a:cubicBezTo>
                  <a:pt x="269840" y="36687"/>
                  <a:pt x="267571" y="38049"/>
                  <a:pt x="265808" y="40772"/>
                </a:cubicBezTo>
                <a:cubicBezTo>
                  <a:pt x="262658" y="45525"/>
                  <a:pt x="261082" y="52040"/>
                  <a:pt x="261082" y="60317"/>
                </a:cubicBezTo>
                <a:lnTo>
                  <a:pt x="261082" y="63121"/>
                </a:lnTo>
                <a:lnTo>
                  <a:pt x="282870" y="63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F6E42-B04F-487E-B663-DCC0E5EA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896" y="998567"/>
            <a:ext cx="461390" cy="338353"/>
          </a:xfrm>
          <a:custGeom xmlns:a="http://schemas.openxmlformats.org/drawingml/2006/main">
            <a:pathLst>
              <a:path w="461390" h="338353">
                <a:moveTo>
                  <a:pt x="0" y="225569"/>
                </a:moveTo>
                <a:lnTo>
                  <a:pt x="0" y="112784"/>
                </a:lnTo>
                <a:lnTo>
                  <a:pt x="256328" y="112784"/>
                </a:lnTo>
                <a:lnTo>
                  <a:pt x="256328" y="0"/>
                </a:lnTo>
                <a:lnTo>
                  <a:pt x="461390" y="169176"/>
                </a:lnTo>
                <a:lnTo>
                  <a:pt x="256328" y="338353"/>
                </a:lnTo>
                <a:lnTo>
                  <a:pt x="256328" y="225569"/>
                </a:lnTo>
                <a:lnTo>
                  <a:pt x="0" y="225569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515B2-A31F-470B-BD21-4FBC4675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896" y="998567"/>
            <a:ext cx="461390" cy="338353"/>
          </a:xfrm>
          <a:custGeom xmlns:a="http://schemas.openxmlformats.org/drawingml/2006/main">
            <a:pathLst>
              <a:path w="461390" h="338353" fill="none">
                <a:moveTo>
                  <a:pt x="0" y="225569"/>
                </a:moveTo>
                <a:lnTo>
                  <a:pt x="0" y="112784"/>
                </a:lnTo>
                <a:lnTo>
                  <a:pt x="256328" y="112784"/>
                </a:lnTo>
                <a:lnTo>
                  <a:pt x="256328" y="0"/>
                </a:lnTo>
                <a:lnTo>
                  <a:pt x="461390" y="169176"/>
                </a:lnTo>
                <a:lnTo>
                  <a:pt x="256328" y="338353"/>
                </a:lnTo>
                <a:lnTo>
                  <a:pt x="256328" y="225569"/>
                </a:lnTo>
                <a:lnTo>
                  <a:pt x="0" y="22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C5B4AB-5860-4E1B-AC88-CC2CB9B4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737" y="988314"/>
            <a:ext cx="1312399" cy="338353"/>
          </a:xfrm>
          <a:custGeom xmlns:a="http://schemas.openxmlformats.org/drawingml/2006/main">
            <a:pathLst>
              <a:path w="1312399" h="338353">
                <a:moveTo>
                  <a:pt x="0" y="225569"/>
                </a:moveTo>
                <a:lnTo>
                  <a:pt x="0" y="112784"/>
                </a:lnTo>
                <a:lnTo>
                  <a:pt x="1107336" y="112784"/>
                </a:lnTo>
                <a:lnTo>
                  <a:pt x="1107336" y="0"/>
                </a:lnTo>
                <a:lnTo>
                  <a:pt x="1312399" y="169176"/>
                </a:lnTo>
                <a:lnTo>
                  <a:pt x="1107336" y="338353"/>
                </a:lnTo>
                <a:lnTo>
                  <a:pt x="1107336" y="225569"/>
                </a:lnTo>
                <a:lnTo>
                  <a:pt x="0" y="225569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C253F-16A4-4311-BC33-AA6F5113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737" y="988314"/>
            <a:ext cx="1312399" cy="338353"/>
          </a:xfrm>
          <a:custGeom xmlns:a="http://schemas.openxmlformats.org/drawingml/2006/main">
            <a:pathLst>
              <a:path w="1312399" h="338353" fill="none">
                <a:moveTo>
                  <a:pt x="0" y="225569"/>
                </a:moveTo>
                <a:lnTo>
                  <a:pt x="0" y="112784"/>
                </a:lnTo>
                <a:lnTo>
                  <a:pt x="1107336" y="112784"/>
                </a:lnTo>
                <a:lnTo>
                  <a:pt x="1107336" y="0"/>
                </a:lnTo>
                <a:lnTo>
                  <a:pt x="1312399" y="169176"/>
                </a:lnTo>
                <a:lnTo>
                  <a:pt x="1107336" y="338353"/>
                </a:lnTo>
                <a:lnTo>
                  <a:pt x="1107336" y="225569"/>
                </a:lnTo>
                <a:lnTo>
                  <a:pt x="0" y="22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75E2A-FBC5-4E58-96BC-EBC93E8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661" y="988314"/>
            <a:ext cx="543415" cy="338353"/>
          </a:xfrm>
          <a:custGeom xmlns:a="http://schemas.openxmlformats.org/drawingml/2006/main">
            <a:pathLst>
              <a:path w="543415" h="338353">
                <a:moveTo>
                  <a:pt x="0" y="225569"/>
                </a:moveTo>
                <a:lnTo>
                  <a:pt x="0" y="112784"/>
                </a:lnTo>
                <a:lnTo>
                  <a:pt x="338353" y="112784"/>
                </a:lnTo>
                <a:lnTo>
                  <a:pt x="338353" y="0"/>
                </a:lnTo>
                <a:lnTo>
                  <a:pt x="543415" y="169176"/>
                </a:lnTo>
                <a:lnTo>
                  <a:pt x="338353" y="338353"/>
                </a:lnTo>
                <a:lnTo>
                  <a:pt x="338353" y="225569"/>
                </a:lnTo>
                <a:lnTo>
                  <a:pt x="0" y="225569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119837-872C-41C3-9277-3134FAD8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5661" y="988314"/>
            <a:ext cx="543415" cy="338353"/>
          </a:xfrm>
          <a:custGeom xmlns:a="http://schemas.openxmlformats.org/drawingml/2006/main">
            <a:pathLst>
              <a:path w="543415" h="338353" fill="none">
                <a:moveTo>
                  <a:pt x="0" y="225569"/>
                </a:moveTo>
                <a:lnTo>
                  <a:pt x="0" y="112784"/>
                </a:lnTo>
                <a:lnTo>
                  <a:pt x="338353" y="112784"/>
                </a:lnTo>
                <a:lnTo>
                  <a:pt x="338353" y="0"/>
                </a:lnTo>
                <a:lnTo>
                  <a:pt x="543415" y="169176"/>
                </a:lnTo>
                <a:lnTo>
                  <a:pt x="338353" y="338353"/>
                </a:lnTo>
                <a:lnTo>
                  <a:pt x="338353" y="225569"/>
                </a:lnTo>
                <a:lnTo>
                  <a:pt x="0" y="22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18FDA-1EBA-4870-B8AA-53A62746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6854" y="3061288"/>
            <a:ext cx="1230374" cy="998448"/>
          </a:xfrm>
          <a:custGeom xmlns:a="http://schemas.openxmlformats.org/drawingml/2006/main">
            <a:pathLst>
              <a:path w="1230374" h="998448">
                <a:moveTo>
                  <a:pt x="307593" y="210189"/>
                </a:moveTo>
                <a:cubicBezTo>
                  <a:pt x="61519" y="210189"/>
                  <a:pt x="0" y="472976"/>
                  <a:pt x="196860" y="525472"/>
                </a:cubicBezTo>
                <a:cubicBezTo>
                  <a:pt x="0" y="641127"/>
                  <a:pt x="221467" y="893354"/>
                  <a:pt x="381416" y="788259"/>
                </a:cubicBezTo>
                <a:cubicBezTo>
                  <a:pt x="492150" y="998448"/>
                  <a:pt x="861262" y="998448"/>
                  <a:pt x="984299" y="788259"/>
                </a:cubicBezTo>
                <a:cubicBezTo>
                  <a:pt x="1230374" y="788259"/>
                  <a:pt x="1230374" y="578071"/>
                  <a:pt x="1076577" y="472976"/>
                </a:cubicBezTo>
                <a:cubicBezTo>
                  <a:pt x="1230374" y="262787"/>
                  <a:pt x="984299" y="52598"/>
                  <a:pt x="768984" y="157693"/>
                </a:cubicBezTo>
                <a:cubicBezTo>
                  <a:pt x="615187" y="0"/>
                  <a:pt x="369112" y="0"/>
                  <a:pt x="307593" y="210189"/>
                </a:cubicBez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24A70-D1AE-417F-83E0-C3DECEEA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6854" y="3061288"/>
            <a:ext cx="1230374" cy="998448"/>
          </a:xfrm>
          <a:custGeom xmlns:a="http://schemas.openxmlformats.org/drawingml/2006/main">
            <a:pathLst>
              <a:path w="1230374" h="998448" fill="none">
                <a:moveTo>
                  <a:pt x="307593" y="210189"/>
                </a:moveTo>
                <a:cubicBezTo>
                  <a:pt x="61519" y="210189"/>
                  <a:pt x="0" y="472976"/>
                  <a:pt x="196860" y="525472"/>
                </a:cubicBezTo>
                <a:cubicBezTo>
                  <a:pt x="0" y="641127"/>
                  <a:pt x="221467" y="893354"/>
                  <a:pt x="381416" y="788259"/>
                </a:cubicBezTo>
                <a:cubicBezTo>
                  <a:pt x="492150" y="998448"/>
                  <a:pt x="861262" y="998448"/>
                  <a:pt x="984299" y="788259"/>
                </a:cubicBezTo>
                <a:cubicBezTo>
                  <a:pt x="1230374" y="788259"/>
                  <a:pt x="1230374" y="578071"/>
                  <a:pt x="1076577" y="472976"/>
                </a:cubicBezTo>
                <a:cubicBezTo>
                  <a:pt x="1230374" y="262787"/>
                  <a:pt x="984299" y="52598"/>
                  <a:pt x="768984" y="157693"/>
                </a:cubicBezTo>
                <a:cubicBezTo>
                  <a:pt x="615187" y="0"/>
                  <a:pt x="369112" y="0"/>
                  <a:pt x="307593" y="21018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3" name="Text LLM">
            <a:extLst xmlns:a="http://schemas.openxmlformats.org/drawingml/2006/main">
              <a:ext uri="{FF2B5EF4-FFF2-40B4-BE49-F238E27FC236}">
                <a16:creationId xmlns:a16="http://schemas.microsoft.com/office/drawing/2014/main" id="{1E522403-6301-4C16-952D-D677DCA0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126" y="3489112"/>
            <a:ext cx="367673" cy="108619"/>
          </a:xfrm>
          <a:custGeom xmlns:a="http://schemas.openxmlformats.org/drawingml/2006/main">
            <a:pathLst>
              <a:path w="367673" h="108619">
                <a:moveTo>
                  <a:pt x="100529" y="70490"/>
                </a:moveTo>
                <a:lnTo>
                  <a:pt x="96443" y="108619"/>
                </a:lnTo>
                <a:lnTo>
                  <a:pt x="0" y="108619"/>
                </a:lnTo>
                <a:lnTo>
                  <a:pt x="0" y="105735"/>
                </a:lnTo>
                <a:lnTo>
                  <a:pt x="3605" y="105735"/>
                </a:lnTo>
                <a:cubicBezTo>
                  <a:pt x="6755" y="105735"/>
                  <a:pt x="9292" y="105172"/>
                  <a:pt x="11214" y="104046"/>
                </a:cubicBezTo>
                <a:cubicBezTo>
                  <a:pt x="12603" y="103293"/>
                  <a:pt x="13671" y="102005"/>
                  <a:pt x="14418" y="100181"/>
                </a:cubicBezTo>
                <a:cubicBezTo>
                  <a:pt x="15006" y="98892"/>
                  <a:pt x="15300" y="95511"/>
                  <a:pt x="15300" y="90035"/>
                </a:cubicBezTo>
                <a:lnTo>
                  <a:pt x="15300" y="18584"/>
                </a:lnTo>
                <a:cubicBezTo>
                  <a:pt x="15300" y="13002"/>
                  <a:pt x="15006" y="9513"/>
                  <a:pt x="14418" y="8118"/>
                </a:cubicBezTo>
                <a:cubicBezTo>
                  <a:pt x="13831" y="6721"/>
                  <a:pt x="12643" y="5500"/>
                  <a:pt x="10854" y="4453"/>
                </a:cubicBezTo>
                <a:cubicBezTo>
                  <a:pt x="9065" y="3407"/>
                  <a:pt x="6649" y="2884"/>
                  <a:pt x="3605" y="2884"/>
                </a:cubicBezTo>
                <a:lnTo>
                  <a:pt x="0" y="2884"/>
                </a:lnTo>
                <a:lnTo>
                  <a:pt x="0" y="0"/>
                </a:lnTo>
                <a:lnTo>
                  <a:pt x="57914" y="0"/>
                </a:lnTo>
                <a:lnTo>
                  <a:pt x="57914" y="2884"/>
                </a:lnTo>
                <a:lnTo>
                  <a:pt x="53188" y="2884"/>
                </a:lnTo>
                <a:cubicBezTo>
                  <a:pt x="50037" y="2884"/>
                  <a:pt x="47501" y="3447"/>
                  <a:pt x="45578" y="4573"/>
                </a:cubicBezTo>
                <a:cubicBezTo>
                  <a:pt x="44190" y="5326"/>
                  <a:pt x="43095" y="6614"/>
                  <a:pt x="42294" y="8438"/>
                </a:cubicBezTo>
                <a:cubicBezTo>
                  <a:pt x="41707" y="9727"/>
                  <a:pt x="41413" y="13108"/>
                  <a:pt x="41413" y="18584"/>
                </a:cubicBezTo>
                <a:lnTo>
                  <a:pt x="41413" y="87792"/>
                </a:lnTo>
                <a:cubicBezTo>
                  <a:pt x="41413" y="93346"/>
                  <a:pt x="41733" y="96884"/>
                  <a:pt x="42374" y="98406"/>
                </a:cubicBezTo>
                <a:cubicBezTo>
                  <a:pt x="43015" y="99928"/>
                  <a:pt x="44270" y="101063"/>
                  <a:pt x="46139" y="101810"/>
                </a:cubicBezTo>
                <a:cubicBezTo>
                  <a:pt x="47474" y="102291"/>
                  <a:pt x="50705" y="102531"/>
                  <a:pt x="55831" y="102531"/>
                </a:cubicBezTo>
                <a:lnTo>
                  <a:pt x="64883" y="102531"/>
                </a:lnTo>
                <a:cubicBezTo>
                  <a:pt x="70650" y="102531"/>
                  <a:pt x="75457" y="101517"/>
                  <a:pt x="79301" y="99487"/>
                </a:cubicBezTo>
                <a:cubicBezTo>
                  <a:pt x="83146" y="97458"/>
                  <a:pt x="86471" y="94254"/>
                  <a:pt x="89274" y="89875"/>
                </a:cubicBezTo>
                <a:cubicBezTo>
                  <a:pt x="92078" y="85496"/>
                  <a:pt x="94735" y="79034"/>
                  <a:pt x="97244" y="70490"/>
                </a:cubicBezTo>
                <a:lnTo>
                  <a:pt x="100529" y="70490"/>
                </a:lnTo>
                <a:close/>
                <a:moveTo>
                  <a:pt x="209951" y="70490"/>
                </a:moveTo>
                <a:lnTo>
                  <a:pt x="205865" y="108619"/>
                </a:lnTo>
                <a:lnTo>
                  <a:pt x="109422" y="108619"/>
                </a:lnTo>
                <a:lnTo>
                  <a:pt x="109422" y="105735"/>
                </a:lnTo>
                <a:lnTo>
                  <a:pt x="113027" y="105735"/>
                </a:lnTo>
                <a:cubicBezTo>
                  <a:pt x="116177" y="105735"/>
                  <a:pt x="118714" y="105172"/>
                  <a:pt x="120636" y="104046"/>
                </a:cubicBezTo>
                <a:cubicBezTo>
                  <a:pt x="122025" y="103293"/>
                  <a:pt x="123093" y="102005"/>
                  <a:pt x="123840" y="100181"/>
                </a:cubicBezTo>
                <a:cubicBezTo>
                  <a:pt x="124428" y="98892"/>
                  <a:pt x="124722" y="95511"/>
                  <a:pt x="124722" y="90035"/>
                </a:cubicBezTo>
                <a:lnTo>
                  <a:pt x="124722" y="18584"/>
                </a:lnTo>
                <a:cubicBezTo>
                  <a:pt x="124722" y="13002"/>
                  <a:pt x="124428" y="9513"/>
                  <a:pt x="123840" y="8118"/>
                </a:cubicBezTo>
                <a:cubicBezTo>
                  <a:pt x="123253" y="6721"/>
                  <a:pt x="122065" y="5500"/>
                  <a:pt x="120276" y="4453"/>
                </a:cubicBezTo>
                <a:cubicBezTo>
                  <a:pt x="118487" y="3407"/>
                  <a:pt x="116070" y="2884"/>
                  <a:pt x="113027" y="2884"/>
                </a:cubicBezTo>
                <a:lnTo>
                  <a:pt x="109422" y="2884"/>
                </a:lnTo>
                <a:lnTo>
                  <a:pt x="109422" y="0"/>
                </a:lnTo>
                <a:lnTo>
                  <a:pt x="167336" y="0"/>
                </a:lnTo>
                <a:lnTo>
                  <a:pt x="167336" y="2884"/>
                </a:lnTo>
                <a:lnTo>
                  <a:pt x="162610" y="2884"/>
                </a:lnTo>
                <a:cubicBezTo>
                  <a:pt x="159459" y="2884"/>
                  <a:pt x="156923" y="3447"/>
                  <a:pt x="155000" y="4573"/>
                </a:cubicBezTo>
                <a:cubicBezTo>
                  <a:pt x="153612" y="5326"/>
                  <a:pt x="152517" y="6614"/>
                  <a:pt x="151716" y="8438"/>
                </a:cubicBezTo>
                <a:cubicBezTo>
                  <a:pt x="151129" y="9727"/>
                  <a:pt x="150835" y="13108"/>
                  <a:pt x="150835" y="18584"/>
                </a:cubicBezTo>
                <a:lnTo>
                  <a:pt x="150835" y="87792"/>
                </a:lnTo>
                <a:cubicBezTo>
                  <a:pt x="150835" y="93346"/>
                  <a:pt x="151155" y="96884"/>
                  <a:pt x="151796" y="98406"/>
                </a:cubicBezTo>
                <a:cubicBezTo>
                  <a:pt x="152437" y="99928"/>
                  <a:pt x="153692" y="101063"/>
                  <a:pt x="155561" y="101810"/>
                </a:cubicBezTo>
                <a:cubicBezTo>
                  <a:pt x="156896" y="102291"/>
                  <a:pt x="160127" y="102531"/>
                  <a:pt x="165253" y="102531"/>
                </a:cubicBezTo>
                <a:lnTo>
                  <a:pt x="174305" y="102531"/>
                </a:lnTo>
                <a:cubicBezTo>
                  <a:pt x="180072" y="102531"/>
                  <a:pt x="184878" y="101517"/>
                  <a:pt x="188723" y="99487"/>
                </a:cubicBezTo>
                <a:cubicBezTo>
                  <a:pt x="192568" y="97458"/>
                  <a:pt x="195893" y="94254"/>
                  <a:pt x="198696" y="89875"/>
                </a:cubicBezTo>
                <a:cubicBezTo>
                  <a:pt x="201500" y="85496"/>
                  <a:pt x="204156" y="79034"/>
                  <a:pt x="206666" y="70490"/>
                </a:cubicBezTo>
                <a:lnTo>
                  <a:pt x="209951" y="70490"/>
                </a:lnTo>
                <a:close/>
                <a:moveTo>
                  <a:pt x="293979" y="71516"/>
                </a:moveTo>
                <a:lnTo>
                  <a:pt x="323457" y="0"/>
                </a:lnTo>
                <a:lnTo>
                  <a:pt x="367673" y="0"/>
                </a:lnTo>
                <a:lnTo>
                  <a:pt x="367673" y="2884"/>
                </a:lnTo>
                <a:lnTo>
                  <a:pt x="364149" y="2884"/>
                </a:lnTo>
                <a:cubicBezTo>
                  <a:pt x="360945" y="2884"/>
                  <a:pt x="358381" y="3453"/>
                  <a:pt x="356459" y="4591"/>
                </a:cubicBezTo>
                <a:cubicBezTo>
                  <a:pt x="355124" y="5350"/>
                  <a:pt x="354056" y="6625"/>
                  <a:pt x="353255" y="8416"/>
                </a:cubicBezTo>
                <a:cubicBezTo>
                  <a:pt x="352667" y="9717"/>
                  <a:pt x="352374" y="13107"/>
                  <a:pt x="352374" y="18584"/>
                </a:cubicBezTo>
                <a:lnTo>
                  <a:pt x="352374" y="90035"/>
                </a:lnTo>
                <a:cubicBezTo>
                  <a:pt x="352374" y="95617"/>
                  <a:pt x="352667" y="99107"/>
                  <a:pt x="353255" y="100504"/>
                </a:cubicBezTo>
                <a:cubicBezTo>
                  <a:pt x="353842" y="101899"/>
                  <a:pt x="355044" y="103119"/>
                  <a:pt x="356859" y="104166"/>
                </a:cubicBezTo>
                <a:cubicBezTo>
                  <a:pt x="358675" y="105212"/>
                  <a:pt x="361105" y="105735"/>
                  <a:pt x="364149" y="105735"/>
                </a:cubicBezTo>
                <a:lnTo>
                  <a:pt x="367673" y="105735"/>
                </a:lnTo>
                <a:lnTo>
                  <a:pt x="367673" y="108619"/>
                </a:lnTo>
                <a:lnTo>
                  <a:pt x="310961" y="108619"/>
                </a:lnTo>
                <a:lnTo>
                  <a:pt x="310961" y="105735"/>
                </a:lnTo>
                <a:lnTo>
                  <a:pt x="314485" y="105735"/>
                </a:lnTo>
                <a:cubicBezTo>
                  <a:pt x="317689" y="105735"/>
                  <a:pt x="320252" y="105172"/>
                  <a:pt x="322175" y="104046"/>
                </a:cubicBezTo>
                <a:cubicBezTo>
                  <a:pt x="323510" y="103293"/>
                  <a:pt x="324578" y="102005"/>
                  <a:pt x="325379" y="100181"/>
                </a:cubicBezTo>
                <a:cubicBezTo>
                  <a:pt x="325966" y="98892"/>
                  <a:pt x="326260" y="95511"/>
                  <a:pt x="326260" y="90035"/>
                </a:cubicBezTo>
                <a:lnTo>
                  <a:pt x="326260" y="9532"/>
                </a:lnTo>
                <a:lnTo>
                  <a:pt x="284607" y="108619"/>
                </a:lnTo>
                <a:lnTo>
                  <a:pt x="282684" y="108619"/>
                </a:lnTo>
                <a:lnTo>
                  <a:pt x="240390" y="10173"/>
                </a:lnTo>
                <a:lnTo>
                  <a:pt x="240390" y="86671"/>
                </a:lnTo>
                <a:cubicBezTo>
                  <a:pt x="240390" y="92056"/>
                  <a:pt x="240524" y="95368"/>
                  <a:pt x="240791" y="96606"/>
                </a:cubicBezTo>
                <a:cubicBezTo>
                  <a:pt x="241485" y="99300"/>
                  <a:pt x="242994" y="101495"/>
                  <a:pt x="245317" y="103192"/>
                </a:cubicBezTo>
                <a:cubicBezTo>
                  <a:pt x="247640" y="104887"/>
                  <a:pt x="251284" y="105735"/>
                  <a:pt x="256251" y="105735"/>
                </a:cubicBezTo>
                <a:lnTo>
                  <a:pt x="256251" y="108619"/>
                </a:lnTo>
                <a:lnTo>
                  <a:pt x="219083" y="108619"/>
                </a:lnTo>
                <a:lnTo>
                  <a:pt x="219083" y="105735"/>
                </a:lnTo>
                <a:lnTo>
                  <a:pt x="220205" y="105735"/>
                </a:lnTo>
                <a:cubicBezTo>
                  <a:pt x="222608" y="105789"/>
                  <a:pt x="224850" y="105396"/>
                  <a:pt x="226933" y="104559"/>
                </a:cubicBezTo>
                <a:cubicBezTo>
                  <a:pt x="229016" y="103721"/>
                  <a:pt x="230591" y="102599"/>
                  <a:pt x="231659" y="101192"/>
                </a:cubicBezTo>
                <a:cubicBezTo>
                  <a:pt x="232727" y="99785"/>
                  <a:pt x="233555" y="97810"/>
                  <a:pt x="234142" y="95267"/>
                </a:cubicBezTo>
                <a:cubicBezTo>
                  <a:pt x="234249" y="94673"/>
                  <a:pt x="234303" y="91914"/>
                  <a:pt x="234303" y="86991"/>
                </a:cubicBezTo>
                <a:lnTo>
                  <a:pt x="234303" y="18584"/>
                </a:lnTo>
                <a:cubicBezTo>
                  <a:pt x="234303" y="12998"/>
                  <a:pt x="234009" y="9514"/>
                  <a:pt x="233421" y="8130"/>
                </a:cubicBezTo>
                <a:cubicBezTo>
                  <a:pt x="232834" y="6747"/>
                  <a:pt x="231632" y="5527"/>
                  <a:pt x="229817" y="4471"/>
                </a:cubicBezTo>
                <a:cubicBezTo>
                  <a:pt x="228001" y="3413"/>
                  <a:pt x="225571" y="2884"/>
                  <a:pt x="222527" y="2884"/>
                </a:cubicBezTo>
                <a:lnTo>
                  <a:pt x="219083" y="2884"/>
                </a:lnTo>
                <a:lnTo>
                  <a:pt x="219083" y="0"/>
                </a:lnTo>
                <a:lnTo>
                  <a:pt x="263460" y="0"/>
                </a:lnTo>
                <a:lnTo>
                  <a:pt x="293979" y="71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5FC06-9DAA-4C9B-A739-92B6E9C9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680" y="680720"/>
            <a:ext cx="205062" cy="205062"/>
          </a:xfrm>
          <a:custGeom xmlns:a="http://schemas.openxmlformats.org/drawingml/2006/main">
            <a:pathLst>
              <a:path w="205062" h="205062">
                <a:moveTo>
                  <a:pt x="205062" y="102531"/>
                </a:moveTo>
                <a:cubicBezTo>
                  <a:pt x="205062" y="109263"/>
                  <a:pt x="204406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1" y="147987"/>
                  <a:pt x="191523" y="153896"/>
                  <a:pt x="187783" y="159494"/>
                </a:cubicBezTo>
                <a:cubicBezTo>
                  <a:pt x="184042" y="165092"/>
                  <a:pt x="179792" y="170271"/>
                  <a:pt x="175032" y="175032"/>
                </a:cubicBezTo>
                <a:cubicBezTo>
                  <a:pt x="170271" y="179791"/>
                  <a:pt x="165092" y="184042"/>
                  <a:pt x="159494" y="187783"/>
                </a:cubicBezTo>
                <a:cubicBezTo>
                  <a:pt x="153897" y="191523"/>
                  <a:pt x="147988" y="194681"/>
                  <a:pt x="141768" y="197257"/>
                </a:cubicBezTo>
                <a:cubicBezTo>
                  <a:pt x="135548" y="199834"/>
                  <a:pt x="129137" y="201779"/>
                  <a:pt x="122534" y="203092"/>
                </a:cubicBezTo>
                <a:cubicBezTo>
                  <a:pt x="115931" y="204405"/>
                  <a:pt x="109263" y="205062"/>
                  <a:pt x="102531" y="205062"/>
                </a:cubicBezTo>
                <a:cubicBezTo>
                  <a:pt x="95799" y="205062"/>
                  <a:pt x="89131" y="204405"/>
                  <a:pt x="82528" y="203092"/>
                </a:cubicBezTo>
                <a:cubicBezTo>
                  <a:pt x="75925" y="201779"/>
                  <a:pt x="69514" y="199834"/>
                  <a:pt x="63294" y="197257"/>
                </a:cubicBezTo>
                <a:cubicBezTo>
                  <a:pt x="57074" y="194681"/>
                  <a:pt x="51165" y="191523"/>
                  <a:pt x="45568" y="187783"/>
                </a:cubicBezTo>
                <a:cubicBezTo>
                  <a:pt x="39970" y="184042"/>
                  <a:pt x="34791" y="179791"/>
                  <a:pt x="30031" y="175032"/>
                </a:cubicBezTo>
                <a:cubicBezTo>
                  <a:pt x="25270" y="170271"/>
                  <a:pt x="21020" y="165092"/>
                  <a:pt x="17279" y="159494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8" y="135548"/>
                  <a:pt x="3283" y="129137"/>
                  <a:pt x="1970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70" y="82528"/>
                </a:cubicBezTo>
                <a:cubicBezTo>
                  <a:pt x="3283" y="75925"/>
                  <a:pt x="5228" y="69514"/>
                  <a:pt x="7804" y="63294"/>
                </a:cubicBezTo>
                <a:cubicBezTo>
                  <a:pt x="10381" y="57074"/>
                  <a:pt x="13539" y="51165"/>
                  <a:pt x="17279" y="45568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70"/>
                  <a:pt x="39970" y="21020"/>
                  <a:pt x="45568" y="17279"/>
                </a:cubicBezTo>
                <a:cubicBezTo>
                  <a:pt x="51165" y="13539"/>
                  <a:pt x="57074" y="10381"/>
                  <a:pt x="63294" y="7804"/>
                </a:cubicBezTo>
                <a:cubicBezTo>
                  <a:pt x="69514" y="5228"/>
                  <a:pt x="75925" y="3283"/>
                  <a:pt x="82528" y="1970"/>
                </a:cubicBezTo>
                <a:cubicBezTo>
                  <a:pt x="89131" y="657"/>
                  <a:pt x="95799" y="0"/>
                  <a:pt x="102531" y="0"/>
                </a:cubicBezTo>
                <a:cubicBezTo>
                  <a:pt x="109263" y="0"/>
                  <a:pt x="115931" y="657"/>
                  <a:pt x="122534" y="1970"/>
                </a:cubicBezTo>
                <a:cubicBezTo>
                  <a:pt x="129137" y="3283"/>
                  <a:pt x="135548" y="5228"/>
                  <a:pt x="141768" y="7804"/>
                </a:cubicBezTo>
                <a:cubicBezTo>
                  <a:pt x="147988" y="10381"/>
                  <a:pt x="153896" y="13539"/>
                  <a:pt x="159494" y="17279"/>
                </a:cubicBezTo>
                <a:cubicBezTo>
                  <a:pt x="165092" y="21020"/>
                  <a:pt x="170271" y="25270"/>
                  <a:pt x="175032" y="30030"/>
                </a:cubicBezTo>
                <a:cubicBezTo>
                  <a:pt x="179792" y="34791"/>
                  <a:pt x="184042" y="39970"/>
                  <a:pt x="187783" y="45567"/>
                </a:cubicBezTo>
                <a:cubicBezTo>
                  <a:pt x="191523" y="51165"/>
                  <a:pt x="194681" y="57074"/>
                  <a:pt x="197257" y="63294"/>
                </a:cubicBezTo>
                <a:cubicBezTo>
                  <a:pt x="199834" y="69514"/>
                  <a:pt x="201779" y="75925"/>
                  <a:pt x="203092" y="82528"/>
                </a:cubicBezTo>
                <a:cubicBezTo>
                  <a:pt x="204406" y="89131"/>
                  <a:pt x="205062" y="95799"/>
                  <a:pt x="205062" y="102531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D66B1-E947-4071-A87E-BF21B0CE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680" y="680720"/>
            <a:ext cx="205062" cy="205062"/>
          </a:xfrm>
          <a:custGeom xmlns:a="http://schemas.openxmlformats.org/drawingml/2006/main">
            <a:pathLst>
              <a:path w="205062" h="205062" fill="none">
                <a:moveTo>
                  <a:pt x="205062" y="102531"/>
                </a:moveTo>
                <a:cubicBezTo>
                  <a:pt x="205062" y="109263"/>
                  <a:pt x="204406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1" y="147987"/>
                  <a:pt x="191523" y="153896"/>
                  <a:pt x="187783" y="159494"/>
                </a:cubicBezTo>
                <a:cubicBezTo>
                  <a:pt x="184042" y="165092"/>
                  <a:pt x="179792" y="170271"/>
                  <a:pt x="175032" y="175032"/>
                </a:cubicBezTo>
                <a:cubicBezTo>
                  <a:pt x="170271" y="179791"/>
                  <a:pt x="165092" y="184042"/>
                  <a:pt x="159494" y="187783"/>
                </a:cubicBezTo>
                <a:cubicBezTo>
                  <a:pt x="153897" y="191523"/>
                  <a:pt x="147988" y="194681"/>
                  <a:pt x="141768" y="197257"/>
                </a:cubicBezTo>
                <a:cubicBezTo>
                  <a:pt x="135548" y="199834"/>
                  <a:pt x="129137" y="201779"/>
                  <a:pt x="122534" y="203092"/>
                </a:cubicBezTo>
                <a:cubicBezTo>
                  <a:pt x="115931" y="204405"/>
                  <a:pt x="109263" y="205062"/>
                  <a:pt x="102531" y="205062"/>
                </a:cubicBezTo>
                <a:cubicBezTo>
                  <a:pt x="95799" y="205062"/>
                  <a:pt x="89131" y="204405"/>
                  <a:pt x="82528" y="203092"/>
                </a:cubicBezTo>
                <a:cubicBezTo>
                  <a:pt x="75925" y="201779"/>
                  <a:pt x="69514" y="199834"/>
                  <a:pt x="63294" y="197257"/>
                </a:cubicBezTo>
                <a:cubicBezTo>
                  <a:pt x="57074" y="194681"/>
                  <a:pt x="51165" y="191523"/>
                  <a:pt x="45568" y="187783"/>
                </a:cubicBezTo>
                <a:cubicBezTo>
                  <a:pt x="39970" y="184042"/>
                  <a:pt x="34791" y="179791"/>
                  <a:pt x="30031" y="175032"/>
                </a:cubicBezTo>
                <a:cubicBezTo>
                  <a:pt x="25270" y="170271"/>
                  <a:pt x="21020" y="165092"/>
                  <a:pt x="17279" y="159494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8" y="135548"/>
                  <a:pt x="3283" y="129137"/>
                  <a:pt x="1970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70" y="82528"/>
                </a:cubicBezTo>
                <a:cubicBezTo>
                  <a:pt x="3283" y="75925"/>
                  <a:pt x="5228" y="69514"/>
                  <a:pt x="7804" y="63294"/>
                </a:cubicBezTo>
                <a:cubicBezTo>
                  <a:pt x="10381" y="57074"/>
                  <a:pt x="13539" y="51165"/>
                  <a:pt x="17279" y="45568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70"/>
                  <a:pt x="39970" y="21020"/>
                  <a:pt x="45568" y="17279"/>
                </a:cubicBezTo>
                <a:cubicBezTo>
                  <a:pt x="51165" y="13539"/>
                  <a:pt x="57074" y="10381"/>
                  <a:pt x="63294" y="7804"/>
                </a:cubicBezTo>
                <a:cubicBezTo>
                  <a:pt x="69514" y="5228"/>
                  <a:pt x="75925" y="3283"/>
                  <a:pt x="82528" y="1970"/>
                </a:cubicBezTo>
                <a:cubicBezTo>
                  <a:pt x="89131" y="657"/>
                  <a:pt x="95799" y="0"/>
                  <a:pt x="102531" y="0"/>
                </a:cubicBezTo>
                <a:cubicBezTo>
                  <a:pt x="109263" y="0"/>
                  <a:pt x="115931" y="657"/>
                  <a:pt x="122534" y="1970"/>
                </a:cubicBezTo>
                <a:cubicBezTo>
                  <a:pt x="129137" y="3283"/>
                  <a:pt x="135548" y="5228"/>
                  <a:pt x="141768" y="7804"/>
                </a:cubicBezTo>
                <a:cubicBezTo>
                  <a:pt x="147988" y="10381"/>
                  <a:pt x="153896" y="13539"/>
                  <a:pt x="159494" y="17279"/>
                </a:cubicBezTo>
                <a:cubicBezTo>
                  <a:pt x="165092" y="21020"/>
                  <a:pt x="170271" y="25270"/>
                  <a:pt x="175032" y="30030"/>
                </a:cubicBezTo>
                <a:cubicBezTo>
                  <a:pt x="179792" y="34791"/>
                  <a:pt x="184042" y="39970"/>
                  <a:pt x="187783" y="45567"/>
                </a:cubicBezTo>
                <a:cubicBezTo>
                  <a:pt x="191523" y="51165"/>
                  <a:pt x="194681" y="57074"/>
                  <a:pt x="197257" y="63294"/>
                </a:cubicBezTo>
                <a:cubicBezTo>
                  <a:pt x="199834" y="69514"/>
                  <a:pt x="201779" y="75925"/>
                  <a:pt x="203092" y="82528"/>
                </a:cubicBezTo>
                <a:cubicBezTo>
                  <a:pt x="204406" y="89131"/>
                  <a:pt x="205062" y="95799"/>
                  <a:pt x="205062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6" name="Text 1">
            <a:extLst xmlns:a="http://schemas.openxmlformats.org/drawingml/2006/main">
              <a:ext uri="{FF2B5EF4-FFF2-40B4-BE49-F238E27FC236}">
                <a16:creationId xmlns:a16="http://schemas.microsoft.com/office/drawing/2014/main" id="{FC521A3B-EAA9-476A-AF7C-244585EA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140" y="739035"/>
            <a:ext cx="58635" cy="110862"/>
          </a:xfrm>
          <a:custGeom xmlns:a="http://schemas.openxmlformats.org/drawingml/2006/main">
            <a:pathLst>
              <a:path w="58635" h="110862">
                <a:moveTo>
                  <a:pt x="42615" y="0"/>
                </a:moveTo>
                <a:lnTo>
                  <a:pt x="42615" y="88754"/>
                </a:lnTo>
                <a:cubicBezTo>
                  <a:pt x="42615" y="95485"/>
                  <a:pt x="42908" y="99780"/>
                  <a:pt x="43496" y="101638"/>
                </a:cubicBezTo>
                <a:cubicBezTo>
                  <a:pt x="44083" y="103495"/>
                  <a:pt x="45311" y="105016"/>
                  <a:pt x="47180" y="106201"/>
                </a:cubicBezTo>
                <a:cubicBezTo>
                  <a:pt x="49049" y="107386"/>
                  <a:pt x="52040" y="107978"/>
                  <a:pt x="56152" y="107978"/>
                </a:cubicBezTo>
                <a:lnTo>
                  <a:pt x="58635" y="107978"/>
                </a:lnTo>
                <a:lnTo>
                  <a:pt x="58635" y="110862"/>
                </a:lnTo>
                <a:lnTo>
                  <a:pt x="1442" y="110862"/>
                </a:lnTo>
                <a:lnTo>
                  <a:pt x="1442" y="107978"/>
                </a:lnTo>
                <a:lnTo>
                  <a:pt x="4326" y="107978"/>
                </a:lnTo>
                <a:cubicBezTo>
                  <a:pt x="8971" y="107978"/>
                  <a:pt x="12282" y="107440"/>
                  <a:pt x="14258" y="106364"/>
                </a:cubicBezTo>
                <a:cubicBezTo>
                  <a:pt x="16234" y="105286"/>
                  <a:pt x="17569" y="103804"/>
                  <a:pt x="18263" y="101920"/>
                </a:cubicBezTo>
                <a:cubicBezTo>
                  <a:pt x="18958" y="100035"/>
                  <a:pt x="19305" y="95646"/>
                  <a:pt x="19305" y="88754"/>
                </a:cubicBezTo>
                <a:lnTo>
                  <a:pt x="19305" y="32522"/>
                </a:lnTo>
                <a:cubicBezTo>
                  <a:pt x="19305" y="27502"/>
                  <a:pt x="19064" y="24364"/>
                  <a:pt x="18584" y="23110"/>
                </a:cubicBezTo>
                <a:cubicBezTo>
                  <a:pt x="18103" y="21855"/>
                  <a:pt x="17209" y="20787"/>
                  <a:pt x="15900" y="19905"/>
                </a:cubicBezTo>
                <a:cubicBezTo>
                  <a:pt x="14592" y="19024"/>
                  <a:pt x="13083" y="18584"/>
                  <a:pt x="11375" y="18584"/>
                </a:cubicBezTo>
                <a:cubicBezTo>
                  <a:pt x="8651" y="18584"/>
                  <a:pt x="5340" y="19438"/>
                  <a:pt x="1442" y="21147"/>
                </a:cubicBezTo>
                <a:lnTo>
                  <a:pt x="0" y="18263"/>
                </a:lnTo>
                <a:lnTo>
                  <a:pt x="39971" y="0"/>
                </a:lnTo>
                <a:lnTo>
                  <a:pt x="42615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4F9BF-4593-47B6-8FE9-61682595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975" y="680720"/>
            <a:ext cx="205062" cy="205062"/>
          </a:xfrm>
          <a:custGeom xmlns:a="http://schemas.openxmlformats.org/drawingml/2006/main">
            <a:pathLst>
              <a:path w="205062" h="205062">
                <a:moveTo>
                  <a:pt x="205062" y="102531"/>
                </a:moveTo>
                <a:cubicBezTo>
                  <a:pt x="205062" y="109263"/>
                  <a:pt x="204406" y="115931"/>
                  <a:pt x="203093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1" y="147987"/>
                  <a:pt x="191523" y="153896"/>
                  <a:pt x="187783" y="159494"/>
                </a:cubicBezTo>
                <a:cubicBezTo>
                  <a:pt x="184043" y="165092"/>
                  <a:pt x="179792" y="170271"/>
                  <a:pt x="175032" y="175032"/>
                </a:cubicBezTo>
                <a:cubicBezTo>
                  <a:pt x="170272" y="179791"/>
                  <a:pt x="165092" y="184042"/>
                  <a:pt x="159495" y="187783"/>
                </a:cubicBezTo>
                <a:cubicBezTo>
                  <a:pt x="153897" y="191523"/>
                  <a:pt x="147988" y="194681"/>
                  <a:pt x="141768" y="197257"/>
                </a:cubicBezTo>
                <a:cubicBezTo>
                  <a:pt x="135548" y="199834"/>
                  <a:pt x="129137" y="201779"/>
                  <a:pt x="122534" y="203092"/>
                </a:cubicBezTo>
                <a:cubicBezTo>
                  <a:pt x="115931" y="204405"/>
                  <a:pt x="109264" y="205062"/>
                  <a:pt x="102531" y="205062"/>
                </a:cubicBezTo>
                <a:cubicBezTo>
                  <a:pt x="95799" y="205062"/>
                  <a:pt x="89131" y="204405"/>
                  <a:pt x="82528" y="203092"/>
                </a:cubicBezTo>
                <a:cubicBezTo>
                  <a:pt x="75925" y="201779"/>
                  <a:pt x="69514" y="199834"/>
                  <a:pt x="63294" y="197257"/>
                </a:cubicBezTo>
                <a:cubicBezTo>
                  <a:pt x="57074" y="194681"/>
                  <a:pt x="51165" y="191523"/>
                  <a:pt x="45568" y="187783"/>
                </a:cubicBezTo>
                <a:cubicBezTo>
                  <a:pt x="39970" y="184042"/>
                  <a:pt x="34791" y="179791"/>
                  <a:pt x="30031" y="175032"/>
                </a:cubicBezTo>
                <a:cubicBezTo>
                  <a:pt x="25270" y="170271"/>
                  <a:pt x="21020" y="165092"/>
                  <a:pt x="17279" y="159494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8" y="135548"/>
                  <a:pt x="3283" y="129137"/>
                  <a:pt x="1970" y="122534"/>
                </a:cubicBezTo>
                <a:cubicBezTo>
                  <a:pt x="656" y="115931"/>
                  <a:pt x="0" y="109263"/>
                  <a:pt x="0" y="102531"/>
                </a:cubicBezTo>
                <a:cubicBezTo>
                  <a:pt x="0" y="95799"/>
                  <a:pt x="656" y="89131"/>
                  <a:pt x="1970" y="82528"/>
                </a:cubicBezTo>
                <a:cubicBezTo>
                  <a:pt x="3283" y="75925"/>
                  <a:pt x="5228" y="69514"/>
                  <a:pt x="7804" y="63294"/>
                </a:cubicBezTo>
                <a:cubicBezTo>
                  <a:pt x="10381" y="57074"/>
                  <a:pt x="13539" y="51165"/>
                  <a:pt x="17279" y="45568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70"/>
                  <a:pt x="39970" y="21020"/>
                  <a:pt x="45568" y="17279"/>
                </a:cubicBezTo>
                <a:cubicBezTo>
                  <a:pt x="51165" y="13539"/>
                  <a:pt x="57074" y="10381"/>
                  <a:pt x="63294" y="7804"/>
                </a:cubicBezTo>
                <a:cubicBezTo>
                  <a:pt x="69514" y="5228"/>
                  <a:pt x="75925" y="3283"/>
                  <a:pt x="82528" y="1970"/>
                </a:cubicBezTo>
                <a:cubicBezTo>
                  <a:pt x="89131" y="657"/>
                  <a:pt x="95799" y="0"/>
                  <a:pt x="102531" y="0"/>
                </a:cubicBezTo>
                <a:cubicBezTo>
                  <a:pt x="109264" y="0"/>
                  <a:pt x="115931" y="657"/>
                  <a:pt x="122534" y="1970"/>
                </a:cubicBezTo>
                <a:cubicBezTo>
                  <a:pt x="129137" y="3283"/>
                  <a:pt x="135548" y="5228"/>
                  <a:pt x="141768" y="7804"/>
                </a:cubicBezTo>
                <a:cubicBezTo>
                  <a:pt x="147988" y="10381"/>
                  <a:pt x="153897" y="13539"/>
                  <a:pt x="159495" y="17279"/>
                </a:cubicBezTo>
                <a:cubicBezTo>
                  <a:pt x="165092" y="21020"/>
                  <a:pt x="170272" y="25270"/>
                  <a:pt x="175032" y="30030"/>
                </a:cubicBezTo>
                <a:cubicBezTo>
                  <a:pt x="179792" y="34791"/>
                  <a:pt x="184043" y="39970"/>
                  <a:pt x="187783" y="45567"/>
                </a:cubicBezTo>
                <a:cubicBezTo>
                  <a:pt x="191523" y="51165"/>
                  <a:pt x="194682" y="57074"/>
                  <a:pt x="197258" y="63294"/>
                </a:cubicBezTo>
                <a:cubicBezTo>
                  <a:pt x="199834" y="69514"/>
                  <a:pt x="201779" y="75925"/>
                  <a:pt x="203093" y="82528"/>
                </a:cubicBezTo>
                <a:cubicBezTo>
                  <a:pt x="204406" y="89131"/>
                  <a:pt x="205062" y="95799"/>
                  <a:pt x="205062" y="102531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DBFF0B-4E27-42D5-ADAC-4232EF6E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975" y="680720"/>
            <a:ext cx="205062" cy="205062"/>
          </a:xfrm>
          <a:custGeom xmlns:a="http://schemas.openxmlformats.org/drawingml/2006/main">
            <a:pathLst>
              <a:path w="205062" h="205062" fill="none">
                <a:moveTo>
                  <a:pt x="205062" y="102531"/>
                </a:moveTo>
                <a:cubicBezTo>
                  <a:pt x="205062" y="109263"/>
                  <a:pt x="204406" y="115931"/>
                  <a:pt x="203093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1" y="147987"/>
                  <a:pt x="191523" y="153896"/>
                  <a:pt x="187783" y="159494"/>
                </a:cubicBezTo>
                <a:cubicBezTo>
                  <a:pt x="184043" y="165092"/>
                  <a:pt x="179792" y="170271"/>
                  <a:pt x="175032" y="175032"/>
                </a:cubicBezTo>
                <a:cubicBezTo>
                  <a:pt x="170272" y="179791"/>
                  <a:pt x="165092" y="184042"/>
                  <a:pt x="159495" y="187783"/>
                </a:cubicBezTo>
                <a:cubicBezTo>
                  <a:pt x="153897" y="191523"/>
                  <a:pt x="147988" y="194681"/>
                  <a:pt x="141768" y="197257"/>
                </a:cubicBezTo>
                <a:cubicBezTo>
                  <a:pt x="135548" y="199834"/>
                  <a:pt x="129137" y="201779"/>
                  <a:pt x="122534" y="203092"/>
                </a:cubicBezTo>
                <a:cubicBezTo>
                  <a:pt x="115931" y="204405"/>
                  <a:pt x="109264" y="205062"/>
                  <a:pt x="102531" y="205062"/>
                </a:cubicBezTo>
                <a:cubicBezTo>
                  <a:pt x="95799" y="205062"/>
                  <a:pt x="89131" y="204405"/>
                  <a:pt x="82528" y="203092"/>
                </a:cubicBezTo>
                <a:cubicBezTo>
                  <a:pt x="75925" y="201779"/>
                  <a:pt x="69514" y="199834"/>
                  <a:pt x="63294" y="197257"/>
                </a:cubicBezTo>
                <a:cubicBezTo>
                  <a:pt x="57074" y="194681"/>
                  <a:pt x="51165" y="191523"/>
                  <a:pt x="45568" y="187783"/>
                </a:cubicBezTo>
                <a:cubicBezTo>
                  <a:pt x="39970" y="184042"/>
                  <a:pt x="34791" y="179791"/>
                  <a:pt x="30031" y="175032"/>
                </a:cubicBezTo>
                <a:cubicBezTo>
                  <a:pt x="25270" y="170271"/>
                  <a:pt x="21020" y="165092"/>
                  <a:pt x="17279" y="159494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8" y="135548"/>
                  <a:pt x="3283" y="129137"/>
                  <a:pt x="1970" y="122534"/>
                </a:cubicBezTo>
                <a:cubicBezTo>
                  <a:pt x="656" y="115931"/>
                  <a:pt x="0" y="109263"/>
                  <a:pt x="0" y="102531"/>
                </a:cubicBezTo>
                <a:cubicBezTo>
                  <a:pt x="0" y="95799"/>
                  <a:pt x="656" y="89131"/>
                  <a:pt x="1970" y="82528"/>
                </a:cubicBezTo>
                <a:cubicBezTo>
                  <a:pt x="3283" y="75925"/>
                  <a:pt x="5228" y="69514"/>
                  <a:pt x="7804" y="63294"/>
                </a:cubicBezTo>
                <a:cubicBezTo>
                  <a:pt x="10381" y="57074"/>
                  <a:pt x="13539" y="51165"/>
                  <a:pt x="17279" y="45568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70"/>
                  <a:pt x="39970" y="21020"/>
                  <a:pt x="45568" y="17279"/>
                </a:cubicBezTo>
                <a:cubicBezTo>
                  <a:pt x="51165" y="13539"/>
                  <a:pt x="57074" y="10381"/>
                  <a:pt x="63294" y="7804"/>
                </a:cubicBezTo>
                <a:cubicBezTo>
                  <a:pt x="69514" y="5228"/>
                  <a:pt x="75925" y="3283"/>
                  <a:pt x="82528" y="1970"/>
                </a:cubicBezTo>
                <a:cubicBezTo>
                  <a:pt x="89131" y="657"/>
                  <a:pt x="95799" y="0"/>
                  <a:pt x="102531" y="0"/>
                </a:cubicBezTo>
                <a:cubicBezTo>
                  <a:pt x="109264" y="0"/>
                  <a:pt x="115931" y="657"/>
                  <a:pt x="122534" y="1970"/>
                </a:cubicBezTo>
                <a:cubicBezTo>
                  <a:pt x="129137" y="3283"/>
                  <a:pt x="135548" y="5228"/>
                  <a:pt x="141768" y="7804"/>
                </a:cubicBezTo>
                <a:cubicBezTo>
                  <a:pt x="147988" y="10381"/>
                  <a:pt x="153897" y="13539"/>
                  <a:pt x="159495" y="17279"/>
                </a:cubicBezTo>
                <a:cubicBezTo>
                  <a:pt x="165092" y="21020"/>
                  <a:pt x="170272" y="25270"/>
                  <a:pt x="175032" y="30030"/>
                </a:cubicBezTo>
                <a:cubicBezTo>
                  <a:pt x="179792" y="34791"/>
                  <a:pt x="184043" y="39970"/>
                  <a:pt x="187783" y="45567"/>
                </a:cubicBezTo>
                <a:cubicBezTo>
                  <a:pt x="191523" y="51165"/>
                  <a:pt x="194682" y="57074"/>
                  <a:pt x="197258" y="63294"/>
                </a:cubicBezTo>
                <a:cubicBezTo>
                  <a:pt x="199834" y="69514"/>
                  <a:pt x="201779" y="75925"/>
                  <a:pt x="203093" y="82528"/>
                </a:cubicBezTo>
                <a:cubicBezTo>
                  <a:pt x="204406" y="89131"/>
                  <a:pt x="205062" y="95799"/>
                  <a:pt x="205062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9" name="Text 2">
            <a:extLst xmlns:a="http://schemas.openxmlformats.org/drawingml/2006/main">
              <a:ext uri="{FF2B5EF4-FFF2-40B4-BE49-F238E27FC236}">
                <a16:creationId xmlns:a16="http://schemas.microsoft.com/office/drawing/2014/main" id="{1996AC5F-6D09-4A81-8D05-8562D856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0626" y="739035"/>
            <a:ext cx="70010" cy="110862"/>
          </a:xfrm>
          <a:custGeom xmlns:a="http://schemas.openxmlformats.org/drawingml/2006/main">
            <a:pathLst>
              <a:path w="70010" h="110862">
                <a:moveTo>
                  <a:pt x="63922" y="110862"/>
                </a:moveTo>
                <a:lnTo>
                  <a:pt x="0" y="110862"/>
                </a:lnTo>
                <a:lnTo>
                  <a:pt x="0" y="109100"/>
                </a:lnTo>
                <a:cubicBezTo>
                  <a:pt x="19598" y="85783"/>
                  <a:pt x="31494" y="70097"/>
                  <a:pt x="35686" y="62042"/>
                </a:cubicBezTo>
                <a:cubicBezTo>
                  <a:pt x="39878" y="53985"/>
                  <a:pt x="41974" y="46115"/>
                  <a:pt x="41974" y="38432"/>
                </a:cubicBezTo>
                <a:cubicBezTo>
                  <a:pt x="41974" y="32829"/>
                  <a:pt x="40238" y="28174"/>
                  <a:pt x="36767" y="24466"/>
                </a:cubicBezTo>
                <a:cubicBezTo>
                  <a:pt x="33296" y="20758"/>
                  <a:pt x="29050" y="18904"/>
                  <a:pt x="24031" y="18904"/>
                </a:cubicBezTo>
                <a:cubicBezTo>
                  <a:pt x="15807" y="18904"/>
                  <a:pt x="9425" y="23010"/>
                  <a:pt x="4886" y="31222"/>
                </a:cubicBezTo>
                <a:lnTo>
                  <a:pt x="1922" y="30184"/>
                </a:lnTo>
                <a:cubicBezTo>
                  <a:pt x="4806" y="19909"/>
                  <a:pt x="9185" y="12310"/>
                  <a:pt x="15059" y="7387"/>
                </a:cubicBezTo>
                <a:cubicBezTo>
                  <a:pt x="20933" y="2462"/>
                  <a:pt x="27715" y="0"/>
                  <a:pt x="35405" y="0"/>
                </a:cubicBezTo>
                <a:cubicBezTo>
                  <a:pt x="40906" y="0"/>
                  <a:pt x="45925" y="1282"/>
                  <a:pt x="50465" y="3845"/>
                </a:cubicBezTo>
                <a:cubicBezTo>
                  <a:pt x="55004" y="6408"/>
                  <a:pt x="58555" y="9919"/>
                  <a:pt x="61118" y="14378"/>
                </a:cubicBezTo>
                <a:cubicBezTo>
                  <a:pt x="63681" y="18837"/>
                  <a:pt x="64963" y="23016"/>
                  <a:pt x="64963" y="26914"/>
                </a:cubicBezTo>
                <a:cubicBezTo>
                  <a:pt x="64963" y="34017"/>
                  <a:pt x="62987" y="41226"/>
                  <a:pt x="59036" y="48542"/>
                </a:cubicBezTo>
                <a:cubicBezTo>
                  <a:pt x="53642" y="58421"/>
                  <a:pt x="41867" y="72199"/>
                  <a:pt x="23710" y="89875"/>
                </a:cubicBezTo>
                <a:lnTo>
                  <a:pt x="47180" y="89875"/>
                </a:lnTo>
                <a:cubicBezTo>
                  <a:pt x="52948" y="89875"/>
                  <a:pt x="56699" y="89635"/>
                  <a:pt x="58435" y="89154"/>
                </a:cubicBezTo>
                <a:cubicBezTo>
                  <a:pt x="60170" y="88673"/>
                  <a:pt x="61599" y="87859"/>
                  <a:pt x="62720" y="86711"/>
                </a:cubicBezTo>
                <a:cubicBezTo>
                  <a:pt x="63842" y="85563"/>
                  <a:pt x="65310" y="83146"/>
                  <a:pt x="67126" y="79462"/>
                </a:cubicBezTo>
                <a:lnTo>
                  <a:pt x="70010" y="79462"/>
                </a:lnTo>
                <a:lnTo>
                  <a:pt x="63922" y="110862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6007C-1382-4A90-85E0-6A1B6A04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445" y="680720"/>
            <a:ext cx="205062" cy="205062"/>
          </a:xfrm>
          <a:custGeom xmlns:a="http://schemas.openxmlformats.org/drawingml/2006/main">
            <a:pathLst>
              <a:path w="205062" h="205062">
                <a:moveTo>
                  <a:pt x="205062" y="102531"/>
                </a:moveTo>
                <a:cubicBezTo>
                  <a:pt x="205062" y="109263"/>
                  <a:pt x="204406" y="115931"/>
                  <a:pt x="203093" y="122534"/>
                </a:cubicBezTo>
                <a:cubicBezTo>
                  <a:pt x="201779" y="129137"/>
                  <a:pt x="199834" y="135548"/>
                  <a:pt x="197258" y="141768"/>
                </a:cubicBezTo>
                <a:cubicBezTo>
                  <a:pt x="194681" y="147987"/>
                  <a:pt x="191523" y="153896"/>
                  <a:pt x="187782" y="159494"/>
                </a:cubicBezTo>
                <a:cubicBezTo>
                  <a:pt x="184041" y="165092"/>
                  <a:pt x="179792" y="170271"/>
                  <a:pt x="175032" y="175032"/>
                </a:cubicBezTo>
                <a:cubicBezTo>
                  <a:pt x="170271" y="179791"/>
                  <a:pt x="165091" y="184042"/>
                  <a:pt x="159493" y="187783"/>
                </a:cubicBezTo>
                <a:cubicBezTo>
                  <a:pt x="153896" y="191523"/>
                  <a:pt x="147987" y="194681"/>
                  <a:pt x="141767" y="197257"/>
                </a:cubicBezTo>
                <a:cubicBezTo>
                  <a:pt x="135547" y="199834"/>
                  <a:pt x="129137" y="201779"/>
                  <a:pt x="122534" y="203092"/>
                </a:cubicBezTo>
                <a:cubicBezTo>
                  <a:pt x="115931" y="204405"/>
                  <a:pt x="109263" y="205062"/>
                  <a:pt x="102531" y="205062"/>
                </a:cubicBezTo>
                <a:cubicBezTo>
                  <a:pt x="95798" y="205062"/>
                  <a:pt x="89130" y="204405"/>
                  <a:pt x="82527" y="203092"/>
                </a:cubicBezTo>
                <a:cubicBezTo>
                  <a:pt x="75924" y="201779"/>
                  <a:pt x="69513" y="199834"/>
                  <a:pt x="63294" y="197257"/>
                </a:cubicBezTo>
                <a:cubicBezTo>
                  <a:pt x="57074" y="194681"/>
                  <a:pt x="51165" y="191523"/>
                  <a:pt x="45567" y="187783"/>
                </a:cubicBezTo>
                <a:cubicBezTo>
                  <a:pt x="39970" y="184042"/>
                  <a:pt x="34791" y="179791"/>
                  <a:pt x="30030" y="175032"/>
                </a:cubicBezTo>
                <a:cubicBezTo>
                  <a:pt x="25269" y="170271"/>
                  <a:pt x="21019" y="165092"/>
                  <a:pt x="17279" y="159494"/>
                </a:cubicBezTo>
                <a:cubicBezTo>
                  <a:pt x="13539" y="153896"/>
                  <a:pt x="10380" y="147987"/>
                  <a:pt x="7804" y="141768"/>
                </a:cubicBezTo>
                <a:cubicBezTo>
                  <a:pt x="5227" y="135548"/>
                  <a:pt x="3282" y="129137"/>
                  <a:pt x="1970" y="122534"/>
                </a:cubicBezTo>
                <a:cubicBezTo>
                  <a:pt x="656" y="115931"/>
                  <a:pt x="0" y="109263"/>
                  <a:pt x="0" y="102531"/>
                </a:cubicBezTo>
                <a:cubicBezTo>
                  <a:pt x="0" y="95799"/>
                  <a:pt x="656" y="89131"/>
                  <a:pt x="1970" y="82528"/>
                </a:cubicBezTo>
                <a:cubicBezTo>
                  <a:pt x="3282" y="75925"/>
                  <a:pt x="5227" y="69514"/>
                  <a:pt x="7804" y="63294"/>
                </a:cubicBezTo>
                <a:cubicBezTo>
                  <a:pt x="10380" y="57074"/>
                  <a:pt x="13538" y="51165"/>
                  <a:pt x="17279" y="45568"/>
                </a:cubicBezTo>
                <a:cubicBezTo>
                  <a:pt x="21019" y="39970"/>
                  <a:pt x="25269" y="34791"/>
                  <a:pt x="30030" y="30030"/>
                </a:cubicBezTo>
                <a:cubicBezTo>
                  <a:pt x="34791" y="25270"/>
                  <a:pt x="39970" y="21020"/>
                  <a:pt x="45567" y="17279"/>
                </a:cubicBezTo>
                <a:cubicBezTo>
                  <a:pt x="51165" y="13539"/>
                  <a:pt x="57074" y="10381"/>
                  <a:pt x="63294" y="7804"/>
                </a:cubicBezTo>
                <a:cubicBezTo>
                  <a:pt x="69513" y="5228"/>
                  <a:pt x="75924" y="3283"/>
                  <a:pt x="82527" y="1970"/>
                </a:cubicBezTo>
                <a:cubicBezTo>
                  <a:pt x="89130" y="657"/>
                  <a:pt x="95798" y="0"/>
                  <a:pt x="102531" y="0"/>
                </a:cubicBezTo>
                <a:cubicBezTo>
                  <a:pt x="109263" y="0"/>
                  <a:pt x="115931" y="657"/>
                  <a:pt x="122534" y="1970"/>
                </a:cubicBezTo>
                <a:cubicBezTo>
                  <a:pt x="129137" y="3283"/>
                  <a:pt x="135547" y="5228"/>
                  <a:pt x="141767" y="7804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20"/>
                  <a:pt x="170271" y="25270"/>
                  <a:pt x="175032" y="30030"/>
                </a:cubicBezTo>
                <a:cubicBezTo>
                  <a:pt x="179792" y="34791"/>
                  <a:pt x="184041" y="39970"/>
                  <a:pt x="187782" y="45567"/>
                </a:cubicBezTo>
                <a:cubicBezTo>
                  <a:pt x="191523" y="51165"/>
                  <a:pt x="194681" y="57074"/>
                  <a:pt x="197258" y="63294"/>
                </a:cubicBezTo>
                <a:cubicBezTo>
                  <a:pt x="199834" y="69514"/>
                  <a:pt x="201779" y="75925"/>
                  <a:pt x="203093" y="82528"/>
                </a:cubicBezTo>
                <a:cubicBezTo>
                  <a:pt x="204406" y="89131"/>
                  <a:pt x="205062" y="95799"/>
                  <a:pt x="205062" y="102531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CED07-43FF-4809-B0B9-E101FF52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445" y="680720"/>
            <a:ext cx="205062" cy="205062"/>
          </a:xfrm>
          <a:custGeom xmlns:a="http://schemas.openxmlformats.org/drawingml/2006/main">
            <a:pathLst>
              <a:path w="205062" h="205062" fill="none">
                <a:moveTo>
                  <a:pt x="205062" y="102531"/>
                </a:moveTo>
                <a:cubicBezTo>
                  <a:pt x="205062" y="109263"/>
                  <a:pt x="204406" y="115931"/>
                  <a:pt x="203093" y="122534"/>
                </a:cubicBezTo>
                <a:cubicBezTo>
                  <a:pt x="201779" y="129137"/>
                  <a:pt x="199834" y="135548"/>
                  <a:pt x="197258" y="141768"/>
                </a:cubicBezTo>
                <a:cubicBezTo>
                  <a:pt x="194681" y="147987"/>
                  <a:pt x="191523" y="153896"/>
                  <a:pt x="187782" y="159494"/>
                </a:cubicBezTo>
                <a:cubicBezTo>
                  <a:pt x="184041" y="165092"/>
                  <a:pt x="179792" y="170271"/>
                  <a:pt x="175032" y="175032"/>
                </a:cubicBezTo>
                <a:cubicBezTo>
                  <a:pt x="170271" y="179791"/>
                  <a:pt x="165091" y="184042"/>
                  <a:pt x="159493" y="187783"/>
                </a:cubicBezTo>
                <a:cubicBezTo>
                  <a:pt x="153896" y="191523"/>
                  <a:pt x="147987" y="194681"/>
                  <a:pt x="141767" y="197257"/>
                </a:cubicBezTo>
                <a:cubicBezTo>
                  <a:pt x="135547" y="199834"/>
                  <a:pt x="129137" y="201779"/>
                  <a:pt x="122534" y="203092"/>
                </a:cubicBezTo>
                <a:cubicBezTo>
                  <a:pt x="115931" y="204405"/>
                  <a:pt x="109263" y="205062"/>
                  <a:pt x="102531" y="205062"/>
                </a:cubicBezTo>
                <a:cubicBezTo>
                  <a:pt x="95798" y="205062"/>
                  <a:pt x="89130" y="204405"/>
                  <a:pt x="82527" y="203092"/>
                </a:cubicBezTo>
                <a:cubicBezTo>
                  <a:pt x="75924" y="201779"/>
                  <a:pt x="69513" y="199834"/>
                  <a:pt x="63294" y="197257"/>
                </a:cubicBezTo>
                <a:cubicBezTo>
                  <a:pt x="57074" y="194681"/>
                  <a:pt x="51165" y="191523"/>
                  <a:pt x="45567" y="187783"/>
                </a:cubicBezTo>
                <a:cubicBezTo>
                  <a:pt x="39970" y="184042"/>
                  <a:pt x="34791" y="179791"/>
                  <a:pt x="30030" y="175032"/>
                </a:cubicBezTo>
                <a:cubicBezTo>
                  <a:pt x="25269" y="170271"/>
                  <a:pt x="21019" y="165092"/>
                  <a:pt x="17279" y="159494"/>
                </a:cubicBezTo>
                <a:cubicBezTo>
                  <a:pt x="13539" y="153896"/>
                  <a:pt x="10380" y="147987"/>
                  <a:pt x="7804" y="141768"/>
                </a:cubicBezTo>
                <a:cubicBezTo>
                  <a:pt x="5227" y="135548"/>
                  <a:pt x="3282" y="129137"/>
                  <a:pt x="1970" y="122534"/>
                </a:cubicBezTo>
                <a:cubicBezTo>
                  <a:pt x="656" y="115931"/>
                  <a:pt x="0" y="109263"/>
                  <a:pt x="0" y="102531"/>
                </a:cubicBezTo>
                <a:cubicBezTo>
                  <a:pt x="0" y="95799"/>
                  <a:pt x="656" y="89131"/>
                  <a:pt x="1970" y="82528"/>
                </a:cubicBezTo>
                <a:cubicBezTo>
                  <a:pt x="3282" y="75925"/>
                  <a:pt x="5227" y="69514"/>
                  <a:pt x="7804" y="63294"/>
                </a:cubicBezTo>
                <a:cubicBezTo>
                  <a:pt x="10380" y="57074"/>
                  <a:pt x="13538" y="51165"/>
                  <a:pt x="17279" y="45568"/>
                </a:cubicBezTo>
                <a:cubicBezTo>
                  <a:pt x="21019" y="39970"/>
                  <a:pt x="25269" y="34791"/>
                  <a:pt x="30030" y="30030"/>
                </a:cubicBezTo>
                <a:cubicBezTo>
                  <a:pt x="34791" y="25270"/>
                  <a:pt x="39970" y="21020"/>
                  <a:pt x="45567" y="17279"/>
                </a:cubicBezTo>
                <a:cubicBezTo>
                  <a:pt x="51165" y="13539"/>
                  <a:pt x="57074" y="10381"/>
                  <a:pt x="63294" y="7804"/>
                </a:cubicBezTo>
                <a:cubicBezTo>
                  <a:pt x="69513" y="5228"/>
                  <a:pt x="75924" y="3283"/>
                  <a:pt x="82527" y="1970"/>
                </a:cubicBezTo>
                <a:cubicBezTo>
                  <a:pt x="89130" y="657"/>
                  <a:pt x="95798" y="0"/>
                  <a:pt x="102531" y="0"/>
                </a:cubicBezTo>
                <a:cubicBezTo>
                  <a:pt x="109263" y="0"/>
                  <a:pt x="115931" y="657"/>
                  <a:pt x="122534" y="1970"/>
                </a:cubicBezTo>
                <a:cubicBezTo>
                  <a:pt x="129137" y="3283"/>
                  <a:pt x="135547" y="5228"/>
                  <a:pt x="141767" y="7804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20"/>
                  <a:pt x="170271" y="25270"/>
                  <a:pt x="175032" y="30030"/>
                </a:cubicBezTo>
                <a:cubicBezTo>
                  <a:pt x="179792" y="34791"/>
                  <a:pt x="184041" y="39970"/>
                  <a:pt x="187782" y="45567"/>
                </a:cubicBezTo>
                <a:cubicBezTo>
                  <a:pt x="191523" y="51165"/>
                  <a:pt x="194681" y="57074"/>
                  <a:pt x="197258" y="63294"/>
                </a:cubicBezTo>
                <a:cubicBezTo>
                  <a:pt x="199834" y="69514"/>
                  <a:pt x="201779" y="75925"/>
                  <a:pt x="203093" y="82528"/>
                </a:cubicBezTo>
                <a:cubicBezTo>
                  <a:pt x="204406" y="89131"/>
                  <a:pt x="205062" y="95799"/>
                  <a:pt x="205062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42" name="Text 3">
            <a:extLst xmlns:a="http://schemas.openxmlformats.org/drawingml/2006/main">
              <a:ext uri="{FF2B5EF4-FFF2-40B4-BE49-F238E27FC236}">
                <a16:creationId xmlns:a16="http://schemas.microsoft.com/office/drawing/2014/main" id="{4DD3259E-4EEC-4BE4-9D65-64DEBBF6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733" y="739035"/>
            <a:ext cx="69929" cy="113265"/>
          </a:xfrm>
          <a:custGeom xmlns:a="http://schemas.openxmlformats.org/drawingml/2006/main">
            <a:pathLst>
              <a:path w="69929" h="113265">
                <a:moveTo>
                  <a:pt x="21628" y="56392"/>
                </a:moveTo>
                <a:lnTo>
                  <a:pt x="21628" y="53508"/>
                </a:lnTo>
                <a:cubicBezTo>
                  <a:pt x="27715" y="51750"/>
                  <a:pt x="31934" y="50111"/>
                  <a:pt x="34284" y="48592"/>
                </a:cubicBezTo>
                <a:cubicBezTo>
                  <a:pt x="36634" y="47074"/>
                  <a:pt x="38663" y="44756"/>
                  <a:pt x="40372" y="41638"/>
                </a:cubicBezTo>
                <a:cubicBezTo>
                  <a:pt x="42080" y="38521"/>
                  <a:pt x="42935" y="35364"/>
                  <a:pt x="42935" y="32166"/>
                </a:cubicBezTo>
                <a:cubicBezTo>
                  <a:pt x="42935" y="27744"/>
                  <a:pt x="41320" y="23947"/>
                  <a:pt x="38089" y="20777"/>
                </a:cubicBezTo>
                <a:cubicBezTo>
                  <a:pt x="34858" y="17606"/>
                  <a:pt x="30839" y="16020"/>
                  <a:pt x="26033" y="16020"/>
                </a:cubicBezTo>
                <a:cubicBezTo>
                  <a:pt x="18557" y="16020"/>
                  <a:pt x="12202" y="19999"/>
                  <a:pt x="6969" y="27956"/>
                </a:cubicBezTo>
                <a:lnTo>
                  <a:pt x="4005" y="26914"/>
                </a:lnTo>
                <a:cubicBezTo>
                  <a:pt x="7850" y="17970"/>
                  <a:pt x="12776" y="11248"/>
                  <a:pt x="18784" y="6749"/>
                </a:cubicBezTo>
                <a:cubicBezTo>
                  <a:pt x="24792" y="2250"/>
                  <a:pt x="31480" y="0"/>
                  <a:pt x="38850" y="0"/>
                </a:cubicBezTo>
                <a:cubicBezTo>
                  <a:pt x="46379" y="0"/>
                  <a:pt x="52587" y="2296"/>
                  <a:pt x="57474" y="6889"/>
                </a:cubicBezTo>
                <a:cubicBezTo>
                  <a:pt x="62360" y="11481"/>
                  <a:pt x="64803" y="16848"/>
                  <a:pt x="64803" y="22989"/>
                </a:cubicBezTo>
                <a:cubicBezTo>
                  <a:pt x="64803" y="26995"/>
                  <a:pt x="63668" y="30853"/>
                  <a:pt x="61399" y="34564"/>
                </a:cubicBezTo>
                <a:cubicBezTo>
                  <a:pt x="59129" y="38276"/>
                  <a:pt x="55564" y="41546"/>
                  <a:pt x="50705" y="44377"/>
                </a:cubicBezTo>
                <a:cubicBezTo>
                  <a:pt x="56953" y="47424"/>
                  <a:pt x="61719" y="51180"/>
                  <a:pt x="65003" y="55644"/>
                </a:cubicBezTo>
                <a:cubicBezTo>
                  <a:pt x="68287" y="60108"/>
                  <a:pt x="69929" y="65708"/>
                  <a:pt x="69929" y="72445"/>
                </a:cubicBezTo>
                <a:cubicBezTo>
                  <a:pt x="69929" y="83780"/>
                  <a:pt x="65831" y="93417"/>
                  <a:pt x="57634" y="101357"/>
                </a:cubicBezTo>
                <a:cubicBezTo>
                  <a:pt x="49437" y="109296"/>
                  <a:pt x="38449" y="113265"/>
                  <a:pt x="24672" y="113265"/>
                </a:cubicBezTo>
                <a:cubicBezTo>
                  <a:pt x="15486" y="113265"/>
                  <a:pt x="8785" y="111737"/>
                  <a:pt x="4566" y="108682"/>
                </a:cubicBezTo>
                <a:cubicBezTo>
                  <a:pt x="1522" y="106539"/>
                  <a:pt x="0" y="103779"/>
                  <a:pt x="0" y="100401"/>
                </a:cubicBezTo>
                <a:cubicBezTo>
                  <a:pt x="0" y="97936"/>
                  <a:pt x="881" y="95833"/>
                  <a:pt x="2643" y="94090"/>
                </a:cubicBezTo>
                <a:cubicBezTo>
                  <a:pt x="4406" y="92348"/>
                  <a:pt x="6435" y="91477"/>
                  <a:pt x="8731" y="91477"/>
                </a:cubicBezTo>
                <a:cubicBezTo>
                  <a:pt x="10493" y="91477"/>
                  <a:pt x="12149" y="91852"/>
                  <a:pt x="13698" y="92603"/>
                </a:cubicBezTo>
                <a:cubicBezTo>
                  <a:pt x="14552" y="93034"/>
                  <a:pt x="17582" y="95384"/>
                  <a:pt x="22789" y="99652"/>
                </a:cubicBezTo>
                <a:cubicBezTo>
                  <a:pt x="27996" y="103921"/>
                  <a:pt x="32869" y="106056"/>
                  <a:pt x="37408" y="106056"/>
                </a:cubicBezTo>
                <a:cubicBezTo>
                  <a:pt x="41360" y="106056"/>
                  <a:pt x="44751" y="104491"/>
                  <a:pt x="47581" y="101362"/>
                </a:cubicBezTo>
                <a:cubicBezTo>
                  <a:pt x="50411" y="98233"/>
                  <a:pt x="51826" y="94261"/>
                  <a:pt x="51826" y="89447"/>
                </a:cubicBezTo>
                <a:cubicBezTo>
                  <a:pt x="51826" y="82119"/>
                  <a:pt x="49263" y="75366"/>
                  <a:pt x="44136" y="69189"/>
                </a:cubicBezTo>
                <a:cubicBezTo>
                  <a:pt x="39010" y="63011"/>
                  <a:pt x="31507" y="58745"/>
                  <a:pt x="21628" y="56392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3401D-2F2F-40AB-A5D2-04AE6F9A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071" y="1444577"/>
            <a:ext cx="2768341" cy="3609096"/>
          </a:xfrm>
          <a:custGeom xmlns:a="http://schemas.openxmlformats.org/drawingml/2006/main">
            <a:pathLst>
              <a:path w="2768341" h="3609096">
                <a:moveTo>
                  <a:pt x="0" y="0"/>
                </a:moveTo>
                <a:lnTo>
                  <a:pt x="2768341" y="0"/>
                </a:lnTo>
                <a:lnTo>
                  <a:pt x="2768341" y="3609096"/>
                </a:lnTo>
                <a:lnTo>
                  <a:pt x="0" y="36090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1BE80-E23F-4110-9393-5B57BE9A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5071" y="1444577"/>
            <a:ext cx="2768341" cy="3609096"/>
          </a:xfrm>
          <a:custGeom xmlns:a="http://schemas.openxmlformats.org/drawingml/2006/main">
            <a:pathLst>
              <a:path w="2768341" h="3609096" fill="none">
                <a:moveTo>
                  <a:pt x="0" y="0"/>
                </a:moveTo>
                <a:lnTo>
                  <a:pt x="2768341" y="0"/>
                </a:lnTo>
                <a:lnTo>
                  <a:pt x="2768341" y="3609096"/>
                </a:lnTo>
                <a:lnTo>
                  <a:pt x="0" y="36090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99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D3457-8854-4270-90F0-903615B3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336" y="1485590"/>
            <a:ext cx="205063" cy="205062"/>
          </a:xfrm>
          <a:custGeom xmlns:a="http://schemas.openxmlformats.org/drawingml/2006/main">
            <a:pathLst>
              <a:path w="205063" h="205062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7"/>
                  <a:pt x="191522" y="153896"/>
                  <a:pt x="187782" y="159494"/>
                </a:cubicBezTo>
                <a:cubicBezTo>
                  <a:pt x="184042" y="165092"/>
                  <a:pt x="179791" y="170271"/>
                  <a:pt x="175031" y="175031"/>
                </a:cubicBezTo>
                <a:cubicBezTo>
                  <a:pt x="170270" y="179791"/>
                  <a:pt x="165091" y="184042"/>
                  <a:pt x="159493" y="187782"/>
                </a:cubicBezTo>
                <a:cubicBezTo>
                  <a:pt x="153896" y="191522"/>
                  <a:pt x="147987" y="194681"/>
                  <a:pt x="141767" y="197257"/>
                </a:cubicBezTo>
                <a:cubicBezTo>
                  <a:pt x="135547" y="199834"/>
                  <a:pt x="129135" y="201779"/>
                  <a:pt x="122533" y="203092"/>
                </a:cubicBezTo>
                <a:cubicBezTo>
                  <a:pt x="115930" y="204406"/>
                  <a:pt x="109264" y="205062"/>
                  <a:pt x="102532" y="205062"/>
                </a:cubicBezTo>
                <a:cubicBezTo>
                  <a:pt x="95799" y="205062"/>
                  <a:pt x="89132" y="204406"/>
                  <a:pt x="82529" y="203092"/>
                </a:cubicBezTo>
                <a:cubicBezTo>
                  <a:pt x="75926" y="201779"/>
                  <a:pt x="69513" y="199834"/>
                  <a:pt x="63294" y="197257"/>
                </a:cubicBezTo>
                <a:cubicBezTo>
                  <a:pt x="57074" y="194681"/>
                  <a:pt x="51166" y="191523"/>
                  <a:pt x="45567" y="187782"/>
                </a:cubicBezTo>
                <a:cubicBezTo>
                  <a:pt x="39970" y="184042"/>
                  <a:pt x="34790" y="179791"/>
                  <a:pt x="30031" y="175031"/>
                </a:cubicBezTo>
                <a:cubicBezTo>
                  <a:pt x="25270" y="170271"/>
                  <a:pt x="21019" y="165092"/>
                  <a:pt x="17280" y="159494"/>
                </a:cubicBezTo>
                <a:cubicBezTo>
                  <a:pt x="13539" y="153896"/>
                  <a:pt x="10381" y="147987"/>
                  <a:pt x="7804" y="141767"/>
                </a:cubicBezTo>
                <a:cubicBezTo>
                  <a:pt x="5227" y="135548"/>
                  <a:pt x="3282" y="129136"/>
                  <a:pt x="1969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69" y="82528"/>
                </a:cubicBezTo>
                <a:cubicBezTo>
                  <a:pt x="3282" y="75925"/>
                  <a:pt x="5227" y="69514"/>
                  <a:pt x="7804" y="63294"/>
                </a:cubicBezTo>
                <a:cubicBezTo>
                  <a:pt x="10381" y="57074"/>
                  <a:pt x="13539" y="51166"/>
                  <a:pt x="17279" y="45568"/>
                </a:cubicBezTo>
                <a:cubicBezTo>
                  <a:pt x="21019" y="39970"/>
                  <a:pt x="25270" y="34791"/>
                  <a:pt x="30031" y="30031"/>
                </a:cubicBezTo>
                <a:cubicBezTo>
                  <a:pt x="34790" y="25270"/>
                  <a:pt x="39970" y="21019"/>
                  <a:pt x="45567" y="17279"/>
                </a:cubicBezTo>
                <a:cubicBezTo>
                  <a:pt x="51164" y="13539"/>
                  <a:pt x="57073" y="10381"/>
                  <a:pt x="63294" y="7804"/>
                </a:cubicBezTo>
                <a:cubicBezTo>
                  <a:pt x="69513" y="5228"/>
                  <a:pt x="75926" y="3283"/>
                  <a:pt x="82529" y="1970"/>
                </a:cubicBezTo>
                <a:cubicBezTo>
                  <a:pt x="89132" y="657"/>
                  <a:pt x="95799" y="0"/>
                  <a:pt x="102532" y="0"/>
                </a:cubicBezTo>
                <a:cubicBezTo>
                  <a:pt x="109264" y="0"/>
                  <a:pt x="115930" y="657"/>
                  <a:pt x="122533" y="1970"/>
                </a:cubicBezTo>
                <a:cubicBezTo>
                  <a:pt x="129135" y="3283"/>
                  <a:pt x="135547" y="5228"/>
                  <a:pt x="141767" y="7804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19"/>
                  <a:pt x="170270" y="25270"/>
                  <a:pt x="175031" y="30031"/>
                </a:cubicBezTo>
                <a:cubicBezTo>
                  <a:pt x="179791" y="34791"/>
                  <a:pt x="184041" y="39970"/>
                  <a:pt x="187781" y="45568"/>
                </a:cubicBezTo>
                <a:cubicBezTo>
                  <a:pt x="191521" y="51166"/>
                  <a:pt x="194680" y="57074"/>
                  <a:pt x="197257" y="63294"/>
                </a:cubicBezTo>
                <a:cubicBezTo>
                  <a:pt x="199834" y="69514"/>
                  <a:pt x="201779" y="75925"/>
                  <a:pt x="203092" y="82528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02A2C-C046-41FF-8279-6A1CF8D9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336" y="1485590"/>
            <a:ext cx="205063" cy="205062"/>
          </a:xfrm>
          <a:custGeom xmlns:a="http://schemas.openxmlformats.org/drawingml/2006/main">
            <a:pathLst>
              <a:path w="205063" h="205062" fill="none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7"/>
                  <a:pt x="191522" y="153896"/>
                  <a:pt x="187782" y="159494"/>
                </a:cubicBezTo>
                <a:cubicBezTo>
                  <a:pt x="184042" y="165092"/>
                  <a:pt x="179791" y="170271"/>
                  <a:pt x="175031" y="175031"/>
                </a:cubicBezTo>
                <a:cubicBezTo>
                  <a:pt x="170270" y="179791"/>
                  <a:pt x="165091" y="184042"/>
                  <a:pt x="159493" y="187782"/>
                </a:cubicBezTo>
                <a:cubicBezTo>
                  <a:pt x="153896" y="191522"/>
                  <a:pt x="147987" y="194681"/>
                  <a:pt x="141767" y="197257"/>
                </a:cubicBezTo>
                <a:cubicBezTo>
                  <a:pt x="135547" y="199834"/>
                  <a:pt x="129135" y="201779"/>
                  <a:pt x="122533" y="203092"/>
                </a:cubicBezTo>
                <a:cubicBezTo>
                  <a:pt x="115930" y="204406"/>
                  <a:pt x="109264" y="205062"/>
                  <a:pt x="102532" y="205062"/>
                </a:cubicBezTo>
                <a:cubicBezTo>
                  <a:pt x="95799" y="205062"/>
                  <a:pt x="89132" y="204406"/>
                  <a:pt x="82529" y="203092"/>
                </a:cubicBezTo>
                <a:cubicBezTo>
                  <a:pt x="75926" y="201779"/>
                  <a:pt x="69513" y="199834"/>
                  <a:pt x="63294" y="197257"/>
                </a:cubicBezTo>
                <a:cubicBezTo>
                  <a:pt x="57074" y="194681"/>
                  <a:pt x="51166" y="191523"/>
                  <a:pt x="45567" y="187782"/>
                </a:cubicBezTo>
                <a:cubicBezTo>
                  <a:pt x="39970" y="184042"/>
                  <a:pt x="34790" y="179791"/>
                  <a:pt x="30031" y="175031"/>
                </a:cubicBezTo>
                <a:cubicBezTo>
                  <a:pt x="25270" y="170271"/>
                  <a:pt x="21019" y="165092"/>
                  <a:pt x="17280" y="159494"/>
                </a:cubicBezTo>
                <a:cubicBezTo>
                  <a:pt x="13539" y="153896"/>
                  <a:pt x="10381" y="147987"/>
                  <a:pt x="7804" y="141767"/>
                </a:cubicBezTo>
                <a:cubicBezTo>
                  <a:pt x="5227" y="135548"/>
                  <a:pt x="3282" y="129136"/>
                  <a:pt x="1969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69" y="82528"/>
                </a:cubicBezTo>
                <a:cubicBezTo>
                  <a:pt x="3282" y="75925"/>
                  <a:pt x="5227" y="69514"/>
                  <a:pt x="7804" y="63294"/>
                </a:cubicBezTo>
                <a:cubicBezTo>
                  <a:pt x="10381" y="57074"/>
                  <a:pt x="13539" y="51166"/>
                  <a:pt x="17279" y="45568"/>
                </a:cubicBezTo>
                <a:cubicBezTo>
                  <a:pt x="21019" y="39970"/>
                  <a:pt x="25270" y="34791"/>
                  <a:pt x="30031" y="30031"/>
                </a:cubicBezTo>
                <a:cubicBezTo>
                  <a:pt x="34790" y="25270"/>
                  <a:pt x="39970" y="21019"/>
                  <a:pt x="45567" y="17279"/>
                </a:cubicBezTo>
                <a:cubicBezTo>
                  <a:pt x="51164" y="13539"/>
                  <a:pt x="57073" y="10381"/>
                  <a:pt x="63294" y="7804"/>
                </a:cubicBezTo>
                <a:cubicBezTo>
                  <a:pt x="69513" y="5228"/>
                  <a:pt x="75926" y="3283"/>
                  <a:pt x="82529" y="1970"/>
                </a:cubicBezTo>
                <a:cubicBezTo>
                  <a:pt x="89132" y="657"/>
                  <a:pt x="95799" y="0"/>
                  <a:pt x="102532" y="0"/>
                </a:cubicBezTo>
                <a:cubicBezTo>
                  <a:pt x="109264" y="0"/>
                  <a:pt x="115930" y="657"/>
                  <a:pt x="122533" y="1970"/>
                </a:cubicBezTo>
                <a:cubicBezTo>
                  <a:pt x="129135" y="3283"/>
                  <a:pt x="135547" y="5228"/>
                  <a:pt x="141767" y="7804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19"/>
                  <a:pt x="170270" y="25270"/>
                  <a:pt x="175031" y="30031"/>
                </a:cubicBezTo>
                <a:cubicBezTo>
                  <a:pt x="179791" y="34791"/>
                  <a:pt x="184041" y="39970"/>
                  <a:pt x="187781" y="45568"/>
                </a:cubicBezTo>
                <a:cubicBezTo>
                  <a:pt x="191521" y="51166"/>
                  <a:pt x="194680" y="57074"/>
                  <a:pt x="197257" y="63294"/>
                </a:cubicBezTo>
                <a:cubicBezTo>
                  <a:pt x="199834" y="69514"/>
                  <a:pt x="201779" y="75925"/>
                  <a:pt x="203092" y="82528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47" name="Text 1Splitlongtextintosmallchunks.">
            <a:extLst xmlns:a="http://schemas.openxmlformats.org/drawingml/2006/main">
              <a:ext uri="{FF2B5EF4-FFF2-40B4-BE49-F238E27FC236}">
                <a16:creationId xmlns:a16="http://schemas.microsoft.com/office/drawing/2014/main" id="{AE76DED2-9F3B-497E-9F65-CF52EDF8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669" y="1535734"/>
            <a:ext cx="2379904" cy="149311"/>
          </a:xfrm>
          <a:custGeom xmlns:a="http://schemas.openxmlformats.org/drawingml/2006/main">
            <a:pathLst>
              <a:path w="2379904" h="149311">
                <a:moveTo>
                  <a:pt x="42615" y="3044"/>
                </a:moveTo>
                <a:lnTo>
                  <a:pt x="42615" y="91797"/>
                </a:lnTo>
                <a:cubicBezTo>
                  <a:pt x="42615" y="98529"/>
                  <a:pt x="42908" y="102824"/>
                  <a:pt x="43496" y="104681"/>
                </a:cubicBezTo>
                <a:cubicBezTo>
                  <a:pt x="44083" y="106539"/>
                  <a:pt x="45311" y="108060"/>
                  <a:pt x="47180" y="109245"/>
                </a:cubicBezTo>
                <a:cubicBezTo>
                  <a:pt x="49049" y="110430"/>
                  <a:pt x="52040" y="111022"/>
                  <a:pt x="56152" y="111022"/>
                </a:cubicBezTo>
                <a:lnTo>
                  <a:pt x="58635" y="111022"/>
                </a:lnTo>
                <a:lnTo>
                  <a:pt x="58635" y="113906"/>
                </a:lnTo>
                <a:lnTo>
                  <a:pt x="1442" y="113906"/>
                </a:lnTo>
                <a:lnTo>
                  <a:pt x="1442" y="111022"/>
                </a:lnTo>
                <a:lnTo>
                  <a:pt x="4326" y="111022"/>
                </a:lnTo>
                <a:cubicBezTo>
                  <a:pt x="8971" y="111022"/>
                  <a:pt x="12282" y="110484"/>
                  <a:pt x="14258" y="109407"/>
                </a:cubicBezTo>
                <a:cubicBezTo>
                  <a:pt x="16234" y="108329"/>
                  <a:pt x="17569" y="106848"/>
                  <a:pt x="18263" y="104964"/>
                </a:cubicBezTo>
                <a:cubicBezTo>
                  <a:pt x="18958" y="103079"/>
                  <a:pt x="19305" y="98690"/>
                  <a:pt x="19305" y="91797"/>
                </a:cubicBezTo>
                <a:lnTo>
                  <a:pt x="19305" y="35565"/>
                </a:lnTo>
                <a:cubicBezTo>
                  <a:pt x="19305" y="30546"/>
                  <a:pt x="19064" y="27408"/>
                  <a:pt x="18584" y="26153"/>
                </a:cubicBezTo>
                <a:cubicBezTo>
                  <a:pt x="18103" y="24899"/>
                  <a:pt x="17209" y="23830"/>
                  <a:pt x="15900" y="22949"/>
                </a:cubicBezTo>
                <a:cubicBezTo>
                  <a:pt x="14592" y="22068"/>
                  <a:pt x="13083" y="21628"/>
                  <a:pt x="11375" y="21628"/>
                </a:cubicBezTo>
                <a:cubicBezTo>
                  <a:pt x="8651" y="21628"/>
                  <a:pt x="5340" y="22482"/>
                  <a:pt x="1442" y="24191"/>
                </a:cubicBezTo>
                <a:lnTo>
                  <a:pt x="0" y="21307"/>
                </a:lnTo>
                <a:lnTo>
                  <a:pt x="39971" y="3044"/>
                </a:lnTo>
                <a:lnTo>
                  <a:pt x="42615" y="3044"/>
                </a:lnTo>
                <a:close/>
                <a:moveTo>
                  <a:pt x="297340" y="2884"/>
                </a:moveTo>
                <a:lnTo>
                  <a:pt x="297340" y="40372"/>
                </a:lnTo>
                <a:lnTo>
                  <a:pt x="294376" y="40372"/>
                </a:lnTo>
                <a:cubicBezTo>
                  <a:pt x="293415" y="33162"/>
                  <a:pt x="291693" y="27422"/>
                  <a:pt x="289210" y="23150"/>
                </a:cubicBezTo>
                <a:cubicBezTo>
                  <a:pt x="286726" y="18877"/>
                  <a:pt x="283189" y="15486"/>
                  <a:pt x="278596" y="12977"/>
                </a:cubicBezTo>
                <a:cubicBezTo>
                  <a:pt x="274004" y="10467"/>
                  <a:pt x="269251" y="9212"/>
                  <a:pt x="264338" y="9212"/>
                </a:cubicBezTo>
                <a:cubicBezTo>
                  <a:pt x="258784" y="9212"/>
                  <a:pt x="254192" y="10906"/>
                  <a:pt x="250560" y="14296"/>
                </a:cubicBezTo>
                <a:cubicBezTo>
                  <a:pt x="246929" y="17683"/>
                  <a:pt x="245113" y="21538"/>
                  <a:pt x="245113" y="25861"/>
                </a:cubicBezTo>
                <a:cubicBezTo>
                  <a:pt x="245113" y="29170"/>
                  <a:pt x="246261" y="32185"/>
                  <a:pt x="248558" y="34905"/>
                </a:cubicBezTo>
                <a:cubicBezTo>
                  <a:pt x="251869" y="38908"/>
                  <a:pt x="259745" y="44245"/>
                  <a:pt x="272188" y="50915"/>
                </a:cubicBezTo>
                <a:cubicBezTo>
                  <a:pt x="282334" y="56357"/>
                  <a:pt x="289263" y="60532"/>
                  <a:pt x="292974" y="63441"/>
                </a:cubicBezTo>
                <a:cubicBezTo>
                  <a:pt x="296686" y="66348"/>
                  <a:pt x="299543" y="69777"/>
                  <a:pt x="301545" y="73727"/>
                </a:cubicBezTo>
                <a:cubicBezTo>
                  <a:pt x="303548" y="77675"/>
                  <a:pt x="304549" y="81810"/>
                  <a:pt x="304549" y="86133"/>
                </a:cubicBezTo>
                <a:cubicBezTo>
                  <a:pt x="304549" y="94350"/>
                  <a:pt x="301359" y="101434"/>
                  <a:pt x="294977" y="107385"/>
                </a:cubicBezTo>
                <a:cubicBezTo>
                  <a:pt x="288596" y="113334"/>
                  <a:pt x="280385" y="116309"/>
                  <a:pt x="270346" y="116309"/>
                </a:cubicBezTo>
                <a:cubicBezTo>
                  <a:pt x="267195" y="116309"/>
                  <a:pt x="264231" y="116072"/>
                  <a:pt x="261454" y="115598"/>
                </a:cubicBezTo>
                <a:cubicBezTo>
                  <a:pt x="259799" y="115334"/>
                  <a:pt x="256368" y="114372"/>
                  <a:pt x="251161" y="112712"/>
                </a:cubicBezTo>
                <a:cubicBezTo>
                  <a:pt x="245954" y="111051"/>
                  <a:pt x="242657" y="110221"/>
                  <a:pt x="241268" y="110221"/>
                </a:cubicBezTo>
                <a:cubicBezTo>
                  <a:pt x="239933" y="110221"/>
                  <a:pt x="238879" y="110616"/>
                  <a:pt x="238104" y="111408"/>
                </a:cubicBezTo>
                <a:cubicBezTo>
                  <a:pt x="237330" y="112199"/>
                  <a:pt x="236756" y="113832"/>
                  <a:pt x="236382" y="116309"/>
                </a:cubicBezTo>
                <a:lnTo>
                  <a:pt x="233418" y="116309"/>
                </a:lnTo>
                <a:lnTo>
                  <a:pt x="233418" y="79141"/>
                </a:lnTo>
                <a:lnTo>
                  <a:pt x="236382" y="79141"/>
                </a:lnTo>
                <a:cubicBezTo>
                  <a:pt x="237771" y="86938"/>
                  <a:pt x="239640" y="92772"/>
                  <a:pt x="241989" y="96644"/>
                </a:cubicBezTo>
                <a:cubicBezTo>
                  <a:pt x="244339" y="100515"/>
                  <a:pt x="247930" y="103733"/>
                  <a:pt x="252763" y="106296"/>
                </a:cubicBezTo>
                <a:cubicBezTo>
                  <a:pt x="257596" y="108859"/>
                  <a:pt x="262896" y="110141"/>
                  <a:pt x="268663" y="110141"/>
                </a:cubicBezTo>
                <a:cubicBezTo>
                  <a:pt x="275339" y="110141"/>
                  <a:pt x="280612" y="108380"/>
                  <a:pt x="284484" y="104859"/>
                </a:cubicBezTo>
                <a:cubicBezTo>
                  <a:pt x="288355" y="101336"/>
                  <a:pt x="290291" y="97173"/>
                  <a:pt x="290291" y="92371"/>
                </a:cubicBezTo>
                <a:cubicBezTo>
                  <a:pt x="290291" y="89702"/>
                  <a:pt x="289557" y="87008"/>
                  <a:pt x="288088" y="84288"/>
                </a:cubicBezTo>
                <a:cubicBezTo>
                  <a:pt x="286620" y="81566"/>
                  <a:pt x="284337" y="79031"/>
                  <a:pt x="281239" y="76683"/>
                </a:cubicBezTo>
                <a:cubicBezTo>
                  <a:pt x="279157" y="75083"/>
                  <a:pt x="273470" y="71681"/>
                  <a:pt x="264178" y="66478"/>
                </a:cubicBezTo>
                <a:cubicBezTo>
                  <a:pt x="254886" y="61274"/>
                  <a:pt x="248277" y="57126"/>
                  <a:pt x="244352" y="54032"/>
                </a:cubicBezTo>
                <a:cubicBezTo>
                  <a:pt x="240427" y="50936"/>
                  <a:pt x="237450" y="47521"/>
                  <a:pt x="235421" y="43786"/>
                </a:cubicBezTo>
                <a:cubicBezTo>
                  <a:pt x="233392" y="40050"/>
                  <a:pt x="232377" y="35940"/>
                  <a:pt x="232377" y="31458"/>
                </a:cubicBezTo>
                <a:cubicBezTo>
                  <a:pt x="232377" y="23668"/>
                  <a:pt x="235367" y="16958"/>
                  <a:pt x="241348" y="11329"/>
                </a:cubicBezTo>
                <a:cubicBezTo>
                  <a:pt x="247329" y="5699"/>
                  <a:pt x="254939" y="2884"/>
                  <a:pt x="264178" y="2884"/>
                </a:cubicBezTo>
                <a:cubicBezTo>
                  <a:pt x="269945" y="2884"/>
                  <a:pt x="276060" y="4299"/>
                  <a:pt x="282521" y="7129"/>
                </a:cubicBezTo>
                <a:cubicBezTo>
                  <a:pt x="285512" y="8464"/>
                  <a:pt x="287621" y="9132"/>
                  <a:pt x="288849" y="9132"/>
                </a:cubicBezTo>
                <a:cubicBezTo>
                  <a:pt x="290238" y="9132"/>
                  <a:pt x="291372" y="8718"/>
                  <a:pt x="292254" y="7890"/>
                </a:cubicBezTo>
                <a:cubicBezTo>
                  <a:pt x="293135" y="7062"/>
                  <a:pt x="293842" y="5394"/>
                  <a:pt x="294376" y="2884"/>
                </a:cubicBezTo>
                <a:lnTo>
                  <a:pt x="297340" y="2884"/>
                </a:lnTo>
                <a:close/>
                <a:moveTo>
                  <a:pt x="313175" y="47749"/>
                </a:moveTo>
                <a:lnTo>
                  <a:pt x="335764" y="38609"/>
                </a:lnTo>
                <a:lnTo>
                  <a:pt x="338808" y="38609"/>
                </a:lnTo>
                <a:lnTo>
                  <a:pt x="338808" y="55751"/>
                </a:lnTo>
                <a:cubicBezTo>
                  <a:pt x="342600" y="49290"/>
                  <a:pt x="346405" y="44791"/>
                  <a:pt x="350223" y="42254"/>
                </a:cubicBezTo>
                <a:cubicBezTo>
                  <a:pt x="354041" y="39717"/>
                  <a:pt x="358059" y="38449"/>
                  <a:pt x="362278" y="38449"/>
                </a:cubicBezTo>
                <a:cubicBezTo>
                  <a:pt x="369648" y="38449"/>
                  <a:pt x="375789" y="41330"/>
                  <a:pt x="380702" y="47090"/>
                </a:cubicBezTo>
                <a:cubicBezTo>
                  <a:pt x="386736" y="54133"/>
                  <a:pt x="389753" y="63308"/>
                  <a:pt x="389753" y="74618"/>
                </a:cubicBezTo>
                <a:cubicBezTo>
                  <a:pt x="389753" y="87261"/>
                  <a:pt x="386122" y="97717"/>
                  <a:pt x="378859" y="105986"/>
                </a:cubicBezTo>
                <a:cubicBezTo>
                  <a:pt x="372878" y="112761"/>
                  <a:pt x="365349" y="116149"/>
                  <a:pt x="356270" y="116149"/>
                </a:cubicBezTo>
                <a:cubicBezTo>
                  <a:pt x="352319" y="116149"/>
                  <a:pt x="348901" y="115588"/>
                  <a:pt x="346017" y="114466"/>
                </a:cubicBezTo>
                <a:cubicBezTo>
                  <a:pt x="343881" y="113665"/>
                  <a:pt x="341478" y="112063"/>
                  <a:pt x="338808" y="109660"/>
                </a:cubicBezTo>
                <a:lnTo>
                  <a:pt x="338808" y="132009"/>
                </a:lnTo>
                <a:cubicBezTo>
                  <a:pt x="338808" y="137029"/>
                  <a:pt x="339115" y="140219"/>
                  <a:pt x="339729" y="141581"/>
                </a:cubicBezTo>
                <a:cubicBezTo>
                  <a:pt x="340343" y="142943"/>
                  <a:pt x="341411" y="144024"/>
                  <a:pt x="342933" y="144825"/>
                </a:cubicBezTo>
                <a:cubicBezTo>
                  <a:pt x="344455" y="145626"/>
                  <a:pt x="347219" y="146027"/>
                  <a:pt x="351224" y="146027"/>
                </a:cubicBezTo>
                <a:lnTo>
                  <a:pt x="351224" y="148991"/>
                </a:lnTo>
                <a:lnTo>
                  <a:pt x="312775" y="148991"/>
                </a:lnTo>
                <a:lnTo>
                  <a:pt x="312775" y="146027"/>
                </a:lnTo>
                <a:lnTo>
                  <a:pt x="314777" y="146027"/>
                </a:lnTo>
                <a:cubicBezTo>
                  <a:pt x="317714" y="146080"/>
                  <a:pt x="320224" y="145519"/>
                  <a:pt x="322307" y="144342"/>
                </a:cubicBezTo>
                <a:cubicBezTo>
                  <a:pt x="323322" y="143755"/>
                  <a:pt x="324109" y="142806"/>
                  <a:pt x="324670" y="141496"/>
                </a:cubicBezTo>
                <a:cubicBezTo>
                  <a:pt x="325231" y="140188"/>
                  <a:pt x="325511" y="136862"/>
                  <a:pt x="325511" y="131518"/>
                </a:cubicBezTo>
                <a:lnTo>
                  <a:pt x="325511" y="62097"/>
                </a:lnTo>
                <a:cubicBezTo>
                  <a:pt x="325511" y="57341"/>
                  <a:pt x="325298" y="54322"/>
                  <a:pt x="324870" y="53040"/>
                </a:cubicBezTo>
                <a:cubicBezTo>
                  <a:pt x="324443" y="51757"/>
                  <a:pt x="323762" y="50795"/>
                  <a:pt x="322828" y="50154"/>
                </a:cubicBezTo>
                <a:cubicBezTo>
                  <a:pt x="321893" y="49512"/>
                  <a:pt x="320625" y="49190"/>
                  <a:pt x="319023" y="49190"/>
                </a:cubicBezTo>
                <a:cubicBezTo>
                  <a:pt x="317741" y="49190"/>
                  <a:pt x="316112" y="49564"/>
                  <a:pt x="314137" y="50312"/>
                </a:cubicBezTo>
                <a:lnTo>
                  <a:pt x="313175" y="47749"/>
                </a:lnTo>
                <a:moveTo>
                  <a:pt x="338808" y="60623"/>
                </a:moveTo>
                <a:lnTo>
                  <a:pt x="338808" y="87983"/>
                </a:lnTo>
                <a:cubicBezTo>
                  <a:pt x="338808" y="93903"/>
                  <a:pt x="339048" y="97797"/>
                  <a:pt x="339529" y="99662"/>
                </a:cubicBezTo>
                <a:cubicBezTo>
                  <a:pt x="340277" y="102756"/>
                  <a:pt x="342106" y="105477"/>
                  <a:pt x="345016" y="107823"/>
                </a:cubicBezTo>
                <a:cubicBezTo>
                  <a:pt x="347926" y="110169"/>
                  <a:pt x="351598" y="111342"/>
                  <a:pt x="356030" y="111342"/>
                </a:cubicBezTo>
                <a:cubicBezTo>
                  <a:pt x="361370" y="111342"/>
                  <a:pt x="365696" y="109262"/>
                  <a:pt x="369007" y="105102"/>
                </a:cubicBezTo>
                <a:cubicBezTo>
                  <a:pt x="373332" y="99663"/>
                  <a:pt x="375495" y="92010"/>
                  <a:pt x="375495" y="82143"/>
                </a:cubicBezTo>
                <a:cubicBezTo>
                  <a:pt x="375495" y="70943"/>
                  <a:pt x="373039" y="62331"/>
                  <a:pt x="368126" y="56305"/>
                </a:cubicBezTo>
                <a:cubicBezTo>
                  <a:pt x="364708" y="52144"/>
                  <a:pt x="360649" y="50064"/>
                  <a:pt x="355950" y="50064"/>
                </a:cubicBezTo>
                <a:cubicBezTo>
                  <a:pt x="353387" y="50064"/>
                  <a:pt x="350850" y="50704"/>
                  <a:pt x="348340" y="51984"/>
                </a:cubicBezTo>
                <a:cubicBezTo>
                  <a:pt x="346418" y="52944"/>
                  <a:pt x="343240" y="55823"/>
                  <a:pt x="338808" y="60623"/>
                </a:cubicBezTo>
                <a:close/>
                <a:moveTo>
                  <a:pt x="425719" y="0"/>
                </a:moveTo>
                <a:lnTo>
                  <a:pt x="425719" y="97254"/>
                </a:lnTo>
                <a:cubicBezTo>
                  <a:pt x="425719" y="101844"/>
                  <a:pt x="426053" y="104886"/>
                  <a:pt x="426721" y="106381"/>
                </a:cubicBezTo>
                <a:cubicBezTo>
                  <a:pt x="427388" y="107875"/>
                  <a:pt x="428416" y="109009"/>
                  <a:pt x="429805" y="109783"/>
                </a:cubicBezTo>
                <a:cubicBezTo>
                  <a:pt x="431193" y="110556"/>
                  <a:pt x="433783" y="110942"/>
                  <a:pt x="437575" y="110942"/>
                </a:cubicBezTo>
                <a:lnTo>
                  <a:pt x="437575" y="113906"/>
                </a:lnTo>
                <a:lnTo>
                  <a:pt x="401609" y="113906"/>
                </a:lnTo>
                <a:lnTo>
                  <a:pt x="401609" y="110942"/>
                </a:lnTo>
                <a:cubicBezTo>
                  <a:pt x="404973" y="110942"/>
                  <a:pt x="407269" y="110596"/>
                  <a:pt x="408497" y="109903"/>
                </a:cubicBezTo>
                <a:cubicBezTo>
                  <a:pt x="409726" y="109209"/>
                  <a:pt x="410687" y="108062"/>
                  <a:pt x="411381" y="106461"/>
                </a:cubicBezTo>
                <a:cubicBezTo>
                  <a:pt x="412075" y="104859"/>
                  <a:pt x="412422" y="101790"/>
                  <a:pt x="412422" y="97254"/>
                </a:cubicBezTo>
                <a:lnTo>
                  <a:pt x="412422" y="30657"/>
                </a:lnTo>
                <a:cubicBezTo>
                  <a:pt x="412422" y="22386"/>
                  <a:pt x="412236" y="17304"/>
                  <a:pt x="411862" y="15410"/>
                </a:cubicBezTo>
                <a:cubicBezTo>
                  <a:pt x="411488" y="13514"/>
                  <a:pt x="410887" y="12220"/>
                  <a:pt x="410059" y="11527"/>
                </a:cubicBezTo>
                <a:cubicBezTo>
                  <a:pt x="409232" y="10833"/>
                  <a:pt x="408177" y="10486"/>
                  <a:pt x="406895" y="10486"/>
                </a:cubicBezTo>
                <a:cubicBezTo>
                  <a:pt x="405507" y="10486"/>
                  <a:pt x="403745" y="10913"/>
                  <a:pt x="401609" y="11768"/>
                </a:cubicBezTo>
                <a:lnTo>
                  <a:pt x="400247" y="8964"/>
                </a:lnTo>
                <a:lnTo>
                  <a:pt x="422115" y="0"/>
                </a:lnTo>
                <a:lnTo>
                  <a:pt x="425719" y="0"/>
                </a:lnTo>
                <a:close/>
                <a:moveTo>
                  <a:pt x="464757" y="0"/>
                </a:moveTo>
                <a:cubicBezTo>
                  <a:pt x="467000" y="0"/>
                  <a:pt x="468909" y="792"/>
                  <a:pt x="470484" y="2376"/>
                </a:cubicBezTo>
                <a:cubicBezTo>
                  <a:pt x="472059" y="3958"/>
                  <a:pt x="472847" y="5876"/>
                  <a:pt x="472847" y="8130"/>
                </a:cubicBezTo>
                <a:cubicBezTo>
                  <a:pt x="472847" y="10385"/>
                  <a:pt x="472059" y="12317"/>
                  <a:pt x="470484" y="13928"/>
                </a:cubicBezTo>
                <a:cubicBezTo>
                  <a:pt x="468909" y="15537"/>
                  <a:pt x="467000" y="16341"/>
                  <a:pt x="464757" y="16341"/>
                </a:cubicBezTo>
                <a:cubicBezTo>
                  <a:pt x="462514" y="16341"/>
                  <a:pt x="460591" y="15537"/>
                  <a:pt x="458989" y="13928"/>
                </a:cubicBezTo>
                <a:cubicBezTo>
                  <a:pt x="457387" y="12317"/>
                  <a:pt x="456586" y="10385"/>
                  <a:pt x="456586" y="8130"/>
                </a:cubicBezTo>
                <a:cubicBezTo>
                  <a:pt x="456586" y="5876"/>
                  <a:pt x="457374" y="3958"/>
                  <a:pt x="458949" y="2376"/>
                </a:cubicBezTo>
                <a:cubicBezTo>
                  <a:pt x="460525" y="792"/>
                  <a:pt x="462461" y="0"/>
                  <a:pt x="464757" y="0"/>
                </a:cubicBezTo>
                <a:moveTo>
                  <a:pt x="471405" y="38449"/>
                </a:moveTo>
                <a:lnTo>
                  <a:pt x="471405" y="97274"/>
                </a:lnTo>
                <a:cubicBezTo>
                  <a:pt x="471405" y="101857"/>
                  <a:pt x="471739" y="104908"/>
                  <a:pt x="472407" y="106426"/>
                </a:cubicBezTo>
                <a:cubicBezTo>
                  <a:pt x="473074" y="107945"/>
                  <a:pt x="474062" y="109077"/>
                  <a:pt x="475370" y="109823"/>
                </a:cubicBezTo>
                <a:cubicBezTo>
                  <a:pt x="476679" y="110569"/>
                  <a:pt x="479068" y="110942"/>
                  <a:pt x="482540" y="110942"/>
                </a:cubicBezTo>
                <a:lnTo>
                  <a:pt x="482540" y="113906"/>
                </a:lnTo>
                <a:lnTo>
                  <a:pt x="446894" y="113906"/>
                </a:lnTo>
                <a:lnTo>
                  <a:pt x="446894" y="110942"/>
                </a:lnTo>
                <a:cubicBezTo>
                  <a:pt x="450472" y="110942"/>
                  <a:pt x="452875" y="110596"/>
                  <a:pt x="454103" y="109903"/>
                </a:cubicBezTo>
                <a:cubicBezTo>
                  <a:pt x="455331" y="109211"/>
                  <a:pt x="456306" y="108065"/>
                  <a:pt x="457027" y="106466"/>
                </a:cubicBezTo>
                <a:cubicBezTo>
                  <a:pt x="457748" y="104867"/>
                  <a:pt x="458108" y="101804"/>
                  <a:pt x="458108" y="97274"/>
                </a:cubicBezTo>
                <a:lnTo>
                  <a:pt x="458108" y="69061"/>
                </a:lnTo>
                <a:cubicBezTo>
                  <a:pt x="458108" y="61121"/>
                  <a:pt x="457868" y="55979"/>
                  <a:pt x="457387" y="53636"/>
                </a:cubicBezTo>
                <a:cubicBezTo>
                  <a:pt x="457014" y="51931"/>
                  <a:pt x="456426" y="50745"/>
                  <a:pt x="455625" y="50079"/>
                </a:cubicBezTo>
                <a:cubicBezTo>
                  <a:pt x="454824" y="49413"/>
                  <a:pt x="453729" y="49080"/>
                  <a:pt x="452341" y="49080"/>
                </a:cubicBezTo>
                <a:cubicBezTo>
                  <a:pt x="450846" y="49080"/>
                  <a:pt x="449030" y="49480"/>
                  <a:pt x="446894" y="50279"/>
                </a:cubicBezTo>
                <a:lnTo>
                  <a:pt x="445772" y="47401"/>
                </a:lnTo>
                <a:lnTo>
                  <a:pt x="467881" y="38449"/>
                </a:lnTo>
                <a:lnTo>
                  <a:pt x="471405" y="38449"/>
                </a:lnTo>
                <a:close/>
                <a:moveTo>
                  <a:pt x="513006" y="16341"/>
                </a:moveTo>
                <a:lnTo>
                  <a:pt x="513006" y="40532"/>
                </a:lnTo>
                <a:lnTo>
                  <a:pt x="530148" y="40532"/>
                </a:lnTo>
                <a:lnTo>
                  <a:pt x="530148" y="46139"/>
                </a:lnTo>
                <a:lnTo>
                  <a:pt x="513006" y="46139"/>
                </a:lnTo>
                <a:lnTo>
                  <a:pt x="513006" y="93655"/>
                </a:lnTo>
                <a:cubicBezTo>
                  <a:pt x="513006" y="98403"/>
                  <a:pt x="513687" y="101603"/>
                  <a:pt x="515048" y="103257"/>
                </a:cubicBezTo>
                <a:cubicBezTo>
                  <a:pt x="516410" y="104909"/>
                  <a:pt x="518159" y="105735"/>
                  <a:pt x="520295" y="105735"/>
                </a:cubicBezTo>
                <a:cubicBezTo>
                  <a:pt x="522057" y="105735"/>
                  <a:pt x="523766" y="105188"/>
                  <a:pt x="525422" y="104093"/>
                </a:cubicBezTo>
                <a:cubicBezTo>
                  <a:pt x="527077" y="102998"/>
                  <a:pt x="528359" y="101383"/>
                  <a:pt x="529267" y="99247"/>
                </a:cubicBezTo>
                <a:lnTo>
                  <a:pt x="532391" y="99247"/>
                </a:lnTo>
                <a:cubicBezTo>
                  <a:pt x="530522" y="104495"/>
                  <a:pt x="527878" y="108465"/>
                  <a:pt x="524461" y="111155"/>
                </a:cubicBezTo>
                <a:cubicBezTo>
                  <a:pt x="521043" y="113843"/>
                  <a:pt x="517518" y="115187"/>
                  <a:pt x="513887" y="115187"/>
                </a:cubicBezTo>
                <a:cubicBezTo>
                  <a:pt x="511431" y="115187"/>
                  <a:pt x="509027" y="114506"/>
                  <a:pt x="506678" y="113142"/>
                </a:cubicBezTo>
                <a:cubicBezTo>
                  <a:pt x="504328" y="111779"/>
                  <a:pt x="502593" y="109828"/>
                  <a:pt x="501471" y="107290"/>
                </a:cubicBezTo>
                <a:cubicBezTo>
                  <a:pt x="500350" y="104750"/>
                  <a:pt x="499789" y="100833"/>
                  <a:pt x="499789" y="95540"/>
                </a:cubicBezTo>
                <a:lnTo>
                  <a:pt x="499789" y="46139"/>
                </a:lnTo>
                <a:lnTo>
                  <a:pt x="488174" y="46139"/>
                </a:lnTo>
                <a:lnTo>
                  <a:pt x="488174" y="43496"/>
                </a:lnTo>
                <a:cubicBezTo>
                  <a:pt x="491111" y="42317"/>
                  <a:pt x="494115" y="40322"/>
                  <a:pt x="497186" y="37510"/>
                </a:cubicBezTo>
                <a:cubicBezTo>
                  <a:pt x="500256" y="34699"/>
                  <a:pt x="502993" y="31364"/>
                  <a:pt x="505396" y="27508"/>
                </a:cubicBezTo>
                <a:cubicBezTo>
                  <a:pt x="506624" y="25473"/>
                  <a:pt x="508333" y="21751"/>
                  <a:pt x="510523" y="16341"/>
                </a:cubicBezTo>
                <a:lnTo>
                  <a:pt x="513006" y="16341"/>
                </a:lnTo>
                <a:close/>
                <a:moveTo>
                  <a:pt x="603549" y="0"/>
                </a:moveTo>
                <a:lnTo>
                  <a:pt x="603549" y="97254"/>
                </a:lnTo>
                <a:cubicBezTo>
                  <a:pt x="603549" y="101844"/>
                  <a:pt x="603883" y="104886"/>
                  <a:pt x="604550" y="106381"/>
                </a:cubicBezTo>
                <a:cubicBezTo>
                  <a:pt x="605218" y="107875"/>
                  <a:pt x="606246" y="109009"/>
                  <a:pt x="607634" y="109783"/>
                </a:cubicBezTo>
                <a:cubicBezTo>
                  <a:pt x="609023" y="110556"/>
                  <a:pt x="611613" y="110942"/>
                  <a:pt x="615404" y="110942"/>
                </a:cubicBezTo>
                <a:lnTo>
                  <a:pt x="615404" y="113906"/>
                </a:lnTo>
                <a:lnTo>
                  <a:pt x="579438" y="113906"/>
                </a:lnTo>
                <a:lnTo>
                  <a:pt x="579438" y="110942"/>
                </a:lnTo>
                <a:cubicBezTo>
                  <a:pt x="582803" y="110942"/>
                  <a:pt x="585099" y="110596"/>
                  <a:pt x="586327" y="109903"/>
                </a:cubicBezTo>
                <a:cubicBezTo>
                  <a:pt x="587555" y="109209"/>
                  <a:pt x="588517" y="108062"/>
                  <a:pt x="589211" y="106461"/>
                </a:cubicBezTo>
                <a:cubicBezTo>
                  <a:pt x="589905" y="104859"/>
                  <a:pt x="590252" y="101790"/>
                  <a:pt x="590252" y="97254"/>
                </a:cubicBezTo>
                <a:lnTo>
                  <a:pt x="590252" y="30657"/>
                </a:lnTo>
                <a:cubicBezTo>
                  <a:pt x="590252" y="22386"/>
                  <a:pt x="590065" y="17304"/>
                  <a:pt x="589691" y="15410"/>
                </a:cubicBezTo>
                <a:cubicBezTo>
                  <a:pt x="589318" y="13514"/>
                  <a:pt x="588717" y="12220"/>
                  <a:pt x="587889" y="11527"/>
                </a:cubicBezTo>
                <a:cubicBezTo>
                  <a:pt x="587061" y="10833"/>
                  <a:pt x="586007" y="10486"/>
                  <a:pt x="584725" y="10486"/>
                </a:cubicBezTo>
                <a:cubicBezTo>
                  <a:pt x="583337" y="10486"/>
                  <a:pt x="581574" y="10913"/>
                  <a:pt x="579438" y="11768"/>
                </a:cubicBezTo>
                <a:lnTo>
                  <a:pt x="578077" y="8964"/>
                </a:lnTo>
                <a:lnTo>
                  <a:pt x="599945" y="0"/>
                </a:lnTo>
                <a:lnTo>
                  <a:pt x="603549" y="0"/>
                </a:lnTo>
                <a:close/>
                <a:moveTo>
                  <a:pt x="659809" y="38449"/>
                </a:moveTo>
                <a:cubicBezTo>
                  <a:pt x="670916" y="38449"/>
                  <a:pt x="679834" y="42664"/>
                  <a:pt x="686563" y="51093"/>
                </a:cubicBezTo>
                <a:cubicBezTo>
                  <a:pt x="692277" y="58294"/>
                  <a:pt x="695134" y="66563"/>
                  <a:pt x="695134" y="75900"/>
                </a:cubicBezTo>
                <a:cubicBezTo>
                  <a:pt x="695134" y="82461"/>
                  <a:pt x="693559" y="89103"/>
                  <a:pt x="690408" y="95825"/>
                </a:cubicBezTo>
                <a:cubicBezTo>
                  <a:pt x="687257" y="102545"/>
                  <a:pt x="682918" y="107613"/>
                  <a:pt x="677391" y="111027"/>
                </a:cubicBezTo>
                <a:cubicBezTo>
                  <a:pt x="671864" y="114441"/>
                  <a:pt x="665710" y="116149"/>
                  <a:pt x="658928" y="116149"/>
                </a:cubicBezTo>
                <a:cubicBezTo>
                  <a:pt x="647873" y="116149"/>
                  <a:pt x="639089" y="111747"/>
                  <a:pt x="632574" y="102944"/>
                </a:cubicBezTo>
                <a:cubicBezTo>
                  <a:pt x="627074" y="95530"/>
                  <a:pt x="624323" y="87208"/>
                  <a:pt x="624323" y="77980"/>
                </a:cubicBezTo>
                <a:cubicBezTo>
                  <a:pt x="624323" y="71258"/>
                  <a:pt x="625992" y="64576"/>
                  <a:pt x="629330" y="57934"/>
                </a:cubicBezTo>
                <a:cubicBezTo>
                  <a:pt x="632667" y="51292"/>
                  <a:pt x="637060" y="46384"/>
                  <a:pt x="642507" y="43210"/>
                </a:cubicBezTo>
                <a:cubicBezTo>
                  <a:pt x="647954" y="40036"/>
                  <a:pt x="653721" y="38449"/>
                  <a:pt x="659809" y="38449"/>
                </a:cubicBezTo>
                <a:moveTo>
                  <a:pt x="657326" y="43736"/>
                </a:moveTo>
                <a:cubicBezTo>
                  <a:pt x="654495" y="43736"/>
                  <a:pt x="651652" y="44576"/>
                  <a:pt x="648795" y="46257"/>
                </a:cubicBezTo>
                <a:cubicBezTo>
                  <a:pt x="645938" y="47937"/>
                  <a:pt x="643628" y="50884"/>
                  <a:pt x="641866" y="55098"/>
                </a:cubicBezTo>
                <a:cubicBezTo>
                  <a:pt x="640104" y="59312"/>
                  <a:pt x="639222" y="64725"/>
                  <a:pt x="639222" y="71339"/>
                </a:cubicBezTo>
                <a:cubicBezTo>
                  <a:pt x="639222" y="82006"/>
                  <a:pt x="641345" y="91207"/>
                  <a:pt x="645591" y="98942"/>
                </a:cubicBezTo>
                <a:cubicBezTo>
                  <a:pt x="649836" y="106675"/>
                  <a:pt x="655430" y="110541"/>
                  <a:pt x="662372" y="110541"/>
                </a:cubicBezTo>
                <a:cubicBezTo>
                  <a:pt x="667552" y="110541"/>
                  <a:pt x="671824" y="108408"/>
                  <a:pt x="675188" y="104141"/>
                </a:cubicBezTo>
                <a:cubicBezTo>
                  <a:pt x="678553" y="99874"/>
                  <a:pt x="680235" y="92540"/>
                  <a:pt x="680235" y="82140"/>
                </a:cubicBezTo>
                <a:cubicBezTo>
                  <a:pt x="680235" y="69125"/>
                  <a:pt x="677431" y="58884"/>
                  <a:pt x="671824" y="51416"/>
                </a:cubicBezTo>
                <a:cubicBezTo>
                  <a:pt x="668033" y="46296"/>
                  <a:pt x="663200" y="43736"/>
                  <a:pt x="657326" y="43736"/>
                </a:cubicBezTo>
                <a:close/>
                <a:moveTo>
                  <a:pt x="727335" y="53989"/>
                </a:moveTo>
                <a:cubicBezTo>
                  <a:pt x="735933" y="43629"/>
                  <a:pt x="744130" y="38449"/>
                  <a:pt x="751927" y="38449"/>
                </a:cubicBezTo>
                <a:cubicBezTo>
                  <a:pt x="755932" y="38449"/>
                  <a:pt x="759376" y="39449"/>
                  <a:pt x="762260" y="41448"/>
                </a:cubicBezTo>
                <a:cubicBezTo>
                  <a:pt x="765144" y="43446"/>
                  <a:pt x="767440" y="46736"/>
                  <a:pt x="769149" y="51318"/>
                </a:cubicBezTo>
                <a:cubicBezTo>
                  <a:pt x="770324" y="54514"/>
                  <a:pt x="770911" y="59416"/>
                  <a:pt x="770911" y="66024"/>
                </a:cubicBezTo>
                <a:lnTo>
                  <a:pt x="770911" y="97274"/>
                </a:lnTo>
                <a:cubicBezTo>
                  <a:pt x="770911" y="101910"/>
                  <a:pt x="771285" y="105054"/>
                  <a:pt x="772032" y="106706"/>
                </a:cubicBezTo>
                <a:cubicBezTo>
                  <a:pt x="772620" y="108038"/>
                  <a:pt x="773568" y="109077"/>
                  <a:pt x="774876" y="109823"/>
                </a:cubicBezTo>
                <a:cubicBezTo>
                  <a:pt x="776184" y="110569"/>
                  <a:pt x="778601" y="110942"/>
                  <a:pt x="782125" y="110942"/>
                </a:cubicBezTo>
                <a:lnTo>
                  <a:pt x="782125" y="113906"/>
                </a:lnTo>
                <a:lnTo>
                  <a:pt x="745839" y="113906"/>
                </a:lnTo>
                <a:lnTo>
                  <a:pt x="745839" y="110942"/>
                </a:lnTo>
                <a:lnTo>
                  <a:pt x="747361" y="110942"/>
                </a:lnTo>
                <a:cubicBezTo>
                  <a:pt x="750779" y="110942"/>
                  <a:pt x="753168" y="110424"/>
                  <a:pt x="754530" y="109387"/>
                </a:cubicBezTo>
                <a:cubicBezTo>
                  <a:pt x="755892" y="108351"/>
                  <a:pt x="756840" y="106824"/>
                  <a:pt x="757374" y="104807"/>
                </a:cubicBezTo>
                <a:cubicBezTo>
                  <a:pt x="757587" y="104009"/>
                  <a:pt x="757694" y="101512"/>
                  <a:pt x="757694" y="97314"/>
                </a:cubicBezTo>
                <a:lnTo>
                  <a:pt x="757694" y="67429"/>
                </a:lnTo>
                <a:cubicBezTo>
                  <a:pt x="757694" y="60789"/>
                  <a:pt x="756826" y="55967"/>
                  <a:pt x="755091" y="52965"/>
                </a:cubicBezTo>
                <a:cubicBezTo>
                  <a:pt x="753355" y="49963"/>
                  <a:pt x="750432" y="48462"/>
                  <a:pt x="746320" y="48462"/>
                </a:cubicBezTo>
                <a:cubicBezTo>
                  <a:pt x="739965" y="48462"/>
                  <a:pt x="733637" y="51916"/>
                  <a:pt x="727335" y="58823"/>
                </a:cubicBezTo>
                <a:lnTo>
                  <a:pt x="727335" y="97314"/>
                </a:lnTo>
                <a:cubicBezTo>
                  <a:pt x="727335" y="102256"/>
                  <a:pt x="727629" y="105311"/>
                  <a:pt x="728216" y="106479"/>
                </a:cubicBezTo>
                <a:cubicBezTo>
                  <a:pt x="728964" y="108019"/>
                  <a:pt x="729992" y="109148"/>
                  <a:pt x="731300" y="109866"/>
                </a:cubicBezTo>
                <a:cubicBezTo>
                  <a:pt x="732609" y="110583"/>
                  <a:pt x="735265" y="110942"/>
                  <a:pt x="739271" y="110942"/>
                </a:cubicBezTo>
                <a:lnTo>
                  <a:pt x="739271" y="113906"/>
                </a:lnTo>
                <a:lnTo>
                  <a:pt x="702984" y="113906"/>
                </a:lnTo>
                <a:lnTo>
                  <a:pt x="702984" y="110942"/>
                </a:lnTo>
                <a:lnTo>
                  <a:pt x="704586" y="110942"/>
                </a:lnTo>
                <a:cubicBezTo>
                  <a:pt x="708324" y="110942"/>
                  <a:pt x="710848" y="109997"/>
                  <a:pt x="712156" y="108106"/>
                </a:cubicBezTo>
                <a:cubicBezTo>
                  <a:pt x="713464" y="106213"/>
                  <a:pt x="714118" y="102603"/>
                  <a:pt x="714118" y="97274"/>
                </a:cubicBezTo>
                <a:lnTo>
                  <a:pt x="714118" y="70100"/>
                </a:lnTo>
                <a:cubicBezTo>
                  <a:pt x="714118" y="61308"/>
                  <a:pt x="713918" y="55954"/>
                  <a:pt x="713518" y="54037"/>
                </a:cubicBezTo>
                <a:cubicBezTo>
                  <a:pt x="713117" y="52118"/>
                  <a:pt x="712503" y="50812"/>
                  <a:pt x="711675" y="50119"/>
                </a:cubicBezTo>
                <a:cubicBezTo>
                  <a:pt x="710848" y="49427"/>
                  <a:pt x="709739" y="49080"/>
                  <a:pt x="708351" y="49080"/>
                </a:cubicBezTo>
                <a:cubicBezTo>
                  <a:pt x="706856" y="49080"/>
                  <a:pt x="705067" y="49480"/>
                  <a:pt x="702984" y="50279"/>
                </a:cubicBezTo>
                <a:lnTo>
                  <a:pt x="701783" y="47401"/>
                </a:lnTo>
                <a:lnTo>
                  <a:pt x="723891" y="38449"/>
                </a:lnTo>
                <a:lnTo>
                  <a:pt x="727335" y="38449"/>
                </a:lnTo>
                <a:lnTo>
                  <a:pt x="727335" y="53989"/>
                </a:lnTo>
                <a:close/>
                <a:moveTo>
                  <a:pt x="807598" y="87169"/>
                </a:moveTo>
                <a:cubicBezTo>
                  <a:pt x="803112" y="84983"/>
                  <a:pt x="799668" y="81930"/>
                  <a:pt x="797265" y="78010"/>
                </a:cubicBezTo>
                <a:cubicBezTo>
                  <a:pt x="794862" y="74090"/>
                  <a:pt x="793660" y="69756"/>
                  <a:pt x="793660" y="65008"/>
                </a:cubicBezTo>
                <a:cubicBezTo>
                  <a:pt x="793660" y="57756"/>
                  <a:pt x="796397" y="51516"/>
                  <a:pt x="801871" y="46289"/>
                </a:cubicBezTo>
                <a:cubicBezTo>
                  <a:pt x="807344" y="41063"/>
                  <a:pt x="814353" y="38449"/>
                  <a:pt x="822897" y="38449"/>
                </a:cubicBezTo>
                <a:cubicBezTo>
                  <a:pt x="829893" y="38449"/>
                  <a:pt x="835954" y="40158"/>
                  <a:pt x="841081" y="43576"/>
                </a:cubicBezTo>
                <a:lnTo>
                  <a:pt x="856621" y="43576"/>
                </a:lnTo>
                <a:cubicBezTo>
                  <a:pt x="858917" y="43576"/>
                  <a:pt x="860252" y="43642"/>
                  <a:pt x="860626" y="43773"/>
                </a:cubicBezTo>
                <a:cubicBezTo>
                  <a:pt x="861000" y="43905"/>
                  <a:pt x="861267" y="44130"/>
                  <a:pt x="861427" y="44447"/>
                </a:cubicBezTo>
                <a:cubicBezTo>
                  <a:pt x="861747" y="44922"/>
                  <a:pt x="861907" y="45768"/>
                  <a:pt x="861907" y="46983"/>
                </a:cubicBezTo>
                <a:cubicBezTo>
                  <a:pt x="861907" y="48354"/>
                  <a:pt x="861774" y="49305"/>
                  <a:pt x="861507" y="49834"/>
                </a:cubicBezTo>
                <a:cubicBezTo>
                  <a:pt x="861347" y="50097"/>
                  <a:pt x="861066" y="50309"/>
                  <a:pt x="860666" y="50467"/>
                </a:cubicBezTo>
                <a:cubicBezTo>
                  <a:pt x="860265" y="50626"/>
                  <a:pt x="858917" y="50705"/>
                  <a:pt x="856621" y="50705"/>
                </a:cubicBezTo>
                <a:lnTo>
                  <a:pt x="847088" y="50705"/>
                </a:lnTo>
                <a:cubicBezTo>
                  <a:pt x="850079" y="54558"/>
                  <a:pt x="851574" y="59481"/>
                  <a:pt x="851574" y="65474"/>
                </a:cubicBezTo>
                <a:cubicBezTo>
                  <a:pt x="851574" y="72323"/>
                  <a:pt x="848957" y="78182"/>
                  <a:pt x="843724" y="83051"/>
                </a:cubicBezTo>
                <a:cubicBezTo>
                  <a:pt x="838491" y="87921"/>
                  <a:pt x="831468" y="90356"/>
                  <a:pt x="822657" y="90356"/>
                </a:cubicBezTo>
                <a:cubicBezTo>
                  <a:pt x="819026" y="90356"/>
                  <a:pt x="815314" y="89811"/>
                  <a:pt x="811523" y="88721"/>
                </a:cubicBezTo>
                <a:cubicBezTo>
                  <a:pt x="809173" y="90749"/>
                  <a:pt x="807585" y="92523"/>
                  <a:pt x="806757" y="94045"/>
                </a:cubicBezTo>
                <a:cubicBezTo>
                  <a:pt x="805929" y="95566"/>
                  <a:pt x="805515" y="96859"/>
                  <a:pt x="805515" y="97925"/>
                </a:cubicBezTo>
                <a:cubicBezTo>
                  <a:pt x="805515" y="98833"/>
                  <a:pt x="805956" y="99714"/>
                  <a:pt x="806837" y="100569"/>
                </a:cubicBezTo>
                <a:cubicBezTo>
                  <a:pt x="807718" y="101421"/>
                  <a:pt x="809440" y="102035"/>
                  <a:pt x="812004" y="102408"/>
                </a:cubicBezTo>
                <a:cubicBezTo>
                  <a:pt x="813499" y="102622"/>
                  <a:pt x="817237" y="102809"/>
                  <a:pt x="823218" y="102969"/>
                </a:cubicBezTo>
                <a:cubicBezTo>
                  <a:pt x="834219" y="103235"/>
                  <a:pt x="841348" y="103608"/>
                  <a:pt x="844605" y="104088"/>
                </a:cubicBezTo>
                <a:cubicBezTo>
                  <a:pt x="849572" y="104782"/>
                  <a:pt x="853537" y="106624"/>
                  <a:pt x="856500" y="109613"/>
                </a:cubicBezTo>
                <a:cubicBezTo>
                  <a:pt x="859464" y="112600"/>
                  <a:pt x="860946" y="116281"/>
                  <a:pt x="860946" y="120657"/>
                </a:cubicBezTo>
                <a:cubicBezTo>
                  <a:pt x="860946" y="126686"/>
                  <a:pt x="858116" y="132343"/>
                  <a:pt x="852455" y="137626"/>
                </a:cubicBezTo>
                <a:cubicBezTo>
                  <a:pt x="844125" y="145416"/>
                  <a:pt x="833257" y="149311"/>
                  <a:pt x="819854" y="149311"/>
                </a:cubicBezTo>
                <a:cubicBezTo>
                  <a:pt x="809547" y="149311"/>
                  <a:pt x="800843" y="146991"/>
                  <a:pt x="793740" y="142352"/>
                </a:cubicBezTo>
                <a:cubicBezTo>
                  <a:pt x="789735" y="139685"/>
                  <a:pt x="787732" y="136912"/>
                  <a:pt x="787732" y="134031"/>
                </a:cubicBezTo>
                <a:cubicBezTo>
                  <a:pt x="787732" y="132753"/>
                  <a:pt x="788026" y="131474"/>
                  <a:pt x="788614" y="130194"/>
                </a:cubicBezTo>
                <a:cubicBezTo>
                  <a:pt x="789521" y="128220"/>
                  <a:pt x="791390" y="125473"/>
                  <a:pt x="794221" y="121953"/>
                </a:cubicBezTo>
                <a:cubicBezTo>
                  <a:pt x="794595" y="121475"/>
                  <a:pt x="797318" y="118595"/>
                  <a:pt x="802391" y="113315"/>
                </a:cubicBezTo>
                <a:cubicBezTo>
                  <a:pt x="799614" y="111658"/>
                  <a:pt x="797652" y="110174"/>
                  <a:pt x="796504" y="108864"/>
                </a:cubicBezTo>
                <a:cubicBezTo>
                  <a:pt x="795356" y="107554"/>
                  <a:pt x="794781" y="106071"/>
                  <a:pt x="794781" y="104414"/>
                </a:cubicBezTo>
                <a:cubicBezTo>
                  <a:pt x="794781" y="102541"/>
                  <a:pt x="795542" y="100348"/>
                  <a:pt x="797064" y="97835"/>
                </a:cubicBezTo>
                <a:cubicBezTo>
                  <a:pt x="798586" y="95322"/>
                  <a:pt x="802098" y="91767"/>
                  <a:pt x="807598" y="87169"/>
                </a:cubicBezTo>
                <a:moveTo>
                  <a:pt x="821536" y="42454"/>
                </a:moveTo>
                <a:cubicBezTo>
                  <a:pt x="817584" y="42454"/>
                  <a:pt x="814273" y="44021"/>
                  <a:pt x="811603" y="47155"/>
                </a:cubicBezTo>
                <a:cubicBezTo>
                  <a:pt x="808933" y="50288"/>
                  <a:pt x="807598" y="55094"/>
                  <a:pt x="807598" y="61574"/>
                </a:cubicBezTo>
                <a:cubicBezTo>
                  <a:pt x="807598" y="69966"/>
                  <a:pt x="809414" y="76472"/>
                  <a:pt x="813045" y="81091"/>
                </a:cubicBezTo>
                <a:cubicBezTo>
                  <a:pt x="815822" y="84597"/>
                  <a:pt x="819346" y="86350"/>
                  <a:pt x="823618" y="86350"/>
                </a:cubicBezTo>
                <a:cubicBezTo>
                  <a:pt x="827677" y="86350"/>
                  <a:pt x="831014" y="84837"/>
                  <a:pt x="833631" y="81810"/>
                </a:cubicBezTo>
                <a:cubicBezTo>
                  <a:pt x="836248" y="78782"/>
                  <a:pt x="837556" y="74029"/>
                  <a:pt x="837556" y="67549"/>
                </a:cubicBezTo>
                <a:cubicBezTo>
                  <a:pt x="837556" y="59105"/>
                  <a:pt x="835714" y="52492"/>
                  <a:pt x="832029" y="47711"/>
                </a:cubicBezTo>
                <a:cubicBezTo>
                  <a:pt x="829306" y="44207"/>
                  <a:pt x="825808" y="42454"/>
                  <a:pt x="821536" y="42454"/>
                </a:cubicBezTo>
                <a:moveTo>
                  <a:pt x="806797" y="113953"/>
                </a:moveTo>
                <a:cubicBezTo>
                  <a:pt x="804287" y="116672"/>
                  <a:pt x="802391" y="119203"/>
                  <a:pt x="801110" y="121548"/>
                </a:cubicBezTo>
                <a:cubicBezTo>
                  <a:pt x="799828" y="123894"/>
                  <a:pt x="799187" y="126054"/>
                  <a:pt x="799187" y="128026"/>
                </a:cubicBezTo>
                <a:cubicBezTo>
                  <a:pt x="799187" y="130585"/>
                  <a:pt x="800736" y="132823"/>
                  <a:pt x="803833" y="134742"/>
                </a:cubicBezTo>
                <a:cubicBezTo>
                  <a:pt x="809173" y="138047"/>
                  <a:pt x="816890" y="139699"/>
                  <a:pt x="826983" y="139699"/>
                </a:cubicBezTo>
                <a:cubicBezTo>
                  <a:pt x="836595" y="139699"/>
                  <a:pt x="843684" y="138006"/>
                  <a:pt x="848250" y="134620"/>
                </a:cubicBezTo>
                <a:cubicBezTo>
                  <a:pt x="852816" y="131235"/>
                  <a:pt x="855099" y="127625"/>
                  <a:pt x="855099" y="123788"/>
                </a:cubicBezTo>
                <a:cubicBezTo>
                  <a:pt x="855099" y="121016"/>
                  <a:pt x="853737" y="119044"/>
                  <a:pt x="851013" y="117871"/>
                </a:cubicBezTo>
                <a:cubicBezTo>
                  <a:pt x="848237" y="116698"/>
                  <a:pt x="842736" y="116005"/>
                  <a:pt x="834512" y="115793"/>
                </a:cubicBezTo>
                <a:cubicBezTo>
                  <a:pt x="822497" y="115473"/>
                  <a:pt x="813258" y="114859"/>
                  <a:pt x="806797" y="113953"/>
                </a:cubicBezTo>
                <a:close/>
                <a:moveTo>
                  <a:pt x="932318" y="16341"/>
                </a:moveTo>
                <a:lnTo>
                  <a:pt x="932318" y="40532"/>
                </a:lnTo>
                <a:lnTo>
                  <a:pt x="949460" y="40532"/>
                </a:lnTo>
                <a:lnTo>
                  <a:pt x="949460" y="46139"/>
                </a:lnTo>
                <a:lnTo>
                  <a:pt x="932318" y="46139"/>
                </a:lnTo>
                <a:lnTo>
                  <a:pt x="932318" y="93655"/>
                </a:lnTo>
                <a:cubicBezTo>
                  <a:pt x="932318" y="98403"/>
                  <a:pt x="932999" y="101603"/>
                  <a:pt x="934361" y="103257"/>
                </a:cubicBezTo>
                <a:cubicBezTo>
                  <a:pt x="935722" y="104909"/>
                  <a:pt x="937471" y="105735"/>
                  <a:pt x="939607" y="105735"/>
                </a:cubicBezTo>
                <a:cubicBezTo>
                  <a:pt x="941370" y="105735"/>
                  <a:pt x="943078" y="105188"/>
                  <a:pt x="944734" y="104093"/>
                </a:cubicBezTo>
                <a:cubicBezTo>
                  <a:pt x="946389" y="102998"/>
                  <a:pt x="947671" y="101383"/>
                  <a:pt x="948579" y="99247"/>
                </a:cubicBezTo>
                <a:lnTo>
                  <a:pt x="951703" y="99247"/>
                </a:lnTo>
                <a:cubicBezTo>
                  <a:pt x="949834" y="104495"/>
                  <a:pt x="947190" y="108465"/>
                  <a:pt x="943773" y="111155"/>
                </a:cubicBezTo>
                <a:cubicBezTo>
                  <a:pt x="940355" y="113843"/>
                  <a:pt x="936830" y="115187"/>
                  <a:pt x="933199" y="115187"/>
                </a:cubicBezTo>
                <a:cubicBezTo>
                  <a:pt x="930743" y="115187"/>
                  <a:pt x="928340" y="114506"/>
                  <a:pt x="925990" y="113142"/>
                </a:cubicBezTo>
                <a:cubicBezTo>
                  <a:pt x="923640" y="111779"/>
                  <a:pt x="921905" y="109828"/>
                  <a:pt x="920783" y="107290"/>
                </a:cubicBezTo>
                <a:cubicBezTo>
                  <a:pt x="919662" y="104750"/>
                  <a:pt x="919101" y="100833"/>
                  <a:pt x="919101" y="95540"/>
                </a:cubicBezTo>
                <a:lnTo>
                  <a:pt x="919101" y="46139"/>
                </a:lnTo>
                <a:lnTo>
                  <a:pt x="907486" y="46139"/>
                </a:lnTo>
                <a:lnTo>
                  <a:pt x="907486" y="43496"/>
                </a:lnTo>
                <a:cubicBezTo>
                  <a:pt x="910423" y="42317"/>
                  <a:pt x="913427" y="40322"/>
                  <a:pt x="916498" y="37510"/>
                </a:cubicBezTo>
                <a:cubicBezTo>
                  <a:pt x="919568" y="34699"/>
                  <a:pt x="922305" y="31364"/>
                  <a:pt x="924708" y="27508"/>
                </a:cubicBezTo>
                <a:cubicBezTo>
                  <a:pt x="925936" y="25473"/>
                  <a:pt x="927645" y="21751"/>
                  <a:pt x="929835" y="16341"/>
                </a:cubicBezTo>
                <a:lnTo>
                  <a:pt x="932318" y="16341"/>
                </a:lnTo>
                <a:close/>
                <a:moveTo>
                  <a:pt x="968951" y="68247"/>
                </a:moveTo>
                <a:cubicBezTo>
                  <a:pt x="968898" y="79116"/>
                  <a:pt x="971541" y="87641"/>
                  <a:pt x="976881" y="93823"/>
                </a:cubicBezTo>
                <a:cubicBezTo>
                  <a:pt x="982222" y="100002"/>
                  <a:pt x="988496" y="103092"/>
                  <a:pt x="995706" y="103092"/>
                </a:cubicBezTo>
                <a:cubicBezTo>
                  <a:pt x="1000512" y="103092"/>
                  <a:pt x="1004690" y="101770"/>
                  <a:pt x="1008242" y="99127"/>
                </a:cubicBezTo>
                <a:cubicBezTo>
                  <a:pt x="1011793" y="96483"/>
                  <a:pt x="1014770" y="91958"/>
                  <a:pt x="1017173" y="85549"/>
                </a:cubicBezTo>
                <a:lnTo>
                  <a:pt x="1019656" y="87151"/>
                </a:lnTo>
                <a:cubicBezTo>
                  <a:pt x="1018535" y="94468"/>
                  <a:pt x="1015277" y="101129"/>
                  <a:pt x="1009884" y="107137"/>
                </a:cubicBezTo>
                <a:cubicBezTo>
                  <a:pt x="1004490" y="113145"/>
                  <a:pt x="997735" y="116149"/>
                  <a:pt x="989618" y="116149"/>
                </a:cubicBezTo>
                <a:cubicBezTo>
                  <a:pt x="980807" y="116149"/>
                  <a:pt x="973264" y="112725"/>
                  <a:pt x="966989" y="105878"/>
                </a:cubicBezTo>
                <a:cubicBezTo>
                  <a:pt x="960714" y="99029"/>
                  <a:pt x="957577" y="89822"/>
                  <a:pt x="957577" y="78258"/>
                </a:cubicBezTo>
                <a:cubicBezTo>
                  <a:pt x="957577" y="65735"/>
                  <a:pt x="960794" y="55970"/>
                  <a:pt x="967229" y="48963"/>
                </a:cubicBezTo>
                <a:cubicBezTo>
                  <a:pt x="973664" y="41954"/>
                  <a:pt x="981741" y="38449"/>
                  <a:pt x="991460" y="38449"/>
                </a:cubicBezTo>
                <a:cubicBezTo>
                  <a:pt x="999684" y="38449"/>
                  <a:pt x="1006439" y="41153"/>
                  <a:pt x="1011726" y="46560"/>
                </a:cubicBezTo>
                <a:cubicBezTo>
                  <a:pt x="1017013" y="51965"/>
                  <a:pt x="1019656" y="59194"/>
                  <a:pt x="1019656" y="68247"/>
                </a:cubicBezTo>
                <a:lnTo>
                  <a:pt x="968951" y="68247"/>
                </a:lnTo>
                <a:moveTo>
                  <a:pt x="968951" y="63601"/>
                </a:moveTo>
                <a:lnTo>
                  <a:pt x="1002915" y="63601"/>
                </a:lnTo>
                <a:cubicBezTo>
                  <a:pt x="1002648" y="58902"/>
                  <a:pt x="1002087" y="55591"/>
                  <a:pt x="1001233" y="53669"/>
                </a:cubicBezTo>
                <a:cubicBezTo>
                  <a:pt x="999898" y="50678"/>
                  <a:pt x="997908" y="48328"/>
                  <a:pt x="995265" y="46620"/>
                </a:cubicBezTo>
                <a:cubicBezTo>
                  <a:pt x="992622" y="44911"/>
                  <a:pt x="989858" y="44056"/>
                  <a:pt x="986974" y="44056"/>
                </a:cubicBezTo>
                <a:cubicBezTo>
                  <a:pt x="982542" y="44056"/>
                  <a:pt x="978577" y="45779"/>
                  <a:pt x="975079" y="49223"/>
                </a:cubicBezTo>
                <a:cubicBezTo>
                  <a:pt x="971581" y="52667"/>
                  <a:pt x="969539" y="57460"/>
                  <a:pt x="968951" y="63601"/>
                </a:cubicBezTo>
                <a:close/>
                <a:moveTo>
                  <a:pt x="1026491" y="40532"/>
                </a:moveTo>
                <a:lnTo>
                  <a:pt x="1061015" y="40532"/>
                </a:lnTo>
                <a:lnTo>
                  <a:pt x="1061015" y="43496"/>
                </a:lnTo>
                <a:cubicBezTo>
                  <a:pt x="1058825" y="43496"/>
                  <a:pt x="1057290" y="43869"/>
                  <a:pt x="1056409" y="44617"/>
                </a:cubicBezTo>
                <a:cubicBezTo>
                  <a:pt x="1055528" y="45365"/>
                  <a:pt x="1055087" y="46353"/>
                  <a:pt x="1055087" y="47581"/>
                </a:cubicBezTo>
                <a:cubicBezTo>
                  <a:pt x="1055087" y="48863"/>
                  <a:pt x="1056022" y="50838"/>
                  <a:pt x="1057891" y="53508"/>
                </a:cubicBezTo>
                <a:cubicBezTo>
                  <a:pt x="1058478" y="54363"/>
                  <a:pt x="1059359" y="55698"/>
                  <a:pt x="1060534" y="57514"/>
                </a:cubicBezTo>
                <a:lnTo>
                  <a:pt x="1065741" y="65844"/>
                </a:lnTo>
                <a:lnTo>
                  <a:pt x="1071748" y="57514"/>
                </a:lnTo>
                <a:cubicBezTo>
                  <a:pt x="1075593" y="52227"/>
                  <a:pt x="1077516" y="48889"/>
                  <a:pt x="1077516" y="47501"/>
                </a:cubicBezTo>
                <a:cubicBezTo>
                  <a:pt x="1077516" y="46379"/>
                  <a:pt x="1077062" y="45431"/>
                  <a:pt x="1076154" y="44657"/>
                </a:cubicBezTo>
                <a:cubicBezTo>
                  <a:pt x="1075246" y="43883"/>
                  <a:pt x="1073778" y="43496"/>
                  <a:pt x="1071748" y="43496"/>
                </a:cubicBezTo>
                <a:lnTo>
                  <a:pt x="1071748" y="40532"/>
                </a:lnTo>
                <a:lnTo>
                  <a:pt x="1096580" y="40532"/>
                </a:lnTo>
                <a:lnTo>
                  <a:pt x="1096580" y="43496"/>
                </a:lnTo>
                <a:cubicBezTo>
                  <a:pt x="1093964" y="43656"/>
                  <a:pt x="1091694" y="44377"/>
                  <a:pt x="1089772" y="45658"/>
                </a:cubicBezTo>
                <a:cubicBezTo>
                  <a:pt x="1087155" y="47474"/>
                  <a:pt x="1083577" y="51426"/>
                  <a:pt x="1079038" y="57514"/>
                </a:cubicBezTo>
                <a:lnTo>
                  <a:pt x="1069025" y="70891"/>
                </a:lnTo>
                <a:lnTo>
                  <a:pt x="1087288" y="97112"/>
                </a:lnTo>
                <a:cubicBezTo>
                  <a:pt x="1091774" y="103560"/>
                  <a:pt x="1094978" y="107437"/>
                  <a:pt x="1096901" y="108744"/>
                </a:cubicBezTo>
                <a:cubicBezTo>
                  <a:pt x="1098823" y="110049"/>
                  <a:pt x="1101306" y="110782"/>
                  <a:pt x="1104350" y="110942"/>
                </a:cubicBezTo>
                <a:lnTo>
                  <a:pt x="1104350" y="113906"/>
                </a:lnTo>
                <a:lnTo>
                  <a:pt x="1069746" y="113906"/>
                </a:lnTo>
                <a:lnTo>
                  <a:pt x="1069746" y="110942"/>
                </a:lnTo>
                <a:cubicBezTo>
                  <a:pt x="1072149" y="110942"/>
                  <a:pt x="1074018" y="110410"/>
                  <a:pt x="1075353" y="109345"/>
                </a:cubicBezTo>
                <a:cubicBezTo>
                  <a:pt x="1076368" y="108599"/>
                  <a:pt x="1076875" y="107613"/>
                  <a:pt x="1076875" y="106389"/>
                </a:cubicBezTo>
                <a:cubicBezTo>
                  <a:pt x="1076875" y="105164"/>
                  <a:pt x="1075166" y="102075"/>
                  <a:pt x="1071748" y="97122"/>
                </a:cubicBezTo>
                <a:lnTo>
                  <a:pt x="1061015" y="81464"/>
                </a:lnTo>
                <a:lnTo>
                  <a:pt x="1049240" y="97122"/>
                </a:lnTo>
                <a:cubicBezTo>
                  <a:pt x="1045608" y="101968"/>
                  <a:pt x="1043793" y="104844"/>
                  <a:pt x="1043793" y="105750"/>
                </a:cubicBezTo>
                <a:cubicBezTo>
                  <a:pt x="1043793" y="107029"/>
                  <a:pt x="1044393" y="108187"/>
                  <a:pt x="1045595" y="109225"/>
                </a:cubicBezTo>
                <a:cubicBezTo>
                  <a:pt x="1046797" y="110263"/>
                  <a:pt x="1048599" y="110835"/>
                  <a:pt x="1051002" y="110942"/>
                </a:cubicBezTo>
                <a:lnTo>
                  <a:pt x="1051002" y="113906"/>
                </a:lnTo>
                <a:lnTo>
                  <a:pt x="1027051" y="113906"/>
                </a:lnTo>
                <a:lnTo>
                  <a:pt x="1027051" y="110942"/>
                </a:lnTo>
                <a:cubicBezTo>
                  <a:pt x="1028974" y="110675"/>
                  <a:pt x="1030656" y="110009"/>
                  <a:pt x="1032098" y="108944"/>
                </a:cubicBezTo>
                <a:cubicBezTo>
                  <a:pt x="1034127" y="107399"/>
                  <a:pt x="1037545" y="103456"/>
                  <a:pt x="1042351" y="97117"/>
                </a:cubicBezTo>
                <a:lnTo>
                  <a:pt x="1057731" y="76738"/>
                </a:lnTo>
                <a:lnTo>
                  <a:pt x="1043793" y="56552"/>
                </a:lnTo>
                <a:cubicBezTo>
                  <a:pt x="1039841" y="50785"/>
                  <a:pt x="1036784" y="47167"/>
                  <a:pt x="1034621" y="45698"/>
                </a:cubicBezTo>
                <a:cubicBezTo>
                  <a:pt x="1032458" y="44230"/>
                  <a:pt x="1029748" y="43496"/>
                  <a:pt x="1026491" y="43496"/>
                </a:cubicBezTo>
                <a:lnTo>
                  <a:pt x="1026491" y="40532"/>
                </a:lnTo>
                <a:close/>
                <a:moveTo>
                  <a:pt x="1132786" y="16341"/>
                </a:moveTo>
                <a:lnTo>
                  <a:pt x="1132786" y="40532"/>
                </a:lnTo>
                <a:lnTo>
                  <a:pt x="1149928" y="40532"/>
                </a:lnTo>
                <a:lnTo>
                  <a:pt x="1149928" y="46139"/>
                </a:lnTo>
                <a:lnTo>
                  <a:pt x="1132786" y="46139"/>
                </a:lnTo>
                <a:lnTo>
                  <a:pt x="1132786" y="93655"/>
                </a:lnTo>
                <a:cubicBezTo>
                  <a:pt x="1132786" y="98403"/>
                  <a:pt x="1133467" y="101603"/>
                  <a:pt x="1134829" y="103257"/>
                </a:cubicBezTo>
                <a:cubicBezTo>
                  <a:pt x="1136191" y="104909"/>
                  <a:pt x="1137939" y="105735"/>
                  <a:pt x="1140076" y="105735"/>
                </a:cubicBezTo>
                <a:cubicBezTo>
                  <a:pt x="1141838" y="105735"/>
                  <a:pt x="1143547" y="105188"/>
                  <a:pt x="1145202" y="104093"/>
                </a:cubicBezTo>
                <a:cubicBezTo>
                  <a:pt x="1146858" y="102998"/>
                  <a:pt x="1148139" y="101383"/>
                  <a:pt x="1149047" y="99247"/>
                </a:cubicBezTo>
                <a:lnTo>
                  <a:pt x="1152171" y="99247"/>
                </a:lnTo>
                <a:cubicBezTo>
                  <a:pt x="1150302" y="104495"/>
                  <a:pt x="1147659" y="108465"/>
                  <a:pt x="1144241" y="111155"/>
                </a:cubicBezTo>
                <a:cubicBezTo>
                  <a:pt x="1140823" y="113843"/>
                  <a:pt x="1137299" y="115187"/>
                  <a:pt x="1133667" y="115187"/>
                </a:cubicBezTo>
                <a:cubicBezTo>
                  <a:pt x="1131211" y="115187"/>
                  <a:pt x="1128808" y="114506"/>
                  <a:pt x="1126458" y="113142"/>
                </a:cubicBezTo>
                <a:cubicBezTo>
                  <a:pt x="1124108" y="111779"/>
                  <a:pt x="1122373" y="109828"/>
                  <a:pt x="1121251" y="107290"/>
                </a:cubicBezTo>
                <a:cubicBezTo>
                  <a:pt x="1120130" y="104750"/>
                  <a:pt x="1119569" y="100833"/>
                  <a:pt x="1119569" y="95540"/>
                </a:cubicBezTo>
                <a:lnTo>
                  <a:pt x="1119569" y="46139"/>
                </a:lnTo>
                <a:lnTo>
                  <a:pt x="1107954" y="46139"/>
                </a:lnTo>
                <a:lnTo>
                  <a:pt x="1107954" y="43496"/>
                </a:lnTo>
                <a:cubicBezTo>
                  <a:pt x="1110892" y="42317"/>
                  <a:pt x="1113895" y="40322"/>
                  <a:pt x="1116966" y="37510"/>
                </a:cubicBezTo>
                <a:cubicBezTo>
                  <a:pt x="1120037" y="34699"/>
                  <a:pt x="1122773" y="31364"/>
                  <a:pt x="1125176" y="27508"/>
                </a:cubicBezTo>
                <a:cubicBezTo>
                  <a:pt x="1126405" y="25473"/>
                  <a:pt x="1128114" y="21751"/>
                  <a:pt x="1130303" y="16341"/>
                </a:cubicBezTo>
                <a:lnTo>
                  <a:pt x="1132786" y="16341"/>
                </a:lnTo>
                <a:close/>
                <a:moveTo>
                  <a:pt x="1216761" y="0"/>
                </a:moveTo>
                <a:cubicBezTo>
                  <a:pt x="1219004" y="0"/>
                  <a:pt x="1220913" y="792"/>
                  <a:pt x="1222489" y="2376"/>
                </a:cubicBezTo>
                <a:cubicBezTo>
                  <a:pt x="1224064" y="3958"/>
                  <a:pt x="1224852" y="5876"/>
                  <a:pt x="1224852" y="8130"/>
                </a:cubicBezTo>
                <a:cubicBezTo>
                  <a:pt x="1224852" y="10385"/>
                  <a:pt x="1224064" y="12317"/>
                  <a:pt x="1222489" y="13928"/>
                </a:cubicBezTo>
                <a:cubicBezTo>
                  <a:pt x="1220913" y="15537"/>
                  <a:pt x="1219004" y="16341"/>
                  <a:pt x="1216761" y="16341"/>
                </a:cubicBezTo>
                <a:cubicBezTo>
                  <a:pt x="1214518" y="16341"/>
                  <a:pt x="1212596" y="15537"/>
                  <a:pt x="1210994" y="13928"/>
                </a:cubicBezTo>
                <a:cubicBezTo>
                  <a:pt x="1209392" y="12317"/>
                  <a:pt x="1208591" y="10385"/>
                  <a:pt x="1208591" y="8130"/>
                </a:cubicBezTo>
                <a:cubicBezTo>
                  <a:pt x="1208591" y="5876"/>
                  <a:pt x="1209379" y="3958"/>
                  <a:pt x="1210954" y="2376"/>
                </a:cubicBezTo>
                <a:cubicBezTo>
                  <a:pt x="1212529" y="792"/>
                  <a:pt x="1214465" y="0"/>
                  <a:pt x="1216761" y="0"/>
                </a:cubicBezTo>
                <a:moveTo>
                  <a:pt x="1223410" y="38449"/>
                </a:moveTo>
                <a:lnTo>
                  <a:pt x="1223410" y="97274"/>
                </a:lnTo>
                <a:cubicBezTo>
                  <a:pt x="1223410" y="101857"/>
                  <a:pt x="1223744" y="104908"/>
                  <a:pt x="1224411" y="106426"/>
                </a:cubicBezTo>
                <a:cubicBezTo>
                  <a:pt x="1225079" y="107945"/>
                  <a:pt x="1226067" y="109077"/>
                  <a:pt x="1227375" y="109823"/>
                </a:cubicBezTo>
                <a:cubicBezTo>
                  <a:pt x="1228683" y="110569"/>
                  <a:pt x="1231073" y="110942"/>
                  <a:pt x="1234544" y="110942"/>
                </a:cubicBezTo>
                <a:lnTo>
                  <a:pt x="1234544" y="113906"/>
                </a:lnTo>
                <a:lnTo>
                  <a:pt x="1198898" y="113906"/>
                </a:lnTo>
                <a:lnTo>
                  <a:pt x="1198898" y="110942"/>
                </a:lnTo>
                <a:cubicBezTo>
                  <a:pt x="1202476" y="110942"/>
                  <a:pt x="1204879" y="110596"/>
                  <a:pt x="1206108" y="109903"/>
                </a:cubicBezTo>
                <a:cubicBezTo>
                  <a:pt x="1207336" y="109211"/>
                  <a:pt x="1208311" y="108065"/>
                  <a:pt x="1209031" y="106466"/>
                </a:cubicBezTo>
                <a:cubicBezTo>
                  <a:pt x="1209752" y="104867"/>
                  <a:pt x="1210113" y="101804"/>
                  <a:pt x="1210113" y="97274"/>
                </a:cubicBezTo>
                <a:lnTo>
                  <a:pt x="1210113" y="69061"/>
                </a:lnTo>
                <a:cubicBezTo>
                  <a:pt x="1210113" y="61121"/>
                  <a:pt x="1209873" y="55979"/>
                  <a:pt x="1209392" y="53636"/>
                </a:cubicBezTo>
                <a:cubicBezTo>
                  <a:pt x="1209018" y="51931"/>
                  <a:pt x="1208431" y="50745"/>
                  <a:pt x="1207630" y="50079"/>
                </a:cubicBezTo>
                <a:cubicBezTo>
                  <a:pt x="1206829" y="49413"/>
                  <a:pt x="1205734" y="49080"/>
                  <a:pt x="1204345" y="49080"/>
                </a:cubicBezTo>
                <a:cubicBezTo>
                  <a:pt x="1202850" y="49080"/>
                  <a:pt x="1201035" y="49480"/>
                  <a:pt x="1198898" y="50279"/>
                </a:cubicBezTo>
                <a:lnTo>
                  <a:pt x="1197777" y="47401"/>
                </a:lnTo>
                <a:lnTo>
                  <a:pt x="1219885" y="38449"/>
                </a:lnTo>
                <a:lnTo>
                  <a:pt x="1223410" y="38449"/>
                </a:lnTo>
                <a:close/>
                <a:moveTo>
                  <a:pt x="1265091" y="53989"/>
                </a:moveTo>
                <a:cubicBezTo>
                  <a:pt x="1273688" y="43629"/>
                  <a:pt x="1281886" y="38449"/>
                  <a:pt x="1289682" y="38449"/>
                </a:cubicBezTo>
                <a:cubicBezTo>
                  <a:pt x="1293687" y="38449"/>
                  <a:pt x="1297132" y="39449"/>
                  <a:pt x="1300015" y="41448"/>
                </a:cubicBezTo>
                <a:cubicBezTo>
                  <a:pt x="1302899" y="43446"/>
                  <a:pt x="1305195" y="46736"/>
                  <a:pt x="1306904" y="51318"/>
                </a:cubicBezTo>
                <a:cubicBezTo>
                  <a:pt x="1308079" y="54514"/>
                  <a:pt x="1308667" y="59416"/>
                  <a:pt x="1308667" y="66024"/>
                </a:cubicBezTo>
                <a:lnTo>
                  <a:pt x="1308667" y="97274"/>
                </a:lnTo>
                <a:cubicBezTo>
                  <a:pt x="1308667" y="101910"/>
                  <a:pt x="1309040" y="105054"/>
                  <a:pt x="1309788" y="106706"/>
                </a:cubicBezTo>
                <a:cubicBezTo>
                  <a:pt x="1310375" y="108038"/>
                  <a:pt x="1311323" y="109077"/>
                  <a:pt x="1312632" y="109823"/>
                </a:cubicBezTo>
                <a:cubicBezTo>
                  <a:pt x="1313940" y="110569"/>
                  <a:pt x="1316356" y="110942"/>
                  <a:pt x="1319881" y="110942"/>
                </a:cubicBezTo>
                <a:lnTo>
                  <a:pt x="1319881" y="113906"/>
                </a:lnTo>
                <a:lnTo>
                  <a:pt x="1283594" y="113906"/>
                </a:lnTo>
                <a:lnTo>
                  <a:pt x="1283594" y="110942"/>
                </a:lnTo>
                <a:lnTo>
                  <a:pt x="1285116" y="110942"/>
                </a:lnTo>
                <a:cubicBezTo>
                  <a:pt x="1288534" y="110942"/>
                  <a:pt x="1290924" y="110424"/>
                  <a:pt x="1292286" y="109387"/>
                </a:cubicBezTo>
                <a:cubicBezTo>
                  <a:pt x="1293647" y="108351"/>
                  <a:pt x="1294595" y="106824"/>
                  <a:pt x="1295129" y="104807"/>
                </a:cubicBezTo>
                <a:cubicBezTo>
                  <a:pt x="1295343" y="104009"/>
                  <a:pt x="1295450" y="101512"/>
                  <a:pt x="1295450" y="97314"/>
                </a:cubicBezTo>
                <a:lnTo>
                  <a:pt x="1295450" y="67429"/>
                </a:lnTo>
                <a:cubicBezTo>
                  <a:pt x="1295450" y="60789"/>
                  <a:pt x="1294582" y="55967"/>
                  <a:pt x="1292846" y="52965"/>
                </a:cubicBezTo>
                <a:cubicBezTo>
                  <a:pt x="1291111" y="49963"/>
                  <a:pt x="1288187" y="48462"/>
                  <a:pt x="1284075" y="48462"/>
                </a:cubicBezTo>
                <a:cubicBezTo>
                  <a:pt x="1277720" y="48462"/>
                  <a:pt x="1271392" y="51916"/>
                  <a:pt x="1265091" y="58823"/>
                </a:cubicBezTo>
                <a:lnTo>
                  <a:pt x="1265091" y="97314"/>
                </a:lnTo>
                <a:cubicBezTo>
                  <a:pt x="1265091" y="102256"/>
                  <a:pt x="1265385" y="105311"/>
                  <a:pt x="1265972" y="106479"/>
                </a:cubicBezTo>
                <a:cubicBezTo>
                  <a:pt x="1266720" y="108019"/>
                  <a:pt x="1267748" y="109148"/>
                  <a:pt x="1269056" y="109866"/>
                </a:cubicBezTo>
                <a:cubicBezTo>
                  <a:pt x="1270364" y="110583"/>
                  <a:pt x="1273021" y="110942"/>
                  <a:pt x="1277026" y="110942"/>
                </a:cubicBezTo>
                <a:lnTo>
                  <a:pt x="1277026" y="113906"/>
                </a:lnTo>
                <a:lnTo>
                  <a:pt x="1240740" y="113906"/>
                </a:lnTo>
                <a:lnTo>
                  <a:pt x="1240740" y="110942"/>
                </a:lnTo>
                <a:lnTo>
                  <a:pt x="1242342" y="110942"/>
                </a:lnTo>
                <a:cubicBezTo>
                  <a:pt x="1246080" y="110942"/>
                  <a:pt x="1248603" y="109997"/>
                  <a:pt x="1249911" y="108106"/>
                </a:cubicBezTo>
                <a:cubicBezTo>
                  <a:pt x="1251220" y="106213"/>
                  <a:pt x="1251874" y="102603"/>
                  <a:pt x="1251874" y="97274"/>
                </a:cubicBezTo>
                <a:lnTo>
                  <a:pt x="1251874" y="70100"/>
                </a:lnTo>
                <a:cubicBezTo>
                  <a:pt x="1251874" y="61308"/>
                  <a:pt x="1251674" y="55954"/>
                  <a:pt x="1251273" y="54037"/>
                </a:cubicBezTo>
                <a:cubicBezTo>
                  <a:pt x="1250873" y="52118"/>
                  <a:pt x="1250259" y="50812"/>
                  <a:pt x="1249431" y="50119"/>
                </a:cubicBezTo>
                <a:cubicBezTo>
                  <a:pt x="1248603" y="49427"/>
                  <a:pt x="1247495" y="49080"/>
                  <a:pt x="1246107" y="49080"/>
                </a:cubicBezTo>
                <a:cubicBezTo>
                  <a:pt x="1244611" y="49080"/>
                  <a:pt x="1242822" y="49480"/>
                  <a:pt x="1240740" y="50279"/>
                </a:cubicBezTo>
                <a:lnTo>
                  <a:pt x="1239538" y="47401"/>
                </a:lnTo>
                <a:lnTo>
                  <a:pt x="1261646" y="38449"/>
                </a:lnTo>
                <a:lnTo>
                  <a:pt x="1265091" y="38449"/>
                </a:lnTo>
                <a:lnTo>
                  <a:pt x="1265091" y="53989"/>
                </a:lnTo>
                <a:close/>
                <a:moveTo>
                  <a:pt x="1347036" y="16341"/>
                </a:moveTo>
                <a:lnTo>
                  <a:pt x="1347036" y="40532"/>
                </a:lnTo>
                <a:lnTo>
                  <a:pt x="1364177" y="40532"/>
                </a:lnTo>
                <a:lnTo>
                  <a:pt x="1364177" y="46139"/>
                </a:lnTo>
                <a:lnTo>
                  <a:pt x="1347036" y="46139"/>
                </a:lnTo>
                <a:lnTo>
                  <a:pt x="1347036" y="93655"/>
                </a:lnTo>
                <a:cubicBezTo>
                  <a:pt x="1347036" y="98403"/>
                  <a:pt x="1347716" y="101603"/>
                  <a:pt x="1349078" y="103257"/>
                </a:cubicBezTo>
                <a:cubicBezTo>
                  <a:pt x="1350440" y="104909"/>
                  <a:pt x="1352189" y="105735"/>
                  <a:pt x="1354325" y="105735"/>
                </a:cubicBezTo>
                <a:cubicBezTo>
                  <a:pt x="1356087" y="105735"/>
                  <a:pt x="1357796" y="105188"/>
                  <a:pt x="1359451" y="104093"/>
                </a:cubicBezTo>
                <a:cubicBezTo>
                  <a:pt x="1361107" y="102998"/>
                  <a:pt x="1362389" y="101383"/>
                  <a:pt x="1363296" y="99247"/>
                </a:cubicBezTo>
                <a:lnTo>
                  <a:pt x="1366420" y="99247"/>
                </a:lnTo>
                <a:cubicBezTo>
                  <a:pt x="1364551" y="104495"/>
                  <a:pt x="1361908" y="108465"/>
                  <a:pt x="1358490" y="111155"/>
                </a:cubicBezTo>
                <a:cubicBezTo>
                  <a:pt x="1355072" y="113843"/>
                  <a:pt x="1351548" y="115187"/>
                  <a:pt x="1347917" y="115187"/>
                </a:cubicBezTo>
                <a:cubicBezTo>
                  <a:pt x="1345460" y="115187"/>
                  <a:pt x="1343057" y="114506"/>
                  <a:pt x="1340707" y="113142"/>
                </a:cubicBezTo>
                <a:cubicBezTo>
                  <a:pt x="1338358" y="111779"/>
                  <a:pt x="1336622" y="109828"/>
                  <a:pt x="1335501" y="107290"/>
                </a:cubicBezTo>
                <a:cubicBezTo>
                  <a:pt x="1334379" y="104750"/>
                  <a:pt x="1333819" y="100833"/>
                  <a:pt x="1333819" y="95540"/>
                </a:cubicBezTo>
                <a:lnTo>
                  <a:pt x="1333819" y="46139"/>
                </a:lnTo>
                <a:lnTo>
                  <a:pt x="1322204" y="46139"/>
                </a:lnTo>
                <a:lnTo>
                  <a:pt x="1322204" y="43496"/>
                </a:lnTo>
                <a:cubicBezTo>
                  <a:pt x="1325141" y="42317"/>
                  <a:pt x="1328145" y="40322"/>
                  <a:pt x="1331215" y="37510"/>
                </a:cubicBezTo>
                <a:cubicBezTo>
                  <a:pt x="1334286" y="34699"/>
                  <a:pt x="1337023" y="31364"/>
                  <a:pt x="1339426" y="27508"/>
                </a:cubicBezTo>
                <a:cubicBezTo>
                  <a:pt x="1340654" y="25473"/>
                  <a:pt x="1342363" y="21751"/>
                  <a:pt x="1344552" y="16341"/>
                </a:cubicBezTo>
                <a:lnTo>
                  <a:pt x="1347036" y="16341"/>
                </a:lnTo>
                <a:close/>
                <a:moveTo>
                  <a:pt x="1407220" y="38449"/>
                </a:moveTo>
                <a:cubicBezTo>
                  <a:pt x="1418328" y="38449"/>
                  <a:pt x="1427246" y="42664"/>
                  <a:pt x="1433974" y="51093"/>
                </a:cubicBezTo>
                <a:cubicBezTo>
                  <a:pt x="1439688" y="58294"/>
                  <a:pt x="1442545" y="66563"/>
                  <a:pt x="1442545" y="75900"/>
                </a:cubicBezTo>
                <a:cubicBezTo>
                  <a:pt x="1442545" y="82461"/>
                  <a:pt x="1440970" y="89103"/>
                  <a:pt x="1437819" y="95825"/>
                </a:cubicBezTo>
                <a:cubicBezTo>
                  <a:pt x="1434669" y="102545"/>
                  <a:pt x="1430330" y="107613"/>
                  <a:pt x="1424803" y="111027"/>
                </a:cubicBezTo>
                <a:cubicBezTo>
                  <a:pt x="1419276" y="114441"/>
                  <a:pt x="1413121" y="116149"/>
                  <a:pt x="1406339" y="116149"/>
                </a:cubicBezTo>
                <a:cubicBezTo>
                  <a:pt x="1395285" y="116149"/>
                  <a:pt x="1386500" y="111747"/>
                  <a:pt x="1379985" y="102944"/>
                </a:cubicBezTo>
                <a:cubicBezTo>
                  <a:pt x="1374485" y="95530"/>
                  <a:pt x="1371735" y="87208"/>
                  <a:pt x="1371735" y="77980"/>
                </a:cubicBezTo>
                <a:cubicBezTo>
                  <a:pt x="1371735" y="71258"/>
                  <a:pt x="1373404" y="64576"/>
                  <a:pt x="1376741" y="57934"/>
                </a:cubicBezTo>
                <a:cubicBezTo>
                  <a:pt x="1380079" y="51292"/>
                  <a:pt x="1384471" y="46384"/>
                  <a:pt x="1389918" y="43210"/>
                </a:cubicBezTo>
                <a:cubicBezTo>
                  <a:pt x="1395365" y="40036"/>
                  <a:pt x="1401132" y="38449"/>
                  <a:pt x="1407220" y="38449"/>
                </a:cubicBezTo>
                <a:moveTo>
                  <a:pt x="1404737" y="43736"/>
                </a:moveTo>
                <a:cubicBezTo>
                  <a:pt x="1401907" y="43736"/>
                  <a:pt x="1399063" y="44576"/>
                  <a:pt x="1396206" y="46257"/>
                </a:cubicBezTo>
                <a:cubicBezTo>
                  <a:pt x="1393349" y="47937"/>
                  <a:pt x="1391039" y="50884"/>
                  <a:pt x="1389277" y="55098"/>
                </a:cubicBezTo>
                <a:cubicBezTo>
                  <a:pt x="1387515" y="59312"/>
                  <a:pt x="1386634" y="64725"/>
                  <a:pt x="1386634" y="71339"/>
                </a:cubicBezTo>
                <a:cubicBezTo>
                  <a:pt x="1386634" y="82006"/>
                  <a:pt x="1388757" y="91207"/>
                  <a:pt x="1393002" y="98942"/>
                </a:cubicBezTo>
                <a:cubicBezTo>
                  <a:pt x="1397247" y="106675"/>
                  <a:pt x="1402841" y="110541"/>
                  <a:pt x="1409783" y="110541"/>
                </a:cubicBezTo>
                <a:cubicBezTo>
                  <a:pt x="1414963" y="110541"/>
                  <a:pt x="1419236" y="108408"/>
                  <a:pt x="1422600" y="104141"/>
                </a:cubicBezTo>
                <a:cubicBezTo>
                  <a:pt x="1425964" y="99874"/>
                  <a:pt x="1427646" y="92540"/>
                  <a:pt x="1427646" y="82140"/>
                </a:cubicBezTo>
                <a:cubicBezTo>
                  <a:pt x="1427646" y="69125"/>
                  <a:pt x="1424843" y="58884"/>
                  <a:pt x="1419236" y="51416"/>
                </a:cubicBezTo>
                <a:cubicBezTo>
                  <a:pt x="1415444" y="46296"/>
                  <a:pt x="1410611" y="43736"/>
                  <a:pt x="1404737" y="43736"/>
                </a:cubicBezTo>
                <a:close/>
                <a:moveTo>
                  <a:pt x="1541792" y="38449"/>
                </a:moveTo>
                <a:lnTo>
                  <a:pt x="1541792" y="63281"/>
                </a:lnTo>
                <a:lnTo>
                  <a:pt x="1539149" y="63281"/>
                </a:lnTo>
                <a:cubicBezTo>
                  <a:pt x="1537119" y="55493"/>
                  <a:pt x="1534516" y="50195"/>
                  <a:pt x="1531339" y="47388"/>
                </a:cubicBezTo>
                <a:cubicBezTo>
                  <a:pt x="1528161" y="44580"/>
                  <a:pt x="1524116" y="43175"/>
                  <a:pt x="1519203" y="43175"/>
                </a:cubicBezTo>
                <a:cubicBezTo>
                  <a:pt x="1515465" y="43175"/>
                  <a:pt x="1512448" y="44162"/>
                  <a:pt x="1510152" y="46137"/>
                </a:cubicBezTo>
                <a:cubicBezTo>
                  <a:pt x="1507855" y="48109"/>
                  <a:pt x="1506707" y="50296"/>
                  <a:pt x="1506707" y="52697"/>
                </a:cubicBezTo>
                <a:cubicBezTo>
                  <a:pt x="1506707" y="55685"/>
                  <a:pt x="1507562" y="58245"/>
                  <a:pt x="1509270" y="60377"/>
                </a:cubicBezTo>
                <a:cubicBezTo>
                  <a:pt x="1510926" y="62565"/>
                  <a:pt x="1514290" y="64885"/>
                  <a:pt x="1519363" y="67339"/>
                </a:cubicBezTo>
                <a:lnTo>
                  <a:pt x="1531058" y="73021"/>
                </a:lnTo>
                <a:cubicBezTo>
                  <a:pt x="1541899" y="78301"/>
                  <a:pt x="1547319" y="85262"/>
                  <a:pt x="1547319" y="93905"/>
                </a:cubicBezTo>
                <a:cubicBezTo>
                  <a:pt x="1547319" y="100572"/>
                  <a:pt x="1544796" y="105946"/>
                  <a:pt x="1539749" y="110028"/>
                </a:cubicBezTo>
                <a:cubicBezTo>
                  <a:pt x="1534703" y="114108"/>
                  <a:pt x="1529056" y="116149"/>
                  <a:pt x="1522808" y="116149"/>
                </a:cubicBezTo>
                <a:cubicBezTo>
                  <a:pt x="1518322" y="116149"/>
                  <a:pt x="1513195" y="115348"/>
                  <a:pt x="1507428" y="113745"/>
                </a:cubicBezTo>
                <a:cubicBezTo>
                  <a:pt x="1505666" y="113211"/>
                  <a:pt x="1504224" y="112944"/>
                  <a:pt x="1503103" y="112944"/>
                </a:cubicBezTo>
                <a:cubicBezTo>
                  <a:pt x="1501874" y="112944"/>
                  <a:pt x="1500913" y="113639"/>
                  <a:pt x="1500219" y="115027"/>
                </a:cubicBezTo>
                <a:lnTo>
                  <a:pt x="1497575" y="115027"/>
                </a:lnTo>
                <a:lnTo>
                  <a:pt x="1497575" y="88754"/>
                </a:lnTo>
                <a:lnTo>
                  <a:pt x="1500219" y="88754"/>
                </a:lnTo>
                <a:cubicBezTo>
                  <a:pt x="1501714" y="96256"/>
                  <a:pt x="1504571" y="101910"/>
                  <a:pt x="1508790" y="105715"/>
                </a:cubicBezTo>
                <a:cubicBezTo>
                  <a:pt x="1513009" y="109520"/>
                  <a:pt x="1517735" y="111423"/>
                  <a:pt x="1522968" y="111423"/>
                </a:cubicBezTo>
                <a:cubicBezTo>
                  <a:pt x="1526653" y="111423"/>
                  <a:pt x="1529656" y="110343"/>
                  <a:pt x="1531979" y="108183"/>
                </a:cubicBezTo>
                <a:cubicBezTo>
                  <a:pt x="1534302" y="106022"/>
                  <a:pt x="1535464" y="103421"/>
                  <a:pt x="1535464" y="100381"/>
                </a:cubicBezTo>
                <a:cubicBezTo>
                  <a:pt x="1535464" y="96700"/>
                  <a:pt x="1534169" y="93606"/>
                  <a:pt x="1531579" y="91099"/>
                </a:cubicBezTo>
                <a:cubicBezTo>
                  <a:pt x="1528989" y="88592"/>
                  <a:pt x="1523822" y="85419"/>
                  <a:pt x="1516079" y="81579"/>
                </a:cubicBezTo>
                <a:cubicBezTo>
                  <a:pt x="1508336" y="77738"/>
                  <a:pt x="1503263" y="74270"/>
                  <a:pt x="1500860" y="71176"/>
                </a:cubicBezTo>
                <a:cubicBezTo>
                  <a:pt x="1498457" y="68135"/>
                  <a:pt x="1497255" y="64295"/>
                  <a:pt x="1497255" y="59654"/>
                </a:cubicBezTo>
                <a:cubicBezTo>
                  <a:pt x="1497255" y="53626"/>
                  <a:pt x="1499324" y="48585"/>
                  <a:pt x="1503463" y="44532"/>
                </a:cubicBezTo>
                <a:cubicBezTo>
                  <a:pt x="1507602" y="40477"/>
                  <a:pt x="1512955" y="38449"/>
                  <a:pt x="1519524" y="38449"/>
                </a:cubicBezTo>
                <a:cubicBezTo>
                  <a:pt x="1522407" y="38449"/>
                  <a:pt x="1525905" y="39063"/>
                  <a:pt x="1530017" y="40292"/>
                </a:cubicBezTo>
                <a:cubicBezTo>
                  <a:pt x="1532740" y="41093"/>
                  <a:pt x="1534556" y="41493"/>
                  <a:pt x="1535464" y="41493"/>
                </a:cubicBezTo>
                <a:cubicBezTo>
                  <a:pt x="1536318" y="41493"/>
                  <a:pt x="1536986" y="41306"/>
                  <a:pt x="1537466" y="40932"/>
                </a:cubicBezTo>
                <a:cubicBezTo>
                  <a:pt x="1537947" y="40559"/>
                  <a:pt x="1538508" y="39731"/>
                  <a:pt x="1539149" y="38449"/>
                </a:cubicBezTo>
                <a:lnTo>
                  <a:pt x="1541792" y="38449"/>
                </a:lnTo>
                <a:close/>
                <a:moveTo>
                  <a:pt x="1579975" y="54069"/>
                </a:moveTo>
                <a:cubicBezTo>
                  <a:pt x="1585315" y="48729"/>
                  <a:pt x="1588466" y="45658"/>
                  <a:pt x="1589427" y="44857"/>
                </a:cubicBezTo>
                <a:cubicBezTo>
                  <a:pt x="1591830" y="42828"/>
                  <a:pt x="1594420" y="41253"/>
                  <a:pt x="1597197" y="40131"/>
                </a:cubicBezTo>
                <a:cubicBezTo>
                  <a:pt x="1599974" y="39010"/>
                  <a:pt x="1602724" y="38449"/>
                  <a:pt x="1605447" y="38449"/>
                </a:cubicBezTo>
                <a:cubicBezTo>
                  <a:pt x="1610040" y="38449"/>
                  <a:pt x="1613992" y="39784"/>
                  <a:pt x="1617303" y="42454"/>
                </a:cubicBezTo>
                <a:cubicBezTo>
                  <a:pt x="1620614" y="45124"/>
                  <a:pt x="1622830" y="48996"/>
                  <a:pt x="1623951" y="54069"/>
                </a:cubicBezTo>
                <a:cubicBezTo>
                  <a:pt x="1629452" y="47661"/>
                  <a:pt x="1634097" y="43456"/>
                  <a:pt x="1637889" y="41453"/>
                </a:cubicBezTo>
                <a:cubicBezTo>
                  <a:pt x="1641681" y="39450"/>
                  <a:pt x="1645579" y="38449"/>
                  <a:pt x="1649584" y="38449"/>
                </a:cubicBezTo>
                <a:cubicBezTo>
                  <a:pt x="1653482" y="38449"/>
                  <a:pt x="1656940" y="39449"/>
                  <a:pt x="1659957" y="41448"/>
                </a:cubicBezTo>
                <a:cubicBezTo>
                  <a:pt x="1662974" y="43446"/>
                  <a:pt x="1665364" y="46709"/>
                  <a:pt x="1667126" y="51238"/>
                </a:cubicBezTo>
                <a:cubicBezTo>
                  <a:pt x="1668301" y="54329"/>
                  <a:pt x="1668889" y="59177"/>
                  <a:pt x="1668889" y="65784"/>
                </a:cubicBezTo>
                <a:lnTo>
                  <a:pt x="1668889" y="97274"/>
                </a:lnTo>
                <a:cubicBezTo>
                  <a:pt x="1668889" y="101857"/>
                  <a:pt x="1669236" y="105001"/>
                  <a:pt x="1669930" y="106706"/>
                </a:cubicBezTo>
                <a:cubicBezTo>
                  <a:pt x="1670464" y="107878"/>
                  <a:pt x="1671452" y="108877"/>
                  <a:pt x="1672894" y="109703"/>
                </a:cubicBezTo>
                <a:cubicBezTo>
                  <a:pt x="1674336" y="110529"/>
                  <a:pt x="1676685" y="110942"/>
                  <a:pt x="1679943" y="110942"/>
                </a:cubicBezTo>
                <a:lnTo>
                  <a:pt x="1679943" y="113906"/>
                </a:lnTo>
                <a:lnTo>
                  <a:pt x="1643736" y="113906"/>
                </a:lnTo>
                <a:lnTo>
                  <a:pt x="1643736" y="110942"/>
                </a:lnTo>
                <a:lnTo>
                  <a:pt x="1645258" y="110942"/>
                </a:lnTo>
                <a:cubicBezTo>
                  <a:pt x="1648409" y="110942"/>
                  <a:pt x="1650866" y="110331"/>
                  <a:pt x="1652628" y="109110"/>
                </a:cubicBezTo>
                <a:cubicBezTo>
                  <a:pt x="1653856" y="108258"/>
                  <a:pt x="1654737" y="106903"/>
                  <a:pt x="1655271" y="105044"/>
                </a:cubicBezTo>
                <a:cubicBezTo>
                  <a:pt x="1655485" y="104142"/>
                  <a:pt x="1655592" y="101565"/>
                  <a:pt x="1655592" y="97314"/>
                </a:cubicBezTo>
                <a:lnTo>
                  <a:pt x="1655592" y="65914"/>
                </a:lnTo>
                <a:cubicBezTo>
                  <a:pt x="1655592" y="59963"/>
                  <a:pt x="1654871" y="55766"/>
                  <a:pt x="1653429" y="53323"/>
                </a:cubicBezTo>
                <a:cubicBezTo>
                  <a:pt x="1651346" y="49922"/>
                  <a:pt x="1648009" y="48222"/>
                  <a:pt x="1643416" y="48222"/>
                </a:cubicBezTo>
                <a:cubicBezTo>
                  <a:pt x="1640586" y="48222"/>
                  <a:pt x="1637742" y="48926"/>
                  <a:pt x="1634885" y="50334"/>
                </a:cubicBezTo>
                <a:cubicBezTo>
                  <a:pt x="1632028" y="51741"/>
                  <a:pt x="1628570" y="54358"/>
                  <a:pt x="1624512" y="58184"/>
                </a:cubicBezTo>
                <a:lnTo>
                  <a:pt x="1624352" y="59061"/>
                </a:lnTo>
                <a:lnTo>
                  <a:pt x="1624512" y="62487"/>
                </a:lnTo>
                <a:lnTo>
                  <a:pt x="1624512" y="97314"/>
                </a:lnTo>
                <a:cubicBezTo>
                  <a:pt x="1624512" y="102309"/>
                  <a:pt x="1624792" y="105417"/>
                  <a:pt x="1625353" y="106639"/>
                </a:cubicBezTo>
                <a:cubicBezTo>
                  <a:pt x="1625914" y="107860"/>
                  <a:pt x="1626968" y="108883"/>
                  <a:pt x="1628517" y="109708"/>
                </a:cubicBezTo>
                <a:cubicBezTo>
                  <a:pt x="1630066" y="110531"/>
                  <a:pt x="1632709" y="110942"/>
                  <a:pt x="1636447" y="110942"/>
                </a:cubicBezTo>
                <a:lnTo>
                  <a:pt x="1636447" y="113906"/>
                </a:lnTo>
                <a:lnTo>
                  <a:pt x="1599360" y="113906"/>
                </a:lnTo>
                <a:lnTo>
                  <a:pt x="1599360" y="110942"/>
                </a:lnTo>
                <a:cubicBezTo>
                  <a:pt x="1603418" y="110942"/>
                  <a:pt x="1606208" y="110464"/>
                  <a:pt x="1607730" y="109508"/>
                </a:cubicBezTo>
                <a:cubicBezTo>
                  <a:pt x="1609252" y="108551"/>
                  <a:pt x="1610307" y="107117"/>
                  <a:pt x="1610894" y="105205"/>
                </a:cubicBezTo>
                <a:cubicBezTo>
                  <a:pt x="1611161" y="104300"/>
                  <a:pt x="1611295" y="101670"/>
                  <a:pt x="1611295" y="97314"/>
                </a:cubicBezTo>
                <a:lnTo>
                  <a:pt x="1611295" y="65914"/>
                </a:lnTo>
                <a:cubicBezTo>
                  <a:pt x="1611295" y="59963"/>
                  <a:pt x="1610414" y="55686"/>
                  <a:pt x="1608652" y="53083"/>
                </a:cubicBezTo>
                <a:cubicBezTo>
                  <a:pt x="1606302" y="49682"/>
                  <a:pt x="1603018" y="47981"/>
                  <a:pt x="1598799" y="47981"/>
                </a:cubicBezTo>
                <a:cubicBezTo>
                  <a:pt x="1595915" y="47981"/>
                  <a:pt x="1593058" y="48752"/>
                  <a:pt x="1590228" y="50292"/>
                </a:cubicBezTo>
                <a:cubicBezTo>
                  <a:pt x="1585796" y="52630"/>
                  <a:pt x="1582378" y="55260"/>
                  <a:pt x="1579975" y="58182"/>
                </a:cubicBezTo>
                <a:lnTo>
                  <a:pt x="1579975" y="97314"/>
                </a:lnTo>
                <a:cubicBezTo>
                  <a:pt x="1579975" y="102096"/>
                  <a:pt x="1580309" y="105204"/>
                  <a:pt x="1580976" y="106639"/>
                </a:cubicBezTo>
                <a:cubicBezTo>
                  <a:pt x="1581644" y="108072"/>
                  <a:pt x="1582632" y="109148"/>
                  <a:pt x="1583940" y="109866"/>
                </a:cubicBezTo>
                <a:cubicBezTo>
                  <a:pt x="1585248" y="110583"/>
                  <a:pt x="1587905" y="110942"/>
                  <a:pt x="1591910" y="110942"/>
                </a:cubicBezTo>
                <a:lnTo>
                  <a:pt x="1591910" y="113906"/>
                </a:lnTo>
                <a:lnTo>
                  <a:pt x="1555624" y="113906"/>
                </a:lnTo>
                <a:lnTo>
                  <a:pt x="1555624" y="110942"/>
                </a:lnTo>
                <a:cubicBezTo>
                  <a:pt x="1558988" y="110942"/>
                  <a:pt x="1561338" y="110582"/>
                  <a:pt x="1562673" y="109863"/>
                </a:cubicBezTo>
                <a:cubicBezTo>
                  <a:pt x="1564008" y="109144"/>
                  <a:pt x="1565022" y="107998"/>
                  <a:pt x="1565717" y="106426"/>
                </a:cubicBezTo>
                <a:cubicBezTo>
                  <a:pt x="1566411" y="104854"/>
                  <a:pt x="1566758" y="101804"/>
                  <a:pt x="1566758" y="97274"/>
                </a:cubicBezTo>
                <a:lnTo>
                  <a:pt x="1566758" y="69301"/>
                </a:lnTo>
                <a:cubicBezTo>
                  <a:pt x="1566758" y="61254"/>
                  <a:pt x="1566518" y="56059"/>
                  <a:pt x="1566037" y="53716"/>
                </a:cubicBezTo>
                <a:cubicBezTo>
                  <a:pt x="1565663" y="51957"/>
                  <a:pt x="1565076" y="50745"/>
                  <a:pt x="1564275" y="50079"/>
                </a:cubicBezTo>
                <a:cubicBezTo>
                  <a:pt x="1563474" y="49413"/>
                  <a:pt x="1562379" y="49080"/>
                  <a:pt x="1560991" y="49080"/>
                </a:cubicBezTo>
                <a:cubicBezTo>
                  <a:pt x="1559495" y="49080"/>
                  <a:pt x="1557706" y="49480"/>
                  <a:pt x="1555624" y="50279"/>
                </a:cubicBezTo>
                <a:lnTo>
                  <a:pt x="1554422" y="47401"/>
                </a:lnTo>
                <a:lnTo>
                  <a:pt x="1576531" y="38449"/>
                </a:lnTo>
                <a:lnTo>
                  <a:pt x="1579975" y="38449"/>
                </a:lnTo>
                <a:lnTo>
                  <a:pt x="1579975" y="54069"/>
                </a:lnTo>
                <a:close/>
                <a:moveTo>
                  <a:pt x="1727390" y="103332"/>
                </a:moveTo>
                <a:cubicBezTo>
                  <a:pt x="1719860" y="109153"/>
                  <a:pt x="1715134" y="112517"/>
                  <a:pt x="1713211" y="113425"/>
                </a:cubicBezTo>
                <a:cubicBezTo>
                  <a:pt x="1710328" y="114814"/>
                  <a:pt x="1707257" y="115508"/>
                  <a:pt x="1704000" y="115508"/>
                </a:cubicBezTo>
                <a:cubicBezTo>
                  <a:pt x="1698927" y="115508"/>
                  <a:pt x="1694748" y="113772"/>
                  <a:pt x="1691464" y="110301"/>
                </a:cubicBezTo>
                <a:cubicBezTo>
                  <a:pt x="1688179" y="106830"/>
                  <a:pt x="1686537" y="102264"/>
                  <a:pt x="1686537" y="96604"/>
                </a:cubicBezTo>
                <a:cubicBezTo>
                  <a:pt x="1686537" y="93026"/>
                  <a:pt x="1687338" y="89928"/>
                  <a:pt x="1688940" y="87312"/>
                </a:cubicBezTo>
                <a:cubicBezTo>
                  <a:pt x="1691130" y="83680"/>
                  <a:pt x="1694935" y="80263"/>
                  <a:pt x="1700355" y="77059"/>
                </a:cubicBezTo>
                <a:cubicBezTo>
                  <a:pt x="1705775" y="73854"/>
                  <a:pt x="1714787" y="69956"/>
                  <a:pt x="1727390" y="65364"/>
                </a:cubicBezTo>
                <a:lnTo>
                  <a:pt x="1727390" y="62480"/>
                </a:lnTo>
                <a:cubicBezTo>
                  <a:pt x="1727390" y="55164"/>
                  <a:pt x="1726228" y="50144"/>
                  <a:pt x="1723905" y="47421"/>
                </a:cubicBezTo>
                <a:cubicBezTo>
                  <a:pt x="1721582" y="44697"/>
                  <a:pt x="1718205" y="43335"/>
                  <a:pt x="1713772" y="43335"/>
                </a:cubicBezTo>
                <a:cubicBezTo>
                  <a:pt x="1710408" y="43335"/>
                  <a:pt x="1707738" y="44240"/>
                  <a:pt x="1705762" y="46049"/>
                </a:cubicBezTo>
                <a:cubicBezTo>
                  <a:pt x="1703733" y="47858"/>
                  <a:pt x="1702718" y="49933"/>
                  <a:pt x="1702718" y="52274"/>
                </a:cubicBezTo>
                <a:lnTo>
                  <a:pt x="1702878" y="56903"/>
                </a:lnTo>
                <a:cubicBezTo>
                  <a:pt x="1702878" y="59349"/>
                  <a:pt x="1702251" y="61237"/>
                  <a:pt x="1700996" y="62568"/>
                </a:cubicBezTo>
                <a:cubicBezTo>
                  <a:pt x="1699741" y="63898"/>
                  <a:pt x="1698099" y="64563"/>
                  <a:pt x="1696070" y="64563"/>
                </a:cubicBezTo>
                <a:cubicBezTo>
                  <a:pt x="1694094" y="64563"/>
                  <a:pt x="1692478" y="63871"/>
                  <a:pt x="1691223" y="62487"/>
                </a:cubicBezTo>
                <a:cubicBezTo>
                  <a:pt x="1689968" y="61102"/>
                  <a:pt x="1689341" y="59212"/>
                  <a:pt x="1689341" y="56815"/>
                </a:cubicBezTo>
                <a:cubicBezTo>
                  <a:pt x="1689341" y="52238"/>
                  <a:pt x="1691691" y="48032"/>
                  <a:pt x="1696390" y="44199"/>
                </a:cubicBezTo>
                <a:cubicBezTo>
                  <a:pt x="1701089" y="40366"/>
                  <a:pt x="1707684" y="38449"/>
                  <a:pt x="1716175" y="38449"/>
                </a:cubicBezTo>
                <a:cubicBezTo>
                  <a:pt x="1722690" y="38449"/>
                  <a:pt x="1728030" y="39542"/>
                  <a:pt x="1732196" y="41728"/>
                </a:cubicBezTo>
                <a:cubicBezTo>
                  <a:pt x="1735346" y="43382"/>
                  <a:pt x="1737669" y="45970"/>
                  <a:pt x="1739165" y="49491"/>
                </a:cubicBezTo>
                <a:cubicBezTo>
                  <a:pt x="1740126" y="51784"/>
                  <a:pt x="1740607" y="56477"/>
                  <a:pt x="1740607" y="63571"/>
                </a:cubicBezTo>
                <a:lnTo>
                  <a:pt x="1740607" y="88453"/>
                </a:lnTo>
                <a:cubicBezTo>
                  <a:pt x="1740607" y="95440"/>
                  <a:pt x="1740740" y="99721"/>
                  <a:pt x="1741007" y="101295"/>
                </a:cubicBezTo>
                <a:cubicBezTo>
                  <a:pt x="1741274" y="102868"/>
                  <a:pt x="1741715" y="103922"/>
                  <a:pt x="1742329" y="104456"/>
                </a:cubicBezTo>
                <a:cubicBezTo>
                  <a:pt x="1742943" y="104988"/>
                  <a:pt x="1743650" y="105255"/>
                  <a:pt x="1744451" y="105255"/>
                </a:cubicBezTo>
                <a:cubicBezTo>
                  <a:pt x="1745306" y="105255"/>
                  <a:pt x="1746053" y="105068"/>
                  <a:pt x="1746694" y="104694"/>
                </a:cubicBezTo>
                <a:cubicBezTo>
                  <a:pt x="1747816" y="104000"/>
                  <a:pt x="1749978" y="102051"/>
                  <a:pt x="1753183" y="98846"/>
                </a:cubicBezTo>
                <a:lnTo>
                  <a:pt x="1753183" y="103332"/>
                </a:lnTo>
                <a:cubicBezTo>
                  <a:pt x="1747202" y="111342"/>
                  <a:pt x="1741488" y="115348"/>
                  <a:pt x="1736041" y="115348"/>
                </a:cubicBezTo>
                <a:cubicBezTo>
                  <a:pt x="1733424" y="115348"/>
                  <a:pt x="1731341" y="114440"/>
                  <a:pt x="1729793" y="112624"/>
                </a:cubicBezTo>
                <a:cubicBezTo>
                  <a:pt x="1728244" y="110808"/>
                  <a:pt x="1727443" y="107711"/>
                  <a:pt x="1727390" y="103332"/>
                </a:cubicBezTo>
                <a:moveTo>
                  <a:pt x="1727390" y="98080"/>
                </a:moveTo>
                <a:lnTo>
                  <a:pt x="1727390" y="70250"/>
                </a:lnTo>
                <a:cubicBezTo>
                  <a:pt x="1719326" y="73439"/>
                  <a:pt x="1714119" y="75698"/>
                  <a:pt x="1711770" y="77029"/>
                </a:cubicBezTo>
                <a:cubicBezTo>
                  <a:pt x="1707551" y="79368"/>
                  <a:pt x="1704534" y="81814"/>
                  <a:pt x="1702718" y="84365"/>
                </a:cubicBezTo>
                <a:cubicBezTo>
                  <a:pt x="1700902" y="86917"/>
                  <a:pt x="1699995" y="89708"/>
                  <a:pt x="1699995" y="92739"/>
                </a:cubicBezTo>
                <a:cubicBezTo>
                  <a:pt x="1699995" y="96567"/>
                  <a:pt x="1701143" y="99743"/>
                  <a:pt x="1703439" y="102268"/>
                </a:cubicBezTo>
                <a:cubicBezTo>
                  <a:pt x="1705735" y="104793"/>
                  <a:pt x="1708379" y="106056"/>
                  <a:pt x="1711369" y="106056"/>
                </a:cubicBezTo>
                <a:cubicBezTo>
                  <a:pt x="1715428" y="106056"/>
                  <a:pt x="1720768" y="103397"/>
                  <a:pt x="1727390" y="98080"/>
                </a:cubicBezTo>
                <a:close/>
                <a:moveTo>
                  <a:pt x="1783888" y="0"/>
                </a:moveTo>
                <a:lnTo>
                  <a:pt x="1783888" y="97254"/>
                </a:lnTo>
                <a:cubicBezTo>
                  <a:pt x="1783888" y="101844"/>
                  <a:pt x="1784222" y="104886"/>
                  <a:pt x="1784890" y="106381"/>
                </a:cubicBezTo>
                <a:cubicBezTo>
                  <a:pt x="1785557" y="107875"/>
                  <a:pt x="1786585" y="109009"/>
                  <a:pt x="1787974" y="109783"/>
                </a:cubicBezTo>
                <a:cubicBezTo>
                  <a:pt x="1789362" y="110556"/>
                  <a:pt x="1791952" y="110942"/>
                  <a:pt x="1795744" y="110942"/>
                </a:cubicBezTo>
                <a:lnTo>
                  <a:pt x="1795744" y="113906"/>
                </a:lnTo>
                <a:lnTo>
                  <a:pt x="1759778" y="113906"/>
                </a:lnTo>
                <a:lnTo>
                  <a:pt x="1759778" y="110942"/>
                </a:lnTo>
                <a:cubicBezTo>
                  <a:pt x="1763142" y="110942"/>
                  <a:pt x="1765438" y="110596"/>
                  <a:pt x="1766666" y="109903"/>
                </a:cubicBezTo>
                <a:cubicBezTo>
                  <a:pt x="1767895" y="109209"/>
                  <a:pt x="1768856" y="108062"/>
                  <a:pt x="1769550" y="106461"/>
                </a:cubicBezTo>
                <a:cubicBezTo>
                  <a:pt x="1770244" y="104859"/>
                  <a:pt x="1770591" y="101790"/>
                  <a:pt x="1770591" y="97254"/>
                </a:cubicBezTo>
                <a:lnTo>
                  <a:pt x="1770591" y="30657"/>
                </a:lnTo>
                <a:cubicBezTo>
                  <a:pt x="1770591" y="22386"/>
                  <a:pt x="1770404" y="17304"/>
                  <a:pt x="1770031" y="15410"/>
                </a:cubicBezTo>
                <a:cubicBezTo>
                  <a:pt x="1769657" y="13514"/>
                  <a:pt x="1769056" y="12220"/>
                  <a:pt x="1768228" y="11527"/>
                </a:cubicBezTo>
                <a:cubicBezTo>
                  <a:pt x="1767401" y="10833"/>
                  <a:pt x="1766346" y="10486"/>
                  <a:pt x="1765064" y="10486"/>
                </a:cubicBezTo>
                <a:cubicBezTo>
                  <a:pt x="1763676" y="10486"/>
                  <a:pt x="1761914" y="10913"/>
                  <a:pt x="1759778" y="11768"/>
                </a:cubicBezTo>
                <a:lnTo>
                  <a:pt x="1758416" y="8964"/>
                </a:lnTo>
                <a:lnTo>
                  <a:pt x="1780284" y="0"/>
                </a:lnTo>
                <a:lnTo>
                  <a:pt x="1783888" y="0"/>
                </a:lnTo>
                <a:close/>
                <a:moveTo>
                  <a:pt x="1829494" y="0"/>
                </a:moveTo>
                <a:lnTo>
                  <a:pt x="1829494" y="97254"/>
                </a:lnTo>
                <a:cubicBezTo>
                  <a:pt x="1829494" y="101844"/>
                  <a:pt x="1829828" y="104886"/>
                  <a:pt x="1830495" y="106381"/>
                </a:cubicBezTo>
                <a:cubicBezTo>
                  <a:pt x="1831163" y="107875"/>
                  <a:pt x="1832191" y="109009"/>
                  <a:pt x="1833579" y="109783"/>
                </a:cubicBezTo>
                <a:cubicBezTo>
                  <a:pt x="1834968" y="110556"/>
                  <a:pt x="1837558" y="110942"/>
                  <a:pt x="1841349" y="110942"/>
                </a:cubicBezTo>
                <a:lnTo>
                  <a:pt x="1841349" y="113906"/>
                </a:lnTo>
                <a:lnTo>
                  <a:pt x="1805383" y="113906"/>
                </a:lnTo>
                <a:lnTo>
                  <a:pt x="1805383" y="110942"/>
                </a:lnTo>
                <a:cubicBezTo>
                  <a:pt x="1808748" y="110942"/>
                  <a:pt x="1811044" y="110596"/>
                  <a:pt x="1812272" y="109903"/>
                </a:cubicBezTo>
                <a:cubicBezTo>
                  <a:pt x="1813500" y="109209"/>
                  <a:pt x="1814462" y="108062"/>
                  <a:pt x="1815156" y="106461"/>
                </a:cubicBezTo>
                <a:cubicBezTo>
                  <a:pt x="1815850" y="104859"/>
                  <a:pt x="1816197" y="101790"/>
                  <a:pt x="1816197" y="97254"/>
                </a:cubicBezTo>
                <a:lnTo>
                  <a:pt x="1816197" y="30657"/>
                </a:lnTo>
                <a:cubicBezTo>
                  <a:pt x="1816197" y="22386"/>
                  <a:pt x="1816010" y="17304"/>
                  <a:pt x="1815636" y="15410"/>
                </a:cubicBezTo>
                <a:cubicBezTo>
                  <a:pt x="1815263" y="13514"/>
                  <a:pt x="1814662" y="12220"/>
                  <a:pt x="1813834" y="11527"/>
                </a:cubicBezTo>
                <a:cubicBezTo>
                  <a:pt x="1813006" y="10833"/>
                  <a:pt x="1811952" y="10486"/>
                  <a:pt x="1810670" y="10486"/>
                </a:cubicBezTo>
                <a:cubicBezTo>
                  <a:pt x="1809282" y="10486"/>
                  <a:pt x="1807519" y="10913"/>
                  <a:pt x="1805383" y="11768"/>
                </a:cubicBezTo>
                <a:lnTo>
                  <a:pt x="1804021" y="8964"/>
                </a:lnTo>
                <a:lnTo>
                  <a:pt x="1825889" y="0"/>
                </a:lnTo>
                <a:lnTo>
                  <a:pt x="1829494" y="0"/>
                </a:lnTo>
                <a:close/>
                <a:moveTo>
                  <a:pt x="1953199" y="86030"/>
                </a:moveTo>
                <a:cubicBezTo>
                  <a:pt x="1951223" y="95696"/>
                  <a:pt x="1947351" y="103132"/>
                  <a:pt x="1941584" y="108339"/>
                </a:cubicBezTo>
                <a:cubicBezTo>
                  <a:pt x="1935817" y="113545"/>
                  <a:pt x="1929435" y="116149"/>
                  <a:pt x="1922440" y="116149"/>
                </a:cubicBezTo>
                <a:cubicBezTo>
                  <a:pt x="1914109" y="116149"/>
                  <a:pt x="1906846" y="112655"/>
                  <a:pt x="1900652" y="105668"/>
                </a:cubicBezTo>
                <a:cubicBezTo>
                  <a:pt x="1894457" y="98679"/>
                  <a:pt x="1891360" y="89236"/>
                  <a:pt x="1891360" y="77339"/>
                </a:cubicBezTo>
                <a:cubicBezTo>
                  <a:pt x="1891360" y="65816"/>
                  <a:pt x="1894791" y="56454"/>
                  <a:pt x="1901653" y="49253"/>
                </a:cubicBezTo>
                <a:cubicBezTo>
                  <a:pt x="1908515" y="42050"/>
                  <a:pt x="1916752" y="38449"/>
                  <a:pt x="1926365" y="38449"/>
                </a:cubicBezTo>
                <a:cubicBezTo>
                  <a:pt x="1933574" y="38449"/>
                  <a:pt x="1939501" y="40352"/>
                  <a:pt x="1944147" y="44159"/>
                </a:cubicBezTo>
                <a:cubicBezTo>
                  <a:pt x="1948793" y="47964"/>
                  <a:pt x="1951116" y="51916"/>
                  <a:pt x="1951116" y="56014"/>
                </a:cubicBezTo>
                <a:cubicBezTo>
                  <a:pt x="1951116" y="58037"/>
                  <a:pt x="1950462" y="59674"/>
                  <a:pt x="1949154" y="60925"/>
                </a:cubicBezTo>
                <a:cubicBezTo>
                  <a:pt x="1947845" y="62175"/>
                  <a:pt x="1946016" y="62800"/>
                  <a:pt x="1943667" y="62800"/>
                </a:cubicBezTo>
                <a:cubicBezTo>
                  <a:pt x="1940516" y="62800"/>
                  <a:pt x="1938140" y="61786"/>
                  <a:pt x="1936538" y="59756"/>
                </a:cubicBezTo>
                <a:cubicBezTo>
                  <a:pt x="1935630" y="58635"/>
                  <a:pt x="1935029" y="56499"/>
                  <a:pt x="1934735" y="53348"/>
                </a:cubicBezTo>
                <a:cubicBezTo>
                  <a:pt x="1934442" y="50198"/>
                  <a:pt x="1933360" y="47794"/>
                  <a:pt x="1931491" y="46139"/>
                </a:cubicBezTo>
                <a:cubicBezTo>
                  <a:pt x="1929622" y="44537"/>
                  <a:pt x="1927032" y="43736"/>
                  <a:pt x="1923721" y="43736"/>
                </a:cubicBezTo>
                <a:cubicBezTo>
                  <a:pt x="1918381" y="43736"/>
                  <a:pt x="1914082" y="45712"/>
                  <a:pt x="1910825" y="49664"/>
                </a:cubicBezTo>
                <a:cubicBezTo>
                  <a:pt x="1906499" y="54897"/>
                  <a:pt x="1904336" y="61812"/>
                  <a:pt x="1904336" y="70410"/>
                </a:cubicBezTo>
                <a:cubicBezTo>
                  <a:pt x="1904336" y="79168"/>
                  <a:pt x="1906486" y="86898"/>
                  <a:pt x="1910785" y="93600"/>
                </a:cubicBezTo>
                <a:cubicBezTo>
                  <a:pt x="1915083" y="100302"/>
                  <a:pt x="1920891" y="103653"/>
                  <a:pt x="1928207" y="103653"/>
                </a:cubicBezTo>
                <a:cubicBezTo>
                  <a:pt x="1933440" y="103653"/>
                  <a:pt x="1938140" y="101864"/>
                  <a:pt x="1942305" y="98286"/>
                </a:cubicBezTo>
                <a:cubicBezTo>
                  <a:pt x="1945242" y="95829"/>
                  <a:pt x="1948099" y="91370"/>
                  <a:pt x="1950876" y="84909"/>
                </a:cubicBezTo>
                <a:lnTo>
                  <a:pt x="1953199" y="86030"/>
                </a:lnTo>
                <a:close/>
                <a:moveTo>
                  <a:pt x="1985266" y="0"/>
                </a:moveTo>
                <a:lnTo>
                  <a:pt x="1985266" y="53749"/>
                </a:lnTo>
                <a:cubicBezTo>
                  <a:pt x="1991193" y="47234"/>
                  <a:pt x="1995893" y="43055"/>
                  <a:pt x="1999364" y="41213"/>
                </a:cubicBezTo>
                <a:cubicBezTo>
                  <a:pt x="2002835" y="39370"/>
                  <a:pt x="2006306" y="38449"/>
                  <a:pt x="2009777" y="38449"/>
                </a:cubicBezTo>
                <a:cubicBezTo>
                  <a:pt x="2013942" y="38449"/>
                  <a:pt x="2017520" y="39595"/>
                  <a:pt x="2020511" y="41886"/>
                </a:cubicBezTo>
                <a:cubicBezTo>
                  <a:pt x="2023501" y="44177"/>
                  <a:pt x="2025717" y="47774"/>
                  <a:pt x="2027159" y="52675"/>
                </a:cubicBezTo>
                <a:cubicBezTo>
                  <a:pt x="2028174" y="56086"/>
                  <a:pt x="2028681" y="62321"/>
                  <a:pt x="2028681" y="71379"/>
                </a:cubicBezTo>
                <a:lnTo>
                  <a:pt x="2028681" y="97274"/>
                </a:lnTo>
                <a:cubicBezTo>
                  <a:pt x="2028681" y="101910"/>
                  <a:pt x="2029055" y="105081"/>
                  <a:pt x="2029803" y="106787"/>
                </a:cubicBezTo>
                <a:cubicBezTo>
                  <a:pt x="2030337" y="108065"/>
                  <a:pt x="2031244" y="109077"/>
                  <a:pt x="2032526" y="109823"/>
                </a:cubicBezTo>
                <a:cubicBezTo>
                  <a:pt x="2033808" y="110569"/>
                  <a:pt x="2036157" y="110942"/>
                  <a:pt x="2039575" y="110942"/>
                </a:cubicBezTo>
                <a:lnTo>
                  <a:pt x="2039575" y="113906"/>
                </a:lnTo>
                <a:lnTo>
                  <a:pt x="2003529" y="113906"/>
                </a:lnTo>
                <a:lnTo>
                  <a:pt x="2003529" y="110942"/>
                </a:lnTo>
                <a:lnTo>
                  <a:pt x="2005211" y="110942"/>
                </a:lnTo>
                <a:cubicBezTo>
                  <a:pt x="2008629" y="110942"/>
                  <a:pt x="2011005" y="110421"/>
                  <a:pt x="2012340" y="109380"/>
                </a:cubicBezTo>
                <a:cubicBezTo>
                  <a:pt x="2013675" y="108339"/>
                  <a:pt x="2014610" y="106803"/>
                  <a:pt x="2015144" y="104774"/>
                </a:cubicBezTo>
                <a:cubicBezTo>
                  <a:pt x="2015304" y="103920"/>
                  <a:pt x="2015384" y="101410"/>
                  <a:pt x="2015384" y="97244"/>
                </a:cubicBezTo>
                <a:lnTo>
                  <a:pt x="2015384" y="71291"/>
                </a:lnTo>
                <a:cubicBezTo>
                  <a:pt x="2015384" y="63281"/>
                  <a:pt x="2014970" y="58021"/>
                  <a:pt x="2014143" y="55511"/>
                </a:cubicBezTo>
                <a:cubicBezTo>
                  <a:pt x="2013315" y="53001"/>
                  <a:pt x="2011993" y="51119"/>
                  <a:pt x="2010177" y="49864"/>
                </a:cubicBezTo>
                <a:cubicBezTo>
                  <a:pt x="2008362" y="48609"/>
                  <a:pt x="2006172" y="47981"/>
                  <a:pt x="2003609" y="47981"/>
                </a:cubicBezTo>
                <a:cubicBezTo>
                  <a:pt x="2000992" y="47981"/>
                  <a:pt x="1998269" y="48676"/>
                  <a:pt x="1995439" y="50064"/>
                </a:cubicBezTo>
                <a:cubicBezTo>
                  <a:pt x="1992608" y="51452"/>
                  <a:pt x="1989217" y="54256"/>
                  <a:pt x="1985266" y="58475"/>
                </a:cubicBezTo>
                <a:lnTo>
                  <a:pt x="1985266" y="97244"/>
                </a:lnTo>
                <a:cubicBezTo>
                  <a:pt x="1985266" y="102264"/>
                  <a:pt x="1985546" y="105388"/>
                  <a:pt x="1986107" y="106616"/>
                </a:cubicBezTo>
                <a:cubicBezTo>
                  <a:pt x="1986667" y="107845"/>
                  <a:pt x="1987709" y="108873"/>
                  <a:pt x="1989231" y="109700"/>
                </a:cubicBezTo>
                <a:cubicBezTo>
                  <a:pt x="1990753" y="110528"/>
                  <a:pt x="1993383" y="110942"/>
                  <a:pt x="1997121" y="110942"/>
                </a:cubicBezTo>
                <a:lnTo>
                  <a:pt x="1997121" y="113906"/>
                </a:lnTo>
                <a:lnTo>
                  <a:pt x="1960754" y="113906"/>
                </a:lnTo>
                <a:lnTo>
                  <a:pt x="1960754" y="110942"/>
                </a:lnTo>
                <a:cubicBezTo>
                  <a:pt x="1964012" y="110942"/>
                  <a:pt x="1966575" y="110435"/>
                  <a:pt x="1968444" y="109420"/>
                </a:cubicBezTo>
                <a:cubicBezTo>
                  <a:pt x="1969512" y="108888"/>
                  <a:pt x="1970367" y="107875"/>
                  <a:pt x="1971007" y="106381"/>
                </a:cubicBezTo>
                <a:cubicBezTo>
                  <a:pt x="1971648" y="104886"/>
                  <a:pt x="1971969" y="101844"/>
                  <a:pt x="1971969" y="97254"/>
                </a:cubicBezTo>
                <a:lnTo>
                  <a:pt x="1971969" y="30897"/>
                </a:lnTo>
                <a:cubicBezTo>
                  <a:pt x="1971969" y="22520"/>
                  <a:pt x="1971768" y="17371"/>
                  <a:pt x="1971368" y="15450"/>
                </a:cubicBezTo>
                <a:cubicBezTo>
                  <a:pt x="1970967" y="13527"/>
                  <a:pt x="1970353" y="12220"/>
                  <a:pt x="1969525" y="11527"/>
                </a:cubicBezTo>
                <a:cubicBezTo>
                  <a:pt x="1968698" y="10833"/>
                  <a:pt x="1967590" y="10486"/>
                  <a:pt x="1966201" y="10486"/>
                </a:cubicBezTo>
                <a:cubicBezTo>
                  <a:pt x="1965080" y="10486"/>
                  <a:pt x="1963264" y="10913"/>
                  <a:pt x="1960754" y="11768"/>
                </a:cubicBezTo>
                <a:lnTo>
                  <a:pt x="1959633" y="8964"/>
                </a:lnTo>
                <a:lnTo>
                  <a:pt x="1981581" y="0"/>
                </a:lnTo>
                <a:lnTo>
                  <a:pt x="1985266" y="0"/>
                </a:lnTo>
                <a:close/>
                <a:moveTo>
                  <a:pt x="2110065" y="40532"/>
                </a:moveTo>
                <a:lnTo>
                  <a:pt x="2110065" y="84989"/>
                </a:lnTo>
                <a:cubicBezTo>
                  <a:pt x="2110065" y="93480"/>
                  <a:pt x="2110265" y="98673"/>
                  <a:pt x="2110666" y="100569"/>
                </a:cubicBezTo>
                <a:cubicBezTo>
                  <a:pt x="2111066" y="102464"/>
                  <a:pt x="2111707" y="103786"/>
                  <a:pt x="2112588" y="104534"/>
                </a:cubicBezTo>
                <a:cubicBezTo>
                  <a:pt x="2113469" y="105281"/>
                  <a:pt x="2114497" y="105655"/>
                  <a:pt x="2115672" y="105655"/>
                </a:cubicBezTo>
                <a:cubicBezTo>
                  <a:pt x="2117328" y="105655"/>
                  <a:pt x="2119197" y="105201"/>
                  <a:pt x="2121279" y="104293"/>
                </a:cubicBezTo>
                <a:lnTo>
                  <a:pt x="2122401" y="107097"/>
                </a:lnTo>
                <a:lnTo>
                  <a:pt x="2100453" y="116149"/>
                </a:lnTo>
                <a:lnTo>
                  <a:pt x="2096848" y="116149"/>
                </a:lnTo>
                <a:lnTo>
                  <a:pt x="2096848" y="100609"/>
                </a:lnTo>
                <a:cubicBezTo>
                  <a:pt x="2090547" y="107444"/>
                  <a:pt x="2085741" y="111743"/>
                  <a:pt x="2082430" y="113505"/>
                </a:cubicBezTo>
                <a:cubicBezTo>
                  <a:pt x="2079119" y="115267"/>
                  <a:pt x="2075621" y="116149"/>
                  <a:pt x="2071936" y="116149"/>
                </a:cubicBezTo>
                <a:cubicBezTo>
                  <a:pt x="2067824" y="116149"/>
                  <a:pt x="2064260" y="114960"/>
                  <a:pt x="2061243" y="112584"/>
                </a:cubicBezTo>
                <a:cubicBezTo>
                  <a:pt x="2058225" y="110208"/>
                  <a:pt x="2056129" y="107150"/>
                  <a:pt x="2054955" y="103412"/>
                </a:cubicBezTo>
                <a:cubicBezTo>
                  <a:pt x="2053780" y="99674"/>
                  <a:pt x="2053192" y="94387"/>
                  <a:pt x="2053192" y="87552"/>
                </a:cubicBezTo>
                <a:lnTo>
                  <a:pt x="2053192" y="54790"/>
                </a:lnTo>
                <a:cubicBezTo>
                  <a:pt x="2053192" y="51319"/>
                  <a:pt x="2052819" y="48916"/>
                  <a:pt x="2052071" y="47581"/>
                </a:cubicBezTo>
                <a:cubicBezTo>
                  <a:pt x="2051323" y="46246"/>
                  <a:pt x="2050215" y="45218"/>
                  <a:pt x="2048747" y="44497"/>
                </a:cubicBezTo>
                <a:cubicBezTo>
                  <a:pt x="2047278" y="43776"/>
                  <a:pt x="2044621" y="43442"/>
                  <a:pt x="2040776" y="43496"/>
                </a:cubicBezTo>
                <a:lnTo>
                  <a:pt x="2040776" y="40532"/>
                </a:lnTo>
                <a:lnTo>
                  <a:pt x="2066489" y="40532"/>
                </a:lnTo>
                <a:lnTo>
                  <a:pt x="2066489" y="89515"/>
                </a:lnTo>
                <a:cubicBezTo>
                  <a:pt x="2066489" y="96333"/>
                  <a:pt x="2067678" y="100808"/>
                  <a:pt x="2070054" y="102939"/>
                </a:cubicBezTo>
                <a:cubicBezTo>
                  <a:pt x="2072430" y="105070"/>
                  <a:pt x="2075301" y="106136"/>
                  <a:pt x="2078665" y="106136"/>
                </a:cubicBezTo>
                <a:cubicBezTo>
                  <a:pt x="2080961" y="106136"/>
                  <a:pt x="2083565" y="105417"/>
                  <a:pt x="2086475" y="103978"/>
                </a:cubicBezTo>
                <a:cubicBezTo>
                  <a:pt x="2089385" y="102539"/>
                  <a:pt x="2092843" y="99797"/>
                  <a:pt x="2096848" y="95750"/>
                </a:cubicBezTo>
                <a:lnTo>
                  <a:pt x="2096848" y="54282"/>
                </a:lnTo>
                <a:cubicBezTo>
                  <a:pt x="2096848" y="50127"/>
                  <a:pt x="2096087" y="47317"/>
                  <a:pt x="2094565" y="45854"/>
                </a:cubicBezTo>
                <a:cubicBezTo>
                  <a:pt x="2093043" y="44388"/>
                  <a:pt x="2089879" y="43602"/>
                  <a:pt x="2085073" y="43496"/>
                </a:cubicBezTo>
                <a:lnTo>
                  <a:pt x="2085073" y="40532"/>
                </a:lnTo>
                <a:lnTo>
                  <a:pt x="2110065" y="40532"/>
                </a:lnTo>
                <a:close/>
                <a:moveTo>
                  <a:pt x="2149155" y="53989"/>
                </a:moveTo>
                <a:cubicBezTo>
                  <a:pt x="2157753" y="43629"/>
                  <a:pt x="2165950" y="38449"/>
                  <a:pt x="2173746" y="38449"/>
                </a:cubicBezTo>
                <a:cubicBezTo>
                  <a:pt x="2177752" y="38449"/>
                  <a:pt x="2181196" y="39449"/>
                  <a:pt x="2184080" y="41448"/>
                </a:cubicBezTo>
                <a:cubicBezTo>
                  <a:pt x="2186963" y="43446"/>
                  <a:pt x="2189260" y="46736"/>
                  <a:pt x="2190968" y="51318"/>
                </a:cubicBezTo>
                <a:cubicBezTo>
                  <a:pt x="2192143" y="54514"/>
                  <a:pt x="2192731" y="59416"/>
                  <a:pt x="2192731" y="66024"/>
                </a:cubicBezTo>
                <a:lnTo>
                  <a:pt x="2192731" y="97274"/>
                </a:lnTo>
                <a:cubicBezTo>
                  <a:pt x="2192731" y="101910"/>
                  <a:pt x="2193105" y="105054"/>
                  <a:pt x="2193852" y="106706"/>
                </a:cubicBezTo>
                <a:cubicBezTo>
                  <a:pt x="2194440" y="108038"/>
                  <a:pt x="2195387" y="109077"/>
                  <a:pt x="2196696" y="109823"/>
                </a:cubicBezTo>
                <a:cubicBezTo>
                  <a:pt x="2198004" y="110569"/>
                  <a:pt x="2200421" y="110942"/>
                  <a:pt x="2203945" y="110942"/>
                </a:cubicBezTo>
                <a:lnTo>
                  <a:pt x="2203945" y="113906"/>
                </a:lnTo>
                <a:lnTo>
                  <a:pt x="2167659" y="113906"/>
                </a:lnTo>
                <a:lnTo>
                  <a:pt x="2167659" y="110942"/>
                </a:lnTo>
                <a:lnTo>
                  <a:pt x="2169181" y="110942"/>
                </a:lnTo>
                <a:cubicBezTo>
                  <a:pt x="2172598" y="110942"/>
                  <a:pt x="2174988" y="110424"/>
                  <a:pt x="2176350" y="109387"/>
                </a:cubicBezTo>
                <a:cubicBezTo>
                  <a:pt x="2177712" y="108351"/>
                  <a:pt x="2178659" y="106824"/>
                  <a:pt x="2179193" y="104807"/>
                </a:cubicBezTo>
                <a:cubicBezTo>
                  <a:pt x="2179407" y="104009"/>
                  <a:pt x="2179514" y="101512"/>
                  <a:pt x="2179514" y="97314"/>
                </a:cubicBezTo>
                <a:lnTo>
                  <a:pt x="2179514" y="67429"/>
                </a:lnTo>
                <a:cubicBezTo>
                  <a:pt x="2179514" y="60789"/>
                  <a:pt x="2178646" y="55967"/>
                  <a:pt x="2176911" y="52965"/>
                </a:cubicBezTo>
                <a:cubicBezTo>
                  <a:pt x="2175175" y="49963"/>
                  <a:pt x="2172251" y="48462"/>
                  <a:pt x="2168139" y="48462"/>
                </a:cubicBezTo>
                <a:cubicBezTo>
                  <a:pt x="2161785" y="48462"/>
                  <a:pt x="2155456" y="51916"/>
                  <a:pt x="2149155" y="58823"/>
                </a:cubicBezTo>
                <a:lnTo>
                  <a:pt x="2149155" y="97314"/>
                </a:lnTo>
                <a:cubicBezTo>
                  <a:pt x="2149155" y="102256"/>
                  <a:pt x="2149449" y="105311"/>
                  <a:pt x="2150036" y="106479"/>
                </a:cubicBezTo>
                <a:cubicBezTo>
                  <a:pt x="2150784" y="108019"/>
                  <a:pt x="2151812" y="109148"/>
                  <a:pt x="2153120" y="109866"/>
                </a:cubicBezTo>
                <a:cubicBezTo>
                  <a:pt x="2154428" y="110583"/>
                  <a:pt x="2157085" y="110942"/>
                  <a:pt x="2161090" y="110942"/>
                </a:cubicBezTo>
                <a:lnTo>
                  <a:pt x="2161090" y="113906"/>
                </a:lnTo>
                <a:lnTo>
                  <a:pt x="2124804" y="113906"/>
                </a:lnTo>
                <a:lnTo>
                  <a:pt x="2124804" y="110942"/>
                </a:lnTo>
                <a:lnTo>
                  <a:pt x="2126406" y="110942"/>
                </a:lnTo>
                <a:cubicBezTo>
                  <a:pt x="2130144" y="110942"/>
                  <a:pt x="2132667" y="109997"/>
                  <a:pt x="2133976" y="108106"/>
                </a:cubicBezTo>
                <a:cubicBezTo>
                  <a:pt x="2135284" y="106213"/>
                  <a:pt x="2135938" y="102603"/>
                  <a:pt x="2135938" y="97274"/>
                </a:cubicBezTo>
                <a:lnTo>
                  <a:pt x="2135938" y="70100"/>
                </a:lnTo>
                <a:cubicBezTo>
                  <a:pt x="2135938" y="61308"/>
                  <a:pt x="2135738" y="55954"/>
                  <a:pt x="2135337" y="54037"/>
                </a:cubicBezTo>
                <a:cubicBezTo>
                  <a:pt x="2134937" y="52118"/>
                  <a:pt x="2134323" y="50812"/>
                  <a:pt x="2133495" y="50119"/>
                </a:cubicBezTo>
                <a:cubicBezTo>
                  <a:pt x="2132667" y="49427"/>
                  <a:pt x="2131559" y="49080"/>
                  <a:pt x="2130171" y="49080"/>
                </a:cubicBezTo>
                <a:cubicBezTo>
                  <a:pt x="2128675" y="49080"/>
                  <a:pt x="2126887" y="49480"/>
                  <a:pt x="2124804" y="50279"/>
                </a:cubicBezTo>
                <a:lnTo>
                  <a:pt x="2123602" y="47401"/>
                </a:lnTo>
                <a:lnTo>
                  <a:pt x="2145711" y="38449"/>
                </a:lnTo>
                <a:lnTo>
                  <a:pt x="2149155" y="38449"/>
                </a:lnTo>
                <a:lnTo>
                  <a:pt x="2149155" y="53989"/>
                </a:lnTo>
                <a:close/>
                <a:moveTo>
                  <a:pt x="2231501" y="0"/>
                </a:moveTo>
                <a:lnTo>
                  <a:pt x="2231501" y="72973"/>
                </a:lnTo>
                <a:lnTo>
                  <a:pt x="2250164" y="55992"/>
                </a:lnTo>
                <a:cubicBezTo>
                  <a:pt x="2254116" y="52360"/>
                  <a:pt x="2256412" y="50064"/>
                  <a:pt x="2257053" y="49103"/>
                </a:cubicBezTo>
                <a:cubicBezTo>
                  <a:pt x="2257480" y="48462"/>
                  <a:pt x="2257694" y="47821"/>
                  <a:pt x="2257694" y="47180"/>
                </a:cubicBezTo>
                <a:cubicBezTo>
                  <a:pt x="2257694" y="46112"/>
                  <a:pt x="2257253" y="45191"/>
                  <a:pt x="2256372" y="44417"/>
                </a:cubicBezTo>
                <a:cubicBezTo>
                  <a:pt x="2255491" y="43642"/>
                  <a:pt x="2254036" y="43202"/>
                  <a:pt x="2252007" y="43095"/>
                </a:cubicBezTo>
                <a:lnTo>
                  <a:pt x="2252007" y="40532"/>
                </a:lnTo>
                <a:lnTo>
                  <a:pt x="2283888" y="40532"/>
                </a:lnTo>
                <a:lnTo>
                  <a:pt x="2283888" y="43095"/>
                </a:lnTo>
                <a:cubicBezTo>
                  <a:pt x="2279509" y="43202"/>
                  <a:pt x="2275864" y="43869"/>
                  <a:pt x="2272954" y="45098"/>
                </a:cubicBezTo>
                <a:cubicBezTo>
                  <a:pt x="2270043" y="46326"/>
                  <a:pt x="2266852" y="48515"/>
                  <a:pt x="2263381" y="51666"/>
                </a:cubicBezTo>
                <a:lnTo>
                  <a:pt x="2244557" y="69048"/>
                </a:lnTo>
                <a:lnTo>
                  <a:pt x="2263381" y="92794"/>
                </a:lnTo>
                <a:cubicBezTo>
                  <a:pt x="2268615" y="99349"/>
                  <a:pt x="2272139" y="103506"/>
                  <a:pt x="2273955" y="105265"/>
                </a:cubicBezTo>
                <a:cubicBezTo>
                  <a:pt x="2276518" y="107770"/>
                  <a:pt x="2278761" y="109396"/>
                  <a:pt x="2280683" y="110143"/>
                </a:cubicBezTo>
                <a:cubicBezTo>
                  <a:pt x="2282018" y="110676"/>
                  <a:pt x="2284341" y="110942"/>
                  <a:pt x="2287652" y="110942"/>
                </a:cubicBezTo>
                <a:lnTo>
                  <a:pt x="2287652" y="113906"/>
                </a:lnTo>
                <a:lnTo>
                  <a:pt x="2252007" y="113906"/>
                </a:lnTo>
                <a:lnTo>
                  <a:pt x="2252007" y="110942"/>
                </a:lnTo>
                <a:cubicBezTo>
                  <a:pt x="2254036" y="110889"/>
                  <a:pt x="2255411" y="110582"/>
                  <a:pt x="2256132" y="110023"/>
                </a:cubicBezTo>
                <a:cubicBezTo>
                  <a:pt x="2256853" y="109463"/>
                  <a:pt x="2257213" y="108677"/>
                  <a:pt x="2257213" y="107665"/>
                </a:cubicBezTo>
                <a:cubicBezTo>
                  <a:pt x="2257213" y="106439"/>
                  <a:pt x="2256145" y="104467"/>
                  <a:pt x="2254009" y="101750"/>
                </a:cubicBezTo>
                <a:lnTo>
                  <a:pt x="2231501" y="73053"/>
                </a:lnTo>
                <a:lnTo>
                  <a:pt x="2231501" y="97352"/>
                </a:lnTo>
                <a:cubicBezTo>
                  <a:pt x="2231501" y="102095"/>
                  <a:pt x="2231834" y="105213"/>
                  <a:pt x="2232502" y="106706"/>
                </a:cubicBezTo>
                <a:cubicBezTo>
                  <a:pt x="2233169" y="108198"/>
                  <a:pt x="2234117" y="109264"/>
                  <a:pt x="2235345" y="109903"/>
                </a:cubicBezTo>
                <a:cubicBezTo>
                  <a:pt x="2236574" y="110542"/>
                  <a:pt x="2239244" y="110889"/>
                  <a:pt x="2243356" y="110942"/>
                </a:cubicBezTo>
                <a:lnTo>
                  <a:pt x="2243356" y="113906"/>
                </a:lnTo>
                <a:lnTo>
                  <a:pt x="2206028" y="113906"/>
                </a:lnTo>
                <a:lnTo>
                  <a:pt x="2206028" y="110942"/>
                </a:lnTo>
                <a:cubicBezTo>
                  <a:pt x="2209766" y="110942"/>
                  <a:pt x="2212570" y="110488"/>
                  <a:pt x="2214439" y="109580"/>
                </a:cubicBezTo>
                <a:cubicBezTo>
                  <a:pt x="2215560" y="108994"/>
                  <a:pt x="2216415" y="108087"/>
                  <a:pt x="2217002" y="106859"/>
                </a:cubicBezTo>
                <a:cubicBezTo>
                  <a:pt x="2217803" y="105099"/>
                  <a:pt x="2218204" y="102057"/>
                  <a:pt x="2218204" y="97735"/>
                </a:cubicBezTo>
                <a:lnTo>
                  <a:pt x="2218204" y="30977"/>
                </a:lnTo>
                <a:cubicBezTo>
                  <a:pt x="2218204" y="22493"/>
                  <a:pt x="2218017" y="17304"/>
                  <a:pt x="2217643" y="15410"/>
                </a:cubicBezTo>
                <a:cubicBezTo>
                  <a:pt x="2217269" y="13514"/>
                  <a:pt x="2216655" y="12206"/>
                  <a:pt x="2215800" y="11487"/>
                </a:cubicBezTo>
                <a:cubicBezTo>
                  <a:pt x="2214946" y="10766"/>
                  <a:pt x="2213825" y="10406"/>
                  <a:pt x="2212436" y="10406"/>
                </a:cubicBezTo>
                <a:cubicBezTo>
                  <a:pt x="2211315" y="10406"/>
                  <a:pt x="2209633" y="10860"/>
                  <a:pt x="2207390" y="11768"/>
                </a:cubicBezTo>
                <a:lnTo>
                  <a:pt x="2206028" y="8964"/>
                </a:lnTo>
                <a:lnTo>
                  <a:pt x="2227816" y="0"/>
                </a:lnTo>
                <a:lnTo>
                  <a:pt x="2231501" y="0"/>
                </a:lnTo>
                <a:close/>
                <a:moveTo>
                  <a:pt x="2339238" y="38449"/>
                </a:moveTo>
                <a:lnTo>
                  <a:pt x="2339238" y="63281"/>
                </a:lnTo>
                <a:lnTo>
                  <a:pt x="2336595" y="63281"/>
                </a:lnTo>
                <a:cubicBezTo>
                  <a:pt x="2334566" y="55493"/>
                  <a:pt x="2331962" y="50195"/>
                  <a:pt x="2328785" y="47388"/>
                </a:cubicBezTo>
                <a:cubicBezTo>
                  <a:pt x="2325607" y="44580"/>
                  <a:pt x="2321562" y="43175"/>
                  <a:pt x="2316649" y="43175"/>
                </a:cubicBezTo>
                <a:cubicBezTo>
                  <a:pt x="2312911" y="43175"/>
                  <a:pt x="2309894" y="44162"/>
                  <a:pt x="2307598" y="46137"/>
                </a:cubicBezTo>
                <a:cubicBezTo>
                  <a:pt x="2305302" y="48109"/>
                  <a:pt x="2304153" y="50296"/>
                  <a:pt x="2304153" y="52697"/>
                </a:cubicBezTo>
                <a:cubicBezTo>
                  <a:pt x="2304153" y="55685"/>
                  <a:pt x="2305008" y="58245"/>
                  <a:pt x="2306717" y="60377"/>
                </a:cubicBezTo>
                <a:cubicBezTo>
                  <a:pt x="2308372" y="62565"/>
                  <a:pt x="2311736" y="64885"/>
                  <a:pt x="2316810" y="67339"/>
                </a:cubicBezTo>
                <a:lnTo>
                  <a:pt x="2328505" y="73021"/>
                </a:lnTo>
                <a:cubicBezTo>
                  <a:pt x="2339345" y="78301"/>
                  <a:pt x="2344765" y="85262"/>
                  <a:pt x="2344765" y="93905"/>
                </a:cubicBezTo>
                <a:cubicBezTo>
                  <a:pt x="2344765" y="100572"/>
                  <a:pt x="2342242" y="105946"/>
                  <a:pt x="2337196" y="110028"/>
                </a:cubicBezTo>
                <a:cubicBezTo>
                  <a:pt x="2332149" y="114108"/>
                  <a:pt x="2326502" y="116149"/>
                  <a:pt x="2320254" y="116149"/>
                </a:cubicBezTo>
                <a:cubicBezTo>
                  <a:pt x="2315768" y="116149"/>
                  <a:pt x="2310642" y="115348"/>
                  <a:pt x="2304874" y="113745"/>
                </a:cubicBezTo>
                <a:cubicBezTo>
                  <a:pt x="2303112" y="113211"/>
                  <a:pt x="2301670" y="112944"/>
                  <a:pt x="2300549" y="112944"/>
                </a:cubicBezTo>
                <a:cubicBezTo>
                  <a:pt x="2299321" y="112944"/>
                  <a:pt x="2298359" y="113639"/>
                  <a:pt x="2297665" y="115027"/>
                </a:cubicBezTo>
                <a:lnTo>
                  <a:pt x="2295022" y="115027"/>
                </a:lnTo>
                <a:lnTo>
                  <a:pt x="2295022" y="88754"/>
                </a:lnTo>
                <a:lnTo>
                  <a:pt x="2297665" y="88754"/>
                </a:lnTo>
                <a:cubicBezTo>
                  <a:pt x="2299160" y="96256"/>
                  <a:pt x="2302017" y="101910"/>
                  <a:pt x="2306236" y="105715"/>
                </a:cubicBezTo>
                <a:cubicBezTo>
                  <a:pt x="2310455" y="109520"/>
                  <a:pt x="2315181" y="111423"/>
                  <a:pt x="2320414" y="111423"/>
                </a:cubicBezTo>
                <a:cubicBezTo>
                  <a:pt x="2324099" y="111423"/>
                  <a:pt x="2327103" y="110343"/>
                  <a:pt x="2329426" y="108183"/>
                </a:cubicBezTo>
                <a:cubicBezTo>
                  <a:pt x="2331749" y="106022"/>
                  <a:pt x="2332910" y="103421"/>
                  <a:pt x="2332910" y="100381"/>
                </a:cubicBezTo>
                <a:cubicBezTo>
                  <a:pt x="2332910" y="96700"/>
                  <a:pt x="2331615" y="93606"/>
                  <a:pt x="2329025" y="91099"/>
                </a:cubicBezTo>
                <a:cubicBezTo>
                  <a:pt x="2326435" y="88592"/>
                  <a:pt x="2321269" y="85419"/>
                  <a:pt x="2313525" y="81579"/>
                </a:cubicBezTo>
                <a:cubicBezTo>
                  <a:pt x="2305782" y="77738"/>
                  <a:pt x="2300709" y="74270"/>
                  <a:pt x="2298306" y="71176"/>
                </a:cubicBezTo>
                <a:cubicBezTo>
                  <a:pt x="2295903" y="68135"/>
                  <a:pt x="2294701" y="64295"/>
                  <a:pt x="2294701" y="59654"/>
                </a:cubicBezTo>
                <a:cubicBezTo>
                  <a:pt x="2294701" y="53626"/>
                  <a:pt x="2296771" y="48585"/>
                  <a:pt x="2300909" y="44532"/>
                </a:cubicBezTo>
                <a:cubicBezTo>
                  <a:pt x="2305048" y="40477"/>
                  <a:pt x="2310401" y="38449"/>
                  <a:pt x="2316970" y="38449"/>
                </a:cubicBezTo>
                <a:cubicBezTo>
                  <a:pt x="2319853" y="38449"/>
                  <a:pt x="2323351" y="39063"/>
                  <a:pt x="2327463" y="40292"/>
                </a:cubicBezTo>
                <a:cubicBezTo>
                  <a:pt x="2330187" y="41093"/>
                  <a:pt x="2332002" y="41493"/>
                  <a:pt x="2332910" y="41493"/>
                </a:cubicBezTo>
                <a:cubicBezTo>
                  <a:pt x="2333765" y="41493"/>
                  <a:pt x="2334432" y="41306"/>
                  <a:pt x="2334913" y="40932"/>
                </a:cubicBezTo>
                <a:cubicBezTo>
                  <a:pt x="2335393" y="40559"/>
                  <a:pt x="2335954" y="39731"/>
                  <a:pt x="2336595" y="38449"/>
                </a:cubicBezTo>
                <a:lnTo>
                  <a:pt x="2339238" y="38449"/>
                </a:lnTo>
                <a:close/>
                <a:moveTo>
                  <a:pt x="2371012" y="98366"/>
                </a:moveTo>
                <a:cubicBezTo>
                  <a:pt x="2373522" y="98366"/>
                  <a:pt x="2375632" y="99234"/>
                  <a:pt x="2377340" y="100969"/>
                </a:cubicBezTo>
                <a:cubicBezTo>
                  <a:pt x="2379049" y="102705"/>
                  <a:pt x="2379904" y="104801"/>
                  <a:pt x="2379904" y="107257"/>
                </a:cubicBezTo>
                <a:cubicBezTo>
                  <a:pt x="2379904" y="109714"/>
                  <a:pt x="2379036" y="111810"/>
                  <a:pt x="2377300" y="113545"/>
                </a:cubicBezTo>
                <a:cubicBezTo>
                  <a:pt x="2375565" y="115281"/>
                  <a:pt x="2373469" y="116149"/>
                  <a:pt x="2371012" y="116149"/>
                </a:cubicBezTo>
                <a:cubicBezTo>
                  <a:pt x="2368556" y="116149"/>
                  <a:pt x="2366460" y="115281"/>
                  <a:pt x="2364724" y="113545"/>
                </a:cubicBezTo>
                <a:cubicBezTo>
                  <a:pt x="2362989" y="111810"/>
                  <a:pt x="2362121" y="109714"/>
                  <a:pt x="2362121" y="107257"/>
                </a:cubicBezTo>
                <a:cubicBezTo>
                  <a:pt x="2362121" y="104747"/>
                  <a:pt x="2362989" y="102638"/>
                  <a:pt x="2364724" y="100929"/>
                </a:cubicBezTo>
                <a:cubicBezTo>
                  <a:pt x="2366460" y="99220"/>
                  <a:pt x="2368556" y="98366"/>
                  <a:pt x="2371012" y="98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E7E44-7786-46AB-834A-154D9D02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336" y="1823942"/>
            <a:ext cx="205063" cy="205062"/>
          </a:xfrm>
          <a:custGeom xmlns:a="http://schemas.openxmlformats.org/drawingml/2006/main">
            <a:pathLst>
              <a:path w="205063" h="205062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7"/>
                  <a:pt x="191522" y="153896"/>
                  <a:pt x="187782" y="159494"/>
                </a:cubicBezTo>
                <a:cubicBezTo>
                  <a:pt x="184042" y="165092"/>
                  <a:pt x="179791" y="170271"/>
                  <a:pt x="175031" y="175032"/>
                </a:cubicBezTo>
                <a:cubicBezTo>
                  <a:pt x="170270" y="179791"/>
                  <a:pt x="165091" y="184042"/>
                  <a:pt x="159493" y="187782"/>
                </a:cubicBezTo>
                <a:cubicBezTo>
                  <a:pt x="153896" y="191522"/>
                  <a:pt x="147987" y="194681"/>
                  <a:pt x="141767" y="197257"/>
                </a:cubicBezTo>
                <a:cubicBezTo>
                  <a:pt x="135547" y="199834"/>
                  <a:pt x="129135" y="201779"/>
                  <a:pt x="122533" y="203092"/>
                </a:cubicBezTo>
                <a:cubicBezTo>
                  <a:pt x="115930" y="204405"/>
                  <a:pt x="109264" y="205062"/>
                  <a:pt x="102532" y="205062"/>
                </a:cubicBezTo>
                <a:cubicBezTo>
                  <a:pt x="95799" y="205062"/>
                  <a:pt x="89132" y="204405"/>
                  <a:pt x="82529" y="203092"/>
                </a:cubicBezTo>
                <a:cubicBezTo>
                  <a:pt x="75926" y="201779"/>
                  <a:pt x="69513" y="199834"/>
                  <a:pt x="63294" y="197257"/>
                </a:cubicBezTo>
                <a:cubicBezTo>
                  <a:pt x="57074" y="194681"/>
                  <a:pt x="51166" y="191522"/>
                  <a:pt x="45567" y="187782"/>
                </a:cubicBezTo>
                <a:cubicBezTo>
                  <a:pt x="39970" y="184042"/>
                  <a:pt x="34790" y="179791"/>
                  <a:pt x="30031" y="175032"/>
                </a:cubicBezTo>
                <a:cubicBezTo>
                  <a:pt x="25270" y="170271"/>
                  <a:pt x="21019" y="165092"/>
                  <a:pt x="17280" y="159494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7" y="135548"/>
                  <a:pt x="3282" y="129137"/>
                  <a:pt x="1969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69" y="82528"/>
                </a:cubicBezTo>
                <a:cubicBezTo>
                  <a:pt x="3282" y="75925"/>
                  <a:pt x="5227" y="69514"/>
                  <a:pt x="7804" y="63294"/>
                </a:cubicBezTo>
                <a:cubicBezTo>
                  <a:pt x="10381" y="57074"/>
                  <a:pt x="13539" y="51165"/>
                  <a:pt x="17279" y="45568"/>
                </a:cubicBezTo>
                <a:cubicBezTo>
                  <a:pt x="21019" y="39970"/>
                  <a:pt x="25270" y="34791"/>
                  <a:pt x="30031" y="30030"/>
                </a:cubicBezTo>
                <a:cubicBezTo>
                  <a:pt x="34790" y="25270"/>
                  <a:pt x="39970" y="21020"/>
                  <a:pt x="45567" y="17279"/>
                </a:cubicBezTo>
                <a:cubicBezTo>
                  <a:pt x="51164" y="13539"/>
                  <a:pt x="57073" y="10381"/>
                  <a:pt x="63294" y="7804"/>
                </a:cubicBezTo>
                <a:cubicBezTo>
                  <a:pt x="69513" y="5228"/>
                  <a:pt x="75926" y="3283"/>
                  <a:pt x="82529" y="1970"/>
                </a:cubicBezTo>
                <a:cubicBezTo>
                  <a:pt x="89132" y="657"/>
                  <a:pt x="95799" y="0"/>
                  <a:pt x="102532" y="0"/>
                </a:cubicBezTo>
                <a:cubicBezTo>
                  <a:pt x="109264" y="0"/>
                  <a:pt x="115930" y="657"/>
                  <a:pt x="122533" y="1970"/>
                </a:cubicBezTo>
                <a:cubicBezTo>
                  <a:pt x="129135" y="3283"/>
                  <a:pt x="135547" y="5228"/>
                  <a:pt x="141767" y="7804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20"/>
                  <a:pt x="170270" y="25270"/>
                  <a:pt x="175031" y="30030"/>
                </a:cubicBezTo>
                <a:cubicBezTo>
                  <a:pt x="179791" y="34791"/>
                  <a:pt x="184041" y="39970"/>
                  <a:pt x="187781" y="45567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4"/>
                  <a:pt x="201779" y="75925"/>
                  <a:pt x="203092" y="82528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CD62C-F5ED-4E98-9868-A18D78AC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336" y="1823942"/>
            <a:ext cx="205063" cy="205062"/>
          </a:xfrm>
          <a:custGeom xmlns:a="http://schemas.openxmlformats.org/drawingml/2006/main">
            <a:pathLst>
              <a:path w="205063" h="205062" fill="none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7"/>
                  <a:pt x="191522" y="153896"/>
                  <a:pt x="187782" y="159494"/>
                </a:cubicBezTo>
                <a:cubicBezTo>
                  <a:pt x="184042" y="165092"/>
                  <a:pt x="179791" y="170271"/>
                  <a:pt x="175031" y="175032"/>
                </a:cubicBezTo>
                <a:cubicBezTo>
                  <a:pt x="170270" y="179791"/>
                  <a:pt x="165091" y="184042"/>
                  <a:pt x="159493" y="187782"/>
                </a:cubicBezTo>
                <a:cubicBezTo>
                  <a:pt x="153896" y="191522"/>
                  <a:pt x="147987" y="194681"/>
                  <a:pt x="141767" y="197257"/>
                </a:cubicBezTo>
                <a:cubicBezTo>
                  <a:pt x="135547" y="199834"/>
                  <a:pt x="129135" y="201779"/>
                  <a:pt x="122533" y="203092"/>
                </a:cubicBezTo>
                <a:cubicBezTo>
                  <a:pt x="115930" y="204405"/>
                  <a:pt x="109264" y="205062"/>
                  <a:pt x="102532" y="205062"/>
                </a:cubicBezTo>
                <a:cubicBezTo>
                  <a:pt x="95799" y="205062"/>
                  <a:pt x="89132" y="204405"/>
                  <a:pt x="82529" y="203092"/>
                </a:cubicBezTo>
                <a:cubicBezTo>
                  <a:pt x="75926" y="201779"/>
                  <a:pt x="69513" y="199834"/>
                  <a:pt x="63294" y="197257"/>
                </a:cubicBezTo>
                <a:cubicBezTo>
                  <a:pt x="57074" y="194681"/>
                  <a:pt x="51166" y="191522"/>
                  <a:pt x="45567" y="187782"/>
                </a:cubicBezTo>
                <a:cubicBezTo>
                  <a:pt x="39970" y="184042"/>
                  <a:pt x="34790" y="179791"/>
                  <a:pt x="30031" y="175032"/>
                </a:cubicBezTo>
                <a:cubicBezTo>
                  <a:pt x="25270" y="170271"/>
                  <a:pt x="21019" y="165092"/>
                  <a:pt x="17280" y="159494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7" y="135548"/>
                  <a:pt x="3282" y="129137"/>
                  <a:pt x="1969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69" y="82528"/>
                </a:cubicBezTo>
                <a:cubicBezTo>
                  <a:pt x="3282" y="75925"/>
                  <a:pt x="5227" y="69514"/>
                  <a:pt x="7804" y="63294"/>
                </a:cubicBezTo>
                <a:cubicBezTo>
                  <a:pt x="10381" y="57074"/>
                  <a:pt x="13539" y="51165"/>
                  <a:pt x="17279" y="45568"/>
                </a:cubicBezTo>
                <a:cubicBezTo>
                  <a:pt x="21019" y="39970"/>
                  <a:pt x="25270" y="34791"/>
                  <a:pt x="30031" y="30030"/>
                </a:cubicBezTo>
                <a:cubicBezTo>
                  <a:pt x="34790" y="25270"/>
                  <a:pt x="39970" y="21020"/>
                  <a:pt x="45567" y="17279"/>
                </a:cubicBezTo>
                <a:cubicBezTo>
                  <a:pt x="51164" y="13539"/>
                  <a:pt x="57073" y="10381"/>
                  <a:pt x="63294" y="7804"/>
                </a:cubicBezTo>
                <a:cubicBezTo>
                  <a:pt x="69513" y="5228"/>
                  <a:pt x="75926" y="3283"/>
                  <a:pt x="82529" y="1970"/>
                </a:cubicBezTo>
                <a:cubicBezTo>
                  <a:pt x="89132" y="657"/>
                  <a:pt x="95799" y="0"/>
                  <a:pt x="102532" y="0"/>
                </a:cubicBezTo>
                <a:cubicBezTo>
                  <a:pt x="109264" y="0"/>
                  <a:pt x="115930" y="657"/>
                  <a:pt x="122533" y="1970"/>
                </a:cubicBezTo>
                <a:cubicBezTo>
                  <a:pt x="129135" y="3283"/>
                  <a:pt x="135547" y="5228"/>
                  <a:pt x="141767" y="7804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20"/>
                  <a:pt x="170270" y="25270"/>
                  <a:pt x="175031" y="30030"/>
                </a:cubicBezTo>
                <a:cubicBezTo>
                  <a:pt x="179791" y="34791"/>
                  <a:pt x="184041" y="39970"/>
                  <a:pt x="187781" y="45567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4"/>
                  <a:pt x="201779" y="75925"/>
                  <a:pt x="203092" y="82528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50" name="Text 2">
            <a:extLst xmlns:a="http://schemas.openxmlformats.org/drawingml/2006/main">
              <a:ext uri="{FF2B5EF4-FFF2-40B4-BE49-F238E27FC236}">
                <a16:creationId xmlns:a16="http://schemas.microsoft.com/office/drawing/2014/main" id="{3E0818A8-80CA-418B-8702-195B8B83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860" y="1877131"/>
            <a:ext cx="70010" cy="110862"/>
          </a:xfrm>
          <a:custGeom xmlns:a="http://schemas.openxmlformats.org/drawingml/2006/main">
            <a:pathLst>
              <a:path w="70010" h="110862">
                <a:moveTo>
                  <a:pt x="63922" y="110862"/>
                </a:moveTo>
                <a:lnTo>
                  <a:pt x="0" y="110862"/>
                </a:lnTo>
                <a:lnTo>
                  <a:pt x="0" y="109100"/>
                </a:lnTo>
                <a:cubicBezTo>
                  <a:pt x="19598" y="85783"/>
                  <a:pt x="31494" y="70097"/>
                  <a:pt x="35686" y="62042"/>
                </a:cubicBezTo>
                <a:cubicBezTo>
                  <a:pt x="39878" y="53985"/>
                  <a:pt x="41974" y="46115"/>
                  <a:pt x="41974" y="38432"/>
                </a:cubicBezTo>
                <a:cubicBezTo>
                  <a:pt x="41974" y="32829"/>
                  <a:pt x="40238" y="28174"/>
                  <a:pt x="36767" y="24466"/>
                </a:cubicBezTo>
                <a:cubicBezTo>
                  <a:pt x="33296" y="20758"/>
                  <a:pt x="29050" y="18904"/>
                  <a:pt x="24031" y="18904"/>
                </a:cubicBezTo>
                <a:cubicBezTo>
                  <a:pt x="15807" y="18904"/>
                  <a:pt x="9425" y="23010"/>
                  <a:pt x="4886" y="31222"/>
                </a:cubicBezTo>
                <a:lnTo>
                  <a:pt x="1922" y="30184"/>
                </a:lnTo>
                <a:cubicBezTo>
                  <a:pt x="4806" y="19909"/>
                  <a:pt x="9185" y="12310"/>
                  <a:pt x="15059" y="7387"/>
                </a:cubicBezTo>
                <a:cubicBezTo>
                  <a:pt x="20933" y="2462"/>
                  <a:pt x="27715" y="0"/>
                  <a:pt x="35405" y="0"/>
                </a:cubicBezTo>
                <a:cubicBezTo>
                  <a:pt x="40906" y="0"/>
                  <a:pt x="45925" y="1282"/>
                  <a:pt x="50465" y="3845"/>
                </a:cubicBezTo>
                <a:cubicBezTo>
                  <a:pt x="55004" y="6408"/>
                  <a:pt x="58555" y="9919"/>
                  <a:pt x="61118" y="14378"/>
                </a:cubicBezTo>
                <a:cubicBezTo>
                  <a:pt x="63681" y="18837"/>
                  <a:pt x="64963" y="23016"/>
                  <a:pt x="64963" y="26914"/>
                </a:cubicBezTo>
                <a:cubicBezTo>
                  <a:pt x="64963" y="34017"/>
                  <a:pt x="62987" y="41226"/>
                  <a:pt x="59036" y="48542"/>
                </a:cubicBezTo>
                <a:cubicBezTo>
                  <a:pt x="53642" y="58421"/>
                  <a:pt x="41867" y="72199"/>
                  <a:pt x="23710" y="89875"/>
                </a:cubicBezTo>
                <a:lnTo>
                  <a:pt x="47180" y="89875"/>
                </a:lnTo>
                <a:cubicBezTo>
                  <a:pt x="52948" y="89875"/>
                  <a:pt x="56699" y="89635"/>
                  <a:pt x="58435" y="89154"/>
                </a:cubicBezTo>
                <a:cubicBezTo>
                  <a:pt x="60170" y="88673"/>
                  <a:pt x="61599" y="87859"/>
                  <a:pt x="62720" y="86711"/>
                </a:cubicBezTo>
                <a:cubicBezTo>
                  <a:pt x="63842" y="85563"/>
                  <a:pt x="65310" y="83146"/>
                  <a:pt x="67126" y="79462"/>
                </a:cubicBezTo>
                <a:lnTo>
                  <a:pt x="70010" y="79462"/>
                </a:lnTo>
                <a:lnTo>
                  <a:pt x="63922" y="1108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F286F1-E0A0-4D06-8255-A8B366D6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336" y="2951785"/>
            <a:ext cx="205063" cy="205062"/>
          </a:xfrm>
          <a:custGeom xmlns:a="http://schemas.openxmlformats.org/drawingml/2006/main">
            <a:pathLst>
              <a:path w="205063" h="205062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8"/>
                  <a:pt x="191522" y="153897"/>
                  <a:pt x="187782" y="159494"/>
                </a:cubicBezTo>
                <a:cubicBezTo>
                  <a:pt x="184042" y="165092"/>
                  <a:pt x="179791" y="170271"/>
                  <a:pt x="175031" y="175032"/>
                </a:cubicBezTo>
                <a:cubicBezTo>
                  <a:pt x="170270" y="179792"/>
                  <a:pt x="165091" y="184042"/>
                  <a:pt x="159493" y="187783"/>
                </a:cubicBezTo>
                <a:cubicBezTo>
                  <a:pt x="153896" y="191523"/>
                  <a:pt x="147987" y="194681"/>
                  <a:pt x="141767" y="197257"/>
                </a:cubicBezTo>
                <a:cubicBezTo>
                  <a:pt x="135547" y="199834"/>
                  <a:pt x="129135" y="201779"/>
                  <a:pt x="122533" y="203093"/>
                </a:cubicBezTo>
                <a:cubicBezTo>
                  <a:pt x="115930" y="204406"/>
                  <a:pt x="109264" y="205062"/>
                  <a:pt x="102532" y="205062"/>
                </a:cubicBezTo>
                <a:cubicBezTo>
                  <a:pt x="95799" y="205062"/>
                  <a:pt x="89132" y="204406"/>
                  <a:pt x="82529" y="203093"/>
                </a:cubicBezTo>
                <a:cubicBezTo>
                  <a:pt x="75926" y="201779"/>
                  <a:pt x="69513" y="199834"/>
                  <a:pt x="63294" y="197257"/>
                </a:cubicBezTo>
                <a:cubicBezTo>
                  <a:pt x="57074" y="194681"/>
                  <a:pt x="51166" y="191523"/>
                  <a:pt x="45567" y="187783"/>
                </a:cubicBezTo>
                <a:cubicBezTo>
                  <a:pt x="39970" y="184042"/>
                  <a:pt x="34790" y="179792"/>
                  <a:pt x="30031" y="175032"/>
                </a:cubicBezTo>
                <a:cubicBezTo>
                  <a:pt x="25270" y="170271"/>
                  <a:pt x="21019" y="165092"/>
                  <a:pt x="17280" y="159494"/>
                </a:cubicBezTo>
                <a:cubicBezTo>
                  <a:pt x="13539" y="153897"/>
                  <a:pt x="10381" y="147988"/>
                  <a:pt x="7804" y="141768"/>
                </a:cubicBezTo>
                <a:cubicBezTo>
                  <a:pt x="5227" y="135548"/>
                  <a:pt x="3282" y="129137"/>
                  <a:pt x="1969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69" y="82527"/>
                </a:cubicBezTo>
                <a:cubicBezTo>
                  <a:pt x="3282" y="75924"/>
                  <a:pt x="5227" y="69513"/>
                  <a:pt x="7804" y="63294"/>
                </a:cubicBezTo>
                <a:cubicBezTo>
                  <a:pt x="10381" y="57073"/>
                  <a:pt x="13539" y="51164"/>
                  <a:pt x="17279" y="45567"/>
                </a:cubicBezTo>
                <a:cubicBezTo>
                  <a:pt x="21019" y="39970"/>
                  <a:pt x="25270" y="34791"/>
                  <a:pt x="30031" y="30030"/>
                </a:cubicBezTo>
                <a:cubicBezTo>
                  <a:pt x="34790" y="25270"/>
                  <a:pt x="39970" y="21020"/>
                  <a:pt x="45567" y="17279"/>
                </a:cubicBezTo>
                <a:cubicBezTo>
                  <a:pt x="51164" y="13539"/>
                  <a:pt x="57073" y="10381"/>
                  <a:pt x="63294" y="7805"/>
                </a:cubicBezTo>
                <a:cubicBezTo>
                  <a:pt x="69513" y="5228"/>
                  <a:pt x="75926" y="3284"/>
                  <a:pt x="82529" y="1970"/>
                </a:cubicBezTo>
                <a:cubicBezTo>
                  <a:pt x="89132" y="656"/>
                  <a:pt x="95799" y="0"/>
                  <a:pt x="102532" y="0"/>
                </a:cubicBezTo>
                <a:cubicBezTo>
                  <a:pt x="109264" y="0"/>
                  <a:pt x="115930" y="656"/>
                  <a:pt x="122533" y="1970"/>
                </a:cubicBezTo>
                <a:cubicBezTo>
                  <a:pt x="129135" y="3284"/>
                  <a:pt x="135547" y="5228"/>
                  <a:pt x="141767" y="7805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20"/>
                  <a:pt x="170270" y="25270"/>
                  <a:pt x="175031" y="30030"/>
                </a:cubicBezTo>
                <a:cubicBezTo>
                  <a:pt x="179791" y="34791"/>
                  <a:pt x="184041" y="39970"/>
                  <a:pt x="187781" y="45567"/>
                </a:cubicBezTo>
                <a:cubicBezTo>
                  <a:pt x="191521" y="51164"/>
                  <a:pt x="194680" y="57073"/>
                  <a:pt x="197257" y="63294"/>
                </a:cubicBezTo>
                <a:cubicBezTo>
                  <a:pt x="199834" y="69513"/>
                  <a:pt x="201779" y="75924"/>
                  <a:pt x="203092" y="82527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42073-B8CB-41A9-87B5-A8589C08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336" y="2951785"/>
            <a:ext cx="205063" cy="205062"/>
          </a:xfrm>
          <a:custGeom xmlns:a="http://schemas.openxmlformats.org/drawingml/2006/main">
            <a:pathLst>
              <a:path w="205063" h="205062" fill="none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8"/>
                  <a:pt x="191522" y="153897"/>
                  <a:pt x="187782" y="159494"/>
                </a:cubicBezTo>
                <a:cubicBezTo>
                  <a:pt x="184042" y="165092"/>
                  <a:pt x="179791" y="170271"/>
                  <a:pt x="175031" y="175032"/>
                </a:cubicBezTo>
                <a:cubicBezTo>
                  <a:pt x="170270" y="179792"/>
                  <a:pt x="165091" y="184042"/>
                  <a:pt x="159493" y="187783"/>
                </a:cubicBezTo>
                <a:cubicBezTo>
                  <a:pt x="153896" y="191523"/>
                  <a:pt x="147987" y="194681"/>
                  <a:pt x="141767" y="197257"/>
                </a:cubicBezTo>
                <a:cubicBezTo>
                  <a:pt x="135547" y="199834"/>
                  <a:pt x="129135" y="201779"/>
                  <a:pt x="122533" y="203093"/>
                </a:cubicBezTo>
                <a:cubicBezTo>
                  <a:pt x="115930" y="204406"/>
                  <a:pt x="109264" y="205062"/>
                  <a:pt x="102532" y="205062"/>
                </a:cubicBezTo>
                <a:cubicBezTo>
                  <a:pt x="95799" y="205062"/>
                  <a:pt x="89132" y="204406"/>
                  <a:pt x="82529" y="203093"/>
                </a:cubicBezTo>
                <a:cubicBezTo>
                  <a:pt x="75926" y="201779"/>
                  <a:pt x="69513" y="199834"/>
                  <a:pt x="63294" y="197257"/>
                </a:cubicBezTo>
                <a:cubicBezTo>
                  <a:pt x="57074" y="194681"/>
                  <a:pt x="51166" y="191523"/>
                  <a:pt x="45567" y="187783"/>
                </a:cubicBezTo>
                <a:cubicBezTo>
                  <a:pt x="39970" y="184042"/>
                  <a:pt x="34790" y="179792"/>
                  <a:pt x="30031" y="175032"/>
                </a:cubicBezTo>
                <a:cubicBezTo>
                  <a:pt x="25270" y="170271"/>
                  <a:pt x="21019" y="165092"/>
                  <a:pt x="17280" y="159494"/>
                </a:cubicBezTo>
                <a:cubicBezTo>
                  <a:pt x="13539" y="153897"/>
                  <a:pt x="10381" y="147988"/>
                  <a:pt x="7804" y="141768"/>
                </a:cubicBezTo>
                <a:cubicBezTo>
                  <a:pt x="5227" y="135548"/>
                  <a:pt x="3282" y="129137"/>
                  <a:pt x="1969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69" y="82527"/>
                </a:cubicBezTo>
                <a:cubicBezTo>
                  <a:pt x="3282" y="75924"/>
                  <a:pt x="5227" y="69513"/>
                  <a:pt x="7804" y="63294"/>
                </a:cubicBezTo>
                <a:cubicBezTo>
                  <a:pt x="10381" y="57073"/>
                  <a:pt x="13539" y="51164"/>
                  <a:pt x="17279" y="45567"/>
                </a:cubicBezTo>
                <a:cubicBezTo>
                  <a:pt x="21019" y="39970"/>
                  <a:pt x="25270" y="34791"/>
                  <a:pt x="30031" y="30030"/>
                </a:cubicBezTo>
                <a:cubicBezTo>
                  <a:pt x="34790" y="25270"/>
                  <a:pt x="39970" y="21020"/>
                  <a:pt x="45567" y="17279"/>
                </a:cubicBezTo>
                <a:cubicBezTo>
                  <a:pt x="51164" y="13539"/>
                  <a:pt x="57073" y="10381"/>
                  <a:pt x="63294" y="7805"/>
                </a:cubicBezTo>
                <a:cubicBezTo>
                  <a:pt x="69513" y="5228"/>
                  <a:pt x="75926" y="3284"/>
                  <a:pt x="82529" y="1970"/>
                </a:cubicBezTo>
                <a:cubicBezTo>
                  <a:pt x="89132" y="656"/>
                  <a:pt x="95799" y="0"/>
                  <a:pt x="102532" y="0"/>
                </a:cubicBezTo>
                <a:cubicBezTo>
                  <a:pt x="109264" y="0"/>
                  <a:pt x="115930" y="656"/>
                  <a:pt x="122533" y="1970"/>
                </a:cubicBezTo>
                <a:cubicBezTo>
                  <a:pt x="129135" y="3284"/>
                  <a:pt x="135547" y="5228"/>
                  <a:pt x="141767" y="7805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20"/>
                  <a:pt x="170270" y="25270"/>
                  <a:pt x="175031" y="30030"/>
                </a:cubicBezTo>
                <a:cubicBezTo>
                  <a:pt x="179791" y="34791"/>
                  <a:pt x="184041" y="39970"/>
                  <a:pt x="187781" y="45567"/>
                </a:cubicBezTo>
                <a:cubicBezTo>
                  <a:pt x="191521" y="51164"/>
                  <a:pt x="194680" y="57073"/>
                  <a:pt x="197257" y="63294"/>
                </a:cubicBezTo>
                <a:cubicBezTo>
                  <a:pt x="199834" y="69513"/>
                  <a:pt x="201779" y="75924"/>
                  <a:pt x="203092" y="82527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53" name="Text 5LLMconductsQA.">
            <a:extLst xmlns:a="http://schemas.openxmlformats.org/drawingml/2006/main">
              <a:ext uri="{FF2B5EF4-FFF2-40B4-BE49-F238E27FC236}">
                <a16:creationId xmlns:a16="http://schemas.microsoft.com/office/drawing/2014/main" id="{8431DD37-6E2C-49A8-BDE9-AFDB54A0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382" y="3001929"/>
            <a:ext cx="1504266" cy="146107"/>
          </a:xfrm>
          <a:custGeom xmlns:a="http://schemas.openxmlformats.org/drawingml/2006/main">
            <a:pathLst>
              <a:path w="1504266" h="146107">
                <a:moveTo>
                  <a:pt x="19465" y="5287"/>
                </a:moveTo>
                <a:lnTo>
                  <a:pt x="70330" y="5287"/>
                </a:lnTo>
                <a:lnTo>
                  <a:pt x="62240" y="25953"/>
                </a:lnTo>
                <a:lnTo>
                  <a:pt x="19465" y="25953"/>
                </a:lnTo>
                <a:lnTo>
                  <a:pt x="15380" y="36847"/>
                </a:lnTo>
                <a:cubicBezTo>
                  <a:pt x="33803" y="37540"/>
                  <a:pt x="47981" y="42121"/>
                  <a:pt x="57914" y="50592"/>
                </a:cubicBezTo>
                <a:cubicBezTo>
                  <a:pt x="66085" y="57573"/>
                  <a:pt x="70170" y="66258"/>
                  <a:pt x="70170" y="76648"/>
                </a:cubicBezTo>
                <a:cubicBezTo>
                  <a:pt x="70170" y="83307"/>
                  <a:pt x="68274" y="89820"/>
                  <a:pt x="64482" y="96188"/>
                </a:cubicBezTo>
                <a:cubicBezTo>
                  <a:pt x="60691" y="102555"/>
                  <a:pt x="55351" y="107473"/>
                  <a:pt x="48462" y="110944"/>
                </a:cubicBezTo>
                <a:cubicBezTo>
                  <a:pt x="41573" y="114414"/>
                  <a:pt x="34017" y="116149"/>
                  <a:pt x="25793" y="116149"/>
                </a:cubicBezTo>
                <a:cubicBezTo>
                  <a:pt x="16928" y="116149"/>
                  <a:pt x="10120" y="114487"/>
                  <a:pt x="5367" y="111165"/>
                </a:cubicBezTo>
                <a:cubicBezTo>
                  <a:pt x="2056" y="108805"/>
                  <a:pt x="401" y="106125"/>
                  <a:pt x="401" y="103124"/>
                </a:cubicBezTo>
                <a:cubicBezTo>
                  <a:pt x="401" y="100820"/>
                  <a:pt x="1268" y="98783"/>
                  <a:pt x="3004" y="97014"/>
                </a:cubicBezTo>
                <a:cubicBezTo>
                  <a:pt x="4739" y="95245"/>
                  <a:pt x="6755" y="94361"/>
                  <a:pt x="9052" y="94361"/>
                </a:cubicBezTo>
                <a:cubicBezTo>
                  <a:pt x="11134" y="94361"/>
                  <a:pt x="13244" y="94788"/>
                  <a:pt x="15380" y="95642"/>
                </a:cubicBezTo>
                <a:cubicBezTo>
                  <a:pt x="17516" y="96497"/>
                  <a:pt x="21174" y="98740"/>
                  <a:pt x="26354" y="102371"/>
                </a:cubicBezTo>
                <a:cubicBezTo>
                  <a:pt x="29611" y="104614"/>
                  <a:pt x="32415" y="106162"/>
                  <a:pt x="34764" y="107017"/>
                </a:cubicBezTo>
                <a:cubicBezTo>
                  <a:pt x="36420" y="107658"/>
                  <a:pt x="38289" y="107978"/>
                  <a:pt x="40372" y="107978"/>
                </a:cubicBezTo>
                <a:cubicBezTo>
                  <a:pt x="44751" y="107978"/>
                  <a:pt x="48475" y="106378"/>
                  <a:pt x="51546" y="103177"/>
                </a:cubicBezTo>
                <a:cubicBezTo>
                  <a:pt x="54617" y="99975"/>
                  <a:pt x="56152" y="96132"/>
                  <a:pt x="56152" y="91650"/>
                </a:cubicBezTo>
                <a:cubicBezTo>
                  <a:pt x="56152" y="82319"/>
                  <a:pt x="51452" y="74738"/>
                  <a:pt x="42054" y="68906"/>
                </a:cubicBezTo>
                <a:cubicBezTo>
                  <a:pt x="32655" y="63073"/>
                  <a:pt x="20800" y="60157"/>
                  <a:pt x="6488" y="60157"/>
                </a:cubicBezTo>
                <a:cubicBezTo>
                  <a:pt x="5046" y="60157"/>
                  <a:pt x="2884" y="60184"/>
                  <a:pt x="0" y="60237"/>
                </a:cubicBezTo>
                <a:lnTo>
                  <a:pt x="19465" y="5287"/>
                </a:lnTo>
                <a:close/>
                <a:moveTo>
                  <a:pt x="320490" y="83787"/>
                </a:moveTo>
                <a:lnTo>
                  <a:pt x="323133" y="84350"/>
                </a:lnTo>
                <a:lnTo>
                  <a:pt x="313841" y="113906"/>
                </a:lnTo>
                <a:lnTo>
                  <a:pt x="229734" y="113906"/>
                </a:lnTo>
                <a:lnTo>
                  <a:pt x="229734" y="110942"/>
                </a:lnTo>
                <a:lnTo>
                  <a:pt x="233819" y="110942"/>
                </a:lnTo>
                <a:cubicBezTo>
                  <a:pt x="238412" y="110942"/>
                  <a:pt x="241696" y="109447"/>
                  <a:pt x="243672" y="106456"/>
                </a:cubicBezTo>
                <a:cubicBezTo>
                  <a:pt x="244793" y="104747"/>
                  <a:pt x="245354" y="100796"/>
                  <a:pt x="245354" y="94601"/>
                </a:cubicBezTo>
                <a:lnTo>
                  <a:pt x="245354" y="24511"/>
                </a:lnTo>
                <a:cubicBezTo>
                  <a:pt x="245354" y="17729"/>
                  <a:pt x="244606" y="13484"/>
                  <a:pt x="243111" y="11775"/>
                </a:cubicBezTo>
                <a:cubicBezTo>
                  <a:pt x="241028" y="9425"/>
                  <a:pt x="237931" y="8251"/>
                  <a:pt x="233819" y="8251"/>
                </a:cubicBezTo>
                <a:lnTo>
                  <a:pt x="229734" y="8251"/>
                </a:lnTo>
                <a:lnTo>
                  <a:pt x="229734" y="5287"/>
                </a:lnTo>
                <a:lnTo>
                  <a:pt x="278917" y="5287"/>
                </a:lnTo>
                <a:lnTo>
                  <a:pt x="278917" y="8251"/>
                </a:lnTo>
                <a:cubicBezTo>
                  <a:pt x="273149" y="8197"/>
                  <a:pt x="269104" y="8732"/>
                  <a:pt x="266781" y="9855"/>
                </a:cubicBezTo>
                <a:cubicBezTo>
                  <a:pt x="264458" y="10977"/>
                  <a:pt x="262870" y="12393"/>
                  <a:pt x="262015" y="14103"/>
                </a:cubicBezTo>
                <a:cubicBezTo>
                  <a:pt x="261161" y="15814"/>
                  <a:pt x="260733" y="19902"/>
                  <a:pt x="260733" y="26369"/>
                </a:cubicBezTo>
                <a:lnTo>
                  <a:pt x="260733" y="94671"/>
                </a:lnTo>
                <a:cubicBezTo>
                  <a:pt x="260733" y="99107"/>
                  <a:pt x="261161" y="102153"/>
                  <a:pt x="262015" y="103810"/>
                </a:cubicBezTo>
                <a:cubicBezTo>
                  <a:pt x="262656" y="104932"/>
                  <a:pt x="263644" y="105760"/>
                  <a:pt x="264979" y="106296"/>
                </a:cubicBezTo>
                <a:cubicBezTo>
                  <a:pt x="266314" y="106830"/>
                  <a:pt x="270479" y="107097"/>
                  <a:pt x="277475" y="107097"/>
                </a:cubicBezTo>
                <a:lnTo>
                  <a:pt x="285405" y="107097"/>
                </a:lnTo>
                <a:cubicBezTo>
                  <a:pt x="293736" y="107097"/>
                  <a:pt x="299583" y="106479"/>
                  <a:pt x="302947" y="105242"/>
                </a:cubicBezTo>
                <a:cubicBezTo>
                  <a:pt x="306312" y="104006"/>
                  <a:pt x="309382" y="101814"/>
                  <a:pt x="312159" y="98669"/>
                </a:cubicBezTo>
                <a:cubicBezTo>
                  <a:pt x="314936" y="95523"/>
                  <a:pt x="317713" y="90563"/>
                  <a:pt x="320490" y="83787"/>
                </a:cubicBezTo>
                <a:close/>
                <a:moveTo>
                  <a:pt x="420724" y="83787"/>
                </a:moveTo>
                <a:lnTo>
                  <a:pt x="423368" y="84350"/>
                </a:lnTo>
                <a:lnTo>
                  <a:pt x="414076" y="113906"/>
                </a:lnTo>
                <a:lnTo>
                  <a:pt x="329968" y="113906"/>
                </a:lnTo>
                <a:lnTo>
                  <a:pt x="329968" y="110942"/>
                </a:lnTo>
                <a:lnTo>
                  <a:pt x="334053" y="110942"/>
                </a:lnTo>
                <a:cubicBezTo>
                  <a:pt x="338646" y="110942"/>
                  <a:pt x="341930" y="109447"/>
                  <a:pt x="343906" y="106456"/>
                </a:cubicBezTo>
                <a:cubicBezTo>
                  <a:pt x="345027" y="104747"/>
                  <a:pt x="345588" y="100796"/>
                  <a:pt x="345588" y="94601"/>
                </a:cubicBezTo>
                <a:lnTo>
                  <a:pt x="345588" y="24511"/>
                </a:lnTo>
                <a:cubicBezTo>
                  <a:pt x="345588" y="17729"/>
                  <a:pt x="344840" y="13484"/>
                  <a:pt x="343345" y="11775"/>
                </a:cubicBezTo>
                <a:cubicBezTo>
                  <a:pt x="341263" y="9425"/>
                  <a:pt x="338165" y="8251"/>
                  <a:pt x="334053" y="8251"/>
                </a:cubicBezTo>
                <a:lnTo>
                  <a:pt x="329968" y="8251"/>
                </a:lnTo>
                <a:lnTo>
                  <a:pt x="329968" y="5287"/>
                </a:lnTo>
                <a:lnTo>
                  <a:pt x="379151" y="5287"/>
                </a:lnTo>
                <a:lnTo>
                  <a:pt x="379151" y="8251"/>
                </a:lnTo>
                <a:cubicBezTo>
                  <a:pt x="373384" y="8197"/>
                  <a:pt x="369338" y="8732"/>
                  <a:pt x="367015" y="9855"/>
                </a:cubicBezTo>
                <a:cubicBezTo>
                  <a:pt x="364692" y="10977"/>
                  <a:pt x="363104" y="12393"/>
                  <a:pt x="362249" y="14103"/>
                </a:cubicBezTo>
                <a:cubicBezTo>
                  <a:pt x="361395" y="15814"/>
                  <a:pt x="360968" y="19902"/>
                  <a:pt x="360968" y="26369"/>
                </a:cubicBezTo>
                <a:lnTo>
                  <a:pt x="360968" y="94671"/>
                </a:lnTo>
                <a:cubicBezTo>
                  <a:pt x="360968" y="99107"/>
                  <a:pt x="361395" y="102153"/>
                  <a:pt x="362249" y="103810"/>
                </a:cubicBezTo>
                <a:cubicBezTo>
                  <a:pt x="362890" y="104932"/>
                  <a:pt x="363878" y="105760"/>
                  <a:pt x="365213" y="106296"/>
                </a:cubicBezTo>
                <a:cubicBezTo>
                  <a:pt x="366548" y="106830"/>
                  <a:pt x="370714" y="107097"/>
                  <a:pt x="377709" y="107097"/>
                </a:cubicBezTo>
                <a:lnTo>
                  <a:pt x="385639" y="107097"/>
                </a:lnTo>
                <a:cubicBezTo>
                  <a:pt x="393970" y="107097"/>
                  <a:pt x="399817" y="106479"/>
                  <a:pt x="403182" y="105242"/>
                </a:cubicBezTo>
                <a:cubicBezTo>
                  <a:pt x="406546" y="104006"/>
                  <a:pt x="409617" y="101814"/>
                  <a:pt x="412394" y="98669"/>
                </a:cubicBezTo>
                <a:cubicBezTo>
                  <a:pt x="415170" y="95523"/>
                  <a:pt x="417947" y="90563"/>
                  <a:pt x="420724" y="83787"/>
                </a:cubicBezTo>
                <a:close/>
                <a:moveTo>
                  <a:pt x="494044" y="113906"/>
                </a:moveTo>
                <a:lnTo>
                  <a:pt x="452071" y="22509"/>
                </a:lnTo>
                <a:lnTo>
                  <a:pt x="452071" y="95082"/>
                </a:lnTo>
                <a:cubicBezTo>
                  <a:pt x="452071" y="101757"/>
                  <a:pt x="452792" y="105922"/>
                  <a:pt x="454233" y="107578"/>
                </a:cubicBezTo>
                <a:cubicBezTo>
                  <a:pt x="456209" y="109820"/>
                  <a:pt x="459333" y="110942"/>
                  <a:pt x="463605" y="110942"/>
                </a:cubicBezTo>
                <a:lnTo>
                  <a:pt x="467450" y="110942"/>
                </a:lnTo>
                <a:lnTo>
                  <a:pt x="467450" y="113906"/>
                </a:lnTo>
                <a:lnTo>
                  <a:pt x="429642" y="113906"/>
                </a:lnTo>
                <a:lnTo>
                  <a:pt x="429642" y="110942"/>
                </a:lnTo>
                <a:lnTo>
                  <a:pt x="433487" y="110942"/>
                </a:lnTo>
                <a:cubicBezTo>
                  <a:pt x="438079" y="110942"/>
                  <a:pt x="441337" y="109553"/>
                  <a:pt x="443259" y="106777"/>
                </a:cubicBezTo>
                <a:cubicBezTo>
                  <a:pt x="444434" y="105068"/>
                  <a:pt x="445022" y="101169"/>
                  <a:pt x="445022" y="95082"/>
                </a:cubicBezTo>
                <a:lnTo>
                  <a:pt x="445022" y="24111"/>
                </a:lnTo>
                <a:cubicBezTo>
                  <a:pt x="445022" y="19305"/>
                  <a:pt x="444488" y="15834"/>
                  <a:pt x="443420" y="13698"/>
                </a:cubicBezTo>
                <a:cubicBezTo>
                  <a:pt x="442672" y="12149"/>
                  <a:pt x="441297" y="10854"/>
                  <a:pt x="439294" y="9813"/>
                </a:cubicBezTo>
                <a:cubicBezTo>
                  <a:pt x="437292" y="8771"/>
                  <a:pt x="434074" y="8251"/>
                  <a:pt x="429642" y="8251"/>
                </a:cubicBezTo>
                <a:lnTo>
                  <a:pt x="429642" y="5287"/>
                </a:lnTo>
                <a:lnTo>
                  <a:pt x="460401" y="5287"/>
                </a:lnTo>
                <a:lnTo>
                  <a:pt x="499812" y="90275"/>
                </a:lnTo>
                <a:lnTo>
                  <a:pt x="538581" y="5287"/>
                </a:lnTo>
                <a:lnTo>
                  <a:pt x="569341" y="5287"/>
                </a:lnTo>
                <a:lnTo>
                  <a:pt x="569341" y="8251"/>
                </a:lnTo>
                <a:lnTo>
                  <a:pt x="565576" y="8251"/>
                </a:lnTo>
                <a:cubicBezTo>
                  <a:pt x="560930" y="8251"/>
                  <a:pt x="557646" y="9639"/>
                  <a:pt x="555723" y="12416"/>
                </a:cubicBezTo>
                <a:cubicBezTo>
                  <a:pt x="554548" y="14125"/>
                  <a:pt x="553961" y="18023"/>
                  <a:pt x="553961" y="24111"/>
                </a:cubicBezTo>
                <a:lnTo>
                  <a:pt x="553961" y="95082"/>
                </a:lnTo>
                <a:cubicBezTo>
                  <a:pt x="553961" y="101757"/>
                  <a:pt x="554709" y="105922"/>
                  <a:pt x="556204" y="107578"/>
                </a:cubicBezTo>
                <a:cubicBezTo>
                  <a:pt x="558180" y="109820"/>
                  <a:pt x="561304" y="110942"/>
                  <a:pt x="565576" y="110942"/>
                </a:cubicBezTo>
                <a:lnTo>
                  <a:pt x="569341" y="110942"/>
                </a:lnTo>
                <a:lnTo>
                  <a:pt x="569341" y="113906"/>
                </a:lnTo>
                <a:lnTo>
                  <a:pt x="523202" y="113906"/>
                </a:lnTo>
                <a:lnTo>
                  <a:pt x="523202" y="110942"/>
                </a:lnTo>
                <a:lnTo>
                  <a:pt x="527046" y="110942"/>
                </a:lnTo>
                <a:cubicBezTo>
                  <a:pt x="531692" y="110942"/>
                  <a:pt x="534950" y="109553"/>
                  <a:pt x="536819" y="106777"/>
                </a:cubicBezTo>
                <a:cubicBezTo>
                  <a:pt x="537994" y="105068"/>
                  <a:pt x="538581" y="101169"/>
                  <a:pt x="538581" y="95082"/>
                </a:cubicBezTo>
                <a:lnTo>
                  <a:pt x="538581" y="22509"/>
                </a:lnTo>
                <a:lnTo>
                  <a:pt x="496688" y="113906"/>
                </a:lnTo>
                <a:lnTo>
                  <a:pt x="494044" y="113906"/>
                </a:lnTo>
                <a:close/>
                <a:moveTo>
                  <a:pt x="681217" y="86030"/>
                </a:moveTo>
                <a:cubicBezTo>
                  <a:pt x="679242" y="95696"/>
                  <a:pt x="675370" y="103132"/>
                  <a:pt x="669603" y="108339"/>
                </a:cubicBezTo>
                <a:cubicBezTo>
                  <a:pt x="663835" y="113545"/>
                  <a:pt x="657454" y="116149"/>
                  <a:pt x="650458" y="116149"/>
                </a:cubicBezTo>
                <a:cubicBezTo>
                  <a:pt x="642127" y="116149"/>
                  <a:pt x="634865" y="112655"/>
                  <a:pt x="628670" y="105668"/>
                </a:cubicBezTo>
                <a:cubicBezTo>
                  <a:pt x="622476" y="98679"/>
                  <a:pt x="619378" y="89236"/>
                  <a:pt x="619378" y="77339"/>
                </a:cubicBezTo>
                <a:cubicBezTo>
                  <a:pt x="619378" y="65816"/>
                  <a:pt x="622809" y="56454"/>
                  <a:pt x="629672" y="49253"/>
                </a:cubicBezTo>
                <a:cubicBezTo>
                  <a:pt x="636534" y="42050"/>
                  <a:pt x="644771" y="38449"/>
                  <a:pt x="654383" y="38449"/>
                </a:cubicBezTo>
                <a:cubicBezTo>
                  <a:pt x="661592" y="38449"/>
                  <a:pt x="667520" y="40352"/>
                  <a:pt x="672166" y="44159"/>
                </a:cubicBezTo>
                <a:cubicBezTo>
                  <a:pt x="676812" y="47964"/>
                  <a:pt x="679135" y="51916"/>
                  <a:pt x="679135" y="56014"/>
                </a:cubicBezTo>
                <a:cubicBezTo>
                  <a:pt x="679135" y="58037"/>
                  <a:pt x="678481" y="59674"/>
                  <a:pt x="677172" y="60925"/>
                </a:cubicBezTo>
                <a:cubicBezTo>
                  <a:pt x="675864" y="62175"/>
                  <a:pt x="674035" y="62800"/>
                  <a:pt x="671685" y="62800"/>
                </a:cubicBezTo>
                <a:cubicBezTo>
                  <a:pt x="668535" y="62800"/>
                  <a:pt x="666158" y="61786"/>
                  <a:pt x="664556" y="59756"/>
                </a:cubicBezTo>
                <a:cubicBezTo>
                  <a:pt x="663648" y="58635"/>
                  <a:pt x="663048" y="56499"/>
                  <a:pt x="662754" y="53348"/>
                </a:cubicBezTo>
                <a:cubicBezTo>
                  <a:pt x="662460" y="50198"/>
                  <a:pt x="661379" y="47794"/>
                  <a:pt x="659510" y="46139"/>
                </a:cubicBezTo>
                <a:cubicBezTo>
                  <a:pt x="657641" y="44537"/>
                  <a:pt x="655051" y="43736"/>
                  <a:pt x="651740" y="43736"/>
                </a:cubicBezTo>
                <a:cubicBezTo>
                  <a:pt x="646400" y="43736"/>
                  <a:pt x="642101" y="45712"/>
                  <a:pt x="638843" y="49664"/>
                </a:cubicBezTo>
                <a:cubicBezTo>
                  <a:pt x="634518" y="54897"/>
                  <a:pt x="632355" y="61812"/>
                  <a:pt x="632355" y="70410"/>
                </a:cubicBezTo>
                <a:cubicBezTo>
                  <a:pt x="632355" y="79168"/>
                  <a:pt x="634504" y="86898"/>
                  <a:pt x="638803" y="93600"/>
                </a:cubicBezTo>
                <a:cubicBezTo>
                  <a:pt x="643102" y="100302"/>
                  <a:pt x="648909" y="103653"/>
                  <a:pt x="656225" y="103653"/>
                </a:cubicBezTo>
                <a:cubicBezTo>
                  <a:pt x="661459" y="103653"/>
                  <a:pt x="666158" y="101864"/>
                  <a:pt x="670324" y="98286"/>
                </a:cubicBezTo>
                <a:cubicBezTo>
                  <a:pt x="673261" y="95829"/>
                  <a:pt x="676118" y="91370"/>
                  <a:pt x="678894" y="84909"/>
                </a:cubicBezTo>
                <a:lnTo>
                  <a:pt x="681217" y="86030"/>
                </a:lnTo>
                <a:close/>
                <a:moveTo>
                  <a:pt x="727621" y="38449"/>
                </a:moveTo>
                <a:cubicBezTo>
                  <a:pt x="738729" y="38449"/>
                  <a:pt x="747647" y="42664"/>
                  <a:pt x="754376" y="51093"/>
                </a:cubicBezTo>
                <a:cubicBezTo>
                  <a:pt x="760090" y="58294"/>
                  <a:pt x="762947" y="66563"/>
                  <a:pt x="762947" y="75900"/>
                </a:cubicBezTo>
                <a:cubicBezTo>
                  <a:pt x="762947" y="82461"/>
                  <a:pt x="761371" y="89103"/>
                  <a:pt x="758220" y="95825"/>
                </a:cubicBezTo>
                <a:cubicBezTo>
                  <a:pt x="755070" y="102545"/>
                  <a:pt x="750731" y="107613"/>
                  <a:pt x="745204" y="111027"/>
                </a:cubicBezTo>
                <a:cubicBezTo>
                  <a:pt x="739677" y="114441"/>
                  <a:pt x="733522" y="116149"/>
                  <a:pt x="726740" y="116149"/>
                </a:cubicBezTo>
                <a:cubicBezTo>
                  <a:pt x="715686" y="116149"/>
                  <a:pt x="706901" y="111747"/>
                  <a:pt x="700386" y="102944"/>
                </a:cubicBezTo>
                <a:cubicBezTo>
                  <a:pt x="694886" y="95530"/>
                  <a:pt x="692136" y="87208"/>
                  <a:pt x="692136" y="77980"/>
                </a:cubicBezTo>
                <a:cubicBezTo>
                  <a:pt x="692136" y="71258"/>
                  <a:pt x="693805" y="64576"/>
                  <a:pt x="697142" y="57934"/>
                </a:cubicBezTo>
                <a:cubicBezTo>
                  <a:pt x="700480" y="51292"/>
                  <a:pt x="704872" y="46384"/>
                  <a:pt x="710319" y="43210"/>
                </a:cubicBezTo>
                <a:cubicBezTo>
                  <a:pt x="715766" y="40036"/>
                  <a:pt x="721534" y="38449"/>
                  <a:pt x="727621" y="38449"/>
                </a:cubicBezTo>
                <a:moveTo>
                  <a:pt x="725138" y="43736"/>
                </a:moveTo>
                <a:cubicBezTo>
                  <a:pt x="722308" y="43736"/>
                  <a:pt x="719464" y="44576"/>
                  <a:pt x="716607" y="46257"/>
                </a:cubicBezTo>
                <a:cubicBezTo>
                  <a:pt x="713750" y="47937"/>
                  <a:pt x="711441" y="50884"/>
                  <a:pt x="709678" y="55098"/>
                </a:cubicBezTo>
                <a:cubicBezTo>
                  <a:pt x="707916" y="59312"/>
                  <a:pt x="707035" y="64725"/>
                  <a:pt x="707035" y="71339"/>
                </a:cubicBezTo>
                <a:cubicBezTo>
                  <a:pt x="707035" y="82006"/>
                  <a:pt x="709158" y="91207"/>
                  <a:pt x="713403" y="98942"/>
                </a:cubicBezTo>
                <a:cubicBezTo>
                  <a:pt x="717649" y="106675"/>
                  <a:pt x="723242" y="110541"/>
                  <a:pt x="730185" y="110541"/>
                </a:cubicBezTo>
                <a:cubicBezTo>
                  <a:pt x="735365" y="110541"/>
                  <a:pt x="739637" y="108408"/>
                  <a:pt x="743001" y="104141"/>
                </a:cubicBezTo>
                <a:cubicBezTo>
                  <a:pt x="746365" y="99874"/>
                  <a:pt x="748047" y="92540"/>
                  <a:pt x="748047" y="82140"/>
                </a:cubicBezTo>
                <a:cubicBezTo>
                  <a:pt x="748047" y="69125"/>
                  <a:pt x="745244" y="58884"/>
                  <a:pt x="739637" y="51416"/>
                </a:cubicBezTo>
                <a:cubicBezTo>
                  <a:pt x="735845" y="46296"/>
                  <a:pt x="731012" y="43736"/>
                  <a:pt x="725138" y="43736"/>
                </a:cubicBezTo>
                <a:close/>
                <a:moveTo>
                  <a:pt x="795148" y="53989"/>
                </a:moveTo>
                <a:cubicBezTo>
                  <a:pt x="803746" y="43629"/>
                  <a:pt x="811943" y="38449"/>
                  <a:pt x="819740" y="38449"/>
                </a:cubicBezTo>
                <a:cubicBezTo>
                  <a:pt x="823745" y="38449"/>
                  <a:pt x="827189" y="39449"/>
                  <a:pt x="830073" y="41448"/>
                </a:cubicBezTo>
                <a:cubicBezTo>
                  <a:pt x="832957" y="43446"/>
                  <a:pt x="835253" y="46736"/>
                  <a:pt x="836962" y="51318"/>
                </a:cubicBezTo>
                <a:cubicBezTo>
                  <a:pt x="838136" y="54514"/>
                  <a:pt x="838724" y="59416"/>
                  <a:pt x="838724" y="66024"/>
                </a:cubicBezTo>
                <a:lnTo>
                  <a:pt x="838724" y="97274"/>
                </a:lnTo>
                <a:cubicBezTo>
                  <a:pt x="838724" y="101910"/>
                  <a:pt x="839098" y="105054"/>
                  <a:pt x="839845" y="106706"/>
                </a:cubicBezTo>
                <a:cubicBezTo>
                  <a:pt x="840433" y="108038"/>
                  <a:pt x="841381" y="109077"/>
                  <a:pt x="842689" y="109823"/>
                </a:cubicBezTo>
                <a:cubicBezTo>
                  <a:pt x="843997" y="110569"/>
                  <a:pt x="846414" y="110942"/>
                  <a:pt x="849938" y="110942"/>
                </a:cubicBezTo>
                <a:lnTo>
                  <a:pt x="849938" y="113906"/>
                </a:lnTo>
                <a:lnTo>
                  <a:pt x="813652" y="113906"/>
                </a:lnTo>
                <a:lnTo>
                  <a:pt x="813652" y="110942"/>
                </a:lnTo>
                <a:lnTo>
                  <a:pt x="815174" y="110942"/>
                </a:lnTo>
                <a:cubicBezTo>
                  <a:pt x="818591" y="110942"/>
                  <a:pt x="820981" y="110424"/>
                  <a:pt x="822343" y="109387"/>
                </a:cubicBezTo>
                <a:cubicBezTo>
                  <a:pt x="823705" y="108351"/>
                  <a:pt x="824653" y="106824"/>
                  <a:pt x="825187" y="104807"/>
                </a:cubicBezTo>
                <a:cubicBezTo>
                  <a:pt x="825400" y="104009"/>
                  <a:pt x="825507" y="101512"/>
                  <a:pt x="825507" y="97314"/>
                </a:cubicBezTo>
                <a:lnTo>
                  <a:pt x="825507" y="67429"/>
                </a:lnTo>
                <a:cubicBezTo>
                  <a:pt x="825507" y="60789"/>
                  <a:pt x="824639" y="55967"/>
                  <a:pt x="822904" y="52965"/>
                </a:cubicBezTo>
                <a:cubicBezTo>
                  <a:pt x="821168" y="49963"/>
                  <a:pt x="818244" y="48462"/>
                  <a:pt x="814132" y="48462"/>
                </a:cubicBezTo>
                <a:cubicBezTo>
                  <a:pt x="807778" y="48462"/>
                  <a:pt x="801450" y="51916"/>
                  <a:pt x="795148" y="58823"/>
                </a:cubicBezTo>
                <a:lnTo>
                  <a:pt x="795148" y="97314"/>
                </a:lnTo>
                <a:cubicBezTo>
                  <a:pt x="795148" y="102256"/>
                  <a:pt x="795442" y="105311"/>
                  <a:pt x="796029" y="106479"/>
                </a:cubicBezTo>
                <a:cubicBezTo>
                  <a:pt x="796777" y="108019"/>
                  <a:pt x="797805" y="109148"/>
                  <a:pt x="799113" y="109866"/>
                </a:cubicBezTo>
                <a:cubicBezTo>
                  <a:pt x="800422" y="110583"/>
                  <a:pt x="803078" y="110942"/>
                  <a:pt x="807083" y="110942"/>
                </a:cubicBezTo>
                <a:lnTo>
                  <a:pt x="807083" y="113906"/>
                </a:lnTo>
                <a:lnTo>
                  <a:pt x="770797" y="113906"/>
                </a:lnTo>
                <a:lnTo>
                  <a:pt x="770797" y="110942"/>
                </a:lnTo>
                <a:lnTo>
                  <a:pt x="772399" y="110942"/>
                </a:lnTo>
                <a:cubicBezTo>
                  <a:pt x="776137" y="110942"/>
                  <a:pt x="778660" y="109997"/>
                  <a:pt x="779969" y="108106"/>
                </a:cubicBezTo>
                <a:cubicBezTo>
                  <a:pt x="781277" y="106213"/>
                  <a:pt x="781931" y="102603"/>
                  <a:pt x="781931" y="97274"/>
                </a:cubicBezTo>
                <a:lnTo>
                  <a:pt x="781931" y="70100"/>
                </a:lnTo>
                <a:cubicBezTo>
                  <a:pt x="781931" y="61308"/>
                  <a:pt x="781731" y="55954"/>
                  <a:pt x="781330" y="54037"/>
                </a:cubicBezTo>
                <a:cubicBezTo>
                  <a:pt x="780930" y="52118"/>
                  <a:pt x="780316" y="50812"/>
                  <a:pt x="779488" y="50119"/>
                </a:cubicBezTo>
                <a:cubicBezTo>
                  <a:pt x="778660" y="49427"/>
                  <a:pt x="777552" y="49080"/>
                  <a:pt x="776164" y="49080"/>
                </a:cubicBezTo>
                <a:cubicBezTo>
                  <a:pt x="774669" y="49080"/>
                  <a:pt x="772880" y="49480"/>
                  <a:pt x="770797" y="50279"/>
                </a:cubicBezTo>
                <a:lnTo>
                  <a:pt x="769595" y="47401"/>
                </a:lnTo>
                <a:lnTo>
                  <a:pt x="791704" y="38449"/>
                </a:lnTo>
                <a:lnTo>
                  <a:pt x="795148" y="38449"/>
                </a:lnTo>
                <a:lnTo>
                  <a:pt x="795148" y="53989"/>
                </a:lnTo>
                <a:close/>
                <a:moveTo>
                  <a:pt x="907612" y="105655"/>
                </a:moveTo>
                <a:cubicBezTo>
                  <a:pt x="904034" y="109393"/>
                  <a:pt x="900536" y="112077"/>
                  <a:pt x="897119" y="113705"/>
                </a:cubicBezTo>
                <a:cubicBezTo>
                  <a:pt x="893701" y="115334"/>
                  <a:pt x="890016" y="116149"/>
                  <a:pt x="886064" y="116149"/>
                </a:cubicBezTo>
                <a:cubicBezTo>
                  <a:pt x="878054" y="116149"/>
                  <a:pt x="871059" y="112805"/>
                  <a:pt x="865078" y="106118"/>
                </a:cubicBezTo>
                <a:cubicBezTo>
                  <a:pt x="859097" y="99430"/>
                  <a:pt x="856106" y="90835"/>
                  <a:pt x="856106" y="80335"/>
                </a:cubicBezTo>
                <a:cubicBezTo>
                  <a:pt x="856106" y="69837"/>
                  <a:pt x="859417" y="60231"/>
                  <a:pt x="866039" y="51518"/>
                </a:cubicBezTo>
                <a:cubicBezTo>
                  <a:pt x="872661" y="42806"/>
                  <a:pt x="881178" y="38449"/>
                  <a:pt x="891591" y="38449"/>
                </a:cubicBezTo>
                <a:cubicBezTo>
                  <a:pt x="898053" y="38449"/>
                  <a:pt x="903393" y="40505"/>
                  <a:pt x="907612" y="44617"/>
                </a:cubicBezTo>
                <a:lnTo>
                  <a:pt x="907612" y="31050"/>
                </a:lnTo>
                <a:cubicBezTo>
                  <a:pt x="907612" y="22631"/>
                  <a:pt x="907412" y="17456"/>
                  <a:pt x="907011" y="15525"/>
                </a:cubicBezTo>
                <a:cubicBezTo>
                  <a:pt x="906611" y="13594"/>
                  <a:pt x="905983" y="12281"/>
                  <a:pt x="905129" y="11585"/>
                </a:cubicBezTo>
                <a:cubicBezTo>
                  <a:pt x="904274" y="10887"/>
                  <a:pt x="903206" y="10538"/>
                  <a:pt x="901925" y="10538"/>
                </a:cubicBezTo>
                <a:cubicBezTo>
                  <a:pt x="900536" y="10538"/>
                  <a:pt x="898694" y="10967"/>
                  <a:pt x="896398" y="11825"/>
                </a:cubicBezTo>
                <a:lnTo>
                  <a:pt x="895356" y="9009"/>
                </a:lnTo>
                <a:lnTo>
                  <a:pt x="917224" y="0"/>
                </a:lnTo>
                <a:lnTo>
                  <a:pt x="920829" y="0"/>
                </a:lnTo>
                <a:lnTo>
                  <a:pt x="920829" y="84829"/>
                </a:lnTo>
                <a:cubicBezTo>
                  <a:pt x="920829" y="93426"/>
                  <a:pt x="921029" y="98673"/>
                  <a:pt x="921430" y="100569"/>
                </a:cubicBezTo>
                <a:cubicBezTo>
                  <a:pt x="921830" y="102464"/>
                  <a:pt x="922471" y="103786"/>
                  <a:pt x="923352" y="104534"/>
                </a:cubicBezTo>
                <a:cubicBezTo>
                  <a:pt x="924233" y="105281"/>
                  <a:pt x="925261" y="105655"/>
                  <a:pt x="926436" y="105655"/>
                </a:cubicBezTo>
                <a:cubicBezTo>
                  <a:pt x="927878" y="105655"/>
                  <a:pt x="929800" y="105201"/>
                  <a:pt x="932203" y="104293"/>
                </a:cubicBezTo>
                <a:lnTo>
                  <a:pt x="933085" y="107097"/>
                </a:lnTo>
                <a:lnTo>
                  <a:pt x="911297" y="116149"/>
                </a:lnTo>
                <a:lnTo>
                  <a:pt x="907612" y="116149"/>
                </a:lnTo>
                <a:lnTo>
                  <a:pt x="907612" y="105655"/>
                </a:lnTo>
                <a:moveTo>
                  <a:pt x="907612" y="100065"/>
                </a:moveTo>
                <a:lnTo>
                  <a:pt x="907612" y="62352"/>
                </a:lnTo>
                <a:cubicBezTo>
                  <a:pt x="907292" y="58729"/>
                  <a:pt x="906330" y="55427"/>
                  <a:pt x="904728" y="52445"/>
                </a:cubicBezTo>
                <a:cubicBezTo>
                  <a:pt x="903126" y="49461"/>
                  <a:pt x="901003" y="47210"/>
                  <a:pt x="898360" y="45693"/>
                </a:cubicBezTo>
                <a:cubicBezTo>
                  <a:pt x="895717" y="44175"/>
                  <a:pt x="893140" y="43416"/>
                  <a:pt x="890630" y="43416"/>
                </a:cubicBezTo>
                <a:cubicBezTo>
                  <a:pt x="885931" y="43416"/>
                  <a:pt x="881739" y="45520"/>
                  <a:pt x="878054" y="49729"/>
                </a:cubicBezTo>
                <a:cubicBezTo>
                  <a:pt x="873195" y="55267"/>
                  <a:pt x="870765" y="63364"/>
                  <a:pt x="870765" y="74017"/>
                </a:cubicBezTo>
                <a:cubicBezTo>
                  <a:pt x="870765" y="84778"/>
                  <a:pt x="873114" y="93021"/>
                  <a:pt x="877814" y="98749"/>
                </a:cubicBezTo>
                <a:cubicBezTo>
                  <a:pt x="882513" y="104474"/>
                  <a:pt x="887747" y="107337"/>
                  <a:pt x="893514" y="107337"/>
                </a:cubicBezTo>
                <a:cubicBezTo>
                  <a:pt x="898373" y="107337"/>
                  <a:pt x="903073" y="104913"/>
                  <a:pt x="907612" y="100065"/>
                </a:cubicBezTo>
                <a:close/>
                <a:moveTo>
                  <a:pt x="1002133" y="40532"/>
                </a:moveTo>
                <a:lnTo>
                  <a:pt x="1002133" y="84989"/>
                </a:lnTo>
                <a:cubicBezTo>
                  <a:pt x="1002133" y="93480"/>
                  <a:pt x="1002333" y="98673"/>
                  <a:pt x="1002734" y="100569"/>
                </a:cubicBezTo>
                <a:cubicBezTo>
                  <a:pt x="1003134" y="102464"/>
                  <a:pt x="1003775" y="103786"/>
                  <a:pt x="1004656" y="104534"/>
                </a:cubicBezTo>
                <a:cubicBezTo>
                  <a:pt x="1005537" y="105281"/>
                  <a:pt x="1006565" y="105655"/>
                  <a:pt x="1007740" y="105655"/>
                </a:cubicBezTo>
                <a:cubicBezTo>
                  <a:pt x="1009395" y="105655"/>
                  <a:pt x="1011264" y="105201"/>
                  <a:pt x="1013347" y="104293"/>
                </a:cubicBezTo>
                <a:lnTo>
                  <a:pt x="1014469" y="107097"/>
                </a:lnTo>
                <a:lnTo>
                  <a:pt x="992520" y="116149"/>
                </a:lnTo>
                <a:lnTo>
                  <a:pt x="988916" y="116149"/>
                </a:lnTo>
                <a:lnTo>
                  <a:pt x="988916" y="100609"/>
                </a:lnTo>
                <a:cubicBezTo>
                  <a:pt x="982614" y="107444"/>
                  <a:pt x="977808" y="111743"/>
                  <a:pt x="974497" y="113505"/>
                </a:cubicBezTo>
                <a:cubicBezTo>
                  <a:pt x="971186" y="115267"/>
                  <a:pt x="967689" y="116149"/>
                  <a:pt x="964004" y="116149"/>
                </a:cubicBezTo>
                <a:cubicBezTo>
                  <a:pt x="959892" y="116149"/>
                  <a:pt x="956327" y="114960"/>
                  <a:pt x="953310" y="112584"/>
                </a:cubicBezTo>
                <a:cubicBezTo>
                  <a:pt x="950293" y="110208"/>
                  <a:pt x="948197" y="107150"/>
                  <a:pt x="947022" y="103412"/>
                </a:cubicBezTo>
                <a:cubicBezTo>
                  <a:pt x="945847" y="99674"/>
                  <a:pt x="945260" y="94387"/>
                  <a:pt x="945260" y="87552"/>
                </a:cubicBezTo>
                <a:lnTo>
                  <a:pt x="945260" y="54790"/>
                </a:lnTo>
                <a:cubicBezTo>
                  <a:pt x="945260" y="51319"/>
                  <a:pt x="944886" y="48916"/>
                  <a:pt x="944139" y="47581"/>
                </a:cubicBezTo>
                <a:cubicBezTo>
                  <a:pt x="943391" y="46246"/>
                  <a:pt x="942283" y="45218"/>
                  <a:pt x="940814" y="44497"/>
                </a:cubicBezTo>
                <a:cubicBezTo>
                  <a:pt x="939346" y="43776"/>
                  <a:pt x="936689" y="43442"/>
                  <a:pt x="932844" y="43496"/>
                </a:cubicBezTo>
                <a:lnTo>
                  <a:pt x="932844" y="40532"/>
                </a:lnTo>
                <a:lnTo>
                  <a:pt x="958557" y="40532"/>
                </a:lnTo>
                <a:lnTo>
                  <a:pt x="958557" y="89515"/>
                </a:lnTo>
                <a:cubicBezTo>
                  <a:pt x="958557" y="96333"/>
                  <a:pt x="959745" y="100808"/>
                  <a:pt x="962122" y="102939"/>
                </a:cubicBezTo>
                <a:cubicBezTo>
                  <a:pt x="964498" y="105070"/>
                  <a:pt x="967368" y="106136"/>
                  <a:pt x="970733" y="106136"/>
                </a:cubicBezTo>
                <a:cubicBezTo>
                  <a:pt x="973029" y="106136"/>
                  <a:pt x="975632" y="105417"/>
                  <a:pt x="978543" y="103978"/>
                </a:cubicBezTo>
                <a:cubicBezTo>
                  <a:pt x="981453" y="102539"/>
                  <a:pt x="984911" y="99797"/>
                  <a:pt x="988916" y="95750"/>
                </a:cubicBezTo>
                <a:lnTo>
                  <a:pt x="988916" y="54282"/>
                </a:lnTo>
                <a:cubicBezTo>
                  <a:pt x="988916" y="50127"/>
                  <a:pt x="988155" y="47317"/>
                  <a:pt x="986633" y="45854"/>
                </a:cubicBezTo>
                <a:cubicBezTo>
                  <a:pt x="985111" y="44388"/>
                  <a:pt x="981947" y="43602"/>
                  <a:pt x="977141" y="43496"/>
                </a:cubicBezTo>
                <a:lnTo>
                  <a:pt x="977141" y="40532"/>
                </a:lnTo>
                <a:lnTo>
                  <a:pt x="1002133" y="40532"/>
                </a:lnTo>
                <a:close/>
                <a:moveTo>
                  <a:pt x="1082155" y="86030"/>
                </a:moveTo>
                <a:cubicBezTo>
                  <a:pt x="1080179" y="95696"/>
                  <a:pt x="1076308" y="103132"/>
                  <a:pt x="1070540" y="108339"/>
                </a:cubicBezTo>
                <a:cubicBezTo>
                  <a:pt x="1064773" y="113545"/>
                  <a:pt x="1058392" y="116149"/>
                  <a:pt x="1051396" y="116149"/>
                </a:cubicBezTo>
                <a:cubicBezTo>
                  <a:pt x="1043065" y="116149"/>
                  <a:pt x="1035803" y="112655"/>
                  <a:pt x="1029608" y="105668"/>
                </a:cubicBezTo>
                <a:cubicBezTo>
                  <a:pt x="1023413" y="98679"/>
                  <a:pt x="1020316" y="89236"/>
                  <a:pt x="1020316" y="77339"/>
                </a:cubicBezTo>
                <a:cubicBezTo>
                  <a:pt x="1020316" y="65816"/>
                  <a:pt x="1023747" y="56454"/>
                  <a:pt x="1030609" y="49253"/>
                </a:cubicBezTo>
                <a:cubicBezTo>
                  <a:pt x="1037471" y="42050"/>
                  <a:pt x="1045709" y="38449"/>
                  <a:pt x="1055321" y="38449"/>
                </a:cubicBezTo>
                <a:cubicBezTo>
                  <a:pt x="1062530" y="38449"/>
                  <a:pt x="1068458" y="40352"/>
                  <a:pt x="1073104" y="44159"/>
                </a:cubicBezTo>
                <a:cubicBezTo>
                  <a:pt x="1077750" y="47964"/>
                  <a:pt x="1080073" y="51916"/>
                  <a:pt x="1080073" y="56014"/>
                </a:cubicBezTo>
                <a:cubicBezTo>
                  <a:pt x="1080073" y="58037"/>
                  <a:pt x="1079418" y="59674"/>
                  <a:pt x="1078110" y="60925"/>
                </a:cubicBezTo>
                <a:cubicBezTo>
                  <a:pt x="1076802" y="62175"/>
                  <a:pt x="1074973" y="62800"/>
                  <a:pt x="1072623" y="62800"/>
                </a:cubicBezTo>
                <a:cubicBezTo>
                  <a:pt x="1069472" y="62800"/>
                  <a:pt x="1067096" y="61786"/>
                  <a:pt x="1065494" y="59756"/>
                </a:cubicBezTo>
                <a:cubicBezTo>
                  <a:pt x="1064586" y="58635"/>
                  <a:pt x="1063985" y="56499"/>
                  <a:pt x="1063692" y="53348"/>
                </a:cubicBezTo>
                <a:cubicBezTo>
                  <a:pt x="1063398" y="50198"/>
                  <a:pt x="1062317" y="47794"/>
                  <a:pt x="1060448" y="46139"/>
                </a:cubicBezTo>
                <a:cubicBezTo>
                  <a:pt x="1058578" y="44537"/>
                  <a:pt x="1055988" y="43736"/>
                  <a:pt x="1052678" y="43736"/>
                </a:cubicBezTo>
                <a:cubicBezTo>
                  <a:pt x="1047337" y="43736"/>
                  <a:pt x="1043039" y="45712"/>
                  <a:pt x="1039781" y="49664"/>
                </a:cubicBezTo>
                <a:cubicBezTo>
                  <a:pt x="1035456" y="54897"/>
                  <a:pt x="1033293" y="61812"/>
                  <a:pt x="1033293" y="70410"/>
                </a:cubicBezTo>
                <a:cubicBezTo>
                  <a:pt x="1033293" y="79168"/>
                  <a:pt x="1035442" y="86898"/>
                  <a:pt x="1039741" y="93600"/>
                </a:cubicBezTo>
                <a:cubicBezTo>
                  <a:pt x="1044040" y="100302"/>
                  <a:pt x="1049847" y="103653"/>
                  <a:pt x="1057163" y="103653"/>
                </a:cubicBezTo>
                <a:cubicBezTo>
                  <a:pt x="1062397" y="103653"/>
                  <a:pt x="1067096" y="101864"/>
                  <a:pt x="1071261" y="98286"/>
                </a:cubicBezTo>
                <a:cubicBezTo>
                  <a:pt x="1074198" y="95829"/>
                  <a:pt x="1077055" y="91370"/>
                  <a:pt x="1079832" y="84909"/>
                </a:cubicBezTo>
                <a:lnTo>
                  <a:pt x="1082155" y="86030"/>
                </a:lnTo>
                <a:close/>
                <a:moveTo>
                  <a:pt x="1113981" y="16341"/>
                </a:moveTo>
                <a:lnTo>
                  <a:pt x="1113981" y="40532"/>
                </a:lnTo>
                <a:lnTo>
                  <a:pt x="1131123" y="40532"/>
                </a:lnTo>
                <a:lnTo>
                  <a:pt x="1131123" y="46139"/>
                </a:lnTo>
                <a:lnTo>
                  <a:pt x="1113981" y="46139"/>
                </a:lnTo>
                <a:lnTo>
                  <a:pt x="1113981" y="93655"/>
                </a:lnTo>
                <a:cubicBezTo>
                  <a:pt x="1113981" y="98403"/>
                  <a:pt x="1114662" y="101603"/>
                  <a:pt x="1116023" y="103257"/>
                </a:cubicBezTo>
                <a:cubicBezTo>
                  <a:pt x="1117385" y="104909"/>
                  <a:pt x="1119134" y="105735"/>
                  <a:pt x="1121270" y="105735"/>
                </a:cubicBezTo>
                <a:cubicBezTo>
                  <a:pt x="1123032" y="105735"/>
                  <a:pt x="1124741" y="105188"/>
                  <a:pt x="1126397" y="104093"/>
                </a:cubicBezTo>
                <a:cubicBezTo>
                  <a:pt x="1128052" y="102998"/>
                  <a:pt x="1129334" y="101383"/>
                  <a:pt x="1130242" y="99247"/>
                </a:cubicBezTo>
                <a:lnTo>
                  <a:pt x="1133366" y="99247"/>
                </a:lnTo>
                <a:cubicBezTo>
                  <a:pt x="1131497" y="104495"/>
                  <a:pt x="1128853" y="108465"/>
                  <a:pt x="1125435" y="111155"/>
                </a:cubicBezTo>
                <a:cubicBezTo>
                  <a:pt x="1122018" y="113843"/>
                  <a:pt x="1118493" y="115187"/>
                  <a:pt x="1114862" y="115187"/>
                </a:cubicBezTo>
                <a:cubicBezTo>
                  <a:pt x="1112405" y="115187"/>
                  <a:pt x="1110002" y="114506"/>
                  <a:pt x="1107653" y="113142"/>
                </a:cubicBezTo>
                <a:cubicBezTo>
                  <a:pt x="1105303" y="111779"/>
                  <a:pt x="1103567" y="109828"/>
                  <a:pt x="1102446" y="107290"/>
                </a:cubicBezTo>
                <a:cubicBezTo>
                  <a:pt x="1101325" y="104750"/>
                  <a:pt x="1100764" y="100833"/>
                  <a:pt x="1100764" y="95540"/>
                </a:cubicBezTo>
                <a:lnTo>
                  <a:pt x="1100764" y="46139"/>
                </a:lnTo>
                <a:lnTo>
                  <a:pt x="1089149" y="46139"/>
                </a:lnTo>
                <a:lnTo>
                  <a:pt x="1089149" y="43496"/>
                </a:lnTo>
                <a:cubicBezTo>
                  <a:pt x="1092086" y="42317"/>
                  <a:pt x="1095090" y="40322"/>
                  <a:pt x="1098161" y="37510"/>
                </a:cubicBezTo>
                <a:cubicBezTo>
                  <a:pt x="1101231" y="34699"/>
                  <a:pt x="1103968" y="31364"/>
                  <a:pt x="1106371" y="27508"/>
                </a:cubicBezTo>
                <a:cubicBezTo>
                  <a:pt x="1107599" y="25473"/>
                  <a:pt x="1109308" y="21751"/>
                  <a:pt x="1111498" y="16341"/>
                </a:cubicBezTo>
                <a:lnTo>
                  <a:pt x="1113981" y="16341"/>
                </a:lnTo>
                <a:close/>
                <a:moveTo>
                  <a:pt x="1185700" y="38449"/>
                </a:moveTo>
                <a:lnTo>
                  <a:pt x="1185700" y="63281"/>
                </a:lnTo>
                <a:lnTo>
                  <a:pt x="1183057" y="63281"/>
                </a:lnTo>
                <a:cubicBezTo>
                  <a:pt x="1181028" y="55493"/>
                  <a:pt x="1178424" y="50195"/>
                  <a:pt x="1175247" y="47388"/>
                </a:cubicBezTo>
                <a:cubicBezTo>
                  <a:pt x="1172069" y="44580"/>
                  <a:pt x="1168024" y="43175"/>
                  <a:pt x="1163111" y="43175"/>
                </a:cubicBezTo>
                <a:cubicBezTo>
                  <a:pt x="1159373" y="43175"/>
                  <a:pt x="1156356" y="44162"/>
                  <a:pt x="1154060" y="46137"/>
                </a:cubicBezTo>
                <a:cubicBezTo>
                  <a:pt x="1151763" y="48109"/>
                  <a:pt x="1150615" y="50296"/>
                  <a:pt x="1150615" y="52697"/>
                </a:cubicBezTo>
                <a:cubicBezTo>
                  <a:pt x="1150615" y="55685"/>
                  <a:pt x="1151470" y="58245"/>
                  <a:pt x="1153179" y="60377"/>
                </a:cubicBezTo>
                <a:cubicBezTo>
                  <a:pt x="1154834" y="62565"/>
                  <a:pt x="1158198" y="64885"/>
                  <a:pt x="1163271" y="67339"/>
                </a:cubicBezTo>
                <a:lnTo>
                  <a:pt x="1174966" y="73021"/>
                </a:lnTo>
                <a:cubicBezTo>
                  <a:pt x="1185807" y="78301"/>
                  <a:pt x="1191227" y="85262"/>
                  <a:pt x="1191227" y="93905"/>
                </a:cubicBezTo>
                <a:cubicBezTo>
                  <a:pt x="1191227" y="100572"/>
                  <a:pt x="1188704" y="105946"/>
                  <a:pt x="1183658" y="110028"/>
                </a:cubicBezTo>
                <a:cubicBezTo>
                  <a:pt x="1178611" y="114108"/>
                  <a:pt x="1172964" y="116149"/>
                  <a:pt x="1166716" y="116149"/>
                </a:cubicBezTo>
                <a:cubicBezTo>
                  <a:pt x="1162230" y="116149"/>
                  <a:pt x="1157104" y="115348"/>
                  <a:pt x="1151336" y="113745"/>
                </a:cubicBezTo>
                <a:cubicBezTo>
                  <a:pt x="1149574" y="113211"/>
                  <a:pt x="1148132" y="112944"/>
                  <a:pt x="1147011" y="112944"/>
                </a:cubicBezTo>
                <a:cubicBezTo>
                  <a:pt x="1145782" y="112944"/>
                  <a:pt x="1144821" y="113639"/>
                  <a:pt x="1144127" y="115027"/>
                </a:cubicBezTo>
                <a:lnTo>
                  <a:pt x="1141484" y="115027"/>
                </a:lnTo>
                <a:lnTo>
                  <a:pt x="1141484" y="88754"/>
                </a:lnTo>
                <a:lnTo>
                  <a:pt x="1144127" y="88754"/>
                </a:lnTo>
                <a:cubicBezTo>
                  <a:pt x="1145622" y="96256"/>
                  <a:pt x="1148479" y="101910"/>
                  <a:pt x="1152698" y="105715"/>
                </a:cubicBezTo>
                <a:cubicBezTo>
                  <a:pt x="1156917" y="109520"/>
                  <a:pt x="1161643" y="111423"/>
                  <a:pt x="1166876" y="111423"/>
                </a:cubicBezTo>
                <a:cubicBezTo>
                  <a:pt x="1170561" y="111423"/>
                  <a:pt x="1173565" y="110343"/>
                  <a:pt x="1175888" y="108183"/>
                </a:cubicBezTo>
                <a:cubicBezTo>
                  <a:pt x="1178211" y="106022"/>
                  <a:pt x="1179372" y="103421"/>
                  <a:pt x="1179372" y="100381"/>
                </a:cubicBezTo>
                <a:cubicBezTo>
                  <a:pt x="1179372" y="96700"/>
                  <a:pt x="1178077" y="93606"/>
                  <a:pt x="1175487" y="91099"/>
                </a:cubicBezTo>
                <a:cubicBezTo>
                  <a:pt x="1172897" y="88592"/>
                  <a:pt x="1167731" y="85419"/>
                  <a:pt x="1159987" y="81579"/>
                </a:cubicBezTo>
                <a:cubicBezTo>
                  <a:pt x="1152244" y="77738"/>
                  <a:pt x="1147171" y="74270"/>
                  <a:pt x="1144768" y="71176"/>
                </a:cubicBezTo>
                <a:cubicBezTo>
                  <a:pt x="1142365" y="68135"/>
                  <a:pt x="1141163" y="64295"/>
                  <a:pt x="1141163" y="59654"/>
                </a:cubicBezTo>
                <a:cubicBezTo>
                  <a:pt x="1141163" y="53626"/>
                  <a:pt x="1143233" y="48585"/>
                  <a:pt x="1147371" y="44532"/>
                </a:cubicBezTo>
                <a:cubicBezTo>
                  <a:pt x="1151510" y="40477"/>
                  <a:pt x="1156863" y="38449"/>
                  <a:pt x="1163432" y="38449"/>
                </a:cubicBezTo>
                <a:cubicBezTo>
                  <a:pt x="1166315" y="38449"/>
                  <a:pt x="1169813" y="39063"/>
                  <a:pt x="1173925" y="40292"/>
                </a:cubicBezTo>
                <a:cubicBezTo>
                  <a:pt x="1176649" y="41093"/>
                  <a:pt x="1178464" y="41493"/>
                  <a:pt x="1179372" y="41493"/>
                </a:cubicBezTo>
                <a:cubicBezTo>
                  <a:pt x="1180227" y="41493"/>
                  <a:pt x="1180894" y="41306"/>
                  <a:pt x="1181375" y="40932"/>
                </a:cubicBezTo>
                <a:cubicBezTo>
                  <a:pt x="1181855" y="40559"/>
                  <a:pt x="1182416" y="39731"/>
                  <a:pt x="1183057" y="38449"/>
                </a:cubicBezTo>
                <a:lnTo>
                  <a:pt x="1185700" y="38449"/>
                </a:lnTo>
                <a:close/>
                <a:moveTo>
                  <a:pt x="1310233" y="115187"/>
                </a:moveTo>
                <a:cubicBezTo>
                  <a:pt x="1315680" y="124559"/>
                  <a:pt x="1321568" y="131455"/>
                  <a:pt x="1327896" y="135874"/>
                </a:cubicBezTo>
                <a:cubicBezTo>
                  <a:pt x="1334224" y="140294"/>
                  <a:pt x="1341420" y="142824"/>
                  <a:pt x="1349483" y="143464"/>
                </a:cubicBezTo>
                <a:lnTo>
                  <a:pt x="1349483" y="146107"/>
                </a:lnTo>
                <a:cubicBezTo>
                  <a:pt x="1342114" y="145840"/>
                  <a:pt x="1334237" y="144358"/>
                  <a:pt x="1325853" y="141661"/>
                </a:cubicBezTo>
                <a:cubicBezTo>
                  <a:pt x="1317469" y="138964"/>
                  <a:pt x="1309525" y="135226"/>
                  <a:pt x="1302023" y="130447"/>
                </a:cubicBezTo>
                <a:cubicBezTo>
                  <a:pt x="1294520" y="125667"/>
                  <a:pt x="1288045" y="120581"/>
                  <a:pt x="1282598" y="115187"/>
                </a:cubicBezTo>
                <a:cubicBezTo>
                  <a:pt x="1274908" y="112090"/>
                  <a:pt x="1268820" y="108806"/>
                  <a:pt x="1264334" y="105335"/>
                </a:cubicBezTo>
                <a:cubicBezTo>
                  <a:pt x="1257819" y="100155"/>
                  <a:pt x="1252760" y="93787"/>
                  <a:pt x="1249155" y="86230"/>
                </a:cubicBezTo>
                <a:cubicBezTo>
                  <a:pt x="1245550" y="78674"/>
                  <a:pt x="1243748" y="69743"/>
                  <a:pt x="1243748" y="59436"/>
                </a:cubicBezTo>
                <a:cubicBezTo>
                  <a:pt x="1243748" y="43202"/>
                  <a:pt x="1249008" y="29718"/>
                  <a:pt x="1259528" y="18984"/>
                </a:cubicBezTo>
                <a:cubicBezTo>
                  <a:pt x="1270048" y="8251"/>
                  <a:pt x="1282785" y="2884"/>
                  <a:pt x="1297737" y="2884"/>
                </a:cubicBezTo>
                <a:cubicBezTo>
                  <a:pt x="1311942" y="2884"/>
                  <a:pt x="1324238" y="8264"/>
                  <a:pt x="1334624" y="19024"/>
                </a:cubicBezTo>
                <a:cubicBezTo>
                  <a:pt x="1345011" y="29785"/>
                  <a:pt x="1350204" y="43362"/>
                  <a:pt x="1350204" y="59756"/>
                </a:cubicBezTo>
                <a:cubicBezTo>
                  <a:pt x="1350204" y="73053"/>
                  <a:pt x="1346506" y="84722"/>
                  <a:pt x="1339110" y="94761"/>
                </a:cubicBezTo>
                <a:cubicBezTo>
                  <a:pt x="1331714" y="104801"/>
                  <a:pt x="1322088" y="111609"/>
                  <a:pt x="1310233" y="115187"/>
                </a:cubicBezTo>
                <a:moveTo>
                  <a:pt x="1296776" y="9052"/>
                </a:moveTo>
                <a:cubicBezTo>
                  <a:pt x="1287057" y="9052"/>
                  <a:pt x="1279233" y="12523"/>
                  <a:pt x="1273306" y="19465"/>
                </a:cubicBezTo>
                <a:cubicBezTo>
                  <a:pt x="1265830" y="28169"/>
                  <a:pt x="1262091" y="41493"/>
                  <a:pt x="1262091" y="59436"/>
                </a:cubicBezTo>
                <a:cubicBezTo>
                  <a:pt x="1262091" y="77005"/>
                  <a:pt x="1265883" y="90542"/>
                  <a:pt x="1273466" y="100048"/>
                </a:cubicBezTo>
                <a:cubicBezTo>
                  <a:pt x="1279340" y="107364"/>
                  <a:pt x="1287110" y="111022"/>
                  <a:pt x="1296776" y="111022"/>
                </a:cubicBezTo>
                <a:cubicBezTo>
                  <a:pt x="1306815" y="111022"/>
                  <a:pt x="1314906" y="107364"/>
                  <a:pt x="1321047" y="100048"/>
                </a:cubicBezTo>
                <a:cubicBezTo>
                  <a:pt x="1328256" y="91397"/>
                  <a:pt x="1331861" y="78634"/>
                  <a:pt x="1331861" y="61759"/>
                </a:cubicBezTo>
                <a:cubicBezTo>
                  <a:pt x="1331861" y="48782"/>
                  <a:pt x="1329885" y="37862"/>
                  <a:pt x="1325933" y="28997"/>
                </a:cubicBezTo>
                <a:cubicBezTo>
                  <a:pt x="1322889" y="22162"/>
                  <a:pt x="1318844" y="17129"/>
                  <a:pt x="1313798" y="13898"/>
                </a:cubicBezTo>
                <a:cubicBezTo>
                  <a:pt x="1308751" y="10667"/>
                  <a:pt x="1303077" y="9052"/>
                  <a:pt x="1296776" y="9052"/>
                </a:cubicBezTo>
                <a:close/>
                <a:moveTo>
                  <a:pt x="1431481" y="77539"/>
                </a:moveTo>
                <a:lnTo>
                  <a:pt x="1389427" y="77539"/>
                </a:lnTo>
                <a:lnTo>
                  <a:pt x="1382058" y="94681"/>
                </a:lnTo>
                <a:cubicBezTo>
                  <a:pt x="1380242" y="98900"/>
                  <a:pt x="1379334" y="102051"/>
                  <a:pt x="1379334" y="104133"/>
                </a:cubicBezTo>
                <a:cubicBezTo>
                  <a:pt x="1379334" y="105789"/>
                  <a:pt x="1380122" y="107244"/>
                  <a:pt x="1381697" y="108499"/>
                </a:cubicBezTo>
                <a:cubicBezTo>
                  <a:pt x="1383273" y="109754"/>
                  <a:pt x="1386677" y="110568"/>
                  <a:pt x="1391910" y="110942"/>
                </a:cubicBezTo>
                <a:lnTo>
                  <a:pt x="1391910" y="113906"/>
                </a:lnTo>
                <a:lnTo>
                  <a:pt x="1357707" y="113906"/>
                </a:lnTo>
                <a:lnTo>
                  <a:pt x="1357707" y="110942"/>
                </a:lnTo>
                <a:cubicBezTo>
                  <a:pt x="1362246" y="110141"/>
                  <a:pt x="1365183" y="109100"/>
                  <a:pt x="1366518" y="107820"/>
                </a:cubicBezTo>
                <a:cubicBezTo>
                  <a:pt x="1369241" y="105259"/>
                  <a:pt x="1372258" y="100056"/>
                  <a:pt x="1375569" y="92213"/>
                </a:cubicBezTo>
                <a:lnTo>
                  <a:pt x="1413778" y="2884"/>
                </a:lnTo>
                <a:lnTo>
                  <a:pt x="1416582" y="2884"/>
                </a:lnTo>
                <a:lnTo>
                  <a:pt x="1454390" y="93172"/>
                </a:lnTo>
                <a:cubicBezTo>
                  <a:pt x="1457434" y="100429"/>
                  <a:pt x="1460198" y="105139"/>
                  <a:pt x="1462681" y="107300"/>
                </a:cubicBezTo>
                <a:cubicBezTo>
                  <a:pt x="1465164" y="109461"/>
                  <a:pt x="1468622" y="110675"/>
                  <a:pt x="1473054" y="110942"/>
                </a:cubicBezTo>
                <a:lnTo>
                  <a:pt x="1473054" y="113906"/>
                </a:lnTo>
                <a:lnTo>
                  <a:pt x="1430199" y="113906"/>
                </a:lnTo>
                <a:lnTo>
                  <a:pt x="1430199" y="110942"/>
                </a:lnTo>
                <a:cubicBezTo>
                  <a:pt x="1434525" y="110728"/>
                  <a:pt x="1437449" y="110007"/>
                  <a:pt x="1438970" y="108779"/>
                </a:cubicBezTo>
                <a:cubicBezTo>
                  <a:pt x="1440492" y="107551"/>
                  <a:pt x="1441253" y="106056"/>
                  <a:pt x="1441253" y="104293"/>
                </a:cubicBezTo>
                <a:cubicBezTo>
                  <a:pt x="1441253" y="101944"/>
                  <a:pt x="1440185" y="98232"/>
                  <a:pt x="1438049" y="93159"/>
                </a:cubicBezTo>
                <a:lnTo>
                  <a:pt x="1431481" y="77539"/>
                </a:lnTo>
                <a:moveTo>
                  <a:pt x="1429238" y="71612"/>
                </a:moveTo>
                <a:lnTo>
                  <a:pt x="1410814" y="27778"/>
                </a:lnTo>
                <a:lnTo>
                  <a:pt x="1391910" y="71612"/>
                </a:lnTo>
                <a:lnTo>
                  <a:pt x="1429238" y="71612"/>
                </a:lnTo>
                <a:close/>
                <a:moveTo>
                  <a:pt x="1495375" y="98366"/>
                </a:moveTo>
                <a:cubicBezTo>
                  <a:pt x="1497885" y="98366"/>
                  <a:pt x="1499994" y="99234"/>
                  <a:pt x="1501703" y="100969"/>
                </a:cubicBezTo>
                <a:cubicBezTo>
                  <a:pt x="1503412" y="102705"/>
                  <a:pt x="1504266" y="104801"/>
                  <a:pt x="1504266" y="107257"/>
                </a:cubicBezTo>
                <a:cubicBezTo>
                  <a:pt x="1504266" y="109714"/>
                  <a:pt x="1503399" y="111810"/>
                  <a:pt x="1501663" y="113545"/>
                </a:cubicBezTo>
                <a:cubicBezTo>
                  <a:pt x="1499928" y="115281"/>
                  <a:pt x="1497832" y="116149"/>
                  <a:pt x="1495375" y="116149"/>
                </a:cubicBezTo>
                <a:cubicBezTo>
                  <a:pt x="1492919" y="116149"/>
                  <a:pt x="1490823" y="115281"/>
                  <a:pt x="1489087" y="113545"/>
                </a:cubicBezTo>
                <a:cubicBezTo>
                  <a:pt x="1487351" y="111810"/>
                  <a:pt x="1486484" y="109714"/>
                  <a:pt x="1486484" y="107257"/>
                </a:cubicBezTo>
                <a:cubicBezTo>
                  <a:pt x="1486484" y="104747"/>
                  <a:pt x="1487351" y="102638"/>
                  <a:pt x="1489087" y="100929"/>
                </a:cubicBezTo>
                <a:cubicBezTo>
                  <a:pt x="1490823" y="99220"/>
                  <a:pt x="1492919" y="98366"/>
                  <a:pt x="1495375" y="98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415F3-BAC0-4622-B56D-D6EFBA78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166" y="906289"/>
            <a:ext cx="410125" cy="481896"/>
          </a:xfrm>
          <a:custGeom xmlns:a="http://schemas.openxmlformats.org/drawingml/2006/main">
            <a:pathLst>
              <a:path w="410125" h="481896">
                <a:moveTo>
                  <a:pt x="100583" y="252329"/>
                </a:moveTo>
                <a:lnTo>
                  <a:pt x="100583" y="229465"/>
                </a:lnTo>
                <a:lnTo>
                  <a:pt x="309542" y="229465"/>
                </a:lnTo>
                <a:lnTo>
                  <a:pt x="309542" y="252329"/>
                </a:lnTo>
                <a:lnTo>
                  <a:pt x="100583" y="252329"/>
                </a:lnTo>
                <a:close/>
                <a:moveTo>
                  <a:pt x="100583" y="313540"/>
                </a:moveTo>
                <a:lnTo>
                  <a:pt x="100583" y="290676"/>
                </a:lnTo>
                <a:lnTo>
                  <a:pt x="309542" y="290676"/>
                </a:lnTo>
                <a:lnTo>
                  <a:pt x="309542" y="313540"/>
                </a:lnTo>
                <a:lnTo>
                  <a:pt x="100583" y="313540"/>
                </a:lnTo>
                <a:close/>
                <a:moveTo>
                  <a:pt x="100583" y="374751"/>
                </a:moveTo>
                <a:lnTo>
                  <a:pt x="100583" y="351784"/>
                </a:lnTo>
                <a:lnTo>
                  <a:pt x="309542" y="351784"/>
                </a:lnTo>
                <a:lnTo>
                  <a:pt x="309542" y="374751"/>
                </a:lnTo>
                <a:lnTo>
                  <a:pt x="100583" y="374751"/>
                </a:lnTo>
                <a:close/>
                <a:moveTo>
                  <a:pt x="23172" y="459032"/>
                </a:moveTo>
                <a:lnTo>
                  <a:pt x="386953" y="459032"/>
                </a:lnTo>
                <a:lnTo>
                  <a:pt x="386953" y="145389"/>
                </a:lnTo>
                <a:lnTo>
                  <a:pt x="270887" y="145389"/>
                </a:lnTo>
                <a:lnTo>
                  <a:pt x="270887" y="22967"/>
                </a:lnTo>
                <a:lnTo>
                  <a:pt x="23172" y="22967"/>
                </a:lnTo>
                <a:lnTo>
                  <a:pt x="23172" y="459032"/>
                </a:lnTo>
                <a:close/>
                <a:moveTo>
                  <a:pt x="0" y="481896"/>
                </a:moveTo>
                <a:lnTo>
                  <a:pt x="0" y="0"/>
                </a:lnTo>
                <a:lnTo>
                  <a:pt x="286267" y="0"/>
                </a:lnTo>
                <a:lnTo>
                  <a:pt x="410125" y="122422"/>
                </a:lnTo>
                <a:lnTo>
                  <a:pt x="410125" y="481896"/>
                </a:lnTo>
                <a:lnTo>
                  <a:pt x="0" y="481896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Text">
            <a:extLst xmlns:a="http://schemas.openxmlformats.org/drawingml/2006/main">
              <a:ext uri="{FF2B5EF4-FFF2-40B4-BE49-F238E27FC236}">
                <a16:creationId xmlns:a16="http://schemas.microsoft.com/office/drawing/2014/main" id="{AC39F810-DC31-4288-86C1-E43302C9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37" y="638746"/>
            <a:ext cx="284469" cy="110862"/>
          </a:xfrm>
          <a:custGeom xmlns:a="http://schemas.openxmlformats.org/drawingml/2006/main">
            <a:pathLst>
              <a:path w="284469" h="110862">
                <a:moveTo>
                  <a:pt x="89955" y="0"/>
                </a:moveTo>
                <a:lnTo>
                  <a:pt x="91157" y="25473"/>
                </a:lnTo>
                <a:lnTo>
                  <a:pt x="88113" y="25473"/>
                </a:lnTo>
                <a:cubicBezTo>
                  <a:pt x="87525" y="20987"/>
                  <a:pt x="86724" y="17783"/>
                  <a:pt x="85710" y="15860"/>
                </a:cubicBezTo>
                <a:cubicBezTo>
                  <a:pt x="84054" y="12763"/>
                  <a:pt x="81851" y="10480"/>
                  <a:pt x="79101" y="9012"/>
                </a:cubicBezTo>
                <a:cubicBezTo>
                  <a:pt x="76351" y="7543"/>
                  <a:pt x="72733" y="6809"/>
                  <a:pt x="68247" y="6809"/>
                </a:cubicBezTo>
                <a:lnTo>
                  <a:pt x="52948" y="6809"/>
                </a:lnTo>
                <a:lnTo>
                  <a:pt x="52948" y="89795"/>
                </a:lnTo>
                <a:cubicBezTo>
                  <a:pt x="52948" y="96470"/>
                  <a:pt x="53669" y="100635"/>
                  <a:pt x="55110" y="102291"/>
                </a:cubicBezTo>
                <a:cubicBezTo>
                  <a:pt x="57140" y="104534"/>
                  <a:pt x="60264" y="105655"/>
                  <a:pt x="64482" y="105655"/>
                </a:cubicBezTo>
                <a:lnTo>
                  <a:pt x="68247" y="105655"/>
                </a:lnTo>
                <a:lnTo>
                  <a:pt x="68247" y="108619"/>
                </a:lnTo>
                <a:lnTo>
                  <a:pt x="22188" y="108619"/>
                </a:lnTo>
                <a:lnTo>
                  <a:pt x="22188" y="105655"/>
                </a:lnTo>
                <a:lnTo>
                  <a:pt x="26033" y="105655"/>
                </a:lnTo>
                <a:cubicBezTo>
                  <a:pt x="30626" y="105655"/>
                  <a:pt x="33883" y="104267"/>
                  <a:pt x="35806" y="101490"/>
                </a:cubicBezTo>
                <a:cubicBezTo>
                  <a:pt x="36981" y="99781"/>
                  <a:pt x="37568" y="95883"/>
                  <a:pt x="37568" y="89795"/>
                </a:cubicBezTo>
                <a:lnTo>
                  <a:pt x="37568" y="6809"/>
                </a:lnTo>
                <a:lnTo>
                  <a:pt x="24511" y="6809"/>
                </a:lnTo>
                <a:cubicBezTo>
                  <a:pt x="19438" y="6809"/>
                  <a:pt x="15834" y="7183"/>
                  <a:pt x="13698" y="7930"/>
                </a:cubicBezTo>
                <a:cubicBezTo>
                  <a:pt x="10921" y="8945"/>
                  <a:pt x="8544" y="10894"/>
                  <a:pt x="6568" y="13778"/>
                </a:cubicBezTo>
                <a:cubicBezTo>
                  <a:pt x="4593" y="16661"/>
                  <a:pt x="3418" y="20560"/>
                  <a:pt x="3044" y="25473"/>
                </a:cubicBezTo>
                <a:lnTo>
                  <a:pt x="0" y="25473"/>
                </a:lnTo>
                <a:lnTo>
                  <a:pt x="1282" y="0"/>
                </a:lnTo>
                <a:lnTo>
                  <a:pt x="89955" y="0"/>
                </a:lnTo>
                <a:close/>
                <a:moveTo>
                  <a:pt x="101250" y="62961"/>
                </a:moveTo>
                <a:cubicBezTo>
                  <a:pt x="101196" y="73829"/>
                  <a:pt x="103840" y="82355"/>
                  <a:pt x="109180" y="88536"/>
                </a:cubicBezTo>
                <a:cubicBezTo>
                  <a:pt x="114520" y="94715"/>
                  <a:pt x="120795" y="97805"/>
                  <a:pt x="128004" y="97805"/>
                </a:cubicBezTo>
                <a:cubicBezTo>
                  <a:pt x="132810" y="97805"/>
                  <a:pt x="136989" y="96483"/>
                  <a:pt x="140540" y="93840"/>
                </a:cubicBezTo>
                <a:cubicBezTo>
                  <a:pt x="144091" y="91197"/>
                  <a:pt x="147068" y="86671"/>
                  <a:pt x="149471" y="80263"/>
                </a:cubicBezTo>
                <a:lnTo>
                  <a:pt x="151954" y="81865"/>
                </a:lnTo>
                <a:cubicBezTo>
                  <a:pt x="150833" y="89181"/>
                  <a:pt x="147575" y="95843"/>
                  <a:pt x="142182" y="101850"/>
                </a:cubicBezTo>
                <a:cubicBezTo>
                  <a:pt x="136788" y="107858"/>
                  <a:pt x="130033" y="110862"/>
                  <a:pt x="121916" y="110862"/>
                </a:cubicBezTo>
                <a:cubicBezTo>
                  <a:pt x="113105" y="110862"/>
                  <a:pt x="105562" y="107438"/>
                  <a:pt x="99287" y="100591"/>
                </a:cubicBezTo>
                <a:cubicBezTo>
                  <a:pt x="93012" y="93742"/>
                  <a:pt x="89875" y="84536"/>
                  <a:pt x="89875" y="72971"/>
                </a:cubicBezTo>
                <a:cubicBezTo>
                  <a:pt x="89875" y="60448"/>
                  <a:pt x="93092" y="50683"/>
                  <a:pt x="99527" y="43676"/>
                </a:cubicBezTo>
                <a:cubicBezTo>
                  <a:pt x="105962" y="36667"/>
                  <a:pt x="114039" y="33162"/>
                  <a:pt x="123758" y="33162"/>
                </a:cubicBezTo>
                <a:cubicBezTo>
                  <a:pt x="131982" y="33162"/>
                  <a:pt x="138737" y="35866"/>
                  <a:pt x="144024" y="41273"/>
                </a:cubicBezTo>
                <a:cubicBezTo>
                  <a:pt x="149311" y="46678"/>
                  <a:pt x="151954" y="53907"/>
                  <a:pt x="151954" y="62961"/>
                </a:cubicBezTo>
                <a:lnTo>
                  <a:pt x="101250" y="62961"/>
                </a:lnTo>
                <a:moveTo>
                  <a:pt x="101250" y="58315"/>
                </a:moveTo>
                <a:lnTo>
                  <a:pt x="135213" y="58315"/>
                </a:lnTo>
                <a:cubicBezTo>
                  <a:pt x="134946" y="53615"/>
                  <a:pt x="134385" y="50304"/>
                  <a:pt x="133531" y="48382"/>
                </a:cubicBezTo>
                <a:cubicBezTo>
                  <a:pt x="132196" y="45391"/>
                  <a:pt x="130207" y="43042"/>
                  <a:pt x="127563" y="41333"/>
                </a:cubicBezTo>
                <a:cubicBezTo>
                  <a:pt x="124920" y="39624"/>
                  <a:pt x="122156" y="38770"/>
                  <a:pt x="119273" y="38770"/>
                </a:cubicBezTo>
                <a:cubicBezTo>
                  <a:pt x="114840" y="38770"/>
                  <a:pt x="110875" y="40492"/>
                  <a:pt x="107377" y="43936"/>
                </a:cubicBezTo>
                <a:cubicBezTo>
                  <a:pt x="103880" y="47381"/>
                  <a:pt x="101837" y="52173"/>
                  <a:pt x="101250" y="58315"/>
                </a:cubicBezTo>
                <a:close/>
                <a:moveTo>
                  <a:pt x="158788" y="35245"/>
                </a:moveTo>
                <a:lnTo>
                  <a:pt x="193312" y="35245"/>
                </a:lnTo>
                <a:lnTo>
                  <a:pt x="193312" y="38209"/>
                </a:lnTo>
                <a:cubicBezTo>
                  <a:pt x="191123" y="38209"/>
                  <a:pt x="189588" y="38583"/>
                  <a:pt x="188706" y="39330"/>
                </a:cubicBezTo>
                <a:cubicBezTo>
                  <a:pt x="187825" y="40078"/>
                  <a:pt x="187385" y="41066"/>
                  <a:pt x="187385" y="42294"/>
                </a:cubicBezTo>
                <a:cubicBezTo>
                  <a:pt x="187385" y="43576"/>
                  <a:pt x="188319" y="45552"/>
                  <a:pt x="190188" y="48222"/>
                </a:cubicBezTo>
                <a:cubicBezTo>
                  <a:pt x="190776" y="49076"/>
                  <a:pt x="191657" y="50411"/>
                  <a:pt x="192832" y="52227"/>
                </a:cubicBezTo>
                <a:lnTo>
                  <a:pt x="198038" y="60557"/>
                </a:lnTo>
                <a:lnTo>
                  <a:pt x="204046" y="52227"/>
                </a:lnTo>
                <a:cubicBezTo>
                  <a:pt x="207891" y="46940"/>
                  <a:pt x="209813" y="43602"/>
                  <a:pt x="209813" y="42214"/>
                </a:cubicBezTo>
                <a:cubicBezTo>
                  <a:pt x="209813" y="41093"/>
                  <a:pt x="209360" y="40145"/>
                  <a:pt x="208452" y="39370"/>
                </a:cubicBezTo>
                <a:cubicBezTo>
                  <a:pt x="207544" y="38596"/>
                  <a:pt x="206075" y="38209"/>
                  <a:pt x="204046" y="38209"/>
                </a:cubicBezTo>
                <a:lnTo>
                  <a:pt x="204046" y="35245"/>
                </a:lnTo>
                <a:lnTo>
                  <a:pt x="228878" y="35245"/>
                </a:lnTo>
                <a:lnTo>
                  <a:pt x="228878" y="38209"/>
                </a:lnTo>
                <a:cubicBezTo>
                  <a:pt x="226261" y="38369"/>
                  <a:pt x="223992" y="39090"/>
                  <a:pt x="222069" y="40372"/>
                </a:cubicBezTo>
                <a:cubicBezTo>
                  <a:pt x="219452" y="42187"/>
                  <a:pt x="215875" y="46139"/>
                  <a:pt x="211335" y="52227"/>
                </a:cubicBezTo>
                <a:lnTo>
                  <a:pt x="201323" y="65604"/>
                </a:lnTo>
                <a:lnTo>
                  <a:pt x="219586" y="91825"/>
                </a:lnTo>
                <a:cubicBezTo>
                  <a:pt x="224072" y="98273"/>
                  <a:pt x="227276" y="102151"/>
                  <a:pt x="229198" y="103457"/>
                </a:cubicBezTo>
                <a:cubicBezTo>
                  <a:pt x="231121" y="104762"/>
                  <a:pt x="233604" y="105495"/>
                  <a:pt x="236648" y="105655"/>
                </a:cubicBezTo>
                <a:lnTo>
                  <a:pt x="236648" y="108619"/>
                </a:lnTo>
                <a:lnTo>
                  <a:pt x="202044" y="108619"/>
                </a:lnTo>
                <a:lnTo>
                  <a:pt x="202044" y="105655"/>
                </a:lnTo>
                <a:cubicBezTo>
                  <a:pt x="204447" y="105655"/>
                  <a:pt x="206316" y="105123"/>
                  <a:pt x="207651" y="104058"/>
                </a:cubicBezTo>
                <a:cubicBezTo>
                  <a:pt x="208665" y="103312"/>
                  <a:pt x="209173" y="102327"/>
                  <a:pt x="209173" y="101102"/>
                </a:cubicBezTo>
                <a:cubicBezTo>
                  <a:pt x="209173" y="99877"/>
                  <a:pt x="207464" y="96788"/>
                  <a:pt x="204046" y="91835"/>
                </a:cubicBezTo>
                <a:lnTo>
                  <a:pt x="193312" y="76177"/>
                </a:lnTo>
                <a:lnTo>
                  <a:pt x="181537" y="91835"/>
                </a:lnTo>
                <a:cubicBezTo>
                  <a:pt x="177906" y="96681"/>
                  <a:pt x="176090" y="99557"/>
                  <a:pt x="176090" y="100464"/>
                </a:cubicBezTo>
                <a:cubicBezTo>
                  <a:pt x="176090" y="101742"/>
                  <a:pt x="176691" y="102900"/>
                  <a:pt x="177893" y="103938"/>
                </a:cubicBezTo>
                <a:cubicBezTo>
                  <a:pt x="179094" y="104976"/>
                  <a:pt x="180896" y="105548"/>
                  <a:pt x="183300" y="105655"/>
                </a:cubicBezTo>
                <a:lnTo>
                  <a:pt x="183300" y="108619"/>
                </a:lnTo>
                <a:lnTo>
                  <a:pt x="159349" y="108619"/>
                </a:lnTo>
                <a:lnTo>
                  <a:pt x="159349" y="105655"/>
                </a:lnTo>
                <a:cubicBezTo>
                  <a:pt x="161271" y="105388"/>
                  <a:pt x="162954" y="104722"/>
                  <a:pt x="164395" y="103658"/>
                </a:cubicBezTo>
                <a:cubicBezTo>
                  <a:pt x="166425" y="102112"/>
                  <a:pt x="169842" y="98170"/>
                  <a:pt x="174648" y="91830"/>
                </a:cubicBezTo>
                <a:lnTo>
                  <a:pt x="190028" y="71451"/>
                </a:lnTo>
                <a:lnTo>
                  <a:pt x="176090" y="51266"/>
                </a:lnTo>
                <a:cubicBezTo>
                  <a:pt x="172139" y="45498"/>
                  <a:pt x="169081" y="41880"/>
                  <a:pt x="166919" y="40412"/>
                </a:cubicBezTo>
                <a:cubicBezTo>
                  <a:pt x="164756" y="38943"/>
                  <a:pt x="162046" y="38209"/>
                  <a:pt x="158788" y="38209"/>
                </a:cubicBezTo>
                <a:lnTo>
                  <a:pt x="158788" y="35245"/>
                </a:lnTo>
                <a:close/>
                <a:moveTo>
                  <a:pt x="265084" y="11054"/>
                </a:moveTo>
                <a:lnTo>
                  <a:pt x="265084" y="35245"/>
                </a:lnTo>
                <a:lnTo>
                  <a:pt x="282226" y="35245"/>
                </a:lnTo>
                <a:lnTo>
                  <a:pt x="282226" y="40852"/>
                </a:lnTo>
                <a:lnTo>
                  <a:pt x="265084" y="40852"/>
                </a:lnTo>
                <a:lnTo>
                  <a:pt x="265084" y="88368"/>
                </a:lnTo>
                <a:cubicBezTo>
                  <a:pt x="265084" y="93116"/>
                  <a:pt x="265765" y="96317"/>
                  <a:pt x="267127" y="97970"/>
                </a:cubicBezTo>
                <a:cubicBezTo>
                  <a:pt x="268488" y="99622"/>
                  <a:pt x="270237" y="100448"/>
                  <a:pt x="272373" y="100448"/>
                </a:cubicBezTo>
                <a:cubicBezTo>
                  <a:pt x="274136" y="100448"/>
                  <a:pt x="275844" y="99901"/>
                  <a:pt x="277500" y="98806"/>
                </a:cubicBezTo>
                <a:cubicBezTo>
                  <a:pt x="279155" y="97712"/>
                  <a:pt x="280437" y="96096"/>
                  <a:pt x="281345" y="93960"/>
                </a:cubicBezTo>
                <a:lnTo>
                  <a:pt x="284469" y="93960"/>
                </a:lnTo>
                <a:cubicBezTo>
                  <a:pt x="282600" y="99209"/>
                  <a:pt x="279956" y="103178"/>
                  <a:pt x="276539" y="105868"/>
                </a:cubicBezTo>
                <a:cubicBezTo>
                  <a:pt x="273121" y="108556"/>
                  <a:pt x="269596" y="109901"/>
                  <a:pt x="265965" y="109901"/>
                </a:cubicBezTo>
                <a:cubicBezTo>
                  <a:pt x="263509" y="109901"/>
                  <a:pt x="261106" y="109219"/>
                  <a:pt x="258756" y="107855"/>
                </a:cubicBezTo>
                <a:cubicBezTo>
                  <a:pt x="256406" y="106492"/>
                  <a:pt x="254671" y="104541"/>
                  <a:pt x="253549" y="102003"/>
                </a:cubicBezTo>
                <a:cubicBezTo>
                  <a:pt x="252428" y="99463"/>
                  <a:pt x="251867" y="95546"/>
                  <a:pt x="251867" y="90253"/>
                </a:cubicBezTo>
                <a:lnTo>
                  <a:pt x="251867" y="40852"/>
                </a:lnTo>
                <a:lnTo>
                  <a:pt x="240252" y="40852"/>
                </a:lnTo>
                <a:lnTo>
                  <a:pt x="240252" y="38209"/>
                </a:lnTo>
                <a:cubicBezTo>
                  <a:pt x="243189" y="37031"/>
                  <a:pt x="246193" y="35036"/>
                  <a:pt x="249264" y="32224"/>
                </a:cubicBezTo>
                <a:cubicBezTo>
                  <a:pt x="252334" y="29412"/>
                  <a:pt x="255071" y="26078"/>
                  <a:pt x="257474" y="22221"/>
                </a:cubicBezTo>
                <a:cubicBezTo>
                  <a:pt x="258703" y="20187"/>
                  <a:pt x="260411" y="16464"/>
                  <a:pt x="262601" y="11054"/>
                </a:cubicBezTo>
                <a:lnTo>
                  <a:pt x="265084" y="110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Book1">
            <a:extLst xmlns:a="http://schemas.openxmlformats.org/drawingml/2006/main">
              <a:ext uri="{FF2B5EF4-FFF2-40B4-BE49-F238E27FC236}">
                <a16:creationId xmlns:a16="http://schemas.microsoft.com/office/drawing/2014/main" id="{F330FC1E-5EA3-4CC3-81D7-BE8010F1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66" y="1484468"/>
            <a:ext cx="455784" cy="116149"/>
          </a:xfrm>
          <a:custGeom xmlns:a="http://schemas.openxmlformats.org/drawingml/2006/main">
            <a:pathLst>
              <a:path w="455784" h="116149">
                <a:moveTo>
                  <a:pt x="73053" y="58522"/>
                </a:moveTo>
                <a:cubicBezTo>
                  <a:pt x="80583" y="60123"/>
                  <a:pt x="86217" y="62684"/>
                  <a:pt x="89955" y="66205"/>
                </a:cubicBezTo>
                <a:cubicBezTo>
                  <a:pt x="95135" y="71114"/>
                  <a:pt x="97725" y="77117"/>
                  <a:pt x="97725" y="84213"/>
                </a:cubicBezTo>
                <a:cubicBezTo>
                  <a:pt x="97725" y="89601"/>
                  <a:pt x="96016" y="94764"/>
                  <a:pt x="92598" y="99700"/>
                </a:cubicBezTo>
                <a:cubicBezTo>
                  <a:pt x="89181" y="104635"/>
                  <a:pt x="84495" y="108236"/>
                  <a:pt x="78540" y="110504"/>
                </a:cubicBezTo>
                <a:cubicBezTo>
                  <a:pt x="72586" y="112772"/>
                  <a:pt x="63495" y="113906"/>
                  <a:pt x="51266" y="113906"/>
                </a:cubicBezTo>
                <a:lnTo>
                  <a:pt x="0" y="113906"/>
                </a:lnTo>
                <a:lnTo>
                  <a:pt x="0" y="110942"/>
                </a:lnTo>
                <a:lnTo>
                  <a:pt x="4085" y="110942"/>
                </a:lnTo>
                <a:cubicBezTo>
                  <a:pt x="8624" y="110942"/>
                  <a:pt x="11882" y="109500"/>
                  <a:pt x="13858" y="106616"/>
                </a:cubicBezTo>
                <a:cubicBezTo>
                  <a:pt x="15086" y="104747"/>
                  <a:pt x="15700" y="100769"/>
                  <a:pt x="15700" y="94681"/>
                </a:cubicBezTo>
                <a:lnTo>
                  <a:pt x="15700" y="24511"/>
                </a:lnTo>
                <a:cubicBezTo>
                  <a:pt x="15700" y="17783"/>
                  <a:pt x="14926" y="13537"/>
                  <a:pt x="13377" y="11775"/>
                </a:cubicBezTo>
                <a:cubicBezTo>
                  <a:pt x="11294" y="9425"/>
                  <a:pt x="8197" y="8251"/>
                  <a:pt x="4085" y="8251"/>
                </a:cubicBezTo>
                <a:lnTo>
                  <a:pt x="0" y="8251"/>
                </a:lnTo>
                <a:lnTo>
                  <a:pt x="0" y="5287"/>
                </a:lnTo>
                <a:lnTo>
                  <a:pt x="46940" y="5287"/>
                </a:lnTo>
                <a:cubicBezTo>
                  <a:pt x="55698" y="5287"/>
                  <a:pt x="62720" y="5928"/>
                  <a:pt x="68007" y="7212"/>
                </a:cubicBezTo>
                <a:cubicBezTo>
                  <a:pt x="76017" y="9136"/>
                  <a:pt x="82132" y="12544"/>
                  <a:pt x="86350" y="17435"/>
                </a:cubicBezTo>
                <a:cubicBezTo>
                  <a:pt x="90569" y="22324"/>
                  <a:pt x="92679" y="27949"/>
                  <a:pt x="92679" y="34309"/>
                </a:cubicBezTo>
                <a:cubicBezTo>
                  <a:pt x="92679" y="39761"/>
                  <a:pt x="91023" y="44639"/>
                  <a:pt x="87712" y="48943"/>
                </a:cubicBezTo>
                <a:cubicBezTo>
                  <a:pt x="84401" y="53245"/>
                  <a:pt x="79515" y="56438"/>
                  <a:pt x="73053" y="58522"/>
                </a:cubicBezTo>
                <a:moveTo>
                  <a:pt x="31080" y="54149"/>
                </a:moveTo>
                <a:cubicBezTo>
                  <a:pt x="33056" y="54523"/>
                  <a:pt x="35312" y="54803"/>
                  <a:pt x="37848" y="54990"/>
                </a:cubicBezTo>
                <a:cubicBezTo>
                  <a:pt x="40385" y="55177"/>
                  <a:pt x="43175" y="55271"/>
                  <a:pt x="46219" y="55271"/>
                </a:cubicBezTo>
                <a:cubicBezTo>
                  <a:pt x="54016" y="55271"/>
                  <a:pt x="59877" y="54428"/>
                  <a:pt x="63802" y="52742"/>
                </a:cubicBezTo>
                <a:cubicBezTo>
                  <a:pt x="67727" y="51057"/>
                  <a:pt x="70730" y="48476"/>
                  <a:pt x="72813" y="45000"/>
                </a:cubicBezTo>
                <a:cubicBezTo>
                  <a:pt x="74896" y="41522"/>
                  <a:pt x="75937" y="37723"/>
                  <a:pt x="75937" y="33603"/>
                </a:cubicBezTo>
                <a:cubicBezTo>
                  <a:pt x="75937" y="27238"/>
                  <a:pt x="73347" y="21809"/>
                  <a:pt x="68167" y="17315"/>
                </a:cubicBezTo>
                <a:cubicBezTo>
                  <a:pt x="62987" y="12821"/>
                  <a:pt x="55431" y="10574"/>
                  <a:pt x="45498" y="10574"/>
                </a:cubicBezTo>
                <a:cubicBezTo>
                  <a:pt x="40158" y="10574"/>
                  <a:pt x="35352" y="11188"/>
                  <a:pt x="31080" y="12416"/>
                </a:cubicBezTo>
                <a:lnTo>
                  <a:pt x="31080" y="54149"/>
                </a:lnTo>
                <a:moveTo>
                  <a:pt x="31080" y="106136"/>
                </a:moveTo>
                <a:cubicBezTo>
                  <a:pt x="37274" y="107578"/>
                  <a:pt x="43389" y="108299"/>
                  <a:pt x="49423" y="108299"/>
                </a:cubicBezTo>
                <a:cubicBezTo>
                  <a:pt x="59089" y="108299"/>
                  <a:pt x="66458" y="106122"/>
                  <a:pt x="71531" y="101770"/>
                </a:cubicBezTo>
                <a:cubicBezTo>
                  <a:pt x="76605" y="97418"/>
                  <a:pt x="79141" y="92038"/>
                  <a:pt x="79141" y="85630"/>
                </a:cubicBezTo>
                <a:cubicBezTo>
                  <a:pt x="79141" y="81411"/>
                  <a:pt x="77993" y="77352"/>
                  <a:pt x="75697" y="73454"/>
                </a:cubicBezTo>
                <a:cubicBezTo>
                  <a:pt x="73401" y="69556"/>
                  <a:pt x="69662" y="66485"/>
                  <a:pt x="64482" y="64242"/>
                </a:cubicBezTo>
                <a:cubicBezTo>
                  <a:pt x="59303" y="61999"/>
                  <a:pt x="52894" y="60878"/>
                  <a:pt x="45258" y="60878"/>
                </a:cubicBezTo>
                <a:cubicBezTo>
                  <a:pt x="41947" y="60878"/>
                  <a:pt x="39117" y="60931"/>
                  <a:pt x="36767" y="61038"/>
                </a:cubicBezTo>
                <a:cubicBezTo>
                  <a:pt x="34417" y="61145"/>
                  <a:pt x="32522" y="61332"/>
                  <a:pt x="31080" y="61599"/>
                </a:cubicBezTo>
                <a:lnTo>
                  <a:pt x="31080" y="106136"/>
                </a:lnTo>
                <a:close/>
                <a:moveTo>
                  <a:pt x="147710" y="38449"/>
                </a:moveTo>
                <a:cubicBezTo>
                  <a:pt x="158818" y="38449"/>
                  <a:pt x="167736" y="42664"/>
                  <a:pt x="174464" y="51093"/>
                </a:cubicBezTo>
                <a:cubicBezTo>
                  <a:pt x="180178" y="58294"/>
                  <a:pt x="183035" y="66563"/>
                  <a:pt x="183035" y="75900"/>
                </a:cubicBezTo>
                <a:cubicBezTo>
                  <a:pt x="183035" y="82461"/>
                  <a:pt x="181460" y="89103"/>
                  <a:pt x="178309" y="95825"/>
                </a:cubicBezTo>
                <a:cubicBezTo>
                  <a:pt x="175159" y="102545"/>
                  <a:pt x="170820" y="107613"/>
                  <a:pt x="165293" y="111027"/>
                </a:cubicBezTo>
                <a:cubicBezTo>
                  <a:pt x="159766" y="114441"/>
                  <a:pt x="153611" y="116149"/>
                  <a:pt x="146829" y="116149"/>
                </a:cubicBezTo>
                <a:cubicBezTo>
                  <a:pt x="135775" y="116149"/>
                  <a:pt x="126990" y="111747"/>
                  <a:pt x="120475" y="102944"/>
                </a:cubicBezTo>
                <a:cubicBezTo>
                  <a:pt x="114975" y="95530"/>
                  <a:pt x="112225" y="87208"/>
                  <a:pt x="112225" y="77980"/>
                </a:cubicBezTo>
                <a:cubicBezTo>
                  <a:pt x="112225" y="71258"/>
                  <a:pt x="113894" y="64576"/>
                  <a:pt x="117231" y="57934"/>
                </a:cubicBezTo>
                <a:cubicBezTo>
                  <a:pt x="120569" y="51292"/>
                  <a:pt x="124961" y="46384"/>
                  <a:pt x="130408" y="43210"/>
                </a:cubicBezTo>
                <a:cubicBezTo>
                  <a:pt x="135855" y="40036"/>
                  <a:pt x="141622" y="38449"/>
                  <a:pt x="147710" y="38449"/>
                </a:cubicBezTo>
                <a:moveTo>
                  <a:pt x="145227" y="43736"/>
                </a:moveTo>
                <a:cubicBezTo>
                  <a:pt x="142397" y="43736"/>
                  <a:pt x="139553" y="44576"/>
                  <a:pt x="136696" y="46257"/>
                </a:cubicBezTo>
                <a:cubicBezTo>
                  <a:pt x="133839" y="47937"/>
                  <a:pt x="131530" y="50884"/>
                  <a:pt x="129767" y="55098"/>
                </a:cubicBezTo>
                <a:cubicBezTo>
                  <a:pt x="128005" y="59312"/>
                  <a:pt x="127124" y="64725"/>
                  <a:pt x="127124" y="71339"/>
                </a:cubicBezTo>
                <a:cubicBezTo>
                  <a:pt x="127124" y="82006"/>
                  <a:pt x="129247" y="91207"/>
                  <a:pt x="133492" y="98942"/>
                </a:cubicBezTo>
                <a:cubicBezTo>
                  <a:pt x="137737" y="106675"/>
                  <a:pt x="143331" y="110541"/>
                  <a:pt x="150274" y="110541"/>
                </a:cubicBezTo>
                <a:cubicBezTo>
                  <a:pt x="155453" y="110541"/>
                  <a:pt x="159726" y="108408"/>
                  <a:pt x="163090" y="104141"/>
                </a:cubicBezTo>
                <a:cubicBezTo>
                  <a:pt x="166454" y="99874"/>
                  <a:pt x="168136" y="92540"/>
                  <a:pt x="168136" y="82140"/>
                </a:cubicBezTo>
                <a:cubicBezTo>
                  <a:pt x="168136" y="69125"/>
                  <a:pt x="165333" y="58884"/>
                  <a:pt x="159726" y="51416"/>
                </a:cubicBezTo>
                <a:cubicBezTo>
                  <a:pt x="155934" y="46296"/>
                  <a:pt x="151101" y="43736"/>
                  <a:pt x="145227" y="43736"/>
                </a:cubicBezTo>
                <a:close/>
                <a:moveTo>
                  <a:pt x="229735" y="38449"/>
                </a:moveTo>
                <a:cubicBezTo>
                  <a:pt x="240843" y="38449"/>
                  <a:pt x="249761" y="42664"/>
                  <a:pt x="256489" y="51093"/>
                </a:cubicBezTo>
                <a:cubicBezTo>
                  <a:pt x="262203" y="58294"/>
                  <a:pt x="265060" y="66563"/>
                  <a:pt x="265060" y="75900"/>
                </a:cubicBezTo>
                <a:cubicBezTo>
                  <a:pt x="265060" y="82461"/>
                  <a:pt x="263485" y="89103"/>
                  <a:pt x="260334" y="95825"/>
                </a:cubicBezTo>
                <a:cubicBezTo>
                  <a:pt x="257184" y="102545"/>
                  <a:pt x="252845" y="107613"/>
                  <a:pt x="247318" y="111027"/>
                </a:cubicBezTo>
                <a:cubicBezTo>
                  <a:pt x="241791" y="114441"/>
                  <a:pt x="235636" y="116149"/>
                  <a:pt x="228854" y="116149"/>
                </a:cubicBezTo>
                <a:cubicBezTo>
                  <a:pt x="217800" y="116149"/>
                  <a:pt x="209015" y="111747"/>
                  <a:pt x="202500" y="102944"/>
                </a:cubicBezTo>
                <a:cubicBezTo>
                  <a:pt x="197000" y="95530"/>
                  <a:pt x="194250" y="87208"/>
                  <a:pt x="194250" y="77980"/>
                </a:cubicBezTo>
                <a:cubicBezTo>
                  <a:pt x="194250" y="71258"/>
                  <a:pt x="195919" y="64576"/>
                  <a:pt x="199256" y="57934"/>
                </a:cubicBezTo>
                <a:cubicBezTo>
                  <a:pt x="202594" y="51292"/>
                  <a:pt x="206986" y="46384"/>
                  <a:pt x="212433" y="43210"/>
                </a:cubicBezTo>
                <a:cubicBezTo>
                  <a:pt x="217880" y="40036"/>
                  <a:pt x="223647" y="38449"/>
                  <a:pt x="229735" y="38449"/>
                </a:cubicBezTo>
                <a:moveTo>
                  <a:pt x="227252" y="43736"/>
                </a:moveTo>
                <a:cubicBezTo>
                  <a:pt x="224422" y="43736"/>
                  <a:pt x="221578" y="44576"/>
                  <a:pt x="218721" y="46257"/>
                </a:cubicBezTo>
                <a:cubicBezTo>
                  <a:pt x="215864" y="47937"/>
                  <a:pt x="213554" y="50884"/>
                  <a:pt x="211792" y="55098"/>
                </a:cubicBezTo>
                <a:cubicBezTo>
                  <a:pt x="210030" y="59312"/>
                  <a:pt x="209149" y="64725"/>
                  <a:pt x="209149" y="71339"/>
                </a:cubicBezTo>
                <a:cubicBezTo>
                  <a:pt x="209149" y="82006"/>
                  <a:pt x="211272" y="91207"/>
                  <a:pt x="215517" y="98942"/>
                </a:cubicBezTo>
                <a:cubicBezTo>
                  <a:pt x="219762" y="106675"/>
                  <a:pt x="225356" y="110541"/>
                  <a:pt x="232298" y="110541"/>
                </a:cubicBezTo>
                <a:cubicBezTo>
                  <a:pt x="237478" y="110541"/>
                  <a:pt x="241751" y="108408"/>
                  <a:pt x="245115" y="104141"/>
                </a:cubicBezTo>
                <a:cubicBezTo>
                  <a:pt x="248479" y="99874"/>
                  <a:pt x="250161" y="92540"/>
                  <a:pt x="250161" y="82140"/>
                </a:cubicBezTo>
                <a:cubicBezTo>
                  <a:pt x="250161" y="69125"/>
                  <a:pt x="247358" y="58884"/>
                  <a:pt x="241751" y="51416"/>
                </a:cubicBezTo>
                <a:cubicBezTo>
                  <a:pt x="237959" y="46296"/>
                  <a:pt x="233126" y="43736"/>
                  <a:pt x="227252" y="43736"/>
                </a:cubicBezTo>
                <a:close/>
                <a:moveTo>
                  <a:pt x="297582" y="0"/>
                </a:moveTo>
                <a:lnTo>
                  <a:pt x="297582" y="72973"/>
                </a:lnTo>
                <a:lnTo>
                  <a:pt x="316246" y="55992"/>
                </a:lnTo>
                <a:cubicBezTo>
                  <a:pt x="320197" y="52360"/>
                  <a:pt x="322494" y="50064"/>
                  <a:pt x="323135" y="49103"/>
                </a:cubicBezTo>
                <a:cubicBezTo>
                  <a:pt x="323562" y="48462"/>
                  <a:pt x="323775" y="47821"/>
                  <a:pt x="323775" y="47180"/>
                </a:cubicBezTo>
                <a:cubicBezTo>
                  <a:pt x="323775" y="46112"/>
                  <a:pt x="323335" y="45191"/>
                  <a:pt x="322454" y="44417"/>
                </a:cubicBezTo>
                <a:cubicBezTo>
                  <a:pt x="321573" y="43642"/>
                  <a:pt x="320117" y="43202"/>
                  <a:pt x="318088" y="43095"/>
                </a:cubicBezTo>
                <a:lnTo>
                  <a:pt x="318088" y="40532"/>
                </a:lnTo>
                <a:lnTo>
                  <a:pt x="349969" y="40532"/>
                </a:lnTo>
                <a:lnTo>
                  <a:pt x="349969" y="43095"/>
                </a:lnTo>
                <a:cubicBezTo>
                  <a:pt x="345590" y="43202"/>
                  <a:pt x="341945" y="43869"/>
                  <a:pt x="339035" y="45098"/>
                </a:cubicBezTo>
                <a:cubicBezTo>
                  <a:pt x="336125" y="46326"/>
                  <a:pt x="332934" y="48515"/>
                  <a:pt x="329463" y="51666"/>
                </a:cubicBezTo>
                <a:lnTo>
                  <a:pt x="310639" y="69048"/>
                </a:lnTo>
                <a:lnTo>
                  <a:pt x="329463" y="92794"/>
                </a:lnTo>
                <a:cubicBezTo>
                  <a:pt x="334696" y="99349"/>
                  <a:pt x="338221" y="103506"/>
                  <a:pt x="340036" y="105265"/>
                </a:cubicBezTo>
                <a:cubicBezTo>
                  <a:pt x="342599" y="107770"/>
                  <a:pt x="344842" y="109396"/>
                  <a:pt x="346765" y="110143"/>
                </a:cubicBezTo>
                <a:cubicBezTo>
                  <a:pt x="348100" y="110676"/>
                  <a:pt x="350423" y="110942"/>
                  <a:pt x="353734" y="110942"/>
                </a:cubicBezTo>
                <a:lnTo>
                  <a:pt x="353734" y="113906"/>
                </a:lnTo>
                <a:lnTo>
                  <a:pt x="318088" y="113906"/>
                </a:lnTo>
                <a:lnTo>
                  <a:pt x="318088" y="110942"/>
                </a:lnTo>
                <a:cubicBezTo>
                  <a:pt x="320117" y="110889"/>
                  <a:pt x="321492" y="110582"/>
                  <a:pt x="322213" y="110023"/>
                </a:cubicBezTo>
                <a:cubicBezTo>
                  <a:pt x="322934" y="109463"/>
                  <a:pt x="323295" y="108677"/>
                  <a:pt x="323295" y="107665"/>
                </a:cubicBezTo>
                <a:cubicBezTo>
                  <a:pt x="323295" y="106439"/>
                  <a:pt x="322227" y="104467"/>
                  <a:pt x="320091" y="101750"/>
                </a:cubicBezTo>
                <a:lnTo>
                  <a:pt x="297582" y="73053"/>
                </a:lnTo>
                <a:lnTo>
                  <a:pt x="297582" y="97352"/>
                </a:lnTo>
                <a:cubicBezTo>
                  <a:pt x="297582" y="102095"/>
                  <a:pt x="297916" y="105213"/>
                  <a:pt x="298583" y="106706"/>
                </a:cubicBezTo>
                <a:cubicBezTo>
                  <a:pt x="299251" y="108198"/>
                  <a:pt x="300199" y="109264"/>
                  <a:pt x="301427" y="109903"/>
                </a:cubicBezTo>
                <a:cubicBezTo>
                  <a:pt x="302655" y="110542"/>
                  <a:pt x="305325" y="110889"/>
                  <a:pt x="309437" y="110942"/>
                </a:cubicBezTo>
                <a:lnTo>
                  <a:pt x="309437" y="113906"/>
                </a:lnTo>
                <a:lnTo>
                  <a:pt x="272109" y="113906"/>
                </a:lnTo>
                <a:lnTo>
                  <a:pt x="272109" y="110942"/>
                </a:lnTo>
                <a:cubicBezTo>
                  <a:pt x="275847" y="110942"/>
                  <a:pt x="278651" y="110488"/>
                  <a:pt x="280520" y="109580"/>
                </a:cubicBezTo>
                <a:cubicBezTo>
                  <a:pt x="281641" y="108994"/>
                  <a:pt x="282496" y="108087"/>
                  <a:pt x="283083" y="106859"/>
                </a:cubicBezTo>
                <a:cubicBezTo>
                  <a:pt x="283884" y="105099"/>
                  <a:pt x="284285" y="102057"/>
                  <a:pt x="284285" y="97735"/>
                </a:cubicBezTo>
                <a:lnTo>
                  <a:pt x="284285" y="30977"/>
                </a:lnTo>
                <a:cubicBezTo>
                  <a:pt x="284285" y="22493"/>
                  <a:pt x="284098" y="17304"/>
                  <a:pt x="283724" y="15410"/>
                </a:cubicBezTo>
                <a:cubicBezTo>
                  <a:pt x="283350" y="13514"/>
                  <a:pt x="282736" y="12206"/>
                  <a:pt x="281882" y="11487"/>
                </a:cubicBezTo>
                <a:cubicBezTo>
                  <a:pt x="281027" y="10766"/>
                  <a:pt x="279906" y="10406"/>
                  <a:pt x="278517" y="10406"/>
                </a:cubicBezTo>
                <a:cubicBezTo>
                  <a:pt x="277396" y="10406"/>
                  <a:pt x="275714" y="10860"/>
                  <a:pt x="273471" y="11768"/>
                </a:cubicBezTo>
                <a:lnTo>
                  <a:pt x="272109" y="8964"/>
                </a:lnTo>
                <a:lnTo>
                  <a:pt x="293897" y="0"/>
                </a:lnTo>
                <a:lnTo>
                  <a:pt x="297582" y="0"/>
                </a:lnTo>
                <a:close/>
                <a:moveTo>
                  <a:pt x="413010" y="15940"/>
                </a:moveTo>
                <a:lnTo>
                  <a:pt x="439443" y="3044"/>
                </a:lnTo>
                <a:lnTo>
                  <a:pt x="442087" y="3044"/>
                </a:lnTo>
                <a:lnTo>
                  <a:pt x="442087" y="94761"/>
                </a:lnTo>
                <a:cubicBezTo>
                  <a:pt x="442087" y="100849"/>
                  <a:pt x="442340" y="104641"/>
                  <a:pt x="442848" y="106136"/>
                </a:cubicBezTo>
                <a:cubicBezTo>
                  <a:pt x="443355" y="107631"/>
                  <a:pt x="444410" y="108779"/>
                  <a:pt x="446012" y="109580"/>
                </a:cubicBezTo>
                <a:cubicBezTo>
                  <a:pt x="447614" y="110381"/>
                  <a:pt x="450871" y="110835"/>
                  <a:pt x="455784" y="110942"/>
                </a:cubicBezTo>
                <a:lnTo>
                  <a:pt x="455784" y="113906"/>
                </a:lnTo>
                <a:lnTo>
                  <a:pt x="414932" y="113906"/>
                </a:lnTo>
                <a:lnTo>
                  <a:pt x="414932" y="110942"/>
                </a:lnTo>
                <a:cubicBezTo>
                  <a:pt x="420059" y="110835"/>
                  <a:pt x="423369" y="110395"/>
                  <a:pt x="424865" y="109620"/>
                </a:cubicBezTo>
                <a:cubicBezTo>
                  <a:pt x="426360" y="108846"/>
                  <a:pt x="427401" y="107805"/>
                  <a:pt x="427989" y="106496"/>
                </a:cubicBezTo>
                <a:cubicBezTo>
                  <a:pt x="428576" y="105188"/>
                  <a:pt x="428870" y="101276"/>
                  <a:pt x="428870" y="94761"/>
                </a:cubicBezTo>
                <a:lnTo>
                  <a:pt x="428870" y="36126"/>
                </a:lnTo>
                <a:cubicBezTo>
                  <a:pt x="428870" y="28223"/>
                  <a:pt x="428603" y="23150"/>
                  <a:pt x="428069" y="20907"/>
                </a:cubicBezTo>
                <a:cubicBezTo>
                  <a:pt x="427695" y="19198"/>
                  <a:pt x="427014" y="17943"/>
                  <a:pt x="426026" y="17142"/>
                </a:cubicBezTo>
                <a:cubicBezTo>
                  <a:pt x="425038" y="16341"/>
                  <a:pt x="423850" y="15940"/>
                  <a:pt x="422462" y="15940"/>
                </a:cubicBezTo>
                <a:cubicBezTo>
                  <a:pt x="420486" y="15940"/>
                  <a:pt x="417736" y="16768"/>
                  <a:pt x="414211" y="18424"/>
                </a:cubicBezTo>
                <a:lnTo>
                  <a:pt x="413010" y="159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03882-CE4E-42F5-9F55-548B94B7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13" y="1747044"/>
            <a:ext cx="410125" cy="481896"/>
          </a:xfrm>
          <a:custGeom xmlns:a="http://schemas.openxmlformats.org/drawingml/2006/main">
            <a:pathLst>
              <a:path w="410125" h="481896">
                <a:moveTo>
                  <a:pt x="100583" y="252329"/>
                </a:moveTo>
                <a:lnTo>
                  <a:pt x="100583" y="229465"/>
                </a:lnTo>
                <a:lnTo>
                  <a:pt x="309542" y="229465"/>
                </a:lnTo>
                <a:lnTo>
                  <a:pt x="309542" y="252329"/>
                </a:lnTo>
                <a:lnTo>
                  <a:pt x="100583" y="252329"/>
                </a:lnTo>
                <a:close/>
                <a:moveTo>
                  <a:pt x="100583" y="313540"/>
                </a:moveTo>
                <a:lnTo>
                  <a:pt x="100583" y="290676"/>
                </a:lnTo>
                <a:lnTo>
                  <a:pt x="309542" y="290676"/>
                </a:lnTo>
                <a:lnTo>
                  <a:pt x="309542" y="313540"/>
                </a:lnTo>
                <a:lnTo>
                  <a:pt x="100583" y="313540"/>
                </a:lnTo>
                <a:close/>
                <a:moveTo>
                  <a:pt x="100583" y="374751"/>
                </a:moveTo>
                <a:lnTo>
                  <a:pt x="100583" y="351784"/>
                </a:lnTo>
                <a:lnTo>
                  <a:pt x="309542" y="351784"/>
                </a:lnTo>
                <a:lnTo>
                  <a:pt x="309542" y="374751"/>
                </a:lnTo>
                <a:lnTo>
                  <a:pt x="100583" y="374751"/>
                </a:lnTo>
                <a:close/>
                <a:moveTo>
                  <a:pt x="23172" y="459032"/>
                </a:moveTo>
                <a:lnTo>
                  <a:pt x="386953" y="459032"/>
                </a:lnTo>
                <a:lnTo>
                  <a:pt x="386953" y="145389"/>
                </a:lnTo>
                <a:lnTo>
                  <a:pt x="270887" y="145389"/>
                </a:lnTo>
                <a:lnTo>
                  <a:pt x="270887" y="22967"/>
                </a:lnTo>
                <a:lnTo>
                  <a:pt x="23172" y="22967"/>
                </a:lnTo>
                <a:lnTo>
                  <a:pt x="23172" y="459032"/>
                </a:lnTo>
                <a:close/>
                <a:moveTo>
                  <a:pt x="0" y="481896"/>
                </a:moveTo>
                <a:lnTo>
                  <a:pt x="0" y="0"/>
                </a:lnTo>
                <a:lnTo>
                  <a:pt x="286267" y="0"/>
                </a:lnTo>
                <a:lnTo>
                  <a:pt x="410125" y="122422"/>
                </a:lnTo>
                <a:lnTo>
                  <a:pt x="410125" y="481896"/>
                </a:lnTo>
                <a:lnTo>
                  <a:pt x="0" y="481896"/>
                </a:lnTo>
                <a:close/>
              </a:path>
            </a:pathLst>
          </a:custGeom>
          <a:solidFill xmlns:a="http://schemas.openxmlformats.org/drawingml/2006/main">
            <a:srgbClr val="505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Book2">
            <a:extLst xmlns:a="http://schemas.openxmlformats.org/drawingml/2006/main">
              <a:ext uri="{FF2B5EF4-FFF2-40B4-BE49-F238E27FC236}">
                <a16:creationId xmlns:a16="http://schemas.microsoft.com/office/drawing/2014/main" id="{DE05AB4B-C754-4DF1-B7B6-792FEEC1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13" y="2325223"/>
            <a:ext cx="469001" cy="116149"/>
          </a:xfrm>
          <a:custGeom xmlns:a="http://schemas.openxmlformats.org/drawingml/2006/main">
            <a:pathLst>
              <a:path w="469001" h="116149">
                <a:moveTo>
                  <a:pt x="73053" y="58522"/>
                </a:moveTo>
                <a:cubicBezTo>
                  <a:pt x="80583" y="60123"/>
                  <a:pt x="86217" y="62684"/>
                  <a:pt x="89955" y="66205"/>
                </a:cubicBezTo>
                <a:cubicBezTo>
                  <a:pt x="95135" y="71114"/>
                  <a:pt x="97725" y="77117"/>
                  <a:pt x="97725" y="84213"/>
                </a:cubicBezTo>
                <a:cubicBezTo>
                  <a:pt x="97725" y="89601"/>
                  <a:pt x="96016" y="94764"/>
                  <a:pt x="92598" y="99700"/>
                </a:cubicBezTo>
                <a:cubicBezTo>
                  <a:pt x="89181" y="104635"/>
                  <a:pt x="84495" y="108236"/>
                  <a:pt x="78540" y="110504"/>
                </a:cubicBezTo>
                <a:cubicBezTo>
                  <a:pt x="72586" y="112772"/>
                  <a:pt x="63495" y="113906"/>
                  <a:pt x="51266" y="113906"/>
                </a:cubicBezTo>
                <a:lnTo>
                  <a:pt x="0" y="113906"/>
                </a:lnTo>
                <a:lnTo>
                  <a:pt x="0" y="110942"/>
                </a:lnTo>
                <a:lnTo>
                  <a:pt x="4085" y="110942"/>
                </a:lnTo>
                <a:cubicBezTo>
                  <a:pt x="8624" y="110942"/>
                  <a:pt x="11882" y="109500"/>
                  <a:pt x="13858" y="106616"/>
                </a:cubicBezTo>
                <a:cubicBezTo>
                  <a:pt x="15086" y="104747"/>
                  <a:pt x="15700" y="100769"/>
                  <a:pt x="15700" y="94681"/>
                </a:cubicBezTo>
                <a:lnTo>
                  <a:pt x="15700" y="24511"/>
                </a:lnTo>
                <a:cubicBezTo>
                  <a:pt x="15700" y="17783"/>
                  <a:pt x="14926" y="13537"/>
                  <a:pt x="13377" y="11775"/>
                </a:cubicBezTo>
                <a:cubicBezTo>
                  <a:pt x="11294" y="9425"/>
                  <a:pt x="8197" y="8251"/>
                  <a:pt x="4085" y="8251"/>
                </a:cubicBezTo>
                <a:lnTo>
                  <a:pt x="0" y="8251"/>
                </a:lnTo>
                <a:lnTo>
                  <a:pt x="0" y="5287"/>
                </a:lnTo>
                <a:lnTo>
                  <a:pt x="46940" y="5287"/>
                </a:lnTo>
                <a:cubicBezTo>
                  <a:pt x="55698" y="5287"/>
                  <a:pt x="62720" y="5928"/>
                  <a:pt x="68007" y="7212"/>
                </a:cubicBezTo>
                <a:cubicBezTo>
                  <a:pt x="76017" y="9136"/>
                  <a:pt x="82132" y="12544"/>
                  <a:pt x="86350" y="17435"/>
                </a:cubicBezTo>
                <a:cubicBezTo>
                  <a:pt x="90569" y="22324"/>
                  <a:pt x="92679" y="27949"/>
                  <a:pt x="92679" y="34309"/>
                </a:cubicBezTo>
                <a:cubicBezTo>
                  <a:pt x="92679" y="39761"/>
                  <a:pt x="91023" y="44639"/>
                  <a:pt x="87712" y="48943"/>
                </a:cubicBezTo>
                <a:cubicBezTo>
                  <a:pt x="84401" y="53245"/>
                  <a:pt x="79515" y="56438"/>
                  <a:pt x="73053" y="58522"/>
                </a:cubicBezTo>
                <a:moveTo>
                  <a:pt x="31080" y="54149"/>
                </a:moveTo>
                <a:cubicBezTo>
                  <a:pt x="33056" y="54523"/>
                  <a:pt x="35312" y="54803"/>
                  <a:pt x="37848" y="54990"/>
                </a:cubicBezTo>
                <a:cubicBezTo>
                  <a:pt x="40385" y="55177"/>
                  <a:pt x="43175" y="55271"/>
                  <a:pt x="46219" y="55271"/>
                </a:cubicBezTo>
                <a:cubicBezTo>
                  <a:pt x="54016" y="55271"/>
                  <a:pt x="59877" y="54428"/>
                  <a:pt x="63802" y="52742"/>
                </a:cubicBezTo>
                <a:cubicBezTo>
                  <a:pt x="67727" y="51057"/>
                  <a:pt x="70730" y="48476"/>
                  <a:pt x="72813" y="45000"/>
                </a:cubicBezTo>
                <a:cubicBezTo>
                  <a:pt x="74896" y="41522"/>
                  <a:pt x="75937" y="37723"/>
                  <a:pt x="75937" y="33603"/>
                </a:cubicBezTo>
                <a:cubicBezTo>
                  <a:pt x="75937" y="27238"/>
                  <a:pt x="73347" y="21809"/>
                  <a:pt x="68167" y="17315"/>
                </a:cubicBezTo>
                <a:cubicBezTo>
                  <a:pt x="62987" y="12821"/>
                  <a:pt x="55431" y="10574"/>
                  <a:pt x="45498" y="10574"/>
                </a:cubicBezTo>
                <a:cubicBezTo>
                  <a:pt x="40158" y="10574"/>
                  <a:pt x="35352" y="11188"/>
                  <a:pt x="31080" y="12416"/>
                </a:cubicBezTo>
                <a:lnTo>
                  <a:pt x="31080" y="54149"/>
                </a:lnTo>
                <a:moveTo>
                  <a:pt x="31080" y="106136"/>
                </a:moveTo>
                <a:cubicBezTo>
                  <a:pt x="37274" y="107578"/>
                  <a:pt x="43389" y="108299"/>
                  <a:pt x="49423" y="108299"/>
                </a:cubicBezTo>
                <a:cubicBezTo>
                  <a:pt x="59089" y="108299"/>
                  <a:pt x="66458" y="106122"/>
                  <a:pt x="71531" y="101770"/>
                </a:cubicBezTo>
                <a:cubicBezTo>
                  <a:pt x="76605" y="97418"/>
                  <a:pt x="79141" y="92038"/>
                  <a:pt x="79141" y="85630"/>
                </a:cubicBezTo>
                <a:cubicBezTo>
                  <a:pt x="79141" y="81411"/>
                  <a:pt x="77993" y="77352"/>
                  <a:pt x="75697" y="73454"/>
                </a:cubicBezTo>
                <a:cubicBezTo>
                  <a:pt x="73401" y="69556"/>
                  <a:pt x="69662" y="66485"/>
                  <a:pt x="64482" y="64242"/>
                </a:cubicBezTo>
                <a:cubicBezTo>
                  <a:pt x="59303" y="61999"/>
                  <a:pt x="52894" y="60878"/>
                  <a:pt x="45258" y="60878"/>
                </a:cubicBezTo>
                <a:cubicBezTo>
                  <a:pt x="41947" y="60878"/>
                  <a:pt x="39117" y="60931"/>
                  <a:pt x="36767" y="61038"/>
                </a:cubicBezTo>
                <a:cubicBezTo>
                  <a:pt x="34417" y="61145"/>
                  <a:pt x="32522" y="61332"/>
                  <a:pt x="31080" y="61599"/>
                </a:cubicBezTo>
                <a:lnTo>
                  <a:pt x="31080" y="106136"/>
                </a:lnTo>
                <a:close/>
                <a:moveTo>
                  <a:pt x="147710" y="38449"/>
                </a:moveTo>
                <a:cubicBezTo>
                  <a:pt x="158818" y="38449"/>
                  <a:pt x="167736" y="42664"/>
                  <a:pt x="174464" y="51093"/>
                </a:cubicBezTo>
                <a:cubicBezTo>
                  <a:pt x="180178" y="58294"/>
                  <a:pt x="183035" y="66563"/>
                  <a:pt x="183035" y="75900"/>
                </a:cubicBezTo>
                <a:cubicBezTo>
                  <a:pt x="183035" y="82461"/>
                  <a:pt x="181460" y="89103"/>
                  <a:pt x="178309" y="95825"/>
                </a:cubicBezTo>
                <a:cubicBezTo>
                  <a:pt x="175159" y="102545"/>
                  <a:pt x="170820" y="107613"/>
                  <a:pt x="165293" y="111027"/>
                </a:cubicBezTo>
                <a:cubicBezTo>
                  <a:pt x="159766" y="114441"/>
                  <a:pt x="153611" y="116149"/>
                  <a:pt x="146829" y="116149"/>
                </a:cubicBezTo>
                <a:cubicBezTo>
                  <a:pt x="135775" y="116149"/>
                  <a:pt x="126990" y="111747"/>
                  <a:pt x="120475" y="102944"/>
                </a:cubicBezTo>
                <a:cubicBezTo>
                  <a:pt x="114975" y="95530"/>
                  <a:pt x="112225" y="87208"/>
                  <a:pt x="112225" y="77980"/>
                </a:cubicBezTo>
                <a:cubicBezTo>
                  <a:pt x="112225" y="71258"/>
                  <a:pt x="113894" y="64576"/>
                  <a:pt x="117231" y="57934"/>
                </a:cubicBezTo>
                <a:cubicBezTo>
                  <a:pt x="120569" y="51292"/>
                  <a:pt x="124961" y="46384"/>
                  <a:pt x="130408" y="43210"/>
                </a:cubicBezTo>
                <a:cubicBezTo>
                  <a:pt x="135855" y="40036"/>
                  <a:pt x="141622" y="38449"/>
                  <a:pt x="147710" y="38449"/>
                </a:cubicBezTo>
                <a:moveTo>
                  <a:pt x="145227" y="43736"/>
                </a:moveTo>
                <a:cubicBezTo>
                  <a:pt x="142397" y="43736"/>
                  <a:pt x="139553" y="44576"/>
                  <a:pt x="136696" y="46257"/>
                </a:cubicBezTo>
                <a:cubicBezTo>
                  <a:pt x="133839" y="47937"/>
                  <a:pt x="131530" y="50884"/>
                  <a:pt x="129767" y="55098"/>
                </a:cubicBezTo>
                <a:cubicBezTo>
                  <a:pt x="128005" y="59312"/>
                  <a:pt x="127124" y="64725"/>
                  <a:pt x="127124" y="71339"/>
                </a:cubicBezTo>
                <a:cubicBezTo>
                  <a:pt x="127124" y="82006"/>
                  <a:pt x="129247" y="91207"/>
                  <a:pt x="133492" y="98942"/>
                </a:cubicBezTo>
                <a:cubicBezTo>
                  <a:pt x="137737" y="106675"/>
                  <a:pt x="143331" y="110541"/>
                  <a:pt x="150274" y="110541"/>
                </a:cubicBezTo>
                <a:cubicBezTo>
                  <a:pt x="155453" y="110541"/>
                  <a:pt x="159726" y="108408"/>
                  <a:pt x="163090" y="104141"/>
                </a:cubicBezTo>
                <a:cubicBezTo>
                  <a:pt x="166454" y="99874"/>
                  <a:pt x="168136" y="92540"/>
                  <a:pt x="168136" y="82140"/>
                </a:cubicBezTo>
                <a:cubicBezTo>
                  <a:pt x="168136" y="69125"/>
                  <a:pt x="165333" y="58884"/>
                  <a:pt x="159726" y="51416"/>
                </a:cubicBezTo>
                <a:cubicBezTo>
                  <a:pt x="155934" y="46296"/>
                  <a:pt x="151101" y="43736"/>
                  <a:pt x="145227" y="43736"/>
                </a:cubicBezTo>
                <a:close/>
                <a:moveTo>
                  <a:pt x="229735" y="38449"/>
                </a:moveTo>
                <a:cubicBezTo>
                  <a:pt x="240843" y="38449"/>
                  <a:pt x="249761" y="42664"/>
                  <a:pt x="256489" y="51093"/>
                </a:cubicBezTo>
                <a:cubicBezTo>
                  <a:pt x="262203" y="58294"/>
                  <a:pt x="265060" y="66563"/>
                  <a:pt x="265060" y="75900"/>
                </a:cubicBezTo>
                <a:cubicBezTo>
                  <a:pt x="265060" y="82461"/>
                  <a:pt x="263485" y="89103"/>
                  <a:pt x="260334" y="95825"/>
                </a:cubicBezTo>
                <a:cubicBezTo>
                  <a:pt x="257184" y="102545"/>
                  <a:pt x="252845" y="107613"/>
                  <a:pt x="247318" y="111027"/>
                </a:cubicBezTo>
                <a:cubicBezTo>
                  <a:pt x="241791" y="114441"/>
                  <a:pt x="235636" y="116149"/>
                  <a:pt x="228854" y="116149"/>
                </a:cubicBezTo>
                <a:cubicBezTo>
                  <a:pt x="217800" y="116149"/>
                  <a:pt x="209015" y="111747"/>
                  <a:pt x="202500" y="102944"/>
                </a:cubicBezTo>
                <a:cubicBezTo>
                  <a:pt x="197000" y="95530"/>
                  <a:pt x="194250" y="87208"/>
                  <a:pt x="194250" y="77980"/>
                </a:cubicBezTo>
                <a:cubicBezTo>
                  <a:pt x="194250" y="71258"/>
                  <a:pt x="195919" y="64576"/>
                  <a:pt x="199256" y="57934"/>
                </a:cubicBezTo>
                <a:cubicBezTo>
                  <a:pt x="202594" y="51292"/>
                  <a:pt x="206986" y="46384"/>
                  <a:pt x="212433" y="43210"/>
                </a:cubicBezTo>
                <a:cubicBezTo>
                  <a:pt x="217880" y="40036"/>
                  <a:pt x="223647" y="38449"/>
                  <a:pt x="229735" y="38449"/>
                </a:cubicBezTo>
                <a:moveTo>
                  <a:pt x="227252" y="43736"/>
                </a:moveTo>
                <a:cubicBezTo>
                  <a:pt x="224422" y="43736"/>
                  <a:pt x="221578" y="44576"/>
                  <a:pt x="218721" y="46257"/>
                </a:cubicBezTo>
                <a:cubicBezTo>
                  <a:pt x="215864" y="47937"/>
                  <a:pt x="213554" y="50884"/>
                  <a:pt x="211792" y="55098"/>
                </a:cubicBezTo>
                <a:cubicBezTo>
                  <a:pt x="210030" y="59312"/>
                  <a:pt x="209149" y="64725"/>
                  <a:pt x="209149" y="71339"/>
                </a:cubicBezTo>
                <a:cubicBezTo>
                  <a:pt x="209149" y="82006"/>
                  <a:pt x="211272" y="91207"/>
                  <a:pt x="215517" y="98942"/>
                </a:cubicBezTo>
                <a:cubicBezTo>
                  <a:pt x="219762" y="106675"/>
                  <a:pt x="225356" y="110541"/>
                  <a:pt x="232298" y="110541"/>
                </a:cubicBezTo>
                <a:cubicBezTo>
                  <a:pt x="237478" y="110541"/>
                  <a:pt x="241751" y="108408"/>
                  <a:pt x="245115" y="104141"/>
                </a:cubicBezTo>
                <a:cubicBezTo>
                  <a:pt x="248479" y="99874"/>
                  <a:pt x="250161" y="92540"/>
                  <a:pt x="250161" y="82140"/>
                </a:cubicBezTo>
                <a:cubicBezTo>
                  <a:pt x="250161" y="69125"/>
                  <a:pt x="247358" y="58884"/>
                  <a:pt x="241751" y="51416"/>
                </a:cubicBezTo>
                <a:cubicBezTo>
                  <a:pt x="237959" y="46296"/>
                  <a:pt x="233126" y="43736"/>
                  <a:pt x="227252" y="43736"/>
                </a:cubicBezTo>
                <a:close/>
                <a:moveTo>
                  <a:pt x="297582" y="0"/>
                </a:moveTo>
                <a:lnTo>
                  <a:pt x="297582" y="72973"/>
                </a:lnTo>
                <a:lnTo>
                  <a:pt x="316246" y="55992"/>
                </a:lnTo>
                <a:cubicBezTo>
                  <a:pt x="320197" y="52360"/>
                  <a:pt x="322494" y="50064"/>
                  <a:pt x="323135" y="49103"/>
                </a:cubicBezTo>
                <a:cubicBezTo>
                  <a:pt x="323562" y="48462"/>
                  <a:pt x="323775" y="47821"/>
                  <a:pt x="323775" y="47180"/>
                </a:cubicBezTo>
                <a:cubicBezTo>
                  <a:pt x="323775" y="46112"/>
                  <a:pt x="323335" y="45191"/>
                  <a:pt x="322454" y="44417"/>
                </a:cubicBezTo>
                <a:cubicBezTo>
                  <a:pt x="321573" y="43642"/>
                  <a:pt x="320117" y="43202"/>
                  <a:pt x="318088" y="43095"/>
                </a:cubicBezTo>
                <a:lnTo>
                  <a:pt x="318088" y="40532"/>
                </a:lnTo>
                <a:lnTo>
                  <a:pt x="349969" y="40532"/>
                </a:lnTo>
                <a:lnTo>
                  <a:pt x="349969" y="43095"/>
                </a:lnTo>
                <a:cubicBezTo>
                  <a:pt x="345590" y="43202"/>
                  <a:pt x="341945" y="43869"/>
                  <a:pt x="339035" y="45098"/>
                </a:cubicBezTo>
                <a:cubicBezTo>
                  <a:pt x="336125" y="46326"/>
                  <a:pt x="332934" y="48515"/>
                  <a:pt x="329463" y="51666"/>
                </a:cubicBezTo>
                <a:lnTo>
                  <a:pt x="310639" y="69048"/>
                </a:lnTo>
                <a:lnTo>
                  <a:pt x="329463" y="92794"/>
                </a:lnTo>
                <a:cubicBezTo>
                  <a:pt x="334696" y="99349"/>
                  <a:pt x="338221" y="103506"/>
                  <a:pt x="340036" y="105265"/>
                </a:cubicBezTo>
                <a:cubicBezTo>
                  <a:pt x="342599" y="107770"/>
                  <a:pt x="344842" y="109396"/>
                  <a:pt x="346765" y="110143"/>
                </a:cubicBezTo>
                <a:cubicBezTo>
                  <a:pt x="348100" y="110676"/>
                  <a:pt x="350423" y="110942"/>
                  <a:pt x="353734" y="110942"/>
                </a:cubicBezTo>
                <a:lnTo>
                  <a:pt x="353734" y="113906"/>
                </a:lnTo>
                <a:lnTo>
                  <a:pt x="318088" y="113906"/>
                </a:lnTo>
                <a:lnTo>
                  <a:pt x="318088" y="110942"/>
                </a:lnTo>
                <a:cubicBezTo>
                  <a:pt x="320117" y="110889"/>
                  <a:pt x="321492" y="110582"/>
                  <a:pt x="322213" y="110023"/>
                </a:cubicBezTo>
                <a:cubicBezTo>
                  <a:pt x="322934" y="109463"/>
                  <a:pt x="323295" y="108677"/>
                  <a:pt x="323295" y="107665"/>
                </a:cubicBezTo>
                <a:cubicBezTo>
                  <a:pt x="323295" y="106439"/>
                  <a:pt x="322227" y="104467"/>
                  <a:pt x="320091" y="101750"/>
                </a:cubicBezTo>
                <a:lnTo>
                  <a:pt x="297582" y="73053"/>
                </a:lnTo>
                <a:lnTo>
                  <a:pt x="297582" y="97352"/>
                </a:lnTo>
                <a:cubicBezTo>
                  <a:pt x="297582" y="102095"/>
                  <a:pt x="297916" y="105213"/>
                  <a:pt x="298583" y="106706"/>
                </a:cubicBezTo>
                <a:cubicBezTo>
                  <a:pt x="299251" y="108198"/>
                  <a:pt x="300199" y="109264"/>
                  <a:pt x="301427" y="109903"/>
                </a:cubicBezTo>
                <a:cubicBezTo>
                  <a:pt x="302655" y="110542"/>
                  <a:pt x="305325" y="110889"/>
                  <a:pt x="309437" y="110942"/>
                </a:cubicBezTo>
                <a:lnTo>
                  <a:pt x="309437" y="113906"/>
                </a:lnTo>
                <a:lnTo>
                  <a:pt x="272109" y="113906"/>
                </a:lnTo>
                <a:lnTo>
                  <a:pt x="272109" y="110942"/>
                </a:lnTo>
                <a:cubicBezTo>
                  <a:pt x="275847" y="110942"/>
                  <a:pt x="278651" y="110488"/>
                  <a:pt x="280520" y="109580"/>
                </a:cubicBezTo>
                <a:cubicBezTo>
                  <a:pt x="281641" y="108994"/>
                  <a:pt x="282496" y="108087"/>
                  <a:pt x="283083" y="106859"/>
                </a:cubicBezTo>
                <a:cubicBezTo>
                  <a:pt x="283884" y="105099"/>
                  <a:pt x="284285" y="102057"/>
                  <a:pt x="284285" y="97735"/>
                </a:cubicBezTo>
                <a:lnTo>
                  <a:pt x="284285" y="30977"/>
                </a:lnTo>
                <a:cubicBezTo>
                  <a:pt x="284285" y="22493"/>
                  <a:pt x="284098" y="17304"/>
                  <a:pt x="283724" y="15410"/>
                </a:cubicBezTo>
                <a:cubicBezTo>
                  <a:pt x="283350" y="13514"/>
                  <a:pt x="282736" y="12206"/>
                  <a:pt x="281882" y="11487"/>
                </a:cubicBezTo>
                <a:cubicBezTo>
                  <a:pt x="281027" y="10766"/>
                  <a:pt x="279906" y="10406"/>
                  <a:pt x="278517" y="10406"/>
                </a:cubicBezTo>
                <a:cubicBezTo>
                  <a:pt x="277396" y="10406"/>
                  <a:pt x="275714" y="10860"/>
                  <a:pt x="273471" y="11768"/>
                </a:cubicBezTo>
                <a:lnTo>
                  <a:pt x="272109" y="8964"/>
                </a:lnTo>
                <a:lnTo>
                  <a:pt x="293897" y="0"/>
                </a:lnTo>
                <a:lnTo>
                  <a:pt x="297582" y="0"/>
                </a:lnTo>
                <a:close/>
                <a:moveTo>
                  <a:pt x="469001" y="92919"/>
                </a:moveTo>
                <a:lnTo>
                  <a:pt x="461391" y="113906"/>
                </a:lnTo>
                <a:lnTo>
                  <a:pt x="397309" y="113906"/>
                </a:lnTo>
                <a:lnTo>
                  <a:pt x="397309" y="110937"/>
                </a:lnTo>
                <a:cubicBezTo>
                  <a:pt x="416160" y="93713"/>
                  <a:pt x="429431" y="79646"/>
                  <a:pt x="437120" y="68735"/>
                </a:cubicBezTo>
                <a:cubicBezTo>
                  <a:pt x="444810" y="57823"/>
                  <a:pt x="448655" y="47847"/>
                  <a:pt x="448655" y="38807"/>
                </a:cubicBezTo>
                <a:cubicBezTo>
                  <a:pt x="448655" y="31908"/>
                  <a:pt x="446546" y="26239"/>
                  <a:pt x="442327" y="21800"/>
                </a:cubicBezTo>
                <a:cubicBezTo>
                  <a:pt x="438108" y="17360"/>
                  <a:pt x="433062" y="15139"/>
                  <a:pt x="427188" y="15139"/>
                </a:cubicBezTo>
                <a:cubicBezTo>
                  <a:pt x="421847" y="15139"/>
                  <a:pt x="417055" y="16708"/>
                  <a:pt x="412809" y="19845"/>
                </a:cubicBezTo>
                <a:cubicBezTo>
                  <a:pt x="408564" y="22983"/>
                  <a:pt x="405426" y="27582"/>
                  <a:pt x="403397" y="33643"/>
                </a:cubicBezTo>
                <a:lnTo>
                  <a:pt x="400433" y="33643"/>
                </a:lnTo>
                <a:cubicBezTo>
                  <a:pt x="401768" y="23789"/>
                  <a:pt x="405200" y="16226"/>
                  <a:pt x="410727" y="10954"/>
                </a:cubicBezTo>
                <a:cubicBezTo>
                  <a:pt x="416254" y="5681"/>
                  <a:pt x="423156" y="3044"/>
                  <a:pt x="431433" y="3044"/>
                </a:cubicBezTo>
                <a:cubicBezTo>
                  <a:pt x="440244" y="3044"/>
                  <a:pt x="447600" y="5874"/>
                  <a:pt x="453501" y="11535"/>
                </a:cubicBezTo>
                <a:cubicBezTo>
                  <a:pt x="459402" y="17195"/>
                  <a:pt x="462353" y="23871"/>
                  <a:pt x="462353" y="31560"/>
                </a:cubicBezTo>
                <a:cubicBezTo>
                  <a:pt x="462353" y="37061"/>
                  <a:pt x="461071" y="42561"/>
                  <a:pt x="458508" y="48061"/>
                </a:cubicBezTo>
                <a:cubicBezTo>
                  <a:pt x="454556" y="56713"/>
                  <a:pt x="448148" y="65871"/>
                  <a:pt x="439283" y="75537"/>
                </a:cubicBezTo>
                <a:cubicBezTo>
                  <a:pt x="425986" y="90062"/>
                  <a:pt x="417682" y="98820"/>
                  <a:pt x="414371" y="101810"/>
                </a:cubicBezTo>
                <a:lnTo>
                  <a:pt x="442728" y="101810"/>
                </a:lnTo>
                <a:cubicBezTo>
                  <a:pt x="448495" y="101810"/>
                  <a:pt x="452540" y="101595"/>
                  <a:pt x="454863" y="101164"/>
                </a:cubicBezTo>
                <a:cubicBezTo>
                  <a:pt x="457186" y="100732"/>
                  <a:pt x="459282" y="99856"/>
                  <a:pt x="461151" y="98536"/>
                </a:cubicBezTo>
                <a:cubicBezTo>
                  <a:pt x="463020" y="97216"/>
                  <a:pt x="464649" y="95344"/>
                  <a:pt x="466037" y="92919"/>
                </a:cubicBezTo>
                <a:lnTo>
                  <a:pt x="469001" y="9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...">
            <a:extLst xmlns:a="http://schemas.openxmlformats.org/drawingml/2006/main">
              <a:ext uri="{FF2B5EF4-FFF2-40B4-BE49-F238E27FC236}">
                <a16:creationId xmlns:a16="http://schemas.microsoft.com/office/drawing/2014/main" id="{6D126136-7323-4277-A6CE-3DFB36E3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324" y="2597892"/>
            <a:ext cx="99808" cy="17783"/>
          </a:xfrm>
          <a:custGeom xmlns:a="http://schemas.openxmlformats.org/drawingml/2006/main">
            <a:pathLst>
              <a:path w="99808" h="17783">
                <a:moveTo>
                  <a:pt x="8891" y="0"/>
                </a:moveTo>
                <a:cubicBezTo>
                  <a:pt x="11401" y="0"/>
                  <a:pt x="13511" y="868"/>
                  <a:pt x="15219" y="2603"/>
                </a:cubicBezTo>
                <a:cubicBezTo>
                  <a:pt x="16928" y="4339"/>
                  <a:pt x="17783" y="6435"/>
                  <a:pt x="17783" y="8891"/>
                </a:cubicBezTo>
                <a:cubicBezTo>
                  <a:pt x="17783" y="11348"/>
                  <a:pt x="16915" y="13444"/>
                  <a:pt x="15179" y="15179"/>
                </a:cubicBezTo>
                <a:cubicBezTo>
                  <a:pt x="13444" y="16915"/>
                  <a:pt x="11348" y="17783"/>
                  <a:pt x="8891" y="17783"/>
                </a:cubicBezTo>
                <a:cubicBezTo>
                  <a:pt x="6435" y="17783"/>
                  <a:pt x="4339" y="16915"/>
                  <a:pt x="2603" y="15179"/>
                </a:cubicBezTo>
                <a:cubicBezTo>
                  <a:pt x="868" y="13444"/>
                  <a:pt x="0" y="11348"/>
                  <a:pt x="0" y="8891"/>
                </a:cubicBezTo>
                <a:cubicBezTo>
                  <a:pt x="0" y="6381"/>
                  <a:pt x="868" y="4272"/>
                  <a:pt x="2603" y="2563"/>
                </a:cubicBezTo>
                <a:cubicBezTo>
                  <a:pt x="4339" y="854"/>
                  <a:pt x="6435" y="0"/>
                  <a:pt x="8891" y="0"/>
                </a:cubicBezTo>
                <a:close/>
                <a:moveTo>
                  <a:pt x="49904" y="0"/>
                </a:moveTo>
                <a:cubicBezTo>
                  <a:pt x="52414" y="0"/>
                  <a:pt x="54523" y="868"/>
                  <a:pt x="56232" y="2603"/>
                </a:cubicBezTo>
                <a:cubicBezTo>
                  <a:pt x="57941" y="4339"/>
                  <a:pt x="58795" y="6435"/>
                  <a:pt x="58795" y="8891"/>
                </a:cubicBezTo>
                <a:cubicBezTo>
                  <a:pt x="58795" y="11348"/>
                  <a:pt x="57927" y="13444"/>
                  <a:pt x="56192" y="15179"/>
                </a:cubicBezTo>
                <a:cubicBezTo>
                  <a:pt x="54456" y="16915"/>
                  <a:pt x="52360" y="17783"/>
                  <a:pt x="49904" y="17783"/>
                </a:cubicBezTo>
                <a:cubicBezTo>
                  <a:pt x="47447" y="17783"/>
                  <a:pt x="45351" y="16915"/>
                  <a:pt x="43616" y="15179"/>
                </a:cubicBezTo>
                <a:cubicBezTo>
                  <a:pt x="41880" y="13444"/>
                  <a:pt x="41012" y="11348"/>
                  <a:pt x="41012" y="8891"/>
                </a:cubicBezTo>
                <a:cubicBezTo>
                  <a:pt x="41012" y="6381"/>
                  <a:pt x="41880" y="4272"/>
                  <a:pt x="43616" y="2563"/>
                </a:cubicBezTo>
                <a:cubicBezTo>
                  <a:pt x="45351" y="854"/>
                  <a:pt x="47447" y="0"/>
                  <a:pt x="49904" y="0"/>
                </a:cubicBezTo>
                <a:close/>
                <a:moveTo>
                  <a:pt x="90916" y="0"/>
                </a:moveTo>
                <a:cubicBezTo>
                  <a:pt x="93426" y="0"/>
                  <a:pt x="95535" y="868"/>
                  <a:pt x="97244" y="2603"/>
                </a:cubicBezTo>
                <a:cubicBezTo>
                  <a:pt x="98953" y="4339"/>
                  <a:pt x="99808" y="6435"/>
                  <a:pt x="99808" y="8891"/>
                </a:cubicBezTo>
                <a:cubicBezTo>
                  <a:pt x="99808" y="11348"/>
                  <a:pt x="98940" y="13444"/>
                  <a:pt x="97204" y="15179"/>
                </a:cubicBezTo>
                <a:cubicBezTo>
                  <a:pt x="95469" y="16915"/>
                  <a:pt x="93373" y="17783"/>
                  <a:pt x="90916" y="17783"/>
                </a:cubicBezTo>
                <a:cubicBezTo>
                  <a:pt x="88460" y="17783"/>
                  <a:pt x="86364" y="16915"/>
                  <a:pt x="84628" y="15179"/>
                </a:cubicBezTo>
                <a:cubicBezTo>
                  <a:pt x="82893" y="13444"/>
                  <a:pt x="82025" y="11348"/>
                  <a:pt x="82025" y="8891"/>
                </a:cubicBezTo>
                <a:cubicBezTo>
                  <a:pt x="82025" y="6381"/>
                  <a:pt x="82893" y="4272"/>
                  <a:pt x="84628" y="2563"/>
                </a:cubicBezTo>
                <a:cubicBezTo>
                  <a:pt x="86364" y="854"/>
                  <a:pt x="88460" y="0"/>
                  <a:pt x="9091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Embedtextintovectors.">
            <a:extLst xmlns:a="http://schemas.openxmlformats.org/drawingml/2006/main">
              <a:ext uri="{FF2B5EF4-FFF2-40B4-BE49-F238E27FC236}">
                <a16:creationId xmlns:a16="http://schemas.microsoft.com/office/drawing/2014/main" id="{C5C389D1-CD0B-4638-A9C1-70E7B372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084" y="1884340"/>
            <a:ext cx="1588937" cy="116149"/>
          </a:xfrm>
          <a:custGeom xmlns:a="http://schemas.openxmlformats.org/drawingml/2006/main">
            <a:pathLst>
              <a:path w="1588937" h="116149">
                <a:moveTo>
                  <a:pt x="30920" y="11214"/>
                </a:moveTo>
                <a:lnTo>
                  <a:pt x="30920" y="54149"/>
                </a:lnTo>
                <a:lnTo>
                  <a:pt x="54790" y="54149"/>
                </a:lnTo>
                <a:cubicBezTo>
                  <a:pt x="60985" y="54149"/>
                  <a:pt x="65123" y="53210"/>
                  <a:pt x="67206" y="51331"/>
                </a:cubicBezTo>
                <a:cubicBezTo>
                  <a:pt x="69983" y="48863"/>
                  <a:pt x="71531" y="44515"/>
                  <a:pt x="71852" y="38289"/>
                </a:cubicBezTo>
                <a:lnTo>
                  <a:pt x="74816" y="38289"/>
                </a:lnTo>
                <a:lnTo>
                  <a:pt x="74816" y="76097"/>
                </a:lnTo>
                <a:lnTo>
                  <a:pt x="71852" y="76097"/>
                </a:lnTo>
                <a:cubicBezTo>
                  <a:pt x="71104" y="70862"/>
                  <a:pt x="70357" y="67505"/>
                  <a:pt x="69609" y="66024"/>
                </a:cubicBezTo>
                <a:cubicBezTo>
                  <a:pt x="68648" y="64174"/>
                  <a:pt x="67072" y="62720"/>
                  <a:pt x="64883" y="61664"/>
                </a:cubicBezTo>
                <a:cubicBezTo>
                  <a:pt x="62694" y="60606"/>
                  <a:pt x="59329" y="60077"/>
                  <a:pt x="54790" y="60077"/>
                </a:cubicBezTo>
                <a:lnTo>
                  <a:pt x="30920" y="60077"/>
                </a:lnTo>
                <a:lnTo>
                  <a:pt x="30920" y="95823"/>
                </a:lnTo>
                <a:cubicBezTo>
                  <a:pt x="30920" y="100620"/>
                  <a:pt x="31133" y="103539"/>
                  <a:pt x="31560" y="104579"/>
                </a:cubicBezTo>
                <a:cubicBezTo>
                  <a:pt x="31988" y="105618"/>
                  <a:pt x="32735" y="106445"/>
                  <a:pt x="33803" y="107059"/>
                </a:cubicBezTo>
                <a:cubicBezTo>
                  <a:pt x="34871" y="107672"/>
                  <a:pt x="36901" y="107978"/>
                  <a:pt x="39891" y="107978"/>
                </a:cubicBezTo>
                <a:lnTo>
                  <a:pt x="58315" y="107978"/>
                </a:lnTo>
                <a:cubicBezTo>
                  <a:pt x="64456" y="107978"/>
                  <a:pt x="68915" y="107551"/>
                  <a:pt x="71692" y="106696"/>
                </a:cubicBezTo>
                <a:cubicBezTo>
                  <a:pt x="74469" y="105842"/>
                  <a:pt x="77139" y="104160"/>
                  <a:pt x="79702" y="101650"/>
                </a:cubicBezTo>
                <a:cubicBezTo>
                  <a:pt x="83013" y="98339"/>
                  <a:pt x="86404" y="93346"/>
                  <a:pt x="89875" y="86671"/>
                </a:cubicBezTo>
                <a:lnTo>
                  <a:pt x="93079" y="86671"/>
                </a:lnTo>
                <a:lnTo>
                  <a:pt x="83707" y="113906"/>
                </a:lnTo>
                <a:lnTo>
                  <a:pt x="0" y="113906"/>
                </a:lnTo>
                <a:lnTo>
                  <a:pt x="0" y="110942"/>
                </a:lnTo>
                <a:lnTo>
                  <a:pt x="3845" y="110942"/>
                </a:lnTo>
                <a:cubicBezTo>
                  <a:pt x="6408" y="110942"/>
                  <a:pt x="8838" y="110328"/>
                  <a:pt x="11134" y="109100"/>
                </a:cubicBezTo>
                <a:cubicBezTo>
                  <a:pt x="12843" y="108245"/>
                  <a:pt x="14005" y="106963"/>
                  <a:pt x="14619" y="105255"/>
                </a:cubicBezTo>
                <a:cubicBezTo>
                  <a:pt x="15233" y="103546"/>
                  <a:pt x="15540" y="100048"/>
                  <a:pt x="15540" y="94761"/>
                </a:cubicBezTo>
                <a:lnTo>
                  <a:pt x="15540" y="24191"/>
                </a:lnTo>
                <a:cubicBezTo>
                  <a:pt x="15540" y="17302"/>
                  <a:pt x="14846" y="13057"/>
                  <a:pt x="13457" y="11455"/>
                </a:cubicBezTo>
                <a:cubicBezTo>
                  <a:pt x="11535" y="9319"/>
                  <a:pt x="8331" y="8251"/>
                  <a:pt x="3845" y="8251"/>
                </a:cubicBezTo>
                <a:lnTo>
                  <a:pt x="0" y="8251"/>
                </a:lnTo>
                <a:lnTo>
                  <a:pt x="0" y="5287"/>
                </a:lnTo>
                <a:lnTo>
                  <a:pt x="83707" y="5287"/>
                </a:lnTo>
                <a:lnTo>
                  <a:pt x="84909" y="28997"/>
                </a:lnTo>
                <a:lnTo>
                  <a:pt x="81785" y="28997"/>
                </a:lnTo>
                <a:cubicBezTo>
                  <a:pt x="80663" y="23308"/>
                  <a:pt x="79422" y="19401"/>
                  <a:pt x="78060" y="17275"/>
                </a:cubicBezTo>
                <a:cubicBezTo>
                  <a:pt x="76698" y="15149"/>
                  <a:pt x="74682" y="13527"/>
                  <a:pt x="72012" y="12411"/>
                </a:cubicBezTo>
                <a:cubicBezTo>
                  <a:pt x="69876" y="11613"/>
                  <a:pt x="66111" y="11214"/>
                  <a:pt x="60718" y="11214"/>
                </a:cubicBezTo>
                <a:lnTo>
                  <a:pt x="30920" y="11214"/>
                </a:lnTo>
                <a:close/>
                <a:moveTo>
                  <a:pt x="123785" y="54069"/>
                </a:moveTo>
                <a:cubicBezTo>
                  <a:pt x="129125" y="48729"/>
                  <a:pt x="132276" y="45658"/>
                  <a:pt x="133237" y="44857"/>
                </a:cubicBezTo>
                <a:cubicBezTo>
                  <a:pt x="135640" y="42828"/>
                  <a:pt x="138230" y="41253"/>
                  <a:pt x="141007" y="40131"/>
                </a:cubicBezTo>
                <a:cubicBezTo>
                  <a:pt x="143784" y="39010"/>
                  <a:pt x="146534" y="38449"/>
                  <a:pt x="149258" y="38449"/>
                </a:cubicBezTo>
                <a:cubicBezTo>
                  <a:pt x="153850" y="38449"/>
                  <a:pt x="157802" y="39784"/>
                  <a:pt x="161113" y="42454"/>
                </a:cubicBezTo>
                <a:cubicBezTo>
                  <a:pt x="164424" y="45124"/>
                  <a:pt x="166640" y="48996"/>
                  <a:pt x="167761" y="54069"/>
                </a:cubicBezTo>
                <a:cubicBezTo>
                  <a:pt x="173262" y="47661"/>
                  <a:pt x="177907" y="43456"/>
                  <a:pt x="181699" y="41453"/>
                </a:cubicBezTo>
                <a:cubicBezTo>
                  <a:pt x="185491" y="39450"/>
                  <a:pt x="189389" y="38449"/>
                  <a:pt x="193394" y="38449"/>
                </a:cubicBezTo>
                <a:cubicBezTo>
                  <a:pt x="197292" y="38449"/>
                  <a:pt x="200750" y="39449"/>
                  <a:pt x="203767" y="41448"/>
                </a:cubicBezTo>
                <a:cubicBezTo>
                  <a:pt x="206784" y="43446"/>
                  <a:pt x="209174" y="46709"/>
                  <a:pt x="210936" y="51238"/>
                </a:cubicBezTo>
                <a:cubicBezTo>
                  <a:pt x="212111" y="54329"/>
                  <a:pt x="212699" y="59177"/>
                  <a:pt x="212699" y="65784"/>
                </a:cubicBezTo>
                <a:lnTo>
                  <a:pt x="212699" y="97274"/>
                </a:lnTo>
                <a:cubicBezTo>
                  <a:pt x="212699" y="101857"/>
                  <a:pt x="213046" y="105001"/>
                  <a:pt x="213740" y="106706"/>
                </a:cubicBezTo>
                <a:cubicBezTo>
                  <a:pt x="214274" y="107878"/>
                  <a:pt x="215262" y="108877"/>
                  <a:pt x="216704" y="109703"/>
                </a:cubicBezTo>
                <a:cubicBezTo>
                  <a:pt x="218146" y="110529"/>
                  <a:pt x="220495" y="110942"/>
                  <a:pt x="223753" y="110942"/>
                </a:cubicBezTo>
                <a:lnTo>
                  <a:pt x="223753" y="113906"/>
                </a:lnTo>
                <a:lnTo>
                  <a:pt x="187546" y="113906"/>
                </a:lnTo>
                <a:lnTo>
                  <a:pt x="187546" y="110942"/>
                </a:lnTo>
                <a:lnTo>
                  <a:pt x="189068" y="110942"/>
                </a:lnTo>
                <a:cubicBezTo>
                  <a:pt x="192219" y="110942"/>
                  <a:pt x="194676" y="110331"/>
                  <a:pt x="196438" y="109110"/>
                </a:cubicBezTo>
                <a:cubicBezTo>
                  <a:pt x="197666" y="108258"/>
                  <a:pt x="198547" y="106903"/>
                  <a:pt x="199081" y="105044"/>
                </a:cubicBezTo>
                <a:cubicBezTo>
                  <a:pt x="199295" y="104142"/>
                  <a:pt x="199402" y="101565"/>
                  <a:pt x="199402" y="97314"/>
                </a:cubicBezTo>
                <a:lnTo>
                  <a:pt x="199402" y="65914"/>
                </a:lnTo>
                <a:cubicBezTo>
                  <a:pt x="199402" y="59963"/>
                  <a:pt x="198681" y="55766"/>
                  <a:pt x="197239" y="53323"/>
                </a:cubicBezTo>
                <a:cubicBezTo>
                  <a:pt x="195156" y="49922"/>
                  <a:pt x="191819" y="48222"/>
                  <a:pt x="187226" y="48222"/>
                </a:cubicBezTo>
                <a:cubicBezTo>
                  <a:pt x="184396" y="48222"/>
                  <a:pt x="181552" y="48926"/>
                  <a:pt x="178695" y="50334"/>
                </a:cubicBezTo>
                <a:cubicBezTo>
                  <a:pt x="175838" y="51741"/>
                  <a:pt x="172380" y="54358"/>
                  <a:pt x="168322" y="58184"/>
                </a:cubicBezTo>
                <a:lnTo>
                  <a:pt x="168162" y="59061"/>
                </a:lnTo>
                <a:lnTo>
                  <a:pt x="168322" y="62487"/>
                </a:lnTo>
                <a:lnTo>
                  <a:pt x="168322" y="97314"/>
                </a:lnTo>
                <a:cubicBezTo>
                  <a:pt x="168322" y="102309"/>
                  <a:pt x="168602" y="105417"/>
                  <a:pt x="169163" y="106639"/>
                </a:cubicBezTo>
                <a:cubicBezTo>
                  <a:pt x="169724" y="107860"/>
                  <a:pt x="170778" y="108883"/>
                  <a:pt x="172327" y="109708"/>
                </a:cubicBezTo>
                <a:cubicBezTo>
                  <a:pt x="173876" y="110531"/>
                  <a:pt x="176519" y="110942"/>
                  <a:pt x="180257" y="110942"/>
                </a:cubicBezTo>
                <a:lnTo>
                  <a:pt x="180257" y="113906"/>
                </a:lnTo>
                <a:lnTo>
                  <a:pt x="143170" y="113906"/>
                </a:lnTo>
                <a:lnTo>
                  <a:pt x="143170" y="110942"/>
                </a:lnTo>
                <a:cubicBezTo>
                  <a:pt x="147228" y="110942"/>
                  <a:pt x="150018" y="110464"/>
                  <a:pt x="151540" y="109508"/>
                </a:cubicBezTo>
                <a:cubicBezTo>
                  <a:pt x="153062" y="108551"/>
                  <a:pt x="154117" y="107117"/>
                  <a:pt x="154704" y="105205"/>
                </a:cubicBezTo>
                <a:cubicBezTo>
                  <a:pt x="154971" y="104300"/>
                  <a:pt x="155105" y="101670"/>
                  <a:pt x="155105" y="97314"/>
                </a:cubicBezTo>
                <a:lnTo>
                  <a:pt x="155105" y="65914"/>
                </a:lnTo>
                <a:cubicBezTo>
                  <a:pt x="155105" y="59963"/>
                  <a:pt x="154224" y="55686"/>
                  <a:pt x="152462" y="53083"/>
                </a:cubicBezTo>
                <a:cubicBezTo>
                  <a:pt x="150112" y="49682"/>
                  <a:pt x="146828" y="47981"/>
                  <a:pt x="142609" y="47981"/>
                </a:cubicBezTo>
                <a:cubicBezTo>
                  <a:pt x="139725" y="47981"/>
                  <a:pt x="136868" y="48752"/>
                  <a:pt x="134038" y="50292"/>
                </a:cubicBezTo>
                <a:cubicBezTo>
                  <a:pt x="129606" y="52630"/>
                  <a:pt x="126188" y="55260"/>
                  <a:pt x="123785" y="58182"/>
                </a:cubicBezTo>
                <a:lnTo>
                  <a:pt x="123785" y="97314"/>
                </a:lnTo>
                <a:cubicBezTo>
                  <a:pt x="123785" y="102096"/>
                  <a:pt x="124119" y="105204"/>
                  <a:pt x="124786" y="106639"/>
                </a:cubicBezTo>
                <a:cubicBezTo>
                  <a:pt x="125454" y="108072"/>
                  <a:pt x="126442" y="109148"/>
                  <a:pt x="127750" y="109866"/>
                </a:cubicBezTo>
                <a:cubicBezTo>
                  <a:pt x="129058" y="110583"/>
                  <a:pt x="131715" y="110942"/>
                  <a:pt x="135720" y="110942"/>
                </a:cubicBezTo>
                <a:lnTo>
                  <a:pt x="135720" y="113906"/>
                </a:lnTo>
                <a:lnTo>
                  <a:pt x="99434" y="113906"/>
                </a:lnTo>
                <a:lnTo>
                  <a:pt x="99434" y="110942"/>
                </a:lnTo>
                <a:cubicBezTo>
                  <a:pt x="102798" y="110942"/>
                  <a:pt x="105148" y="110582"/>
                  <a:pt x="106483" y="109863"/>
                </a:cubicBezTo>
                <a:cubicBezTo>
                  <a:pt x="107818" y="109144"/>
                  <a:pt x="108832" y="107998"/>
                  <a:pt x="109527" y="106426"/>
                </a:cubicBezTo>
                <a:cubicBezTo>
                  <a:pt x="110221" y="104854"/>
                  <a:pt x="110568" y="101804"/>
                  <a:pt x="110568" y="97274"/>
                </a:cubicBezTo>
                <a:lnTo>
                  <a:pt x="110568" y="69301"/>
                </a:lnTo>
                <a:cubicBezTo>
                  <a:pt x="110568" y="61254"/>
                  <a:pt x="110328" y="56059"/>
                  <a:pt x="109847" y="53716"/>
                </a:cubicBezTo>
                <a:cubicBezTo>
                  <a:pt x="109473" y="51957"/>
                  <a:pt x="108886" y="50745"/>
                  <a:pt x="108085" y="50079"/>
                </a:cubicBezTo>
                <a:cubicBezTo>
                  <a:pt x="107284" y="49413"/>
                  <a:pt x="106189" y="49080"/>
                  <a:pt x="104801" y="49080"/>
                </a:cubicBezTo>
                <a:cubicBezTo>
                  <a:pt x="103305" y="49080"/>
                  <a:pt x="101516" y="49480"/>
                  <a:pt x="99434" y="50279"/>
                </a:cubicBezTo>
                <a:lnTo>
                  <a:pt x="98232" y="47401"/>
                </a:lnTo>
                <a:lnTo>
                  <a:pt x="120341" y="38449"/>
                </a:lnTo>
                <a:lnTo>
                  <a:pt x="123785" y="38449"/>
                </a:lnTo>
                <a:lnTo>
                  <a:pt x="123785" y="54069"/>
                </a:lnTo>
                <a:close/>
                <a:moveTo>
                  <a:pt x="249734" y="53268"/>
                </a:moveTo>
                <a:cubicBezTo>
                  <a:pt x="256836" y="43389"/>
                  <a:pt x="264499" y="38449"/>
                  <a:pt x="272723" y="38449"/>
                </a:cubicBezTo>
                <a:cubicBezTo>
                  <a:pt x="280253" y="38449"/>
                  <a:pt x="286821" y="41663"/>
                  <a:pt x="292428" y="48092"/>
                </a:cubicBezTo>
                <a:cubicBezTo>
                  <a:pt x="298035" y="54520"/>
                  <a:pt x="300839" y="63308"/>
                  <a:pt x="300839" y="74458"/>
                </a:cubicBezTo>
                <a:cubicBezTo>
                  <a:pt x="300839" y="87474"/>
                  <a:pt x="296513" y="97957"/>
                  <a:pt x="287862" y="105905"/>
                </a:cubicBezTo>
                <a:cubicBezTo>
                  <a:pt x="280440" y="112734"/>
                  <a:pt x="272162" y="116149"/>
                  <a:pt x="263031" y="116149"/>
                </a:cubicBezTo>
                <a:cubicBezTo>
                  <a:pt x="258758" y="116149"/>
                  <a:pt x="254420" y="115374"/>
                  <a:pt x="250014" y="113826"/>
                </a:cubicBezTo>
                <a:cubicBezTo>
                  <a:pt x="245608" y="112277"/>
                  <a:pt x="241109" y="109954"/>
                  <a:pt x="236517" y="106857"/>
                </a:cubicBezTo>
                <a:lnTo>
                  <a:pt x="236517" y="30839"/>
                </a:lnTo>
                <a:cubicBezTo>
                  <a:pt x="236517" y="22509"/>
                  <a:pt x="236316" y="17382"/>
                  <a:pt x="235916" y="15460"/>
                </a:cubicBezTo>
                <a:cubicBezTo>
                  <a:pt x="235515" y="13537"/>
                  <a:pt x="234888" y="12229"/>
                  <a:pt x="234034" y="11535"/>
                </a:cubicBezTo>
                <a:cubicBezTo>
                  <a:pt x="233179" y="10841"/>
                  <a:pt x="232111" y="10493"/>
                  <a:pt x="230829" y="10493"/>
                </a:cubicBezTo>
                <a:cubicBezTo>
                  <a:pt x="229334" y="10493"/>
                  <a:pt x="227465" y="10921"/>
                  <a:pt x="225222" y="11775"/>
                </a:cubicBezTo>
                <a:lnTo>
                  <a:pt x="224101" y="8971"/>
                </a:lnTo>
                <a:lnTo>
                  <a:pt x="246129" y="0"/>
                </a:lnTo>
                <a:lnTo>
                  <a:pt x="249734" y="0"/>
                </a:lnTo>
                <a:lnTo>
                  <a:pt x="249734" y="53268"/>
                </a:lnTo>
                <a:moveTo>
                  <a:pt x="249734" y="58372"/>
                </a:moveTo>
                <a:lnTo>
                  <a:pt x="249734" y="102153"/>
                </a:lnTo>
                <a:cubicBezTo>
                  <a:pt x="252457" y="104815"/>
                  <a:pt x="255274" y="106825"/>
                  <a:pt x="258184" y="108183"/>
                </a:cubicBezTo>
                <a:cubicBezTo>
                  <a:pt x="261095" y="109542"/>
                  <a:pt x="264072" y="110221"/>
                  <a:pt x="267116" y="110221"/>
                </a:cubicBezTo>
                <a:cubicBezTo>
                  <a:pt x="271975" y="110221"/>
                  <a:pt x="276501" y="107558"/>
                  <a:pt x="280693" y="102233"/>
                </a:cubicBezTo>
                <a:cubicBezTo>
                  <a:pt x="284885" y="96906"/>
                  <a:pt x="286981" y="89157"/>
                  <a:pt x="286981" y="78984"/>
                </a:cubicBezTo>
                <a:cubicBezTo>
                  <a:pt x="286981" y="69610"/>
                  <a:pt x="284885" y="62406"/>
                  <a:pt x="280693" y="57373"/>
                </a:cubicBezTo>
                <a:cubicBezTo>
                  <a:pt x="276501" y="52340"/>
                  <a:pt x="271735" y="49824"/>
                  <a:pt x="266395" y="49824"/>
                </a:cubicBezTo>
                <a:cubicBezTo>
                  <a:pt x="263565" y="49824"/>
                  <a:pt x="260734" y="50543"/>
                  <a:pt x="257904" y="51981"/>
                </a:cubicBezTo>
                <a:cubicBezTo>
                  <a:pt x="255768" y="53046"/>
                  <a:pt x="253044" y="55176"/>
                  <a:pt x="249734" y="58372"/>
                </a:cubicBezTo>
                <a:close/>
                <a:moveTo>
                  <a:pt x="323988" y="68247"/>
                </a:moveTo>
                <a:cubicBezTo>
                  <a:pt x="323935" y="79116"/>
                  <a:pt x="326578" y="87641"/>
                  <a:pt x="331918" y="93823"/>
                </a:cubicBezTo>
                <a:cubicBezTo>
                  <a:pt x="337258" y="100002"/>
                  <a:pt x="343533" y="103092"/>
                  <a:pt x="350742" y="103092"/>
                </a:cubicBezTo>
                <a:cubicBezTo>
                  <a:pt x="355549" y="103092"/>
                  <a:pt x="359727" y="101770"/>
                  <a:pt x="363278" y="99127"/>
                </a:cubicBezTo>
                <a:cubicBezTo>
                  <a:pt x="366830" y="96483"/>
                  <a:pt x="369807" y="91958"/>
                  <a:pt x="372210" y="85549"/>
                </a:cubicBezTo>
                <a:lnTo>
                  <a:pt x="374693" y="87151"/>
                </a:lnTo>
                <a:cubicBezTo>
                  <a:pt x="373572" y="94468"/>
                  <a:pt x="370314" y="101129"/>
                  <a:pt x="364921" y="107137"/>
                </a:cubicBezTo>
                <a:cubicBezTo>
                  <a:pt x="359527" y="113145"/>
                  <a:pt x="352772" y="116149"/>
                  <a:pt x="344655" y="116149"/>
                </a:cubicBezTo>
                <a:cubicBezTo>
                  <a:pt x="335843" y="116149"/>
                  <a:pt x="328300" y="112725"/>
                  <a:pt x="322026" y="105878"/>
                </a:cubicBezTo>
                <a:cubicBezTo>
                  <a:pt x="315751" y="99029"/>
                  <a:pt x="312614" y="89822"/>
                  <a:pt x="312614" y="78258"/>
                </a:cubicBezTo>
                <a:cubicBezTo>
                  <a:pt x="312614" y="65735"/>
                  <a:pt x="315831" y="55970"/>
                  <a:pt x="322266" y="48963"/>
                </a:cubicBezTo>
                <a:cubicBezTo>
                  <a:pt x="328701" y="41954"/>
                  <a:pt x="336778" y="38449"/>
                  <a:pt x="346497" y="38449"/>
                </a:cubicBezTo>
                <a:cubicBezTo>
                  <a:pt x="354721" y="38449"/>
                  <a:pt x="361476" y="41153"/>
                  <a:pt x="366763" y="46560"/>
                </a:cubicBezTo>
                <a:cubicBezTo>
                  <a:pt x="372050" y="51965"/>
                  <a:pt x="374693" y="59194"/>
                  <a:pt x="374693" y="68247"/>
                </a:cubicBezTo>
                <a:lnTo>
                  <a:pt x="323988" y="68247"/>
                </a:lnTo>
                <a:moveTo>
                  <a:pt x="323988" y="63601"/>
                </a:moveTo>
                <a:lnTo>
                  <a:pt x="357952" y="63601"/>
                </a:lnTo>
                <a:cubicBezTo>
                  <a:pt x="357685" y="58902"/>
                  <a:pt x="357124" y="55591"/>
                  <a:pt x="356269" y="53669"/>
                </a:cubicBezTo>
                <a:cubicBezTo>
                  <a:pt x="354934" y="50678"/>
                  <a:pt x="352945" y="48328"/>
                  <a:pt x="350302" y="46620"/>
                </a:cubicBezTo>
                <a:cubicBezTo>
                  <a:pt x="347658" y="44911"/>
                  <a:pt x="344895" y="44056"/>
                  <a:pt x="342011" y="44056"/>
                </a:cubicBezTo>
                <a:cubicBezTo>
                  <a:pt x="337579" y="44056"/>
                  <a:pt x="333614" y="45779"/>
                  <a:pt x="330116" y="49223"/>
                </a:cubicBezTo>
                <a:cubicBezTo>
                  <a:pt x="326618" y="52667"/>
                  <a:pt x="324576" y="57460"/>
                  <a:pt x="323988" y="63601"/>
                </a:cubicBezTo>
                <a:close/>
                <a:moveTo>
                  <a:pt x="436316" y="105655"/>
                </a:moveTo>
                <a:cubicBezTo>
                  <a:pt x="432738" y="109393"/>
                  <a:pt x="429241" y="112077"/>
                  <a:pt x="425823" y="113705"/>
                </a:cubicBezTo>
                <a:cubicBezTo>
                  <a:pt x="422405" y="115334"/>
                  <a:pt x="418721" y="116149"/>
                  <a:pt x="414769" y="116149"/>
                </a:cubicBezTo>
                <a:cubicBezTo>
                  <a:pt x="406759" y="116149"/>
                  <a:pt x="399763" y="112805"/>
                  <a:pt x="393782" y="106118"/>
                </a:cubicBezTo>
                <a:cubicBezTo>
                  <a:pt x="387801" y="99430"/>
                  <a:pt x="384810" y="90835"/>
                  <a:pt x="384810" y="80335"/>
                </a:cubicBezTo>
                <a:cubicBezTo>
                  <a:pt x="384810" y="69837"/>
                  <a:pt x="388121" y="60231"/>
                  <a:pt x="394743" y="51518"/>
                </a:cubicBezTo>
                <a:cubicBezTo>
                  <a:pt x="401365" y="42806"/>
                  <a:pt x="409883" y="38449"/>
                  <a:pt x="420296" y="38449"/>
                </a:cubicBezTo>
                <a:cubicBezTo>
                  <a:pt x="426757" y="38449"/>
                  <a:pt x="432098" y="40505"/>
                  <a:pt x="436316" y="44617"/>
                </a:cubicBezTo>
                <a:lnTo>
                  <a:pt x="436316" y="31050"/>
                </a:lnTo>
                <a:cubicBezTo>
                  <a:pt x="436316" y="22631"/>
                  <a:pt x="436116" y="17456"/>
                  <a:pt x="435716" y="15525"/>
                </a:cubicBezTo>
                <a:cubicBezTo>
                  <a:pt x="435315" y="13594"/>
                  <a:pt x="434688" y="12281"/>
                  <a:pt x="433833" y="11585"/>
                </a:cubicBezTo>
                <a:cubicBezTo>
                  <a:pt x="432979" y="10887"/>
                  <a:pt x="431911" y="10538"/>
                  <a:pt x="430629" y="10538"/>
                </a:cubicBezTo>
                <a:cubicBezTo>
                  <a:pt x="429241" y="10538"/>
                  <a:pt x="427398" y="10967"/>
                  <a:pt x="425102" y="11825"/>
                </a:cubicBezTo>
                <a:lnTo>
                  <a:pt x="424061" y="9009"/>
                </a:lnTo>
                <a:lnTo>
                  <a:pt x="445929" y="0"/>
                </a:lnTo>
                <a:lnTo>
                  <a:pt x="449533" y="0"/>
                </a:lnTo>
                <a:lnTo>
                  <a:pt x="449533" y="84829"/>
                </a:lnTo>
                <a:cubicBezTo>
                  <a:pt x="449533" y="93426"/>
                  <a:pt x="449734" y="98673"/>
                  <a:pt x="450134" y="100569"/>
                </a:cubicBezTo>
                <a:cubicBezTo>
                  <a:pt x="450535" y="102464"/>
                  <a:pt x="451175" y="103786"/>
                  <a:pt x="452057" y="104534"/>
                </a:cubicBezTo>
                <a:cubicBezTo>
                  <a:pt x="452938" y="105281"/>
                  <a:pt x="453966" y="105655"/>
                  <a:pt x="455140" y="105655"/>
                </a:cubicBezTo>
                <a:cubicBezTo>
                  <a:pt x="456582" y="105655"/>
                  <a:pt x="458505" y="105201"/>
                  <a:pt x="460908" y="104293"/>
                </a:cubicBezTo>
                <a:lnTo>
                  <a:pt x="461789" y="107097"/>
                </a:lnTo>
                <a:lnTo>
                  <a:pt x="440001" y="116149"/>
                </a:lnTo>
                <a:lnTo>
                  <a:pt x="436316" y="116149"/>
                </a:lnTo>
                <a:lnTo>
                  <a:pt x="436316" y="105655"/>
                </a:lnTo>
                <a:moveTo>
                  <a:pt x="436316" y="100065"/>
                </a:moveTo>
                <a:lnTo>
                  <a:pt x="436316" y="62352"/>
                </a:lnTo>
                <a:cubicBezTo>
                  <a:pt x="435996" y="58729"/>
                  <a:pt x="435035" y="55427"/>
                  <a:pt x="433433" y="52445"/>
                </a:cubicBezTo>
                <a:cubicBezTo>
                  <a:pt x="431831" y="49461"/>
                  <a:pt x="429708" y="47210"/>
                  <a:pt x="427065" y="45693"/>
                </a:cubicBezTo>
                <a:cubicBezTo>
                  <a:pt x="424421" y="44175"/>
                  <a:pt x="421845" y="43416"/>
                  <a:pt x="419335" y="43416"/>
                </a:cubicBezTo>
                <a:cubicBezTo>
                  <a:pt x="414635" y="43416"/>
                  <a:pt x="410443" y="45520"/>
                  <a:pt x="406759" y="49729"/>
                </a:cubicBezTo>
                <a:cubicBezTo>
                  <a:pt x="401899" y="55267"/>
                  <a:pt x="399469" y="63364"/>
                  <a:pt x="399469" y="74017"/>
                </a:cubicBezTo>
                <a:cubicBezTo>
                  <a:pt x="399469" y="84778"/>
                  <a:pt x="401819" y="93021"/>
                  <a:pt x="406518" y="98749"/>
                </a:cubicBezTo>
                <a:cubicBezTo>
                  <a:pt x="411218" y="104474"/>
                  <a:pt x="416451" y="107337"/>
                  <a:pt x="422218" y="107337"/>
                </a:cubicBezTo>
                <a:cubicBezTo>
                  <a:pt x="427078" y="107337"/>
                  <a:pt x="431777" y="104913"/>
                  <a:pt x="436316" y="100065"/>
                </a:cubicBezTo>
                <a:close/>
                <a:moveTo>
                  <a:pt x="528836" y="16341"/>
                </a:moveTo>
                <a:lnTo>
                  <a:pt x="528836" y="40532"/>
                </a:lnTo>
                <a:lnTo>
                  <a:pt x="545978" y="40532"/>
                </a:lnTo>
                <a:lnTo>
                  <a:pt x="545978" y="46139"/>
                </a:lnTo>
                <a:lnTo>
                  <a:pt x="528836" y="46139"/>
                </a:lnTo>
                <a:lnTo>
                  <a:pt x="528836" y="93655"/>
                </a:lnTo>
                <a:cubicBezTo>
                  <a:pt x="528836" y="98403"/>
                  <a:pt x="529516" y="101603"/>
                  <a:pt x="530878" y="103257"/>
                </a:cubicBezTo>
                <a:cubicBezTo>
                  <a:pt x="532240" y="104909"/>
                  <a:pt x="533989" y="105735"/>
                  <a:pt x="536125" y="105735"/>
                </a:cubicBezTo>
                <a:cubicBezTo>
                  <a:pt x="537887" y="105735"/>
                  <a:pt x="539596" y="105188"/>
                  <a:pt x="541251" y="104093"/>
                </a:cubicBezTo>
                <a:cubicBezTo>
                  <a:pt x="542907" y="102998"/>
                  <a:pt x="544189" y="101383"/>
                  <a:pt x="545096" y="99247"/>
                </a:cubicBezTo>
                <a:lnTo>
                  <a:pt x="548220" y="99247"/>
                </a:lnTo>
                <a:cubicBezTo>
                  <a:pt x="546351" y="104495"/>
                  <a:pt x="543708" y="108465"/>
                  <a:pt x="540290" y="111155"/>
                </a:cubicBezTo>
                <a:cubicBezTo>
                  <a:pt x="536873" y="113843"/>
                  <a:pt x="533348" y="115187"/>
                  <a:pt x="529717" y="115187"/>
                </a:cubicBezTo>
                <a:cubicBezTo>
                  <a:pt x="527260" y="115187"/>
                  <a:pt x="524857" y="114506"/>
                  <a:pt x="522507" y="113142"/>
                </a:cubicBezTo>
                <a:cubicBezTo>
                  <a:pt x="520158" y="111779"/>
                  <a:pt x="518422" y="109828"/>
                  <a:pt x="517301" y="107290"/>
                </a:cubicBezTo>
                <a:cubicBezTo>
                  <a:pt x="516179" y="104750"/>
                  <a:pt x="515619" y="100833"/>
                  <a:pt x="515619" y="95540"/>
                </a:cubicBezTo>
                <a:lnTo>
                  <a:pt x="515619" y="46139"/>
                </a:lnTo>
                <a:lnTo>
                  <a:pt x="504004" y="46139"/>
                </a:lnTo>
                <a:lnTo>
                  <a:pt x="504004" y="43496"/>
                </a:lnTo>
                <a:cubicBezTo>
                  <a:pt x="506941" y="42317"/>
                  <a:pt x="509945" y="40322"/>
                  <a:pt x="513015" y="37510"/>
                </a:cubicBezTo>
                <a:cubicBezTo>
                  <a:pt x="516086" y="34699"/>
                  <a:pt x="518823" y="31364"/>
                  <a:pt x="521226" y="27508"/>
                </a:cubicBezTo>
                <a:cubicBezTo>
                  <a:pt x="522454" y="25473"/>
                  <a:pt x="524163" y="21751"/>
                  <a:pt x="526352" y="16341"/>
                </a:cubicBezTo>
                <a:lnTo>
                  <a:pt x="528836" y="16341"/>
                </a:lnTo>
                <a:close/>
                <a:moveTo>
                  <a:pt x="565470" y="68247"/>
                </a:moveTo>
                <a:cubicBezTo>
                  <a:pt x="565416" y="79116"/>
                  <a:pt x="568060" y="87641"/>
                  <a:pt x="573400" y="93823"/>
                </a:cubicBezTo>
                <a:cubicBezTo>
                  <a:pt x="578740" y="100002"/>
                  <a:pt x="585015" y="103092"/>
                  <a:pt x="592224" y="103092"/>
                </a:cubicBezTo>
                <a:cubicBezTo>
                  <a:pt x="597030" y="103092"/>
                  <a:pt x="601209" y="101770"/>
                  <a:pt x="604760" y="99127"/>
                </a:cubicBezTo>
                <a:cubicBezTo>
                  <a:pt x="608311" y="96483"/>
                  <a:pt x="611288" y="91958"/>
                  <a:pt x="613691" y="85549"/>
                </a:cubicBezTo>
                <a:lnTo>
                  <a:pt x="616175" y="87151"/>
                </a:lnTo>
                <a:cubicBezTo>
                  <a:pt x="615053" y="94468"/>
                  <a:pt x="611796" y="101129"/>
                  <a:pt x="606402" y="107137"/>
                </a:cubicBezTo>
                <a:cubicBezTo>
                  <a:pt x="601009" y="113145"/>
                  <a:pt x="594253" y="116149"/>
                  <a:pt x="586136" y="116149"/>
                </a:cubicBezTo>
                <a:cubicBezTo>
                  <a:pt x="577325" y="116149"/>
                  <a:pt x="569782" y="112725"/>
                  <a:pt x="563507" y="105878"/>
                </a:cubicBezTo>
                <a:cubicBezTo>
                  <a:pt x="557233" y="99029"/>
                  <a:pt x="554095" y="89822"/>
                  <a:pt x="554095" y="78258"/>
                </a:cubicBezTo>
                <a:cubicBezTo>
                  <a:pt x="554095" y="65735"/>
                  <a:pt x="557313" y="55970"/>
                  <a:pt x="563748" y="48963"/>
                </a:cubicBezTo>
                <a:cubicBezTo>
                  <a:pt x="570182" y="41954"/>
                  <a:pt x="578259" y="38449"/>
                  <a:pt x="587979" y="38449"/>
                </a:cubicBezTo>
                <a:cubicBezTo>
                  <a:pt x="596202" y="38449"/>
                  <a:pt x="602958" y="41153"/>
                  <a:pt x="608245" y="46560"/>
                </a:cubicBezTo>
                <a:cubicBezTo>
                  <a:pt x="613531" y="51965"/>
                  <a:pt x="616175" y="59194"/>
                  <a:pt x="616175" y="68247"/>
                </a:cubicBezTo>
                <a:lnTo>
                  <a:pt x="565470" y="68247"/>
                </a:lnTo>
                <a:moveTo>
                  <a:pt x="565470" y="63601"/>
                </a:moveTo>
                <a:lnTo>
                  <a:pt x="599433" y="63601"/>
                </a:lnTo>
                <a:cubicBezTo>
                  <a:pt x="599166" y="58902"/>
                  <a:pt x="598606" y="55591"/>
                  <a:pt x="597751" y="53669"/>
                </a:cubicBezTo>
                <a:cubicBezTo>
                  <a:pt x="596416" y="50678"/>
                  <a:pt x="594427" y="48328"/>
                  <a:pt x="591783" y="46620"/>
                </a:cubicBezTo>
                <a:cubicBezTo>
                  <a:pt x="589140" y="44911"/>
                  <a:pt x="586377" y="44056"/>
                  <a:pt x="583493" y="44056"/>
                </a:cubicBezTo>
                <a:cubicBezTo>
                  <a:pt x="579061" y="44056"/>
                  <a:pt x="575095" y="45779"/>
                  <a:pt x="571598" y="49223"/>
                </a:cubicBezTo>
                <a:cubicBezTo>
                  <a:pt x="568100" y="52667"/>
                  <a:pt x="566057" y="57460"/>
                  <a:pt x="565470" y="63601"/>
                </a:cubicBezTo>
                <a:close/>
                <a:moveTo>
                  <a:pt x="623009" y="40532"/>
                </a:moveTo>
                <a:lnTo>
                  <a:pt x="657533" y="40532"/>
                </a:lnTo>
                <a:lnTo>
                  <a:pt x="657533" y="43496"/>
                </a:lnTo>
                <a:cubicBezTo>
                  <a:pt x="655343" y="43496"/>
                  <a:pt x="653808" y="43869"/>
                  <a:pt x="652927" y="44617"/>
                </a:cubicBezTo>
                <a:cubicBezTo>
                  <a:pt x="652046" y="45365"/>
                  <a:pt x="651605" y="46353"/>
                  <a:pt x="651605" y="47581"/>
                </a:cubicBezTo>
                <a:cubicBezTo>
                  <a:pt x="651605" y="48863"/>
                  <a:pt x="652540" y="50838"/>
                  <a:pt x="654409" y="53508"/>
                </a:cubicBezTo>
                <a:cubicBezTo>
                  <a:pt x="654996" y="54363"/>
                  <a:pt x="655877" y="55698"/>
                  <a:pt x="657052" y="57514"/>
                </a:cubicBezTo>
                <a:lnTo>
                  <a:pt x="662259" y="65844"/>
                </a:lnTo>
                <a:lnTo>
                  <a:pt x="668267" y="57514"/>
                </a:lnTo>
                <a:cubicBezTo>
                  <a:pt x="672112" y="52227"/>
                  <a:pt x="674034" y="48889"/>
                  <a:pt x="674034" y="47501"/>
                </a:cubicBezTo>
                <a:cubicBezTo>
                  <a:pt x="674034" y="46379"/>
                  <a:pt x="673580" y="45431"/>
                  <a:pt x="672672" y="44657"/>
                </a:cubicBezTo>
                <a:cubicBezTo>
                  <a:pt x="671764" y="43883"/>
                  <a:pt x="670296" y="43496"/>
                  <a:pt x="668267" y="43496"/>
                </a:cubicBezTo>
                <a:lnTo>
                  <a:pt x="668267" y="40532"/>
                </a:lnTo>
                <a:lnTo>
                  <a:pt x="693098" y="40532"/>
                </a:lnTo>
                <a:lnTo>
                  <a:pt x="693098" y="43496"/>
                </a:lnTo>
                <a:cubicBezTo>
                  <a:pt x="690482" y="43656"/>
                  <a:pt x="688212" y="44377"/>
                  <a:pt x="686290" y="45658"/>
                </a:cubicBezTo>
                <a:cubicBezTo>
                  <a:pt x="683673" y="47474"/>
                  <a:pt x="680095" y="51426"/>
                  <a:pt x="675556" y="57514"/>
                </a:cubicBezTo>
                <a:lnTo>
                  <a:pt x="665543" y="70891"/>
                </a:lnTo>
                <a:lnTo>
                  <a:pt x="683807" y="97112"/>
                </a:lnTo>
                <a:cubicBezTo>
                  <a:pt x="688292" y="103560"/>
                  <a:pt x="691496" y="107437"/>
                  <a:pt x="693419" y="108744"/>
                </a:cubicBezTo>
                <a:cubicBezTo>
                  <a:pt x="695341" y="110049"/>
                  <a:pt x="697824" y="110782"/>
                  <a:pt x="700868" y="110942"/>
                </a:cubicBezTo>
                <a:lnTo>
                  <a:pt x="700868" y="113906"/>
                </a:lnTo>
                <a:lnTo>
                  <a:pt x="666264" y="113906"/>
                </a:lnTo>
                <a:lnTo>
                  <a:pt x="666264" y="110942"/>
                </a:lnTo>
                <a:cubicBezTo>
                  <a:pt x="668667" y="110942"/>
                  <a:pt x="670536" y="110410"/>
                  <a:pt x="671871" y="109345"/>
                </a:cubicBezTo>
                <a:cubicBezTo>
                  <a:pt x="672886" y="108599"/>
                  <a:pt x="673393" y="107613"/>
                  <a:pt x="673393" y="106389"/>
                </a:cubicBezTo>
                <a:cubicBezTo>
                  <a:pt x="673393" y="105164"/>
                  <a:pt x="671684" y="102075"/>
                  <a:pt x="668267" y="97122"/>
                </a:cubicBezTo>
                <a:lnTo>
                  <a:pt x="657533" y="81464"/>
                </a:lnTo>
                <a:lnTo>
                  <a:pt x="645758" y="97122"/>
                </a:lnTo>
                <a:cubicBezTo>
                  <a:pt x="642127" y="101968"/>
                  <a:pt x="640311" y="104844"/>
                  <a:pt x="640311" y="105750"/>
                </a:cubicBezTo>
                <a:cubicBezTo>
                  <a:pt x="640311" y="107029"/>
                  <a:pt x="640912" y="108187"/>
                  <a:pt x="642113" y="109225"/>
                </a:cubicBezTo>
                <a:cubicBezTo>
                  <a:pt x="643315" y="110263"/>
                  <a:pt x="645117" y="110835"/>
                  <a:pt x="647520" y="110942"/>
                </a:cubicBezTo>
                <a:lnTo>
                  <a:pt x="647520" y="113906"/>
                </a:lnTo>
                <a:lnTo>
                  <a:pt x="623569" y="113906"/>
                </a:lnTo>
                <a:lnTo>
                  <a:pt x="623569" y="110942"/>
                </a:lnTo>
                <a:cubicBezTo>
                  <a:pt x="625492" y="110675"/>
                  <a:pt x="627174" y="110009"/>
                  <a:pt x="628616" y="108944"/>
                </a:cubicBezTo>
                <a:cubicBezTo>
                  <a:pt x="630645" y="107399"/>
                  <a:pt x="634063" y="103456"/>
                  <a:pt x="638869" y="97117"/>
                </a:cubicBezTo>
                <a:lnTo>
                  <a:pt x="654249" y="76738"/>
                </a:lnTo>
                <a:lnTo>
                  <a:pt x="640311" y="56552"/>
                </a:lnTo>
                <a:cubicBezTo>
                  <a:pt x="636359" y="50785"/>
                  <a:pt x="633302" y="47167"/>
                  <a:pt x="631139" y="45698"/>
                </a:cubicBezTo>
                <a:cubicBezTo>
                  <a:pt x="628976" y="44230"/>
                  <a:pt x="626266" y="43496"/>
                  <a:pt x="623009" y="43496"/>
                </a:cubicBezTo>
                <a:lnTo>
                  <a:pt x="623009" y="40532"/>
                </a:lnTo>
                <a:close/>
                <a:moveTo>
                  <a:pt x="729305" y="16341"/>
                </a:moveTo>
                <a:lnTo>
                  <a:pt x="729305" y="40532"/>
                </a:lnTo>
                <a:lnTo>
                  <a:pt x="746447" y="40532"/>
                </a:lnTo>
                <a:lnTo>
                  <a:pt x="746447" y="46139"/>
                </a:lnTo>
                <a:lnTo>
                  <a:pt x="729305" y="46139"/>
                </a:lnTo>
                <a:lnTo>
                  <a:pt x="729305" y="93655"/>
                </a:lnTo>
                <a:cubicBezTo>
                  <a:pt x="729305" y="98403"/>
                  <a:pt x="729986" y="101603"/>
                  <a:pt x="731347" y="103257"/>
                </a:cubicBezTo>
                <a:cubicBezTo>
                  <a:pt x="732709" y="104909"/>
                  <a:pt x="734458" y="105735"/>
                  <a:pt x="736594" y="105735"/>
                </a:cubicBezTo>
                <a:cubicBezTo>
                  <a:pt x="738356" y="105735"/>
                  <a:pt x="740065" y="105188"/>
                  <a:pt x="741721" y="104093"/>
                </a:cubicBezTo>
                <a:cubicBezTo>
                  <a:pt x="743376" y="102998"/>
                  <a:pt x="744658" y="101383"/>
                  <a:pt x="745565" y="99247"/>
                </a:cubicBezTo>
                <a:lnTo>
                  <a:pt x="748689" y="99247"/>
                </a:lnTo>
                <a:cubicBezTo>
                  <a:pt x="746820" y="104495"/>
                  <a:pt x="744177" y="108465"/>
                  <a:pt x="740759" y="111155"/>
                </a:cubicBezTo>
                <a:cubicBezTo>
                  <a:pt x="737342" y="113843"/>
                  <a:pt x="733817" y="115187"/>
                  <a:pt x="730186" y="115187"/>
                </a:cubicBezTo>
                <a:cubicBezTo>
                  <a:pt x="727729" y="115187"/>
                  <a:pt x="725326" y="114506"/>
                  <a:pt x="722977" y="113142"/>
                </a:cubicBezTo>
                <a:cubicBezTo>
                  <a:pt x="720627" y="111779"/>
                  <a:pt x="718891" y="109828"/>
                  <a:pt x="717770" y="107290"/>
                </a:cubicBezTo>
                <a:cubicBezTo>
                  <a:pt x="716648" y="104750"/>
                  <a:pt x="716088" y="100833"/>
                  <a:pt x="716088" y="95540"/>
                </a:cubicBezTo>
                <a:lnTo>
                  <a:pt x="716088" y="46139"/>
                </a:lnTo>
                <a:lnTo>
                  <a:pt x="704473" y="46139"/>
                </a:lnTo>
                <a:lnTo>
                  <a:pt x="704473" y="43496"/>
                </a:lnTo>
                <a:cubicBezTo>
                  <a:pt x="707410" y="42317"/>
                  <a:pt x="710414" y="40322"/>
                  <a:pt x="713484" y="37510"/>
                </a:cubicBezTo>
                <a:cubicBezTo>
                  <a:pt x="716555" y="34699"/>
                  <a:pt x="719292" y="31364"/>
                  <a:pt x="721695" y="27508"/>
                </a:cubicBezTo>
                <a:cubicBezTo>
                  <a:pt x="722923" y="25473"/>
                  <a:pt x="724632" y="21751"/>
                  <a:pt x="726821" y="16341"/>
                </a:cubicBezTo>
                <a:lnTo>
                  <a:pt x="729305" y="16341"/>
                </a:lnTo>
                <a:close/>
                <a:moveTo>
                  <a:pt x="813279" y="0"/>
                </a:moveTo>
                <a:cubicBezTo>
                  <a:pt x="815522" y="0"/>
                  <a:pt x="817431" y="792"/>
                  <a:pt x="819007" y="2376"/>
                </a:cubicBezTo>
                <a:cubicBezTo>
                  <a:pt x="820582" y="3958"/>
                  <a:pt x="821370" y="5876"/>
                  <a:pt x="821370" y="8130"/>
                </a:cubicBezTo>
                <a:cubicBezTo>
                  <a:pt x="821370" y="10385"/>
                  <a:pt x="820582" y="12317"/>
                  <a:pt x="819007" y="13928"/>
                </a:cubicBezTo>
                <a:cubicBezTo>
                  <a:pt x="817431" y="15537"/>
                  <a:pt x="815522" y="16341"/>
                  <a:pt x="813279" y="16341"/>
                </a:cubicBezTo>
                <a:cubicBezTo>
                  <a:pt x="811036" y="16341"/>
                  <a:pt x="809114" y="15537"/>
                  <a:pt x="807512" y="13928"/>
                </a:cubicBezTo>
                <a:cubicBezTo>
                  <a:pt x="805910" y="12317"/>
                  <a:pt x="805109" y="10385"/>
                  <a:pt x="805109" y="8130"/>
                </a:cubicBezTo>
                <a:cubicBezTo>
                  <a:pt x="805109" y="5876"/>
                  <a:pt x="805896" y="3958"/>
                  <a:pt x="807472" y="2376"/>
                </a:cubicBezTo>
                <a:cubicBezTo>
                  <a:pt x="809047" y="792"/>
                  <a:pt x="810983" y="0"/>
                  <a:pt x="813279" y="0"/>
                </a:cubicBezTo>
                <a:moveTo>
                  <a:pt x="819928" y="38449"/>
                </a:moveTo>
                <a:lnTo>
                  <a:pt x="819928" y="97274"/>
                </a:lnTo>
                <a:cubicBezTo>
                  <a:pt x="819928" y="101857"/>
                  <a:pt x="820261" y="104908"/>
                  <a:pt x="820929" y="106426"/>
                </a:cubicBezTo>
                <a:cubicBezTo>
                  <a:pt x="821597" y="107945"/>
                  <a:pt x="822584" y="109077"/>
                  <a:pt x="823893" y="109823"/>
                </a:cubicBezTo>
                <a:cubicBezTo>
                  <a:pt x="825201" y="110569"/>
                  <a:pt x="827591" y="110942"/>
                  <a:pt x="831062" y="110942"/>
                </a:cubicBezTo>
                <a:lnTo>
                  <a:pt x="831062" y="113906"/>
                </a:lnTo>
                <a:lnTo>
                  <a:pt x="795416" y="113906"/>
                </a:lnTo>
                <a:lnTo>
                  <a:pt x="795416" y="110942"/>
                </a:lnTo>
                <a:cubicBezTo>
                  <a:pt x="798994" y="110942"/>
                  <a:pt x="801397" y="110596"/>
                  <a:pt x="802626" y="109903"/>
                </a:cubicBezTo>
                <a:cubicBezTo>
                  <a:pt x="803854" y="109211"/>
                  <a:pt x="804828" y="108065"/>
                  <a:pt x="805549" y="106466"/>
                </a:cubicBezTo>
                <a:cubicBezTo>
                  <a:pt x="806270" y="104867"/>
                  <a:pt x="806631" y="101804"/>
                  <a:pt x="806631" y="97274"/>
                </a:cubicBezTo>
                <a:lnTo>
                  <a:pt x="806631" y="69061"/>
                </a:lnTo>
                <a:cubicBezTo>
                  <a:pt x="806631" y="61121"/>
                  <a:pt x="806390" y="55979"/>
                  <a:pt x="805910" y="53636"/>
                </a:cubicBezTo>
                <a:cubicBezTo>
                  <a:pt x="805536" y="51931"/>
                  <a:pt x="804949" y="50745"/>
                  <a:pt x="804148" y="50079"/>
                </a:cubicBezTo>
                <a:cubicBezTo>
                  <a:pt x="803347" y="49413"/>
                  <a:pt x="802252" y="49080"/>
                  <a:pt x="800863" y="49080"/>
                </a:cubicBezTo>
                <a:cubicBezTo>
                  <a:pt x="799368" y="49080"/>
                  <a:pt x="797552" y="49480"/>
                  <a:pt x="795416" y="50279"/>
                </a:cubicBezTo>
                <a:lnTo>
                  <a:pt x="794295" y="47401"/>
                </a:lnTo>
                <a:lnTo>
                  <a:pt x="816403" y="38449"/>
                </a:lnTo>
                <a:lnTo>
                  <a:pt x="819928" y="38449"/>
                </a:lnTo>
                <a:close/>
                <a:moveTo>
                  <a:pt x="861609" y="53989"/>
                </a:moveTo>
                <a:cubicBezTo>
                  <a:pt x="870206" y="43629"/>
                  <a:pt x="878404" y="38449"/>
                  <a:pt x="886200" y="38449"/>
                </a:cubicBezTo>
                <a:cubicBezTo>
                  <a:pt x="890205" y="38449"/>
                  <a:pt x="893650" y="39449"/>
                  <a:pt x="896533" y="41448"/>
                </a:cubicBezTo>
                <a:cubicBezTo>
                  <a:pt x="899417" y="43446"/>
                  <a:pt x="901713" y="46736"/>
                  <a:pt x="903422" y="51318"/>
                </a:cubicBezTo>
                <a:cubicBezTo>
                  <a:pt x="904597" y="54514"/>
                  <a:pt x="905184" y="59416"/>
                  <a:pt x="905184" y="66024"/>
                </a:cubicBezTo>
                <a:lnTo>
                  <a:pt x="905184" y="97274"/>
                </a:lnTo>
                <a:cubicBezTo>
                  <a:pt x="905184" y="101910"/>
                  <a:pt x="905558" y="105054"/>
                  <a:pt x="906306" y="106706"/>
                </a:cubicBezTo>
                <a:cubicBezTo>
                  <a:pt x="906893" y="108038"/>
                  <a:pt x="907841" y="109077"/>
                  <a:pt x="909150" y="109823"/>
                </a:cubicBezTo>
                <a:cubicBezTo>
                  <a:pt x="910458" y="110569"/>
                  <a:pt x="912874" y="110942"/>
                  <a:pt x="916399" y="110942"/>
                </a:cubicBezTo>
                <a:lnTo>
                  <a:pt x="916399" y="113906"/>
                </a:lnTo>
                <a:lnTo>
                  <a:pt x="880112" y="113906"/>
                </a:lnTo>
                <a:lnTo>
                  <a:pt x="880112" y="110942"/>
                </a:lnTo>
                <a:lnTo>
                  <a:pt x="881634" y="110942"/>
                </a:lnTo>
                <a:cubicBezTo>
                  <a:pt x="885052" y="110942"/>
                  <a:pt x="887442" y="110424"/>
                  <a:pt x="888803" y="109387"/>
                </a:cubicBezTo>
                <a:cubicBezTo>
                  <a:pt x="890165" y="108351"/>
                  <a:pt x="891113" y="106824"/>
                  <a:pt x="891647" y="104807"/>
                </a:cubicBezTo>
                <a:cubicBezTo>
                  <a:pt x="891861" y="104009"/>
                  <a:pt x="891968" y="101512"/>
                  <a:pt x="891968" y="97314"/>
                </a:cubicBezTo>
                <a:lnTo>
                  <a:pt x="891968" y="67429"/>
                </a:lnTo>
                <a:cubicBezTo>
                  <a:pt x="891968" y="60789"/>
                  <a:pt x="891100" y="55967"/>
                  <a:pt x="889364" y="52965"/>
                </a:cubicBezTo>
                <a:cubicBezTo>
                  <a:pt x="887629" y="49963"/>
                  <a:pt x="884705" y="48462"/>
                  <a:pt x="880593" y="48462"/>
                </a:cubicBezTo>
                <a:cubicBezTo>
                  <a:pt x="874238" y="48462"/>
                  <a:pt x="867910" y="51916"/>
                  <a:pt x="861609" y="58823"/>
                </a:cubicBezTo>
                <a:lnTo>
                  <a:pt x="861609" y="97314"/>
                </a:lnTo>
                <a:cubicBezTo>
                  <a:pt x="861609" y="102256"/>
                  <a:pt x="861902" y="105311"/>
                  <a:pt x="862490" y="106479"/>
                </a:cubicBezTo>
                <a:cubicBezTo>
                  <a:pt x="863237" y="108019"/>
                  <a:pt x="864265" y="109148"/>
                  <a:pt x="865574" y="109866"/>
                </a:cubicBezTo>
                <a:cubicBezTo>
                  <a:pt x="866882" y="110583"/>
                  <a:pt x="869539" y="110942"/>
                  <a:pt x="873544" y="110942"/>
                </a:cubicBezTo>
                <a:lnTo>
                  <a:pt x="873544" y="113906"/>
                </a:lnTo>
                <a:lnTo>
                  <a:pt x="837258" y="113906"/>
                </a:lnTo>
                <a:lnTo>
                  <a:pt x="837258" y="110942"/>
                </a:lnTo>
                <a:lnTo>
                  <a:pt x="838860" y="110942"/>
                </a:lnTo>
                <a:cubicBezTo>
                  <a:pt x="842598" y="110942"/>
                  <a:pt x="845121" y="109997"/>
                  <a:pt x="846429" y="108106"/>
                </a:cubicBezTo>
                <a:cubicBezTo>
                  <a:pt x="847738" y="106213"/>
                  <a:pt x="848392" y="102603"/>
                  <a:pt x="848392" y="97274"/>
                </a:cubicBezTo>
                <a:lnTo>
                  <a:pt x="848392" y="70100"/>
                </a:lnTo>
                <a:cubicBezTo>
                  <a:pt x="848392" y="61308"/>
                  <a:pt x="848192" y="55954"/>
                  <a:pt x="847791" y="54037"/>
                </a:cubicBezTo>
                <a:cubicBezTo>
                  <a:pt x="847391" y="52118"/>
                  <a:pt x="846776" y="50812"/>
                  <a:pt x="845949" y="50119"/>
                </a:cubicBezTo>
                <a:cubicBezTo>
                  <a:pt x="845121" y="49427"/>
                  <a:pt x="844013" y="49080"/>
                  <a:pt x="842624" y="49080"/>
                </a:cubicBezTo>
                <a:cubicBezTo>
                  <a:pt x="841129" y="49080"/>
                  <a:pt x="839340" y="49480"/>
                  <a:pt x="837258" y="50279"/>
                </a:cubicBezTo>
                <a:lnTo>
                  <a:pt x="836056" y="47401"/>
                </a:lnTo>
                <a:lnTo>
                  <a:pt x="858164" y="38449"/>
                </a:lnTo>
                <a:lnTo>
                  <a:pt x="861609" y="38449"/>
                </a:lnTo>
                <a:lnTo>
                  <a:pt x="861609" y="53989"/>
                </a:lnTo>
                <a:close/>
                <a:moveTo>
                  <a:pt x="943553" y="16341"/>
                </a:moveTo>
                <a:lnTo>
                  <a:pt x="943553" y="40532"/>
                </a:lnTo>
                <a:lnTo>
                  <a:pt x="960695" y="40532"/>
                </a:lnTo>
                <a:lnTo>
                  <a:pt x="960695" y="46139"/>
                </a:lnTo>
                <a:lnTo>
                  <a:pt x="943553" y="46139"/>
                </a:lnTo>
                <a:lnTo>
                  <a:pt x="943553" y="93655"/>
                </a:lnTo>
                <a:cubicBezTo>
                  <a:pt x="943553" y="98403"/>
                  <a:pt x="944234" y="101603"/>
                  <a:pt x="945596" y="103257"/>
                </a:cubicBezTo>
                <a:cubicBezTo>
                  <a:pt x="946957" y="104909"/>
                  <a:pt x="948706" y="105735"/>
                  <a:pt x="950842" y="105735"/>
                </a:cubicBezTo>
                <a:cubicBezTo>
                  <a:pt x="952605" y="105735"/>
                  <a:pt x="954314" y="105188"/>
                  <a:pt x="955969" y="104093"/>
                </a:cubicBezTo>
                <a:cubicBezTo>
                  <a:pt x="957624" y="102998"/>
                  <a:pt x="958906" y="101383"/>
                  <a:pt x="959814" y="99247"/>
                </a:cubicBezTo>
                <a:lnTo>
                  <a:pt x="962938" y="99247"/>
                </a:lnTo>
                <a:cubicBezTo>
                  <a:pt x="961069" y="104495"/>
                  <a:pt x="958425" y="108465"/>
                  <a:pt x="955008" y="111155"/>
                </a:cubicBezTo>
                <a:cubicBezTo>
                  <a:pt x="951590" y="113843"/>
                  <a:pt x="948066" y="115187"/>
                  <a:pt x="944434" y="115187"/>
                </a:cubicBezTo>
                <a:cubicBezTo>
                  <a:pt x="941978" y="115187"/>
                  <a:pt x="939575" y="114506"/>
                  <a:pt x="937225" y="113142"/>
                </a:cubicBezTo>
                <a:cubicBezTo>
                  <a:pt x="934875" y="111779"/>
                  <a:pt x="933140" y="109828"/>
                  <a:pt x="932018" y="107290"/>
                </a:cubicBezTo>
                <a:cubicBezTo>
                  <a:pt x="930897" y="104750"/>
                  <a:pt x="930336" y="100833"/>
                  <a:pt x="930336" y="95540"/>
                </a:cubicBezTo>
                <a:lnTo>
                  <a:pt x="930336" y="46139"/>
                </a:lnTo>
                <a:lnTo>
                  <a:pt x="918721" y="46139"/>
                </a:lnTo>
                <a:lnTo>
                  <a:pt x="918721" y="43496"/>
                </a:lnTo>
                <a:cubicBezTo>
                  <a:pt x="921658" y="42317"/>
                  <a:pt x="924662" y="40322"/>
                  <a:pt x="927733" y="37510"/>
                </a:cubicBezTo>
                <a:cubicBezTo>
                  <a:pt x="930803" y="34699"/>
                  <a:pt x="933540" y="31364"/>
                  <a:pt x="935943" y="27508"/>
                </a:cubicBezTo>
                <a:cubicBezTo>
                  <a:pt x="937172" y="25473"/>
                  <a:pt x="938880" y="21751"/>
                  <a:pt x="941070" y="16341"/>
                </a:cubicBezTo>
                <a:lnTo>
                  <a:pt x="943553" y="16341"/>
                </a:lnTo>
                <a:close/>
                <a:moveTo>
                  <a:pt x="1003737" y="38449"/>
                </a:moveTo>
                <a:cubicBezTo>
                  <a:pt x="1014845" y="38449"/>
                  <a:pt x="1023763" y="42664"/>
                  <a:pt x="1030492" y="51093"/>
                </a:cubicBezTo>
                <a:cubicBezTo>
                  <a:pt x="1036206" y="58294"/>
                  <a:pt x="1039063" y="66563"/>
                  <a:pt x="1039063" y="75900"/>
                </a:cubicBezTo>
                <a:cubicBezTo>
                  <a:pt x="1039063" y="82461"/>
                  <a:pt x="1037487" y="89103"/>
                  <a:pt x="1034337" y="95825"/>
                </a:cubicBezTo>
                <a:cubicBezTo>
                  <a:pt x="1031186" y="102545"/>
                  <a:pt x="1026847" y="107613"/>
                  <a:pt x="1021320" y="111027"/>
                </a:cubicBezTo>
                <a:cubicBezTo>
                  <a:pt x="1015793" y="114441"/>
                  <a:pt x="1009638" y="116149"/>
                  <a:pt x="1002856" y="116149"/>
                </a:cubicBezTo>
                <a:cubicBezTo>
                  <a:pt x="991802" y="116149"/>
                  <a:pt x="983018" y="111747"/>
                  <a:pt x="976503" y="102944"/>
                </a:cubicBezTo>
                <a:cubicBezTo>
                  <a:pt x="971002" y="95530"/>
                  <a:pt x="968252" y="87208"/>
                  <a:pt x="968252" y="77980"/>
                </a:cubicBezTo>
                <a:cubicBezTo>
                  <a:pt x="968252" y="71258"/>
                  <a:pt x="969921" y="64576"/>
                  <a:pt x="973258" y="57934"/>
                </a:cubicBezTo>
                <a:cubicBezTo>
                  <a:pt x="976596" y="51292"/>
                  <a:pt x="980988" y="46384"/>
                  <a:pt x="986435" y="43210"/>
                </a:cubicBezTo>
                <a:cubicBezTo>
                  <a:pt x="991882" y="40036"/>
                  <a:pt x="997650" y="38449"/>
                  <a:pt x="1003737" y="38449"/>
                </a:cubicBezTo>
                <a:moveTo>
                  <a:pt x="1001254" y="43736"/>
                </a:moveTo>
                <a:cubicBezTo>
                  <a:pt x="998424" y="43736"/>
                  <a:pt x="995580" y="44576"/>
                  <a:pt x="992723" y="46257"/>
                </a:cubicBezTo>
                <a:cubicBezTo>
                  <a:pt x="989866" y="47937"/>
                  <a:pt x="987557" y="50884"/>
                  <a:pt x="985795" y="55098"/>
                </a:cubicBezTo>
                <a:cubicBezTo>
                  <a:pt x="984032" y="59312"/>
                  <a:pt x="983151" y="64725"/>
                  <a:pt x="983151" y="71339"/>
                </a:cubicBezTo>
                <a:cubicBezTo>
                  <a:pt x="983151" y="82006"/>
                  <a:pt x="985274" y="91207"/>
                  <a:pt x="989519" y="98942"/>
                </a:cubicBezTo>
                <a:cubicBezTo>
                  <a:pt x="993765" y="106675"/>
                  <a:pt x="999359" y="110541"/>
                  <a:pt x="1006301" y="110541"/>
                </a:cubicBezTo>
                <a:cubicBezTo>
                  <a:pt x="1011481" y="110541"/>
                  <a:pt x="1015753" y="108408"/>
                  <a:pt x="1019117" y="104141"/>
                </a:cubicBezTo>
                <a:cubicBezTo>
                  <a:pt x="1022481" y="99874"/>
                  <a:pt x="1024164" y="92540"/>
                  <a:pt x="1024164" y="82140"/>
                </a:cubicBezTo>
                <a:cubicBezTo>
                  <a:pt x="1024164" y="69125"/>
                  <a:pt x="1021360" y="58884"/>
                  <a:pt x="1015753" y="51416"/>
                </a:cubicBezTo>
                <a:cubicBezTo>
                  <a:pt x="1011961" y="46296"/>
                  <a:pt x="1007128" y="43736"/>
                  <a:pt x="1001254" y="43736"/>
                </a:cubicBezTo>
                <a:close/>
                <a:moveTo>
                  <a:pt x="1087124" y="40532"/>
                </a:moveTo>
                <a:lnTo>
                  <a:pt x="1121649" y="40532"/>
                </a:lnTo>
                <a:lnTo>
                  <a:pt x="1121649" y="43496"/>
                </a:lnTo>
                <a:lnTo>
                  <a:pt x="1119406" y="43496"/>
                </a:lnTo>
                <a:cubicBezTo>
                  <a:pt x="1117323" y="43496"/>
                  <a:pt x="1115734" y="44003"/>
                  <a:pt x="1114640" y="45018"/>
                </a:cubicBezTo>
                <a:cubicBezTo>
                  <a:pt x="1113545" y="46032"/>
                  <a:pt x="1112998" y="47394"/>
                  <a:pt x="1112998" y="49103"/>
                </a:cubicBezTo>
                <a:cubicBezTo>
                  <a:pt x="1112998" y="50972"/>
                  <a:pt x="1113558" y="53188"/>
                  <a:pt x="1114680" y="55751"/>
                </a:cubicBezTo>
                <a:lnTo>
                  <a:pt x="1131741" y="96283"/>
                </a:lnTo>
                <a:lnTo>
                  <a:pt x="1148883" y="54229"/>
                </a:lnTo>
                <a:cubicBezTo>
                  <a:pt x="1150112" y="51239"/>
                  <a:pt x="1150726" y="48969"/>
                  <a:pt x="1150726" y="47421"/>
                </a:cubicBezTo>
                <a:cubicBezTo>
                  <a:pt x="1150726" y="46673"/>
                  <a:pt x="1150512" y="46059"/>
                  <a:pt x="1150085" y="45578"/>
                </a:cubicBezTo>
                <a:cubicBezTo>
                  <a:pt x="1149498" y="44777"/>
                  <a:pt x="1148750" y="44230"/>
                  <a:pt x="1147842" y="43936"/>
                </a:cubicBezTo>
                <a:cubicBezTo>
                  <a:pt x="1146934" y="43642"/>
                  <a:pt x="1145092" y="43496"/>
                  <a:pt x="1142315" y="43496"/>
                </a:cubicBezTo>
                <a:lnTo>
                  <a:pt x="1142315" y="40532"/>
                </a:lnTo>
                <a:lnTo>
                  <a:pt x="1166266" y="40532"/>
                </a:lnTo>
                <a:lnTo>
                  <a:pt x="1166266" y="43496"/>
                </a:lnTo>
                <a:cubicBezTo>
                  <a:pt x="1163489" y="43709"/>
                  <a:pt x="1161566" y="44270"/>
                  <a:pt x="1160498" y="45178"/>
                </a:cubicBezTo>
                <a:cubicBezTo>
                  <a:pt x="1158629" y="46780"/>
                  <a:pt x="1156947" y="49450"/>
                  <a:pt x="1155452" y="53188"/>
                </a:cubicBezTo>
                <a:lnTo>
                  <a:pt x="1129419" y="116149"/>
                </a:lnTo>
                <a:lnTo>
                  <a:pt x="1126134" y="116149"/>
                </a:lnTo>
                <a:lnTo>
                  <a:pt x="1099941" y="54229"/>
                </a:lnTo>
                <a:cubicBezTo>
                  <a:pt x="1098766" y="51346"/>
                  <a:pt x="1097645" y="49276"/>
                  <a:pt x="1096577" y="48021"/>
                </a:cubicBezTo>
                <a:cubicBezTo>
                  <a:pt x="1095508" y="46766"/>
                  <a:pt x="1094147" y="45712"/>
                  <a:pt x="1092491" y="44857"/>
                </a:cubicBezTo>
                <a:cubicBezTo>
                  <a:pt x="1091583" y="44377"/>
                  <a:pt x="1089795" y="43923"/>
                  <a:pt x="1087124" y="43496"/>
                </a:cubicBezTo>
                <a:lnTo>
                  <a:pt x="1087124" y="40532"/>
                </a:lnTo>
                <a:close/>
                <a:moveTo>
                  <a:pt x="1185250" y="68247"/>
                </a:moveTo>
                <a:cubicBezTo>
                  <a:pt x="1185196" y="79116"/>
                  <a:pt x="1187840" y="87641"/>
                  <a:pt x="1193180" y="93823"/>
                </a:cubicBezTo>
                <a:cubicBezTo>
                  <a:pt x="1198520" y="100002"/>
                  <a:pt x="1204795" y="103092"/>
                  <a:pt x="1212004" y="103092"/>
                </a:cubicBezTo>
                <a:cubicBezTo>
                  <a:pt x="1216810" y="103092"/>
                  <a:pt x="1220989" y="101770"/>
                  <a:pt x="1224540" y="99127"/>
                </a:cubicBezTo>
                <a:cubicBezTo>
                  <a:pt x="1228091" y="96483"/>
                  <a:pt x="1231068" y="91958"/>
                  <a:pt x="1233472" y="85549"/>
                </a:cubicBezTo>
                <a:lnTo>
                  <a:pt x="1235955" y="87151"/>
                </a:lnTo>
                <a:cubicBezTo>
                  <a:pt x="1234833" y="94468"/>
                  <a:pt x="1231576" y="101129"/>
                  <a:pt x="1226182" y="107137"/>
                </a:cubicBezTo>
                <a:cubicBezTo>
                  <a:pt x="1220789" y="113145"/>
                  <a:pt x="1214033" y="116149"/>
                  <a:pt x="1205916" y="116149"/>
                </a:cubicBezTo>
                <a:cubicBezTo>
                  <a:pt x="1197105" y="116149"/>
                  <a:pt x="1189562" y="112725"/>
                  <a:pt x="1183287" y="105878"/>
                </a:cubicBezTo>
                <a:cubicBezTo>
                  <a:pt x="1177013" y="99029"/>
                  <a:pt x="1173875" y="89822"/>
                  <a:pt x="1173875" y="78258"/>
                </a:cubicBezTo>
                <a:cubicBezTo>
                  <a:pt x="1173875" y="65735"/>
                  <a:pt x="1177093" y="55970"/>
                  <a:pt x="1183528" y="48963"/>
                </a:cubicBezTo>
                <a:cubicBezTo>
                  <a:pt x="1189963" y="41954"/>
                  <a:pt x="1198040" y="38449"/>
                  <a:pt x="1207759" y="38449"/>
                </a:cubicBezTo>
                <a:cubicBezTo>
                  <a:pt x="1215982" y="38449"/>
                  <a:pt x="1222738" y="41153"/>
                  <a:pt x="1228025" y="46560"/>
                </a:cubicBezTo>
                <a:cubicBezTo>
                  <a:pt x="1233311" y="51965"/>
                  <a:pt x="1235955" y="59194"/>
                  <a:pt x="1235955" y="68247"/>
                </a:cubicBezTo>
                <a:lnTo>
                  <a:pt x="1185250" y="68247"/>
                </a:lnTo>
                <a:moveTo>
                  <a:pt x="1185250" y="63601"/>
                </a:moveTo>
                <a:lnTo>
                  <a:pt x="1219213" y="63601"/>
                </a:lnTo>
                <a:cubicBezTo>
                  <a:pt x="1218946" y="58902"/>
                  <a:pt x="1218386" y="55591"/>
                  <a:pt x="1217531" y="53669"/>
                </a:cubicBezTo>
                <a:cubicBezTo>
                  <a:pt x="1216196" y="50678"/>
                  <a:pt x="1214207" y="48328"/>
                  <a:pt x="1211563" y="46620"/>
                </a:cubicBezTo>
                <a:cubicBezTo>
                  <a:pt x="1208920" y="44911"/>
                  <a:pt x="1206157" y="44056"/>
                  <a:pt x="1203273" y="44056"/>
                </a:cubicBezTo>
                <a:cubicBezTo>
                  <a:pt x="1198841" y="44056"/>
                  <a:pt x="1194875" y="45779"/>
                  <a:pt x="1191378" y="49223"/>
                </a:cubicBezTo>
                <a:cubicBezTo>
                  <a:pt x="1187880" y="52667"/>
                  <a:pt x="1185837" y="57460"/>
                  <a:pt x="1185250" y="63601"/>
                </a:cubicBezTo>
                <a:close/>
                <a:moveTo>
                  <a:pt x="1308073" y="86030"/>
                </a:moveTo>
                <a:cubicBezTo>
                  <a:pt x="1306097" y="95696"/>
                  <a:pt x="1302225" y="103132"/>
                  <a:pt x="1296458" y="108339"/>
                </a:cubicBezTo>
                <a:cubicBezTo>
                  <a:pt x="1290691" y="113545"/>
                  <a:pt x="1284309" y="116149"/>
                  <a:pt x="1277314" y="116149"/>
                </a:cubicBezTo>
                <a:cubicBezTo>
                  <a:pt x="1268983" y="116149"/>
                  <a:pt x="1261720" y="112655"/>
                  <a:pt x="1255526" y="105668"/>
                </a:cubicBezTo>
                <a:cubicBezTo>
                  <a:pt x="1249331" y="98679"/>
                  <a:pt x="1246234" y="89236"/>
                  <a:pt x="1246234" y="77339"/>
                </a:cubicBezTo>
                <a:cubicBezTo>
                  <a:pt x="1246234" y="65816"/>
                  <a:pt x="1249665" y="56454"/>
                  <a:pt x="1256527" y="49253"/>
                </a:cubicBezTo>
                <a:cubicBezTo>
                  <a:pt x="1263389" y="42050"/>
                  <a:pt x="1271626" y="38449"/>
                  <a:pt x="1281239" y="38449"/>
                </a:cubicBezTo>
                <a:cubicBezTo>
                  <a:pt x="1288448" y="38449"/>
                  <a:pt x="1294375" y="40352"/>
                  <a:pt x="1299021" y="44159"/>
                </a:cubicBezTo>
                <a:cubicBezTo>
                  <a:pt x="1303667" y="47964"/>
                  <a:pt x="1305990" y="51916"/>
                  <a:pt x="1305990" y="56014"/>
                </a:cubicBezTo>
                <a:cubicBezTo>
                  <a:pt x="1305990" y="58037"/>
                  <a:pt x="1305336" y="59674"/>
                  <a:pt x="1304028" y="60925"/>
                </a:cubicBezTo>
                <a:cubicBezTo>
                  <a:pt x="1302719" y="62175"/>
                  <a:pt x="1300890" y="62800"/>
                  <a:pt x="1298541" y="62800"/>
                </a:cubicBezTo>
                <a:cubicBezTo>
                  <a:pt x="1295390" y="62800"/>
                  <a:pt x="1293014" y="61786"/>
                  <a:pt x="1291412" y="59756"/>
                </a:cubicBezTo>
                <a:cubicBezTo>
                  <a:pt x="1290504" y="58635"/>
                  <a:pt x="1289903" y="56499"/>
                  <a:pt x="1289609" y="53348"/>
                </a:cubicBezTo>
                <a:cubicBezTo>
                  <a:pt x="1289316" y="50198"/>
                  <a:pt x="1288234" y="47794"/>
                  <a:pt x="1286365" y="46139"/>
                </a:cubicBezTo>
                <a:cubicBezTo>
                  <a:pt x="1284496" y="44537"/>
                  <a:pt x="1281906" y="43736"/>
                  <a:pt x="1278595" y="43736"/>
                </a:cubicBezTo>
                <a:cubicBezTo>
                  <a:pt x="1273255" y="43736"/>
                  <a:pt x="1268956" y="45712"/>
                  <a:pt x="1265699" y="49664"/>
                </a:cubicBezTo>
                <a:cubicBezTo>
                  <a:pt x="1261373" y="54897"/>
                  <a:pt x="1259210" y="61812"/>
                  <a:pt x="1259210" y="70410"/>
                </a:cubicBezTo>
                <a:cubicBezTo>
                  <a:pt x="1259210" y="79168"/>
                  <a:pt x="1261360" y="86898"/>
                  <a:pt x="1265659" y="93600"/>
                </a:cubicBezTo>
                <a:cubicBezTo>
                  <a:pt x="1269957" y="100302"/>
                  <a:pt x="1275765" y="103653"/>
                  <a:pt x="1283081" y="103653"/>
                </a:cubicBezTo>
                <a:cubicBezTo>
                  <a:pt x="1288314" y="103653"/>
                  <a:pt x="1293014" y="101864"/>
                  <a:pt x="1297179" y="98286"/>
                </a:cubicBezTo>
                <a:cubicBezTo>
                  <a:pt x="1300116" y="95829"/>
                  <a:pt x="1302973" y="91370"/>
                  <a:pt x="1305750" y="84909"/>
                </a:cubicBezTo>
                <a:lnTo>
                  <a:pt x="1308073" y="86030"/>
                </a:lnTo>
                <a:close/>
                <a:moveTo>
                  <a:pt x="1339898" y="16341"/>
                </a:moveTo>
                <a:lnTo>
                  <a:pt x="1339898" y="40532"/>
                </a:lnTo>
                <a:lnTo>
                  <a:pt x="1357040" y="40532"/>
                </a:lnTo>
                <a:lnTo>
                  <a:pt x="1357040" y="46139"/>
                </a:lnTo>
                <a:lnTo>
                  <a:pt x="1339898" y="46139"/>
                </a:lnTo>
                <a:lnTo>
                  <a:pt x="1339898" y="93655"/>
                </a:lnTo>
                <a:cubicBezTo>
                  <a:pt x="1339898" y="98403"/>
                  <a:pt x="1340579" y="101603"/>
                  <a:pt x="1341941" y="103257"/>
                </a:cubicBezTo>
                <a:cubicBezTo>
                  <a:pt x="1343303" y="104909"/>
                  <a:pt x="1345052" y="105735"/>
                  <a:pt x="1347188" y="105735"/>
                </a:cubicBezTo>
                <a:cubicBezTo>
                  <a:pt x="1348950" y="105735"/>
                  <a:pt x="1350659" y="105188"/>
                  <a:pt x="1352314" y="104093"/>
                </a:cubicBezTo>
                <a:cubicBezTo>
                  <a:pt x="1353970" y="102998"/>
                  <a:pt x="1355251" y="101383"/>
                  <a:pt x="1356159" y="99247"/>
                </a:cubicBezTo>
                <a:lnTo>
                  <a:pt x="1359283" y="99247"/>
                </a:lnTo>
                <a:cubicBezTo>
                  <a:pt x="1357414" y="104495"/>
                  <a:pt x="1354771" y="108465"/>
                  <a:pt x="1351353" y="111155"/>
                </a:cubicBezTo>
                <a:cubicBezTo>
                  <a:pt x="1347935" y="113843"/>
                  <a:pt x="1344411" y="115187"/>
                  <a:pt x="1340780" y="115187"/>
                </a:cubicBezTo>
                <a:cubicBezTo>
                  <a:pt x="1338323" y="115187"/>
                  <a:pt x="1335920" y="114506"/>
                  <a:pt x="1333570" y="113142"/>
                </a:cubicBezTo>
                <a:cubicBezTo>
                  <a:pt x="1331221" y="111779"/>
                  <a:pt x="1329485" y="109828"/>
                  <a:pt x="1328364" y="107290"/>
                </a:cubicBezTo>
                <a:cubicBezTo>
                  <a:pt x="1327242" y="104750"/>
                  <a:pt x="1326681" y="100833"/>
                  <a:pt x="1326681" y="95540"/>
                </a:cubicBezTo>
                <a:lnTo>
                  <a:pt x="1326681" y="46139"/>
                </a:lnTo>
                <a:lnTo>
                  <a:pt x="1315067" y="46139"/>
                </a:lnTo>
                <a:lnTo>
                  <a:pt x="1315067" y="43496"/>
                </a:lnTo>
                <a:cubicBezTo>
                  <a:pt x="1318004" y="42317"/>
                  <a:pt x="1321008" y="40322"/>
                  <a:pt x="1324078" y="37510"/>
                </a:cubicBezTo>
                <a:cubicBezTo>
                  <a:pt x="1327149" y="34699"/>
                  <a:pt x="1329886" y="31364"/>
                  <a:pt x="1332289" y="27508"/>
                </a:cubicBezTo>
                <a:cubicBezTo>
                  <a:pt x="1333517" y="25473"/>
                  <a:pt x="1335226" y="21751"/>
                  <a:pt x="1337415" y="16341"/>
                </a:cubicBezTo>
                <a:lnTo>
                  <a:pt x="1339898" y="16341"/>
                </a:lnTo>
                <a:close/>
                <a:moveTo>
                  <a:pt x="1400083" y="38449"/>
                </a:moveTo>
                <a:cubicBezTo>
                  <a:pt x="1411191" y="38449"/>
                  <a:pt x="1420109" y="42664"/>
                  <a:pt x="1426837" y="51093"/>
                </a:cubicBezTo>
                <a:cubicBezTo>
                  <a:pt x="1432551" y="58294"/>
                  <a:pt x="1435408" y="66563"/>
                  <a:pt x="1435408" y="75900"/>
                </a:cubicBezTo>
                <a:cubicBezTo>
                  <a:pt x="1435408" y="82461"/>
                  <a:pt x="1433833" y="89103"/>
                  <a:pt x="1430682" y="95825"/>
                </a:cubicBezTo>
                <a:cubicBezTo>
                  <a:pt x="1427531" y="102545"/>
                  <a:pt x="1423193" y="107613"/>
                  <a:pt x="1417666" y="111027"/>
                </a:cubicBezTo>
                <a:cubicBezTo>
                  <a:pt x="1412138" y="114441"/>
                  <a:pt x="1405984" y="116149"/>
                  <a:pt x="1399202" y="116149"/>
                </a:cubicBezTo>
                <a:cubicBezTo>
                  <a:pt x="1388148" y="116149"/>
                  <a:pt x="1379363" y="111747"/>
                  <a:pt x="1372848" y="102944"/>
                </a:cubicBezTo>
                <a:cubicBezTo>
                  <a:pt x="1367348" y="95530"/>
                  <a:pt x="1364598" y="87208"/>
                  <a:pt x="1364598" y="77980"/>
                </a:cubicBezTo>
                <a:cubicBezTo>
                  <a:pt x="1364598" y="71258"/>
                  <a:pt x="1366266" y="64576"/>
                  <a:pt x="1369604" y="57934"/>
                </a:cubicBezTo>
                <a:cubicBezTo>
                  <a:pt x="1372942" y="51292"/>
                  <a:pt x="1377334" y="46384"/>
                  <a:pt x="1382781" y="43210"/>
                </a:cubicBezTo>
                <a:cubicBezTo>
                  <a:pt x="1388228" y="40036"/>
                  <a:pt x="1393995" y="38449"/>
                  <a:pt x="1400083" y="38449"/>
                </a:cubicBezTo>
                <a:moveTo>
                  <a:pt x="1397600" y="43736"/>
                </a:moveTo>
                <a:cubicBezTo>
                  <a:pt x="1394770" y="43736"/>
                  <a:pt x="1391926" y="44576"/>
                  <a:pt x="1389069" y="46257"/>
                </a:cubicBezTo>
                <a:cubicBezTo>
                  <a:pt x="1386212" y="47937"/>
                  <a:pt x="1383902" y="50884"/>
                  <a:pt x="1382140" y="55098"/>
                </a:cubicBezTo>
                <a:cubicBezTo>
                  <a:pt x="1380378" y="59312"/>
                  <a:pt x="1379497" y="64725"/>
                  <a:pt x="1379497" y="71339"/>
                </a:cubicBezTo>
                <a:cubicBezTo>
                  <a:pt x="1379497" y="82006"/>
                  <a:pt x="1381619" y="91207"/>
                  <a:pt x="1385865" y="98942"/>
                </a:cubicBezTo>
                <a:cubicBezTo>
                  <a:pt x="1390110" y="106675"/>
                  <a:pt x="1395704" y="110541"/>
                  <a:pt x="1402646" y="110541"/>
                </a:cubicBezTo>
                <a:cubicBezTo>
                  <a:pt x="1407826" y="110541"/>
                  <a:pt x="1412098" y="108408"/>
                  <a:pt x="1415463" y="104141"/>
                </a:cubicBezTo>
                <a:cubicBezTo>
                  <a:pt x="1418827" y="99874"/>
                  <a:pt x="1420509" y="92540"/>
                  <a:pt x="1420509" y="82140"/>
                </a:cubicBezTo>
                <a:cubicBezTo>
                  <a:pt x="1420509" y="69125"/>
                  <a:pt x="1417706" y="58884"/>
                  <a:pt x="1412098" y="51416"/>
                </a:cubicBezTo>
                <a:cubicBezTo>
                  <a:pt x="1408307" y="46296"/>
                  <a:pt x="1403474" y="43736"/>
                  <a:pt x="1397600" y="43736"/>
                </a:cubicBezTo>
                <a:close/>
                <a:moveTo>
                  <a:pt x="1467689" y="38449"/>
                </a:moveTo>
                <a:lnTo>
                  <a:pt x="1467689" y="54950"/>
                </a:lnTo>
                <a:cubicBezTo>
                  <a:pt x="1473831" y="43950"/>
                  <a:pt x="1480132" y="38449"/>
                  <a:pt x="1486594" y="38449"/>
                </a:cubicBezTo>
                <a:cubicBezTo>
                  <a:pt x="1489531" y="38449"/>
                  <a:pt x="1491960" y="39344"/>
                  <a:pt x="1493883" y="41133"/>
                </a:cubicBezTo>
                <a:cubicBezTo>
                  <a:pt x="1495805" y="42922"/>
                  <a:pt x="1496767" y="44991"/>
                  <a:pt x="1496767" y="47341"/>
                </a:cubicBezTo>
                <a:cubicBezTo>
                  <a:pt x="1496767" y="49423"/>
                  <a:pt x="1496072" y="51185"/>
                  <a:pt x="1494684" y="52627"/>
                </a:cubicBezTo>
                <a:cubicBezTo>
                  <a:pt x="1493295" y="54069"/>
                  <a:pt x="1491640" y="54790"/>
                  <a:pt x="1489718" y="54790"/>
                </a:cubicBezTo>
                <a:cubicBezTo>
                  <a:pt x="1487849" y="54790"/>
                  <a:pt x="1485752" y="53869"/>
                  <a:pt x="1483430" y="52027"/>
                </a:cubicBezTo>
                <a:cubicBezTo>
                  <a:pt x="1481107" y="50184"/>
                  <a:pt x="1479384" y="49263"/>
                  <a:pt x="1478263" y="49263"/>
                </a:cubicBezTo>
                <a:cubicBezTo>
                  <a:pt x="1477302" y="49263"/>
                  <a:pt x="1476260" y="49795"/>
                  <a:pt x="1475139" y="50860"/>
                </a:cubicBezTo>
                <a:cubicBezTo>
                  <a:pt x="1472736" y="53045"/>
                  <a:pt x="1470253" y="56640"/>
                  <a:pt x="1467689" y="61646"/>
                </a:cubicBezTo>
                <a:lnTo>
                  <a:pt x="1467689" y="96721"/>
                </a:lnTo>
                <a:cubicBezTo>
                  <a:pt x="1467689" y="100768"/>
                  <a:pt x="1468197" y="103830"/>
                  <a:pt x="1469211" y="105908"/>
                </a:cubicBezTo>
                <a:cubicBezTo>
                  <a:pt x="1469906" y="107346"/>
                  <a:pt x="1471134" y="108546"/>
                  <a:pt x="1472896" y="109505"/>
                </a:cubicBezTo>
                <a:cubicBezTo>
                  <a:pt x="1474658" y="110463"/>
                  <a:pt x="1477195" y="110942"/>
                  <a:pt x="1480506" y="110942"/>
                </a:cubicBezTo>
                <a:lnTo>
                  <a:pt x="1480506" y="113906"/>
                </a:lnTo>
                <a:lnTo>
                  <a:pt x="1442938" y="113906"/>
                </a:lnTo>
                <a:lnTo>
                  <a:pt x="1442938" y="110942"/>
                </a:lnTo>
                <a:cubicBezTo>
                  <a:pt x="1446676" y="110942"/>
                  <a:pt x="1449453" y="110356"/>
                  <a:pt x="1451268" y="109185"/>
                </a:cubicBezTo>
                <a:cubicBezTo>
                  <a:pt x="1452603" y="108332"/>
                  <a:pt x="1453538" y="106973"/>
                  <a:pt x="1454072" y="105107"/>
                </a:cubicBezTo>
                <a:cubicBezTo>
                  <a:pt x="1454339" y="104201"/>
                  <a:pt x="1454472" y="101617"/>
                  <a:pt x="1454472" y="97355"/>
                </a:cubicBezTo>
                <a:lnTo>
                  <a:pt x="1454472" y="68981"/>
                </a:lnTo>
                <a:cubicBezTo>
                  <a:pt x="1454472" y="60455"/>
                  <a:pt x="1454299" y="55380"/>
                  <a:pt x="1453952" y="53756"/>
                </a:cubicBezTo>
                <a:cubicBezTo>
                  <a:pt x="1453605" y="52131"/>
                  <a:pt x="1452964" y="50945"/>
                  <a:pt x="1452029" y="50199"/>
                </a:cubicBezTo>
                <a:cubicBezTo>
                  <a:pt x="1451095" y="49453"/>
                  <a:pt x="1449933" y="49080"/>
                  <a:pt x="1448545" y="49080"/>
                </a:cubicBezTo>
                <a:cubicBezTo>
                  <a:pt x="1446889" y="49080"/>
                  <a:pt x="1445020" y="49480"/>
                  <a:pt x="1442938" y="50279"/>
                </a:cubicBezTo>
                <a:lnTo>
                  <a:pt x="1442137" y="47401"/>
                </a:lnTo>
                <a:lnTo>
                  <a:pt x="1464325" y="38449"/>
                </a:lnTo>
                <a:lnTo>
                  <a:pt x="1467689" y="38449"/>
                </a:lnTo>
                <a:close/>
                <a:moveTo>
                  <a:pt x="1548270" y="38449"/>
                </a:moveTo>
                <a:lnTo>
                  <a:pt x="1548270" y="63281"/>
                </a:lnTo>
                <a:lnTo>
                  <a:pt x="1545627" y="63281"/>
                </a:lnTo>
                <a:cubicBezTo>
                  <a:pt x="1543598" y="55493"/>
                  <a:pt x="1540994" y="50195"/>
                  <a:pt x="1537817" y="47388"/>
                </a:cubicBezTo>
                <a:cubicBezTo>
                  <a:pt x="1534640" y="44580"/>
                  <a:pt x="1530594" y="43175"/>
                  <a:pt x="1525681" y="43175"/>
                </a:cubicBezTo>
                <a:cubicBezTo>
                  <a:pt x="1521943" y="43175"/>
                  <a:pt x="1518926" y="44162"/>
                  <a:pt x="1516630" y="46137"/>
                </a:cubicBezTo>
                <a:cubicBezTo>
                  <a:pt x="1514334" y="48109"/>
                  <a:pt x="1513185" y="50296"/>
                  <a:pt x="1513185" y="52697"/>
                </a:cubicBezTo>
                <a:cubicBezTo>
                  <a:pt x="1513185" y="55685"/>
                  <a:pt x="1514040" y="58245"/>
                  <a:pt x="1515749" y="60377"/>
                </a:cubicBezTo>
                <a:cubicBezTo>
                  <a:pt x="1517404" y="62565"/>
                  <a:pt x="1520768" y="64885"/>
                  <a:pt x="1525842" y="67339"/>
                </a:cubicBezTo>
                <a:lnTo>
                  <a:pt x="1537537" y="73021"/>
                </a:lnTo>
                <a:cubicBezTo>
                  <a:pt x="1548377" y="78301"/>
                  <a:pt x="1553797" y="85262"/>
                  <a:pt x="1553797" y="93905"/>
                </a:cubicBezTo>
                <a:cubicBezTo>
                  <a:pt x="1553797" y="100572"/>
                  <a:pt x="1551274" y="105946"/>
                  <a:pt x="1546228" y="110028"/>
                </a:cubicBezTo>
                <a:cubicBezTo>
                  <a:pt x="1541181" y="114108"/>
                  <a:pt x="1535534" y="116149"/>
                  <a:pt x="1529286" y="116149"/>
                </a:cubicBezTo>
                <a:cubicBezTo>
                  <a:pt x="1524800" y="116149"/>
                  <a:pt x="1519674" y="115348"/>
                  <a:pt x="1513906" y="113745"/>
                </a:cubicBezTo>
                <a:cubicBezTo>
                  <a:pt x="1512144" y="113211"/>
                  <a:pt x="1510702" y="112944"/>
                  <a:pt x="1509581" y="112944"/>
                </a:cubicBezTo>
                <a:cubicBezTo>
                  <a:pt x="1508353" y="112944"/>
                  <a:pt x="1507391" y="113639"/>
                  <a:pt x="1506697" y="115027"/>
                </a:cubicBezTo>
                <a:lnTo>
                  <a:pt x="1504054" y="115027"/>
                </a:lnTo>
                <a:lnTo>
                  <a:pt x="1504054" y="88754"/>
                </a:lnTo>
                <a:lnTo>
                  <a:pt x="1506697" y="88754"/>
                </a:lnTo>
                <a:cubicBezTo>
                  <a:pt x="1508192" y="96256"/>
                  <a:pt x="1511049" y="101910"/>
                  <a:pt x="1515268" y="105715"/>
                </a:cubicBezTo>
                <a:cubicBezTo>
                  <a:pt x="1519487" y="109520"/>
                  <a:pt x="1524213" y="111423"/>
                  <a:pt x="1529446" y="111423"/>
                </a:cubicBezTo>
                <a:cubicBezTo>
                  <a:pt x="1533131" y="111423"/>
                  <a:pt x="1536135" y="110343"/>
                  <a:pt x="1538458" y="108183"/>
                </a:cubicBezTo>
                <a:cubicBezTo>
                  <a:pt x="1540781" y="106022"/>
                  <a:pt x="1541942" y="103421"/>
                  <a:pt x="1541942" y="100381"/>
                </a:cubicBezTo>
                <a:cubicBezTo>
                  <a:pt x="1541942" y="96700"/>
                  <a:pt x="1540647" y="93606"/>
                  <a:pt x="1538057" y="91099"/>
                </a:cubicBezTo>
                <a:cubicBezTo>
                  <a:pt x="1535467" y="88592"/>
                  <a:pt x="1530301" y="85419"/>
                  <a:pt x="1522557" y="81579"/>
                </a:cubicBezTo>
                <a:cubicBezTo>
                  <a:pt x="1514814" y="77738"/>
                  <a:pt x="1509741" y="74270"/>
                  <a:pt x="1507338" y="71176"/>
                </a:cubicBezTo>
                <a:cubicBezTo>
                  <a:pt x="1504935" y="68135"/>
                  <a:pt x="1503733" y="64295"/>
                  <a:pt x="1503733" y="59654"/>
                </a:cubicBezTo>
                <a:cubicBezTo>
                  <a:pt x="1503733" y="53626"/>
                  <a:pt x="1505803" y="48585"/>
                  <a:pt x="1509941" y="44532"/>
                </a:cubicBezTo>
                <a:cubicBezTo>
                  <a:pt x="1514080" y="40477"/>
                  <a:pt x="1519433" y="38449"/>
                  <a:pt x="1526002" y="38449"/>
                </a:cubicBezTo>
                <a:cubicBezTo>
                  <a:pt x="1528885" y="38449"/>
                  <a:pt x="1532383" y="39063"/>
                  <a:pt x="1536495" y="40292"/>
                </a:cubicBezTo>
                <a:cubicBezTo>
                  <a:pt x="1539219" y="41093"/>
                  <a:pt x="1541034" y="41493"/>
                  <a:pt x="1541942" y="41493"/>
                </a:cubicBezTo>
                <a:cubicBezTo>
                  <a:pt x="1542797" y="41493"/>
                  <a:pt x="1543464" y="41306"/>
                  <a:pt x="1543945" y="40932"/>
                </a:cubicBezTo>
                <a:cubicBezTo>
                  <a:pt x="1544425" y="40559"/>
                  <a:pt x="1544986" y="39731"/>
                  <a:pt x="1545627" y="38449"/>
                </a:cubicBezTo>
                <a:lnTo>
                  <a:pt x="1548270" y="38449"/>
                </a:lnTo>
                <a:close/>
                <a:moveTo>
                  <a:pt x="1580046" y="98366"/>
                </a:moveTo>
                <a:cubicBezTo>
                  <a:pt x="1582555" y="98366"/>
                  <a:pt x="1584665" y="99234"/>
                  <a:pt x="1586374" y="100969"/>
                </a:cubicBezTo>
                <a:cubicBezTo>
                  <a:pt x="1588082" y="102705"/>
                  <a:pt x="1588937" y="104801"/>
                  <a:pt x="1588937" y="107257"/>
                </a:cubicBezTo>
                <a:cubicBezTo>
                  <a:pt x="1588937" y="109714"/>
                  <a:pt x="1588069" y="111810"/>
                  <a:pt x="1586334" y="113545"/>
                </a:cubicBezTo>
                <a:cubicBezTo>
                  <a:pt x="1584598" y="115281"/>
                  <a:pt x="1582502" y="116149"/>
                  <a:pt x="1580046" y="116149"/>
                </a:cubicBezTo>
                <a:cubicBezTo>
                  <a:pt x="1577589" y="116149"/>
                  <a:pt x="1575493" y="115281"/>
                  <a:pt x="1573758" y="113545"/>
                </a:cubicBezTo>
                <a:cubicBezTo>
                  <a:pt x="1572022" y="111810"/>
                  <a:pt x="1571154" y="109714"/>
                  <a:pt x="1571154" y="107257"/>
                </a:cubicBezTo>
                <a:cubicBezTo>
                  <a:pt x="1571154" y="104747"/>
                  <a:pt x="1572022" y="102638"/>
                  <a:pt x="1573758" y="100929"/>
                </a:cubicBezTo>
                <a:cubicBezTo>
                  <a:pt x="1575493" y="99220"/>
                  <a:pt x="1577589" y="98366"/>
                  <a:pt x="1580046" y="98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V">
            <a:extLst xmlns:a="http://schemas.openxmlformats.org/drawingml/2006/main">
              <a:ext uri="{FF2B5EF4-FFF2-40B4-BE49-F238E27FC236}">
                <a16:creationId xmlns:a16="http://schemas.microsoft.com/office/drawing/2014/main" id="{2F68AABB-85C9-4E8E-821F-2CE2C88A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505" y="1930639"/>
            <a:ext cx="115027" cy="111022"/>
          </a:xfrm>
          <a:custGeom xmlns:a="http://schemas.openxmlformats.org/drawingml/2006/main">
            <a:pathLst>
              <a:path w="115027" h="111022">
                <a:moveTo>
                  <a:pt x="115027" y="0"/>
                </a:moveTo>
                <a:lnTo>
                  <a:pt x="115027" y="2964"/>
                </a:lnTo>
                <a:cubicBezTo>
                  <a:pt x="111182" y="3658"/>
                  <a:pt x="108272" y="4885"/>
                  <a:pt x="106296" y="6646"/>
                </a:cubicBezTo>
                <a:cubicBezTo>
                  <a:pt x="103466" y="9261"/>
                  <a:pt x="100956" y="13263"/>
                  <a:pt x="98766" y="18651"/>
                </a:cubicBezTo>
                <a:lnTo>
                  <a:pt x="60878" y="111022"/>
                </a:lnTo>
                <a:lnTo>
                  <a:pt x="57914" y="111022"/>
                </a:lnTo>
                <a:lnTo>
                  <a:pt x="17222" y="17452"/>
                </a:lnTo>
                <a:cubicBezTo>
                  <a:pt x="15139" y="12650"/>
                  <a:pt x="13671" y="9714"/>
                  <a:pt x="12816" y="8646"/>
                </a:cubicBezTo>
                <a:cubicBezTo>
                  <a:pt x="11481" y="6992"/>
                  <a:pt x="9839" y="5699"/>
                  <a:pt x="7890" y="4766"/>
                </a:cubicBezTo>
                <a:cubicBezTo>
                  <a:pt x="5941" y="3832"/>
                  <a:pt x="3311" y="3231"/>
                  <a:pt x="0" y="2964"/>
                </a:cubicBezTo>
                <a:lnTo>
                  <a:pt x="0" y="0"/>
                </a:lnTo>
                <a:lnTo>
                  <a:pt x="44377" y="0"/>
                </a:lnTo>
                <a:lnTo>
                  <a:pt x="44377" y="2964"/>
                </a:lnTo>
                <a:cubicBezTo>
                  <a:pt x="39357" y="3444"/>
                  <a:pt x="36100" y="4299"/>
                  <a:pt x="34604" y="5527"/>
                </a:cubicBezTo>
                <a:cubicBezTo>
                  <a:pt x="33109" y="6754"/>
                  <a:pt x="32361" y="8327"/>
                  <a:pt x="32361" y="10248"/>
                </a:cubicBezTo>
                <a:cubicBezTo>
                  <a:pt x="32361" y="12917"/>
                  <a:pt x="33590" y="17079"/>
                  <a:pt x="36046" y="22734"/>
                </a:cubicBezTo>
                <a:lnTo>
                  <a:pt x="63681" y="86368"/>
                </a:lnTo>
                <a:lnTo>
                  <a:pt x="89314" y="23535"/>
                </a:lnTo>
                <a:cubicBezTo>
                  <a:pt x="91824" y="17346"/>
                  <a:pt x="93079" y="13050"/>
                  <a:pt x="93079" y="10649"/>
                </a:cubicBezTo>
                <a:cubicBezTo>
                  <a:pt x="93079" y="9100"/>
                  <a:pt x="92305" y="7619"/>
                  <a:pt x="90756" y="6205"/>
                </a:cubicBezTo>
                <a:cubicBezTo>
                  <a:pt x="89207" y="4792"/>
                  <a:pt x="86591" y="3792"/>
                  <a:pt x="82906" y="3204"/>
                </a:cubicBezTo>
                <a:cubicBezTo>
                  <a:pt x="82639" y="3151"/>
                  <a:pt x="82185" y="3071"/>
                  <a:pt x="81544" y="2964"/>
                </a:cubicBezTo>
                <a:lnTo>
                  <a:pt x="81544" y="0"/>
                </a:lnTo>
                <a:lnTo>
                  <a:pt x="1150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ectorsofparagraphs">
            <a:extLst xmlns:a="http://schemas.openxmlformats.org/drawingml/2006/main">
              <a:ext uri="{FF2B5EF4-FFF2-40B4-BE49-F238E27FC236}">
                <a16:creationId xmlns:a16="http://schemas.microsoft.com/office/drawing/2014/main" id="{E534B8AF-4533-4259-8DBC-3BDEA1FC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439" y="1925352"/>
            <a:ext cx="1318288" cy="149311"/>
          </a:xfrm>
          <a:custGeom xmlns:a="http://schemas.openxmlformats.org/drawingml/2006/main">
            <a:pathLst>
              <a:path w="1318288" h="149311">
                <a:moveTo>
                  <a:pt x="11375" y="68247"/>
                </a:moveTo>
                <a:cubicBezTo>
                  <a:pt x="11321" y="79116"/>
                  <a:pt x="13965" y="87641"/>
                  <a:pt x="19305" y="93823"/>
                </a:cubicBezTo>
                <a:cubicBezTo>
                  <a:pt x="24645" y="100002"/>
                  <a:pt x="30920" y="103092"/>
                  <a:pt x="38129" y="103092"/>
                </a:cubicBezTo>
                <a:cubicBezTo>
                  <a:pt x="42935" y="103092"/>
                  <a:pt x="47114" y="101770"/>
                  <a:pt x="50665" y="99127"/>
                </a:cubicBezTo>
                <a:cubicBezTo>
                  <a:pt x="54216" y="96483"/>
                  <a:pt x="57193" y="91958"/>
                  <a:pt x="59596" y="85549"/>
                </a:cubicBezTo>
                <a:lnTo>
                  <a:pt x="62079" y="87151"/>
                </a:lnTo>
                <a:cubicBezTo>
                  <a:pt x="60958" y="94468"/>
                  <a:pt x="57700" y="101129"/>
                  <a:pt x="52307" y="107137"/>
                </a:cubicBezTo>
                <a:cubicBezTo>
                  <a:pt x="46913" y="113145"/>
                  <a:pt x="40158" y="116149"/>
                  <a:pt x="32041" y="116149"/>
                </a:cubicBezTo>
                <a:cubicBezTo>
                  <a:pt x="23230" y="116149"/>
                  <a:pt x="15687" y="112725"/>
                  <a:pt x="9412" y="105878"/>
                </a:cubicBezTo>
                <a:cubicBezTo>
                  <a:pt x="3137" y="99029"/>
                  <a:pt x="0" y="89822"/>
                  <a:pt x="0" y="78258"/>
                </a:cubicBezTo>
                <a:cubicBezTo>
                  <a:pt x="0" y="65735"/>
                  <a:pt x="3217" y="55970"/>
                  <a:pt x="9652" y="48963"/>
                </a:cubicBezTo>
                <a:cubicBezTo>
                  <a:pt x="16087" y="41954"/>
                  <a:pt x="24164" y="38449"/>
                  <a:pt x="33883" y="38449"/>
                </a:cubicBezTo>
                <a:cubicBezTo>
                  <a:pt x="42107" y="38449"/>
                  <a:pt x="48863" y="41153"/>
                  <a:pt x="54149" y="46560"/>
                </a:cubicBezTo>
                <a:cubicBezTo>
                  <a:pt x="59436" y="51965"/>
                  <a:pt x="62079" y="59194"/>
                  <a:pt x="62079" y="68247"/>
                </a:cubicBezTo>
                <a:lnTo>
                  <a:pt x="11375" y="68247"/>
                </a:lnTo>
                <a:moveTo>
                  <a:pt x="11375" y="63601"/>
                </a:moveTo>
                <a:lnTo>
                  <a:pt x="45338" y="63601"/>
                </a:lnTo>
                <a:cubicBezTo>
                  <a:pt x="45071" y="58902"/>
                  <a:pt x="44510" y="55591"/>
                  <a:pt x="43656" y="53669"/>
                </a:cubicBezTo>
                <a:cubicBezTo>
                  <a:pt x="42321" y="50678"/>
                  <a:pt x="40332" y="48328"/>
                  <a:pt x="37688" y="46620"/>
                </a:cubicBezTo>
                <a:cubicBezTo>
                  <a:pt x="35045" y="44911"/>
                  <a:pt x="32281" y="44056"/>
                  <a:pt x="29398" y="44056"/>
                </a:cubicBezTo>
                <a:cubicBezTo>
                  <a:pt x="24965" y="44056"/>
                  <a:pt x="21000" y="45779"/>
                  <a:pt x="17502" y="49223"/>
                </a:cubicBezTo>
                <a:cubicBezTo>
                  <a:pt x="14005" y="52667"/>
                  <a:pt x="11962" y="57460"/>
                  <a:pt x="11375" y="63601"/>
                </a:cubicBezTo>
                <a:close/>
                <a:moveTo>
                  <a:pt x="134196" y="86030"/>
                </a:moveTo>
                <a:cubicBezTo>
                  <a:pt x="132220" y="95696"/>
                  <a:pt x="128349" y="103132"/>
                  <a:pt x="122581" y="108339"/>
                </a:cubicBezTo>
                <a:cubicBezTo>
                  <a:pt x="116814" y="113545"/>
                  <a:pt x="110432" y="116149"/>
                  <a:pt x="103437" y="116149"/>
                </a:cubicBezTo>
                <a:cubicBezTo>
                  <a:pt x="95106" y="116149"/>
                  <a:pt x="87844" y="112655"/>
                  <a:pt x="81649" y="105668"/>
                </a:cubicBezTo>
                <a:cubicBezTo>
                  <a:pt x="75454" y="98679"/>
                  <a:pt x="72357" y="89236"/>
                  <a:pt x="72357" y="77339"/>
                </a:cubicBezTo>
                <a:cubicBezTo>
                  <a:pt x="72357" y="65816"/>
                  <a:pt x="75788" y="56454"/>
                  <a:pt x="82650" y="49253"/>
                </a:cubicBezTo>
                <a:cubicBezTo>
                  <a:pt x="89512" y="42050"/>
                  <a:pt x="97750" y="38449"/>
                  <a:pt x="107362" y="38449"/>
                </a:cubicBezTo>
                <a:cubicBezTo>
                  <a:pt x="114571" y="38449"/>
                  <a:pt x="120499" y="40352"/>
                  <a:pt x="125145" y="44159"/>
                </a:cubicBezTo>
                <a:cubicBezTo>
                  <a:pt x="129791" y="47964"/>
                  <a:pt x="132113" y="51916"/>
                  <a:pt x="132113" y="56014"/>
                </a:cubicBezTo>
                <a:cubicBezTo>
                  <a:pt x="132113" y="58037"/>
                  <a:pt x="131459" y="59674"/>
                  <a:pt x="130151" y="60925"/>
                </a:cubicBezTo>
                <a:cubicBezTo>
                  <a:pt x="128843" y="62175"/>
                  <a:pt x="127014" y="62800"/>
                  <a:pt x="124664" y="62800"/>
                </a:cubicBezTo>
                <a:cubicBezTo>
                  <a:pt x="121513" y="62800"/>
                  <a:pt x="119137" y="61786"/>
                  <a:pt x="117535" y="59756"/>
                </a:cubicBezTo>
                <a:cubicBezTo>
                  <a:pt x="116627" y="58635"/>
                  <a:pt x="116026" y="56499"/>
                  <a:pt x="115733" y="53348"/>
                </a:cubicBezTo>
                <a:cubicBezTo>
                  <a:pt x="115439" y="50198"/>
                  <a:pt x="114357" y="47794"/>
                  <a:pt x="112488" y="46139"/>
                </a:cubicBezTo>
                <a:cubicBezTo>
                  <a:pt x="110619" y="44537"/>
                  <a:pt x="108029" y="43736"/>
                  <a:pt x="104718" y="43736"/>
                </a:cubicBezTo>
                <a:cubicBezTo>
                  <a:pt x="99378" y="43736"/>
                  <a:pt x="95079" y="45712"/>
                  <a:pt x="91822" y="49664"/>
                </a:cubicBezTo>
                <a:cubicBezTo>
                  <a:pt x="87496" y="54897"/>
                  <a:pt x="85334" y="61812"/>
                  <a:pt x="85334" y="70410"/>
                </a:cubicBezTo>
                <a:cubicBezTo>
                  <a:pt x="85334" y="79168"/>
                  <a:pt x="87483" y="86898"/>
                  <a:pt x="91782" y="93600"/>
                </a:cubicBezTo>
                <a:cubicBezTo>
                  <a:pt x="96081" y="100302"/>
                  <a:pt x="101888" y="103653"/>
                  <a:pt x="109204" y="103653"/>
                </a:cubicBezTo>
                <a:cubicBezTo>
                  <a:pt x="114438" y="103653"/>
                  <a:pt x="119137" y="101864"/>
                  <a:pt x="123302" y="98286"/>
                </a:cubicBezTo>
                <a:cubicBezTo>
                  <a:pt x="126239" y="95829"/>
                  <a:pt x="129096" y="91370"/>
                  <a:pt x="131873" y="84909"/>
                </a:cubicBezTo>
                <a:lnTo>
                  <a:pt x="134196" y="86030"/>
                </a:lnTo>
                <a:close/>
                <a:moveTo>
                  <a:pt x="166023" y="16341"/>
                </a:moveTo>
                <a:lnTo>
                  <a:pt x="166023" y="40532"/>
                </a:lnTo>
                <a:lnTo>
                  <a:pt x="183165" y="40532"/>
                </a:lnTo>
                <a:lnTo>
                  <a:pt x="183165" y="46139"/>
                </a:lnTo>
                <a:lnTo>
                  <a:pt x="166023" y="46139"/>
                </a:lnTo>
                <a:lnTo>
                  <a:pt x="166023" y="93655"/>
                </a:lnTo>
                <a:cubicBezTo>
                  <a:pt x="166023" y="98403"/>
                  <a:pt x="166704" y="101603"/>
                  <a:pt x="168065" y="103257"/>
                </a:cubicBezTo>
                <a:cubicBezTo>
                  <a:pt x="169427" y="104909"/>
                  <a:pt x="171176" y="105735"/>
                  <a:pt x="173312" y="105735"/>
                </a:cubicBezTo>
                <a:cubicBezTo>
                  <a:pt x="175074" y="105735"/>
                  <a:pt x="176783" y="105188"/>
                  <a:pt x="178439" y="104093"/>
                </a:cubicBezTo>
                <a:cubicBezTo>
                  <a:pt x="180094" y="102998"/>
                  <a:pt x="181376" y="101383"/>
                  <a:pt x="182284" y="99247"/>
                </a:cubicBezTo>
                <a:lnTo>
                  <a:pt x="185408" y="99247"/>
                </a:lnTo>
                <a:cubicBezTo>
                  <a:pt x="183539" y="104495"/>
                  <a:pt x="180895" y="108465"/>
                  <a:pt x="177477" y="111155"/>
                </a:cubicBezTo>
                <a:cubicBezTo>
                  <a:pt x="174060" y="113843"/>
                  <a:pt x="170535" y="115187"/>
                  <a:pt x="166904" y="115187"/>
                </a:cubicBezTo>
                <a:cubicBezTo>
                  <a:pt x="164447" y="115187"/>
                  <a:pt x="162044" y="114506"/>
                  <a:pt x="159695" y="113142"/>
                </a:cubicBezTo>
                <a:cubicBezTo>
                  <a:pt x="157345" y="111779"/>
                  <a:pt x="155609" y="109828"/>
                  <a:pt x="154488" y="107290"/>
                </a:cubicBezTo>
                <a:cubicBezTo>
                  <a:pt x="153367" y="104750"/>
                  <a:pt x="152806" y="100833"/>
                  <a:pt x="152806" y="95540"/>
                </a:cubicBezTo>
                <a:lnTo>
                  <a:pt x="152806" y="46139"/>
                </a:lnTo>
                <a:lnTo>
                  <a:pt x="141191" y="46139"/>
                </a:lnTo>
                <a:lnTo>
                  <a:pt x="141191" y="43496"/>
                </a:lnTo>
                <a:cubicBezTo>
                  <a:pt x="144128" y="42317"/>
                  <a:pt x="147132" y="40322"/>
                  <a:pt x="150203" y="37510"/>
                </a:cubicBezTo>
                <a:cubicBezTo>
                  <a:pt x="153273" y="34699"/>
                  <a:pt x="156010" y="31364"/>
                  <a:pt x="158413" y="27508"/>
                </a:cubicBezTo>
                <a:cubicBezTo>
                  <a:pt x="159641" y="25473"/>
                  <a:pt x="161350" y="21751"/>
                  <a:pt x="163540" y="16341"/>
                </a:cubicBezTo>
                <a:lnTo>
                  <a:pt x="166023" y="16341"/>
                </a:lnTo>
                <a:close/>
                <a:moveTo>
                  <a:pt x="226207" y="38449"/>
                </a:moveTo>
                <a:cubicBezTo>
                  <a:pt x="237314" y="38449"/>
                  <a:pt x="246232" y="42664"/>
                  <a:pt x="252961" y="51093"/>
                </a:cubicBezTo>
                <a:cubicBezTo>
                  <a:pt x="258675" y="58294"/>
                  <a:pt x="261532" y="66563"/>
                  <a:pt x="261532" y="75900"/>
                </a:cubicBezTo>
                <a:cubicBezTo>
                  <a:pt x="261532" y="82461"/>
                  <a:pt x="259956" y="89103"/>
                  <a:pt x="256806" y="95825"/>
                </a:cubicBezTo>
                <a:cubicBezTo>
                  <a:pt x="253655" y="102545"/>
                  <a:pt x="249316" y="107613"/>
                  <a:pt x="243789" y="111027"/>
                </a:cubicBezTo>
                <a:cubicBezTo>
                  <a:pt x="238262" y="114441"/>
                  <a:pt x="232107" y="116149"/>
                  <a:pt x="225325" y="116149"/>
                </a:cubicBezTo>
                <a:cubicBezTo>
                  <a:pt x="214271" y="116149"/>
                  <a:pt x="205487" y="111747"/>
                  <a:pt x="198972" y="102944"/>
                </a:cubicBezTo>
                <a:cubicBezTo>
                  <a:pt x="193471" y="95530"/>
                  <a:pt x="190721" y="87208"/>
                  <a:pt x="190721" y="77980"/>
                </a:cubicBezTo>
                <a:cubicBezTo>
                  <a:pt x="190721" y="71258"/>
                  <a:pt x="192390" y="64576"/>
                  <a:pt x="195728" y="57934"/>
                </a:cubicBezTo>
                <a:cubicBezTo>
                  <a:pt x="199065" y="51292"/>
                  <a:pt x="203457" y="46384"/>
                  <a:pt x="208904" y="43210"/>
                </a:cubicBezTo>
                <a:cubicBezTo>
                  <a:pt x="214351" y="40036"/>
                  <a:pt x="220119" y="38449"/>
                  <a:pt x="226207" y="38449"/>
                </a:cubicBezTo>
                <a:moveTo>
                  <a:pt x="223723" y="43736"/>
                </a:moveTo>
                <a:cubicBezTo>
                  <a:pt x="220893" y="43736"/>
                  <a:pt x="218049" y="44576"/>
                  <a:pt x="215192" y="46257"/>
                </a:cubicBezTo>
                <a:cubicBezTo>
                  <a:pt x="212336" y="47937"/>
                  <a:pt x="210026" y="50884"/>
                  <a:pt x="208264" y="55098"/>
                </a:cubicBezTo>
                <a:cubicBezTo>
                  <a:pt x="206501" y="59312"/>
                  <a:pt x="205620" y="64725"/>
                  <a:pt x="205620" y="71339"/>
                </a:cubicBezTo>
                <a:cubicBezTo>
                  <a:pt x="205620" y="82006"/>
                  <a:pt x="207743" y="91207"/>
                  <a:pt x="211988" y="98942"/>
                </a:cubicBezTo>
                <a:cubicBezTo>
                  <a:pt x="216234" y="106675"/>
                  <a:pt x="221828" y="110541"/>
                  <a:pt x="228770" y="110541"/>
                </a:cubicBezTo>
                <a:cubicBezTo>
                  <a:pt x="233950" y="110541"/>
                  <a:pt x="238222" y="108408"/>
                  <a:pt x="241586" y="104141"/>
                </a:cubicBezTo>
                <a:cubicBezTo>
                  <a:pt x="244951" y="99874"/>
                  <a:pt x="246633" y="92540"/>
                  <a:pt x="246633" y="82140"/>
                </a:cubicBezTo>
                <a:cubicBezTo>
                  <a:pt x="246633" y="69125"/>
                  <a:pt x="243829" y="58884"/>
                  <a:pt x="238222" y="51416"/>
                </a:cubicBezTo>
                <a:cubicBezTo>
                  <a:pt x="234430" y="46296"/>
                  <a:pt x="229598" y="43736"/>
                  <a:pt x="223723" y="43736"/>
                </a:cubicBezTo>
                <a:close/>
                <a:moveTo>
                  <a:pt x="293813" y="38449"/>
                </a:moveTo>
                <a:lnTo>
                  <a:pt x="293813" y="54950"/>
                </a:lnTo>
                <a:cubicBezTo>
                  <a:pt x="299954" y="43950"/>
                  <a:pt x="306256" y="38449"/>
                  <a:pt x="312717" y="38449"/>
                </a:cubicBezTo>
                <a:cubicBezTo>
                  <a:pt x="315655" y="38449"/>
                  <a:pt x="318084" y="39344"/>
                  <a:pt x="320007" y="41133"/>
                </a:cubicBezTo>
                <a:cubicBezTo>
                  <a:pt x="321929" y="42922"/>
                  <a:pt x="322890" y="44991"/>
                  <a:pt x="322890" y="47341"/>
                </a:cubicBezTo>
                <a:cubicBezTo>
                  <a:pt x="322890" y="49423"/>
                  <a:pt x="322196" y="51185"/>
                  <a:pt x="320808" y="52627"/>
                </a:cubicBezTo>
                <a:cubicBezTo>
                  <a:pt x="319419" y="54069"/>
                  <a:pt x="317764" y="54790"/>
                  <a:pt x="315841" y="54790"/>
                </a:cubicBezTo>
                <a:cubicBezTo>
                  <a:pt x="313972" y="54790"/>
                  <a:pt x="311876" y="53869"/>
                  <a:pt x="309553" y="52027"/>
                </a:cubicBezTo>
                <a:cubicBezTo>
                  <a:pt x="307230" y="50184"/>
                  <a:pt x="305508" y="49263"/>
                  <a:pt x="304387" y="49263"/>
                </a:cubicBezTo>
                <a:cubicBezTo>
                  <a:pt x="303426" y="49263"/>
                  <a:pt x="302384" y="49795"/>
                  <a:pt x="301263" y="50860"/>
                </a:cubicBezTo>
                <a:cubicBezTo>
                  <a:pt x="298860" y="53045"/>
                  <a:pt x="296377" y="56640"/>
                  <a:pt x="293813" y="61646"/>
                </a:cubicBezTo>
                <a:lnTo>
                  <a:pt x="293813" y="96721"/>
                </a:lnTo>
                <a:cubicBezTo>
                  <a:pt x="293813" y="100768"/>
                  <a:pt x="294321" y="103830"/>
                  <a:pt x="295335" y="105908"/>
                </a:cubicBezTo>
                <a:cubicBezTo>
                  <a:pt x="296029" y="107346"/>
                  <a:pt x="297258" y="108546"/>
                  <a:pt x="299020" y="109505"/>
                </a:cubicBezTo>
                <a:cubicBezTo>
                  <a:pt x="300782" y="110463"/>
                  <a:pt x="303319" y="110942"/>
                  <a:pt x="306630" y="110942"/>
                </a:cubicBezTo>
                <a:lnTo>
                  <a:pt x="306630" y="113906"/>
                </a:lnTo>
                <a:lnTo>
                  <a:pt x="269062" y="113906"/>
                </a:lnTo>
                <a:lnTo>
                  <a:pt x="269062" y="110942"/>
                </a:lnTo>
                <a:cubicBezTo>
                  <a:pt x="272800" y="110942"/>
                  <a:pt x="275577" y="110356"/>
                  <a:pt x="277392" y="109185"/>
                </a:cubicBezTo>
                <a:cubicBezTo>
                  <a:pt x="278727" y="108332"/>
                  <a:pt x="279662" y="106973"/>
                  <a:pt x="280196" y="105107"/>
                </a:cubicBezTo>
                <a:cubicBezTo>
                  <a:pt x="280463" y="104201"/>
                  <a:pt x="280596" y="101617"/>
                  <a:pt x="280596" y="97355"/>
                </a:cubicBezTo>
                <a:lnTo>
                  <a:pt x="280596" y="68981"/>
                </a:lnTo>
                <a:cubicBezTo>
                  <a:pt x="280596" y="60455"/>
                  <a:pt x="280423" y="55380"/>
                  <a:pt x="280076" y="53756"/>
                </a:cubicBezTo>
                <a:cubicBezTo>
                  <a:pt x="279729" y="52131"/>
                  <a:pt x="279088" y="50945"/>
                  <a:pt x="278153" y="50199"/>
                </a:cubicBezTo>
                <a:cubicBezTo>
                  <a:pt x="277219" y="49453"/>
                  <a:pt x="276057" y="49080"/>
                  <a:pt x="274669" y="49080"/>
                </a:cubicBezTo>
                <a:cubicBezTo>
                  <a:pt x="273013" y="49080"/>
                  <a:pt x="271144" y="49480"/>
                  <a:pt x="269062" y="50279"/>
                </a:cubicBezTo>
                <a:lnTo>
                  <a:pt x="268261" y="47401"/>
                </a:lnTo>
                <a:lnTo>
                  <a:pt x="290449" y="38449"/>
                </a:lnTo>
                <a:lnTo>
                  <a:pt x="293813" y="38449"/>
                </a:lnTo>
                <a:close/>
                <a:moveTo>
                  <a:pt x="374395" y="38449"/>
                </a:moveTo>
                <a:lnTo>
                  <a:pt x="374395" y="63281"/>
                </a:lnTo>
                <a:lnTo>
                  <a:pt x="371751" y="63281"/>
                </a:lnTo>
                <a:cubicBezTo>
                  <a:pt x="369722" y="55493"/>
                  <a:pt x="367119" y="50195"/>
                  <a:pt x="363941" y="47388"/>
                </a:cubicBezTo>
                <a:cubicBezTo>
                  <a:pt x="360764" y="44580"/>
                  <a:pt x="356719" y="43175"/>
                  <a:pt x="351806" y="43175"/>
                </a:cubicBezTo>
                <a:cubicBezTo>
                  <a:pt x="348068" y="43175"/>
                  <a:pt x="345050" y="44162"/>
                  <a:pt x="342754" y="46137"/>
                </a:cubicBezTo>
                <a:cubicBezTo>
                  <a:pt x="340458" y="48109"/>
                  <a:pt x="339310" y="50296"/>
                  <a:pt x="339310" y="52697"/>
                </a:cubicBezTo>
                <a:cubicBezTo>
                  <a:pt x="339310" y="55685"/>
                  <a:pt x="340164" y="58245"/>
                  <a:pt x="341873" y="60377"/>
                </a:cubicBezTo>
                <a:cubicBezTo>
                  <a:pt x="343529" y="62565"/>
                  <a:pt x="346893" y="64885"/>
                  <a:pt x="351966" y="67339"/>
                </a:cubicBezTo>
                <a:lnTo>
                  <a:pt x="363661" y="73021"/>
                </a:lnTo>
                <a:cubicBezTo>
                  <a:pt x="374502" y="78301"/>
                  <a:pt x="379922" y="85262"/>
                  <a:pt x="379922" y="93905"/>
                </a:cubicBezTo>
                <a:cubicBezTo>
                  <a:pt x="379922" y="100572"/>
                  <a:pt x="377399" y="105946"/>
                  <a:pt x="372352" y="110028"/>
                </a:cubicBezTo>
                <a:cubicBezTo>
                  <a:pt x="367306" y="114108"/>
                  <a:pt x="361658" y="116149"/>
                  <a:pt x="355410" y="116149"/>
                </a:cubicBezTo>
                <a:cubicBezTo>
                  <a:pt x="350925" y="116149"/>
                  <a:pt x="345798" y="115348"/>
                  <a:pt x="340031" y="113745"/>
                </a:cubicBezTo>
                <a:cubicBezTo>
                  <a:pt x="338268" y="113211"/>
                  <a:pt x="336827" y="112944"/>
                  <a:pt x="335705" y="112944"/>
                </a:cubicBezTo>
                <a:cubicBezTo>
                  <a:pt x="334477" y="112944"/>
                  <a:pt x="333516" y="113639"/>
                  <a:pt x="332822" y="115027"/>
                </a:cubicBezTo>
                <a:lnTo>
                  <a:pt x="330178" y="115027"/>
                </a:lnTo>
                <a:lnTo>
                  <a:pt x="330178" y="88754"/>
                </a:lnTo>
                <a:lnTo>
                  <a:pt x="332822" y="88754"/>
                </a:lnTo>
                <a:cubicBezTo>
                  <a:pt x="334317" y="96256"/>
                  <a:pt x="337174" y="101910"/>
                  <a:pt x="341392" y="105715"/>
                </a:cubicBezTo>
                <a:cubicBezTo>
                  <a:pt x="345611" y="109520"/>
                  <a:pt x="350337" y="111423"/>
                  <a:pt x="355571" y="111423"/>
                </a:cubicBezTo>
                <a:cubicBezTo>
                  <a:pt x="359255" y="111423"/>
                  <a:pt x="362259" y="110343"/>
                  <a:pt x="364582" y="108183"/>
                </a:cubicBezTo>
                <a:cubicBezTo>
                  <a:pt x="366905" y="106022"/>
                  <a:pt x="368067" y="103421"/>
                  <a:pt x="368067" y="100381"/>
                </a:cubicBezTo>
                <a:cubicBezTo>
                  <a:pt x="368067" y="96700"/>
                  <a:pt x="366772" y="93606"/>
                  <a:pt x="364182" y="91099"/>
                </a:cubicBezTo>
                <a:cubicBezTo>
                  <a:pt x="361592" y="88592"/>
                  <a:pt x="356425" y="85419"/>
                  <a:pt x="348682" y="81579"/>
                </a:cubicBezTo>
                <a:cubicBezTo>
                  <a:pt x="340939" y="77738"/>
                  <a:pt x="335865" y="74270"/>
                  <a:pt x="333462" y="71176"/>
                </a:cubicBezTo>
                <a:cubicBezTo>
                  <a:pt x="331059" y="68135"/>
                  <a:pt x="329858" y="64295"/>
                  <a:pt x="329858" y="59654"/>
                </a:cubicBezTo>
                <a:cubicBezTo>
                  <a:pt x="329858" y="53626"/>
                  <a:pt x="331927" y="48585"/>
                  <a:pt x="336066" y="44532"/>
                </a:cubicBezTo>
                <a:cubicBezTo>
                  <a:pt x="340204" y="40477"/>
                  <a:pt x="345558" y="38449"/>
                  <a:pt x="352126" y="38449"/>
                </a:cubicBezTo>
                <a:cubicBezTo>
                  <a:pt x="355010" y="38449"/>
                  <a:pt x="358508" y="39063"/>
                  <a:pt x="362620" y="40292"/>
                </a:cubicBezTo>
                <a:cubicBezTo>
                  <a:pt x="365343" y="41093"/>
                  <a:pt x="367159" y="41493"/>
                  <a:pt x="368067" y="41493"/>
                </a:cubicBezTo>
                <a:cubicBezTo>
                  <a:pt x="368921" y="41493"/>
                  <a:pt x="369589" y="41306"/>
                  <a:pt x="370069" y="40932"/>
                </a:cubicBezTo>
                <a:cubicBezTo>
                  <a:pt x="370550" y="40559"/>
                  <a:pt x="371110" y="39731"/>
                  <a:pt x="371751" y="38449"/>
                </a:cubicBezTo>
                <a:lnTo>
                  <a:pt x="374395" y="38449"/>
                </a:lnTo>
                <a:close/>
                <a:moveTo>
                  <a:pt x="467688" y="38449"/>
                </a:moveTo>
                <a:cubicBezTo>
                  <a:pt x="478796" y="38449"/>
                  <a:pt x="487714" y="42664"/>
                  <a:pt x="494443" y="51093"/>
                </a:cubicBezTo>
                <a:cubicBezTo>
                  <a:pt x="500157" y="58294"/>
                  <a:pt x="503014" y="66563"/>
                  <a:pt x="503014" y="75900"/>
                </a:cubicBezTo>
                <a:cubicBezTo>
                  <a:pt x="503014" y="82461"/>
                  <a:pt x="501438" y="89103"/>
                  <a:pt x="498288" y="95825"/>
                </a:cubicBezTo>
                <a:cubicBezTo>
                  <a:pt x="495137" y="102545"/>
                  <a:pt x="490798" y="107613"/>
                  <a:pt x="485271" y="111027"/>
                </a:cubicBezTo>
                <a:cubicBezTo>
                  <a:pt x="479744" y="114441"/>
                  <a:pt x="473589" y="116149"/>
                  <a:pt x="466807" y="116149"/>
                </a:cubicBezTo>
                <a:cubicBezTo>
                  <a:pt x="455753" y="116149"/>
                  <a:pt x="446969" y="111747"/>
                  <a:pt x="440454" y="102944"/>
                </a:cubicBezTo>
                <a:cubicBezTo>
                  <a:pt x="434953" y="95530"/>
                  <a:pt x="432203" y="87208"/>
                  <a:pt x="432203" y="77980"/>
                </a:cubicBezTo>
                <a:cubicBezTo>
                  <a:pt x="432203" y="71258"/>
                  <a:pt x="433872" y="64576"/>
                  <a:pt x="437209" y="57934"/>
                </a:cubicBezTo>
                <a:cubicBezTo>
                  <a:pt x="440547" y="51292"/>
                  <a:pt x="444939" y="46384"/>
                  <a:pt x="450386" y="43210"/>
                </a:cubicBezTo>
                <a:cubicBezTo>
                  <a:pt x="455833" y="40036"/>
                  <a:pt x="461601" y="38449"/>
                  <a:pt x="467688" y="38449"/>
                </a:cubicBezTo>
                <a:moveTo>
                  <a:pt x="465205" y="43736"/>
                </a:moveTo>
                <a:cubicBezTo>
                  <a:pt x="462375" y="43736"/>
                  <a:pt x="459531" y="44576"/>
                  <a:pt x="456674" y="46257"/>
                </a:cubicBezTo>
                <a:cubicBezTo>
                  <a:pt x="453817" y="47937"/>
                  <a:pt x="451508" y="50884"/>
                  <a:pt x="449746" y="55098"/>
                </a:cubicBezTo>
                <a:cubicBezTo>
                  <a:pt x="447983" y="59312"/>
                  <a:pt x="447102" y="64725"/>
                  <a:pt x="447102" y="71339"/>
                </a:cubicBezTo>
                <a:cubicBezTo>
                  <a:pt x="447102" y="82006"/>
                  <a:pt x="449225" y="91207"/>
                  <a:pt x="453470" y="98942"/>
                </a:cubicBezTo>
                <a:cubicBezTo>
                  <a:pt x="457716" y="106675"/>
                  <a:pt x="463310" y="110541"/>
                  <a:pt x="470252" y="110541"/>
                </a:cubicBezTo>
                <a:cubicBezTo>
                  <a:pt x="475432" y="110541"/>
                  <a:pt x="479704" y="108408"/>
                  <a:pt x="483068" y="104141"/>
                </a:cubicBezTo>
                <a:cubicBezTo>
                  <a:pt x="486432" y="99874"/>
                  <a:pt x="488115" y="92540"/>
                  <a:pt x="488115" y="82140"/>
                </a:cubicBezTo>
                <a:cubicBezTo>
                  <a:pt x="488115" y="69125"/>
                  <a:pt x="485311" y="58884"/>
                  <a:pt x="479704" y="51416"/>
                </a:cubicBezTo>
                <a:cubicBezTo>
                  <a:pt x="475912" y="46296"/>
                  <a:pt x="471079" y="43736"/>
                  <a:pt x="465205" y="43736"/>
                </a:cubicBezTo>
                <a:close/>
                <a:moveTo>
                  <a:pt x="542504" y="46139"/>
                </a:moveTo>
                <a:lnTo>
                  <a:pt x="542504" y="94421"/>
                </a:lnTo>
                <a:cubicBezTo>
                  <a:pt x="542504" y="101265"/>
                  <a:pt x="543252" y="105595"/>
                  <a:pt x="544747" y="107412"/>
                </a:cubicBezTo>
                <a:cubicBezTo>
                  <a:pt x="546723" y="109765"/>
                  <a:pt x="549366" y="110942"/>
                  <a:pt x="552677" y="110942"/>
                </a:cubicBezTo>
                <a:lnTo>
                  <a:pt x="559326" y="110942"/>
                </a:lnTo>
                <a:lnTo>
                  <a:pt x="559326" y="113906"/>
                </a:lnTo>
                <a:lnTo>
                  <a:pt x="515510" y="113906"/>
                </a:lnTo>
                <a:lnTo>
                  <a:pt x="515510" y="110942"/>
                </a:lnTo>
                <a:lnTo>
                  <a:pt x="518794" y="110942"/>
                </a:lnTo>
                <a:cubicBezTo>
                  <a:pt x="520930" y="110942"/>
                  <a:pt x="522879" y="110407"/>
                  <a:pt x="524641" y="109337"/>
                </a:cubicBezTo>
                <a:cubicBezTo>
                  <a:pt x="526403" y="108268"/>
                  <a:pt x="527618" y="106824"/>
                  <a:pt x="528286" y="105007"/>
                </a:cubicBezTo>
                <a:cubicBezTo>
                  <a:pt x="528953" y="103189"/>
                  <a:pt x="529287" y="99661"/>
                  <a:pt x="529287" y="94421"/>
                </a:cubicBezTo>
                <a:lnTo>
                  <a:pt x="529287" y="46139"/>
                </a:lnTo>
                <a:lnTo>
                  <a:pt x="515029" y="46139"/>
                </a:lnTo>
                <a:lnTo>
                  <a:pt x="515029" y="40532"/>
                </a:lnTo>
                <a:lnTo>
                  <a:pt x="529287" y="40532"/>
                </a:lnTo>
                <a:lnTo>
                  <a:pt x="529287" y="35706"/>
                </a:lnTo>
                <a:cubicBezTo>
                  <a:pt x="529287" y="28361"/>
                  <a:pt x="530462" y="22142"/>
                  <a:pt x="532812" y="17049"/>
                </a:cubicBezTo>
                <a:cubicBezTo>
                  <a:pt x="535161" y="11956"/>
                  <a:pt x="538753" y="7842"/>
                  <a:pt x="543585" y="4706"/>
                </a:cubicBezTo>
                <a:cubicBezTo>
                  <a:pt x="548418" y="1569"/>
                  <a:pt x="553852" y="0"/>
                  <a:pt x="559886" y="0"/>
                </a:cubicBezTo>
                <a:cubicBezTo>
                  <a:pt x="565493" y="0"/>
                  <a:pt x="570647" y="1816"/>
                  <a:pt x="575346" y="5447"/>
                </a:cubicBezTo>
                <a:cubicBezTo>
                  <a:pt x="578443" y="7850"/>
                  <a:pt x="579992" y="10547"/>
                  <a:pt x="579992" y="13537"/>
                </a:cubicBezTo>
                <a:cubicBezTo>
                  <a:pt x="579992" y="15139"/>
                  <a:pt x="579298" y="16648"/>
                  <a:pt x="577909" y="18063"/>
                </a:cubicBezTo>
                <a:cubicBezTo>
                  <a:pt x="576521" y="19478"/>
                  <a:pt x="575026" y="20186"/>
                  <a:pt x="573424" y="20186"/>
                </a:cubicBezTo>
                <a:cubicBezTo>
                  <a:pt x="572195" y="20186"/>
                  <a:pt x="570900" y="19740"/>
                  <a:pt x="569539" y="18849"/>
                </a:cubicBezTo>
                <a:cubicBezTo>
                  <a:pt x="568177" y="17958"/>
                  <a:pt x="566508" y="16041"/>
                  <a:pt x="564532" y="13099"/>
                </a:cubicBezTo>
                <a:cubicBezTo>
                  <a:pt x="562556" y="10157"/>
                  <a:pt x="560741" y="8173"/>
                  <a:pt x="559085" y="7147"/>
                </a:cubicBezTo>
                <a:cubicBezTo>
                  <a:pt x="557430" y="6120"/>
                  <a:pt x="555587" y="5607"/>
                  <a:pt x="553558" y="5607"/>
                </a:cubicBezTo>
                <a:cubicBezTo>
                  <a:pt x="551102" y="5607"/>
                  <a:pt x="549019" y="6268"/>
                  <a:pt x="547310" y="7590"/>
                </a:cubicBezTo>
                <a:cubicBezTo>
                  <a:pt x="545601" y="8910"/>
                  <a:pt x="544373" y="10957"/>
                  <a:pt x="543626" y="13733"/>
                </a:cubicBezTo>
                <a:cubicBezTo>
                  <a:pt x="542878" y="16508"/>
                  <a:pt x="542504" y="23662"/>
                  <a:pt x="542504" y="35195"/>
                </a:cubicBezTo>
                <a:lnTo>
                  <a:pt x="542504" y="40532"/>
                </a:lnTo>
                <a:lnTo>
                  <a:pt x="561408" y="40532"/>
                </a:lnTo>
                <a:lnTo>
                  <a:pt x="561408" y="46139"/>
                </a:lnTo>
                <a:lnTo>
                  <a:pt x="542504" y="46139"/>
                </a:lnTo>
                <a:close/>
                <a:moveTo>
                  <a:pt x="604182" y="47749"/>
                </a:moveTo>
                <a:lnTo>
                  <a:pt x="626771" y="38609"/>
                </a:lnTo>
                <a:lnTo>
                  <a:pt x="629815" y="38609"/>
                </a:lnTo>
                <a:lnTo>
                  <a:pt x="629815" y="55751"/>
                </a:lnTo>
                <a:cubicBezTo>
                  <a:pt x="633606" y="49290"/>
                  <a:pt x="637411" y="44791"/>
                  <a:pt x="641229" y="42254"/>
                </a:cubicBezTo>
                <a:cubicBezTo>
                  <a:pt x="645047" y="39717"/>
                  <a:pt x="649066" y="38449"/>
                  <a:pt x="653285" y="38449"/>
                </a:cubicBezTo>
                <a:cubicBezTo>
                  <a:pt x="660654" y="38449"/>
                  <a:pt x="666795" y="41330"/>
                  <a:pt x="671708" y="47090"/>
                </a:cubicBezTo>
                <a:cubicBezTo>
                  <a:pt x="677742" y="54133"/>
                  <a:pt x="680760" y="63308"/>
                  <a:pt x="680760" y="74618"/>
                </a:cubicBezTo>
                <a:cubicBezTo>
                  <a:pt x="680760" y="87261"/>
                  <a:pt x="677128" y="97717"/>
                  <a:pt x="669866" y="105986"/>
                </a:cubicBezTo>
                <a:cubicBezTo>
                  <a:pt x="663885" y="112761"/>
                  <a:pt x="656355" y="116149"/>
                  <a:pt x="647277" y="116149"/>
                </a:cubicBezTo>
                <a:cubicBezTo>
                  <a:pt x="643325" y="116149"/>
                  <a:pt x="639907" y="115588"/>
                  <a:pt x="637024" y="114466"/>
                </a:cubicBezTo>
                <a:cubicBezTo>
                  <a:pt x="634888" y="113665"/>
                  <a:pt x="632485" y="112063"/>
                  <a:pt x="629815" y="109660"/>
                </a:cubicBezTo>
                <a:lnTo>
                  <a:pt x="629815" y="132009"/>
                </a:lnTo>
                <a:cubicBezTo>
                  <a:pt x="629815" y="137029"/>
                  <a:pt x="630122" y="140219"/>
                  <a:pt x="630736" y="141581"/>
                </a:cubicBezTo>
                <a:cubicBezTo>
                  <a:pt x="631350" y="142943"/>
                  <a:pt x="632418" y="144024"/>
                  <a:pt x="633940" y="144825"/>
                </a:cubicBezTo>
                <a:cubicBezTo>
                  <a:pt x="635462" y="145626"/>
                  <a:pt x="638225" y="146027"/>
                  <a:pt x="642230" y="146027"/>
                </a:cubicBezTo>
                <a:lnTo>
                  <a:pt x="642230" y="148991"/>
                </a:lnTo>
                <a:lnTo>
                  <a:pt x="603781" y="148991"/>
                </a:lnTo>
                <a:lnTo>
                  <a:pt x="603781" y="146027"/>
                </a:lnTo>
                <a:lnTo>
                  <a:pt x="605784" y="146027"/>
                </a:lnTo>
                <a:cubicBezTo>
                  <a:pt x="608721" y="146080"/>
                  <a:pt x="611231" y="145519"/>
                  <a:pt x="613313" y="144342"/>
                </a:cubicBezTo>
                <a:cubicBezTo>
                  <a:pt x="614328" y="143755"/>
                  <a:pt x="615116" y="142806"/>
                  <a:pt x="615676" y="141496"/>
                </a:cubicBezTo>
                <a:cubicBezTo>
                  <a:pt x="616237" y="140188"/>
                  <a:pt x="616518" y="136862"/>
                  <a:pt x="616518" y="131518"/>
                </a:cubicBezTo>
                <a:lnTo>
                  <a:pt x="616518" y="62097"/>
                </a:lnTo>
                <a:cubicBezTo>
                  <a:pt x="616518" y="57341"/>
                  <a:pt x="616304" y="54322"/>
                  <a:pt x="615877" y="53040"/>
                </a:cubicBezTo>
                <a:cubicBezTo>
                  <a:pt x="615449" y="51757"/>
                  <a:pt x="614769" y="50795"/>
                  <a:pt x="613834" y="50154"/>
                </a:cubicBezTo>
                <a:cubicBezTo>
                  <a:pt x="612900" y="49512"/>
                  <a:pt x="611631" y="49190"/>
                  <a:pt x="610029" y="49190"/>
                </a:cubicBezTo>
                <a:cubicBezTo>
                  <a:pt x="608748" y="49190"/>
                  <a:pt x="607119" y="49564"/>
                  <a:pt x="605143" y="50312"/>
                </a:cubicBezTo>
                <a:lnTo>
                  <a:pt x="604182" y="47749"/>
                </a:lnTo>
                <a:moveTo>
                  <a:pt x="629815" y="60623"/>
                </a:moveTo>
                <a:lnTo>
                  <a:pt x="629815" y="87983"/>
                </a:lnTo>
                <a:cubicBezTo>
                  <a:pt x="629815" y="93903"/>
                  <a:pt x="630055" y="97797"/>
                  <a:pt x="630535" y="99662"/>
                </a:cubicBezTo>
                <a:cubicBezTo>
                  <a:pt x="631283" y="102756"/>
                  <a:pt x="633112" y="105477"/>
                  <a:pt x="636022" y="107823"/>
                </a:cubicBezTo>
                <a:cubicBezTo>
                  <a:pt x="638933" y="110169"/>
                  <a:pt x="642604" y="111342"/>
                  <a:pt x="647037" y="111342"/>
                </a:cubicBezTo>
                <a:cubicBezTo>
                  <a:pt x="652377" y="111342"/>
                  <a:pt x="656702" y="109262"/>
                  <a:pt x="660013" y="105102"/>
                </a:cubicBezTo>
                <a:cubicBezTo>
                  <a:pt x="664339" y="99663"/>
                  <a:pt x="666501" y="92010"/>
                  <a:pt x="666501" y="82143"/>
                </a:cubicBezTo>
                <a:cubicBezTo>
                  <a:pt x="666501" y="70943"/>
                  <a:pt x="664045" y="62331"/>
                  <a:pt x="659132" y="56305"/>
                </a:cubicBezTo>
                <a:cubicBezTo>
                  <a:pt x="655714" y="52144"/>
                  <a:pt x="651656" y="50064"/>
                  <a:pt x="646956" y="50064"/>
                </a:cubicBezTo>
                <a:cubicBezTo>
                  <a:pt x="644393" y="50064"/>
                  <a:pt x="641857" y="50704"/>
                  <a:pt x="639347" y="51984"/>
                </a:cubicBezTo>
                <a:cubicBezTo>
                  <a:pt x="637424" y="52944"/>
                  <a:pt x="634247" y="55823"/>
                  <a:pt x="629815" y="60623"/>
                </a:cubicBezTo>
                <a:close/>
                <a:moveTo>
                  <a:pt x="733066" y="103332"/>
                </a:moveTo>
                <a:cubicBezTo>
                  <a:pt x="725537" y="109153"/>
                  <a:pt x="720811" y="112517"/>
                  <a:pt x="718888" y="113425"/>
                </a:cubicBezTo>
                <a:cubicBezTo>
                  <a:pt x="716005" y="114814"/>
                  <a:pt x="712934" y="115508"/>
                  <a:pt x="709677" y="115508"/>
                </a:cubicBezTo>
                <a:cubicBezTo>
                  <a:pt x="704603" y="115508"/>
                  <a:pt x="700425" y="113772"/>
                  <a:pt x="697141" y="110301"/>
                </a:cubicBezTo>
                <a:cubicBezTo>
                  <a:pt x="693856" y="106830"/>
                  <a:pt x="692214" y="102264"/>
                  <a:pt x="692214" y="96604"/>
                </a:cubicBezTo>
                <a:cubicBezTo>
                  <a:pt x="692214" y="93026"/>
                  <a:pt x="693015" y="89928"/>
                  <a:pt x="694617" y="87312"/>
                </a:cubicBezTo>
                <a:cubicBezTo>
                  <a:pt x="696807" y="83680"/>
                  <a:pt x="700612" y="80263"/>
                  <a:pt x="706032" y="77059"/>
                </a:cubicBezTo>
                <a:cubicBezTo>
                  <a:pt x="711452" y="73854"/>
                  <a:pt x="720464" y="69956"/>
                  <a:pt x="733066" y="65364"/>
                </a:cubicBezTo>
                <a:lnTo>
                  <a:pt x="733066" y="62480"/>
                </a:lnTo>
                <a:cubicBezTo>
                  <a:pt x="733066" y="55164"/>
                  <a:pt x="731905" y="50144"/>
                  <a:pt x="729582" y="47421"/>
                </a:cubicBezTo>
                <a:cubicBezTo>
                  <a:pt x="727259" y="44697"/>
                  <a:pt x="723881" y="43335"/>
                  <a:pt x="719449" y="43335"/>
                </a:cubicBezTo>
                <a:cubicBezTo>
                  <a:pt x="716085" y="43335"/>
                  <a:pt x="713415" y="44240"/>
                  <a:pt x="711439" y="46049"/>
                </a:cubicBezTo>
                <a:cubicBezTo>
                  <a:pt x="709410" y="47858"/>
                  <a:pt x="708395" y="49933"/>
                  <a:pt x="708395" y="52274"/>
                </a:cubicBezTo>
                <a:lnTo>
                  <a:pt x="708555" y="56903"/>
                </a:lnTo>
                <a:cubicBezTo>
                  <a:pt x="708555" y="59349"/>
                  <a:pt x="707928" y="61237"/>
                  <a:pt x="706673" y="62568"/>
                </a:cubicBezTo>
                <a:cubicBezTo>
                  <a:pt x="705418" y="63898"/>
                  <a:pt x="703776" y="64563"/>
                  <a:pt x="701746" y="64563"/>
                </a:cubicBezTo>
                <a:cubicBezTo>
                  <a:pt x="699771" y="64563"/>
                  <a:pt x="698155" y="63871"/>
                  <a:pt x="696900" y="62487"/>
                </a:cubicBezTo>
                <a:cubicBezTo>
                  <a:pt x="695645" y="61102"/>
                  <a:pt x="695018" y="59212"/>
                  <a:pt x="695018" y="56815"/>
                </a:cubicBezTo>
                <a:cubicBezTo>
                  <a:pt x="695018" y="52238"/>
                  <a:pt x="697367" y="48032"/>
                  <a:pt x="702067" y="44199"/>
                </a:cubicBezTo>
                <a:cubicBezTo>
                  <a:pt x="706766" y="40366"/>
                  <a:pt x="713361" y="38449"/>
                  <a:pt x="721852" y="38449"/>
                </a:cubicBezTo>
                <a:cubicBezTo>
                  <a:pt x="728367" y="38449"/>
                  <a:pt x="733707" y="39542"/>
                  <a:pt x="737873" y="41728"/>
                </a:cubicBezTo>
                <a:cubicBezTo>
                  <a:pt x="741023" y="43382"/>
                  <a:pt x="743346" y="45970"/>
                  <a:pt x="744842" y="49491"/>
                </a:cubicBezTo>
                <a:cubicBezTo>
                  <a:pt x="745803" y="51784"/>
                  <a:pt x="746283" y="56477"/>
                  <a:pt x="746283" y="63571"/>
                </a:cubicBezTo>
                <a:lnTo>
                  <a:pt x="746283" y="88453"/>
                </a:lnTo>
                <a:cubicBezTo>
                  <a:pt x="746283" y="95440"/>
                  <a:pt x="746417" y="99721"/>
                  <a:pt x="746684" y="101295"/>
                </a:cubicBezTo>
                <a:cubicBezTo>
                  <a:pt x="746951" y="102868"/>
                  <a:pt x="747391" y="103922"/>
                  <a:pt x="748006" y="104456"/>
                </a:cubicBezTo>
                <a:cubicBezTo>
                  <a:pt x="748620" y="104988"/>
                  <a:pt x="749327" y="105255"/>
                  <a:pt x="750128" y="105255"/>
                </a:cubicBezTo>
                <a:cubicBezTo>
                  <a:pt x="750983" y="105255"/>
                  <a:pt x="751730" y="105068"/>
                  <a:pt x="752371" y="104694"/>
                </a:cubicBezTo>
                <a:cubicBezTo>
                  <a:pt x="753493" y="104000"/>
                  <a:pt x="755655" y="102051"/>
                  <a:pt x="758859" y="98846"/>
                </a:cubicBezTo>
                <a:lnTo>
                  <a:pt x="758859" y="103332"/>
                </a:lnTo>
                <a:cubicBezTo>
                  <a:pt x="752879" y="111342"/>
                  <a:pt x="747165" y="115348"/>
                  <a:pt x="741718" y="115348"/>
                </a:cubicBezTo>
                <a:cubicBezTo>
                  <a:pt x="739101" y="115348"/>
                  <a:pt x="737018" y="114440"/>
                  <a:pt x="735470" y="112624"/>
                </a:cubicBezTo>
                <a:cubicBezTo>
                  <a:pt x="733921" y="110808"/>
                  <a:pt x="733120" y="107711"/>
                  <a:pt x="733066" y="103332"/>
                </a:cubicBezTo>
                <a:moveTo>
                  <a:pt x="733066" y="98080"/>
                </a:moveTo>
                <a:lnTo>
                  <a:pt x="733066" y="70250"/>
                </a:lnTo>
                <a:cubicBezTo>
                  <a:pt x="725003" y="73439"/>
                  <a:pt x="719796" y="75698"/>
                  <a:pt x="717447" y="77029"/>
                </a:cubicBezTo>
                <a:cubicBezTo>
                  <a:pt x="713228" y="79368"/>
                  <a:pt x="710211" y="81814"/>
                  <a:pt x="708395" y="84365"/>
                </a:cubicBezTo>
                <a:cubicBezTo>
                  <a:pt x="706579" y="86917"/>
                  <a:pt x="705671" y="89708"/>
                  <a:pt x="705671" y="92739"/>
                </a:cubicBezTo>
                <a:cubicBezTo>
                  <a:pt x="705671" y="96567"/>
                  <a:pt x="706820" y="99743"/>
                  <a:pt x="709116" y="102268"/>
                </a:cubicBezTo>
                <a:cubicBezTo>
                  <a:pt x="711412" y="104793"/>
                  <a:pt x="714056" y="106056"/>
                  <a:pt x="717046" y="106056"/>
                </a:cubicBezTo>
                <a:cubicBezTo>
                  <a:pt x="721105" y="106056"/>
                  <a:pt x="726445" y="103397"/>
                  <a:pt x="733066" y="98080"/>
                </a:cubicBezTo>
                <a:close/>
                <a:moveTo>
                  <a:pt x="785799" y="38449"/>
                </a:moveTo>
                <a:lnTo>
                  <a:pt x="785799" y="54950"/>
                </a:lnTo>
                <a:cubicBezTo>
                  <a:pt x="791940" y="43950"/>
                  <a:pt x="798241" y="38449"/>
                  <a:pt x="804703" y="38449"/>
                </a:cubicBezTo>
                <a:cubicBezTo>
                  <a:pt x="807640" y="38449"/>
                  <a:pt x="810070" y="39344"/>
                  <a:pt x="811992" y="41133"/>
                </a:cubicBezTo>
                <a:cubicBezTo>
                  <a:pt x="813915" y="42922"/>
                  <a:pt x="814876" y="44991"/>
                  <a:pt x="814876" y="47341"/>
                </a:cubicBezTo>
                <a:cubicBezTo>
                  <a:pt x="814876" y="49423"/>
                  <a:pt x="814182" y="51185"/>
                  <a:pt x="812793" y="52627"/>
                </a:cubicBezTo>
                <a:cubicBezTo>
                  <a:pt x="811405" y="54069"/>
                  <a:pt x="809749" y="54790"/>
                  <a:pt x="807827" y="54790"/>
                </a:cubicBezTo>
                <a:cubicBezTo>
                  <a:pt x="805958" y="54790"/>
                  <a:pt x="803862" y="53869"/>
                  <a:pt x="801539" y="52027"/>
                </a:cubicBezTo>
                <a:cubicBezTo>
                  <a:pt x="799216" y="50184"/>
                  <a:pt x="797494" y="49263"/>
                  <a:pt x="796372" y="49263"/>
                </a:cubicBezTo>
                <a:cubicBezTo>
                  <a:pt x="795411" y="49263"/>
                  <a:pt x="794370" y="49795"/>
                  <a:pt x="793248" y="50860"/>
                </a:cubicBezTo>
                <a:cubicBezTo>
                  <a:pt x="790845" y="53045"/>
                  <a:pt x="788362" y="56640"/>
                  <a:pt x="785799" y="61646"/>
                </a:cubicBezTo>
                <a:lnTo>
                  <a:pt x="785799" y="96721"/>
                </a:lnTo>
                <a:cubicBezTo>
                  <a:pt x="785799" y="100768"/>
                  <a:pt x="786306" y="103830"/>
                  <a:pt x="787321" y="105908"/>
                </a:cubicBezTo>
                <a:cubicBezTo>
                  <a:pt x="788015" y="107346"/>
                  <a:pt x="789243" y="108546"/>
                  <a:pt x="791005" y="109505"/>
                </a:cubicBezTo>
                <a:cubicBezTo>
                  <a:pt x="792768" y="110463"/>
                  <a:pt x="795304" y="110942"/>
                  <a:pt x="798615" y="110942"/>
                </a:cubicBezTo>
                <a:lnTo>
                  <a:pt x="798615" y="113906"/>
                </a:lnTo>
                <a:lnTo>
                  <a:pt x="761047" y="113906"/>
                </a:lnTo>
                <a:lnTo>
                  <a:pt x="761047" y="110942"/>
                </a:lnTo>
                <a:cubicBezTo>
                  <a:pt x="764785" y="110942"/>
                  <a:pt x="767562" y="110356"/>
                  <a:pt x="769378" y="109185"/>
                </a:cubicBezTo>
                <a:cubicBezTo>
                  <a:pt x="770713" y="108332"/>
                  <a:pt x="771647" y="106973"/>
                  <a:pt x="772181" y="105107"/>
                </a:cubicBezTo>
                <a:cubicBezTo>
                  <a:pt x="772448" y="104201"/>
                  <a:pt x="772582" y="101617"/>
                  <a:pt x="772582" y="97355"/>
                </a:cubicBezTo>
                <a:lnTo>
                  <a:pt x="772582" y="68981"/>
                </a:lnTo>
                <a:cubicBezTo>
                  <a:pt x="772582" y="60455"/>
                  <a:pt x="772408" y="55380"/>
                  <a:pt x="772061" y="53756"/>
                </a:cubicBezTo>
                <a:cubicBezTo>
                  <a:pt x="771714" y="52131"/>
                  <a:pt x="771073" y="50945"/>
                  <a:pt x="770139" y="50199"/>
                </a:cubicBezTo>
                <a:cubicBezTo>
                  <a:pt x="769204" y="49453"/>
                  <a:pt x="768043" y="49080"/>
                  <a:pt x="766654" y="49080"/>
                </a:cubicBezTo>
                <a:cubicBezTo>
                  <a:pt x="764999" y="49080"/>
                  <a:pt x="763130" y="49480"/>
                  <a:pt x="761047" y="50279"/>
                </a:cubicBezTo>
                <a:lnTo>
                  <a:pt x="760246" y="47401"/>
                </a:lnTo>
                <a:lnTo>
                  <a:pt x="782434" y="38449"/>
                </a:lnTo>
                <a:lnTo>
                  <a:pt x="785799" y="38449"/>
                </a:lnTo>
                <a:close/>
                <a:moveTo>
                  <a:pt x="860533" y="103332"/>
                </a:moveTo>
                <a:cubicBezTo>
                  <a:pt x="853004" y="109153"/>
                  <a:pt x="848278" y="112517"/>
                  <a:pt x="846355" y="113425"/>
                </a:cubicBezTo>
                <a:cubicBezTo>
                  <a:pt x="843471" y="114814"/>
                  <a:pt x="840401" y="115508"/>
                  <a:pt x="837143" y="115508"/>
                </a:cubicBezTo>
                <a:cubicBezTo>
                  <a:pt x="832070" y="115508"/>
                  <a:pt x="827892" y="113772"/>
                  <a:pt x="824607" y="110301"/>
                </a:cubicBezTo>
                <a:cubicBezTo>
                  <a:pt x="821323" y="106830"/>
                  <a:pt x="819681" y="102264"/>
                  <a:pt x="819681" y="96604"/>
                </a:cubicBezTo>
                <a:cubicBezTo>
                  <a:pt x="819681" y="93026"/>
                  <a:pt x="820482" y="89928"/>
                  <a:pt x="822084" y="87312"/>
                </a:cubicBezTo>
                <a:cubicBezTo>
                  <a:pt x="824274" y="83680"/>
                  <a:pt x="828078" y="80263"/>
                  <a:pt x="833499" y="77059"/>
                </a:cubicBezTo>
                <a:cubicBezTo>
                  <a:pt x="838919" y="73854"/>
                  <a:pt x="847930" y="69956"/>
                  <a:pt x="860533" y="65364"/>
                </a:cubicBezTo>
                <a:lnTo>
                  <a:pt x="860533" y="62480"/>
                </a:lnTo>
                <a:cubicBezTo>
                  <a:pt x="860533" y="55164"/>
                  <a:pt x="859372" y="50144"/>
                  <a:pt x="857049" y="47421"/>
                </a:cubicBezTo>
                <a:cubicBezTo>
                  <a:pt x="854726" y="44697"/>
                  <a:pt x="851348" y="43335"/>
                  <a:pt x="846916" y="43335"/>
                </a:cubicBezTo>
                <a:cubicBezTo>
                  <a:pt x="843552" y="43335"/>
                  <a:pt x="840881" y="44240"/>
                  <a:pt x="838906" y="46049"/>
                </a:cubicBezTo>
                <a:cubicBezTo>
                  <a:pt x="836876" y="47858"/>
                  <a:pt x="835862" y="49933"/>
                  <a:pt x="835862" y="52274"/>
                </a:cubicBezTo>
                <a:lnTo>
                  <a:pt x="836022" y="56903"/>
                </a:lnTo>
                <a:cubicBezTo>
                  <a:pt x="836022" y="59349"/>
                  <a:pt x="835394" y="61237"/>
                  <a:pt x="834140" y="62568"/>
                </a:cubicBezTo>
                <a:cubicBezTo>
                  <a:pt x="832885" y="63898"/>
                  <a:pt x="831242" y="64563"/>
                  <a:pt x="829213" y="64563"/>
                </a:cubicBezTo>
                <a:cubicBezTo>
                  <a:pt x="827237" y="64563"/>
                  <a:pt x="825622" y="63871"/>
                  <a:pt x="824367" y="62487"/>
                </a:cubicBezTo>
                <a:cubicBezTo>
                  <a:pt x="823112" y="61102"/>
                  <a:pt x="822485" y="59212"/>
                  <a:pt x="822485" y="56815"/>
                </a:cubicBezTo>
                <a:cubicBezTo>
                  <a:pt x="822485" y="52238"/>
                  <a:pt x="824834" y="48032"/>
                  <a:pt x="829534" y="44199"/>
                </a:cubicBezTo>
                <a:cubicBezTo>
                  <a:pt x="834233" y="40366"/>
                  <a:pt x="840828" y="38449"/>
                  <a:pt x="849319" y="38449"/>
                </a:cubicBezTo>
                <a:cubicBezTo>
                  <a:pt x="855834" y="38449"/>
                  <a:pt x="861174" y="39542"/>
                  <a:pt x="865339" y="41728"/>
                </a:cubicBezTo>
                <a:cubicBezTo>
                  <a:pt x="868490" y="43382"/>
                  <a:pt x="870813" y="45970"/>
                  <a:pt x="872308" y="49491"/>
                </a:cubicBezTo>
                <a:cubicBezTo>
                  <a:pt x="873270" y="51784"/>
                  <a:pt x="873750" y="56477"/>
                  <a:pt x="873750" y="63571"/>
                </a:cubicBezTo>
                <a:lnTo>
                  <a:pt x="873750" y="88453"/>
                </a:lnTo>
                <a:cubicBezTo>
                  <a:pt x="873750" y="95440"/>
                  <a:pt x="873884" y="99721"/>
                  <a:pt x="874151" y="101295"/>
                </a:cubicBezTo>
                <a:cubicBezTo>
                  <a:pt x="874418" y="102868"/>
                  <a:pt x="874858" y="103922"/>
                  <a:pt x="875472" y="104456"/>
                </a:cubicBezTo>
                <a:cubicBezTo>
                  <a:pt x="876087" y="104988"/>
                  <a:pt x="876794" y="105255"/>
                  <a:pt x="877595" y="105255"/>
                </a:cubicBezTo>
                <a:cubicBezTo>
                  <a:pt x="878450" y="105255"/>
                  <a:pt x="879197" y="105068"/>
                  <a:pt x="879838" y="104694"/>
                </a:cubicBezTo>
                <a:cubicBezTo>
                  <a:pt x="880959" y="104000"/>
                  <a:pt x="883122" y="102051"/>
                  <a:pt x="886326" y="98846"/>
                </a:cubicBezTo>
                <a:lnTo>
                  <a:pt x="886326" y="103332"/>
                </a:lnTo>
                <a:cubicBezTo>
                  <a:pt x="880345" y="111342"/>
                  <a:pt x="874631" y="115348"/>
                  <a:pt x="869184" y="115348"/>
                </a:cubicBezTo>
                <a:cubicBezTo>
                  <a:pt x="866568" y="115348"/>
                  <a:pt x="864485" y="114440"/>
                  <a:pt x="862936" y="112624"/>
                </a:cubicBezTo>
                <a:cubicBezTo>
                  <a:pt x="861388" y="110808"/>
                  <a:pt x="860587" y="107711"/>
                  <a:pt x="860533" y="103332"/>
                </a:cubicBezTo>
                <a:moveTo>
                  <a:pt x="860533" y="98080"/>
                </a:moveTo>
                <a:lnTo>
                  <a:pt x="860533" y="70250"/>
                </a:lnTo>
                <a:cubicBezTo>
                  <a:pt x="852470" y="73439"/>
                  <a:pt x="847263" y="75698"/>
                  <a:pt x="844913" y="77029"/>
                </a:cubicBezTo>
                <a:cubicBezTo>
                  <a:pt x="840695" y="79368"/>
                  <a:pt x="837677" y="81814"/>
                  <a:pt x="835862" y="84365"/>
                </a:cubicBezTo>
                <a:cubicBezTo>
                  <a:pt x="834046" y="86917"/>
                  <a:pt x="833138" y="89708"/>
                  <a:pt x="833138" y="92739"/>
                </a:cubicBezTo>
                <a:cubicBezTo>
                  <a:pt x="833138" y="96567"/>
                  <a:pt x="834286" y="99743"/>
                  <a:pt x="836583" y="102268"/>
                </a:cubicBezTo>
                <a:cubicBezTo>
                  <a:pt x="838879" y="104793"/>
                  <a:pt x="841522" y="106056"/>
                  <a:pt x="844513" y="106056"/>
                </a:cubicBezTo>
                <a:cubicBezTo>
                  <a:pt x="848571" y="106056"/>
                  <a:pt x="853911" y="103397"/>
                  <a:pt x="860533" y="98080"/>
                </a:cubicBezTo>
                <a:close/>
                <a:moveTo>
                  <a:pt x="911423" y="87169"/>
                </a:moveTo>
                <a:cubicBezTo>
                  <a:pt x="906938" y="84983"/>
                  <a:pt x="903493" y="81930"/>
                  <a:pt x="901090" y="78010"/>
                </a:cubicBezTo>
                <a:cubicBezTo>
                  <a:pt x="898687" y="74090"/>
                  <a:pt x="897486" y="69756"/>
                  <a:pt x="897486" y="65008"/>
                </a:cubicBezTo>
                <a:cubicBezTo>
                  <a:pt x="897486" y="57756"/>
                  <a:pt x="900222" y="51516"/>
                  <a:pt x="905696" y="46289"/>
                </a:cubicBezTo>
                <a:cubicBezTo>
                  <a:pt x="911170" y="41063"/>
                  <a:pt x="918179" y="38449"/>
                  <a:pt x="926723" y="38449"/>
                </a:cubicBezTo>
                <a:cubicBezTo>
                  <a:pt x="933719" y="38449"/>
                  <a:pt x="939780" y="40158"/>
                  <a:pt x="944906" y="43576"/>
                </a:cubicBezTo>
                <a:lnTo>
                  <a:pt x="960446" y="43576"/>
                </a:lnTo>
                <a:cubicBezTo>
                  <a:pt x="962742" y="43576"/>
                  <a:pt x="964077" y="43642"/>
                  <a:pt x="964451" y="43773"/>
                </a:cubicBezTo>
                <a:cubicBezTo>
                  <a:pt x="964825" y="43905"/>
                  <a:pt x="965092" y="44130"/>
                  <a:pt x="965252" y="44447"/>
                </a:cubicBezTo>
                <a:cubicBezTo>
                  <a:pt x="965573" y="44922"/>
                  <a:pt x="965733" y="45768"/>
                  <a:pt x="965733" y="46983"/>
                </a:cubicBezTo>
                <a:cubicBezTo>
                  <a:pt x="965733" y="48354"/>
                  <a:pt x="965599" y="49305"/>
                  <a:pt x="965332" y="49834"/>
                </a:cubicBezTo>
                <a:cubicBezTo>
                  <a:pt x="965172" y="50097"/>
                  <a:pt x="964892" y="50309"/>
                  <a:pt x="964491" y="50467"/>
                </a:cubicBezTo>
                <a:cubicBezTo>
                  <a:pt x="964091" y="50626"/>
                  <a:pt x="962742" y="50705"/>
                  <a:pt x="960446" y="50705"/>
                </a:cubicBezTo>
                <a:lnTo>
                  <a:pt x="950914" y="50705"/>
                </a:lnTo>
                <a:cubicBezTo>
                  <a:pt x="953904" y="54558"/>
                  <a:pt x="955400" y="59481"/>
                  <a:pt x="955400" y="65474"/>
                </a:cubicBezTo>
                <a:cubicBezTo>
                  <a:pt x="955400" y="72323"/>
                  <a:pt x="952783" y="78182"/>
                  <a:pt x="947550" y="83051"/>
                </a:cubicBezTo>
                <a:cubicBezTo>
                  <a:pt x="942316" y="87921"/>
                  <a:pt x="935294" y="90356"/>
                  <a:pt x="926483" y="90356"/>
                </a:cubicBezTo>
                <a:cubicBezTo>
                  <a:pt x="922851" y="90356"/>
                  <a:pt x="919140" y="89811"/>
                  <a:pt x="915348" y="88721"/>
                </a:cubicBezTo>
                <a:cubicBezTo>
                  <a:pt x="912999" y="90749"/>
                  <a:pt x="911410" y="92523"/>
                  <a:pt x="910582" y="94045"/>
                </a:cubicBezTo>
                <a:cubicBezTo>
                  <a:pt x="909755" y="95566"/>
                  <a:pt x="909341" y="96859"/>
                  <a:pt x="909341" y="97925"/>
                </a:cubicBezTo>
                <a:cubicBezTo>
                  <a:pt x="909341" y="98833"/>
                  <a:pt x="909781" y="99714"/>
                  <a:pt x="910662" y="100569"/>
                </a:cubicBezTo>
                <a:cubicBezTo>
                  <a:pt x="911544" y="101421"/>
                  <a:pt x="913266" y="102035"/>
                  <a:pt x="915829" y="102408"/>
                </a:cubicBezTo>
                <a:cubicBezTo>
                  <a:pt x="917324" y="102622"/>
                  <a:pt x="921062" y="102809"/>
                  <a:pt x="927043" y="102969"/>
                </a:cubicBezTo>
                <a:cubicBezTo>
                  <a:pt x="938044" y="103235"/>
                  <a:pt x="945173" y="103608"/>
                  <a:pt x="948431" y="104088"/>
                </a:cubicBezTo>
                <a:cubicBezTo>
                  <a:pt x="953397" y="104782"/>
                  <a:pt x="957362" y="106624"/>
                  <a:pt x="960326" y="109613"/>
                </a:cubicBezTo>
                <a:cubicBezTo>
                  <a:pt x="963290" y="112600"/>
                  <a:pt x="964772" y="116281"/>
                  <a:pt x="964772" y="120657"/>
                </a:cubicBezTo>
                <a:cubicBezTo>
                  <a:pt x="964772" y="126686"/>
                  <a:pt x="961941" y="132343"/>
                  <a:pt x="956281" y="137626"/>
                </a:cubicBezTo>
                <a:cubicBezTo>
                  <a:pt x="947950" y="145416"/>
                  <a:pt x="937083" y="149311"/>
                  <a:pt x="923679" y="149311"/>
                </a:cubicBezTo>
                <a:cubicBezTo>
                  <a:pt x="913373" y="149311"/>
                  <a:pt x="904668" y="146991"/>
                  <a:pt x="897566" y="142352"/>
                </a:cubicBezTo>
                <a:cubicBezTo>
                  <a:pt x="893561" y="139685"/>
                  <a:pt x="891558" y="136912"/>
                  <a:pt x="891558" y="134031"/>
                </a:cubicBezTo>
                <a:cubicBezTo>
                  <a:pt x="891558" y="132753"/>
                  <a:pt x="891852" y="131474"/>
                  <a:pt x="892439" y="130194"/>
                </a:cubicBezTo>
                <a:cubicBezTo>
                  <a:pt x="893347" y="128220"/>
                  <a:pt x="895216" y="125473"/>
                  <a:pt x="898046" y="121953"/>
                </a:cubicBezTo>
                <a:cubicBezTo>
                  <a:pt x="898420" y="121475"/>
                  <a:pt x="901144" y="118595"/>
                  <a:pt x="906217" y="113315"/>
                </a:cubicBezTo>
                <a:cubicBezTo>
                  <a:pt x="903440" y="111658"/>
                  <a:pt x="901477" y="110174"/>
                  <a:pt x="900329" y="108864"/>
                </a:cubicBezTo>
                <a:cubicBezTo>
                  <a:pt x="899181" y="107554"/>
                  <a:pt x="898607" y="106071"/>
                  <a:pt x="898607" y="104414"/>
                </a:cubicBezTo>
                <a:cubicBezTo>
                  <a:pt x="898607" y="102541"/>
                  <a:pt x="899368" y="100348"/>
                  <a:pt x="900890" y="97835"/>
                </a:cubicBezTo>
                <a:cubicBezTo>
                  <a:pt x="902412" y="95322"/>
                  <a:pt x="905923" y="91767"/>
                  <a:pt x="911423" y="87169"/>
                </a:cubicBezTo>
                <a:moveTo>
                  <a:pt x="925361" y="42454"/>
                </a:moveTo>
                <a:cubicBezTo>
                  <a:pt x="921410" y="42454"/>
                  <a:pt x="918099" y="44021"/>
                  <a:pt x="915429" y="47155"/>
                </a:cubicBezTo>
                <a:cubicBezTo>
                  <a:pt x="912758" y="50288"/>
                  <a:pt x="911423" y="55094"/>
                  <a:pt x="911423" y="61574"/>
                </a:cubicBezTo>
                <a:cubicBezTo>
                  <a:pt x="911423" y="69966"/>
                  <a:pt x="913239" y="76472"/>
                  <a:pt x="916870" y="81091"/>
                </a:cubicBezTo>
                <a:cubicBezTo>
                  <a:pt x="919647" y="84597"/>
                  <a:pt x="923172" y="86350"/>
                  <a:pt x="927444" y="86350"/>
                </a:cubicBezTo>
                <a:cubicBezTo>
                  <a:pt x="931502" y="86350"/>
                  <a:pt x="934840" y="84837"/>
                  <a:pt x="937457" y="81810"/>
                </a:cubicBezTo>
                <a:cubicBezTo>
                  <a:pt x="940073" y="78782"/>
                  <a:pt x="941382" y="74029"/>
                  <a:pt x="941382" y="67549"/>
                </a:cubicBezTo>
                <a:cubicBezTo>
                  <a:pt x="941382" y="59105"/>
                  <a:pt x="939539" y="52492"/>
                  <a:pt x="935855" y="47711"/>
                </a:cubicBezTo>
                <a:cubicBezTo>
                  <a:pt x="933131" y="44207"/>
                  <a:pt x="929633" y="42454"/>
                  <a:pt x="925361" y="42454"/>
                </a:cubicBezTo>
                <a:moveTo>
                  <a:pt x="910622" y="113953"/>
                </a:moveTo>
                <a:cubicBezTo>
                  <a:pt x="908113" y="116672"/>
                  <a:pt x="906217" y="119203"/>
                  <a:pt x="904935" y="121548"/>
                </a:cubicBezTo>
                <a:cubicBezTo>
                  <a:pt x="903654" y="123894"/>
                  <a:pt x="903013" y="126054"/>
                  <a:pt x="903013" y="128026"/>
                </a:cubicBezTo>
                <a:cubicBezTo>
                  <a:pt x="903013" y="130585"/>
                  <a:pt x="904561" y="132823"/>
                  <a:pt x="907659" y="134742"/>
                </a:cubicBezTo>
                <a:cubicBezTo>
                  <a:pt x="912999" y="138047"/>
                  <a:pt x="920715" y="139699"/>
                  <a:pt x="930808" y="139699"/>
                </a:cubicBezTo>
                <a:cubicBezTo>
                  <a:pt x="940421" y="139699"/>
                  <a:pt x="947510" y="138006"/>
                  <a:pt x="952075" y="134620"/>
                </a:cubicBezTo>
                <a:cubicBezTo>
                  <a:pt x="956641" y="131235"/>
                  <a:pt x="958924" y="127625"/>
                  <a:pt x="958924" y="123788"/>
                </a:cubicBezTo>
                <a:cubicBezTo>
                  <a:pt x="958924" y="121016"/>
                  <a:pt x="957562" y="119044"/>
                  <a:pt x="954839" y="117871"/>
                </a:cubicBezTo>
                <a:cubicBezTo>
                  <a:pt x="952062" y="116698"/>
                  <a:pt x="946562" y="116005"/>
                  <a:pt x="938338" y="115793"/>
                </a:cubicBezTo>
                <a:cubicBezTo>
                  <a:pt x="926323" y="115473"/>
                  <a:pt x="917084" y="114859"/>
                  <a:pt x="910622" y="113953"/>
                </a:cubicBezTo>
                <a:close/>
                <a:moveTo>
                  <a:pt x="995291" y="38449"/>
                </a:moveTo>
                <a:lnTo>
                  <a:pt x="995291" y="54950"/>
                </a:lnTo>
                <a:cubicBezTo>
                  <a:pt x="1001432" y="43950"/>
                  <a:pt x="1007733" y="38449"/>
                  <a:pt x="1014195" y="38449"/>
                </a:cubicBezTo>
                <a:cubicBezTo>
                  <a:pt x="1017132" y="38449"/>
                  <a:pt x="1019562" y="39344"/>
                  <a:pt x="1021484" y="41133"/>
                </a:cubicBezTo>
                <a:cubicBezTo>
                  <a:pt x="1023407" y="42922"/>
                  <a:pt x="1024368" y="44991"/>
                  <a:pt x="1024368" y="47341"/>
                </a:cubicBezTo>
                <a:cubicBezTo>
                  <a:pt x="1024368" y="49423"/>
                  <a:pt x="1023674" y="51185"/>
                  <a:pt x="1022285" y="52627"/>
                </a:cubicBezTo>
                <a:cubicBezTo>
                  <a:pt x="1020897" y="54069"/>
                  <a:pt x="1019241" y="54790"/>
                  <a:pt x="1017319" y="54790"/>
                </a:cubicBezTo>
                <a:cubicBezTo>
                  <a:pt x="1015450" y="54790"/>
                  <a:pt x="1013354" y="53869"/>
                  <a:pt x="1011031" y="52027"/>
                </a:cubicBezTo>
                <a:cubicBezTo>
                  <a:pt x="1008708" y="50184"/>
                  <a:pt x="1006986" y="49263"/>
                  <a:pt x="1005864" y="49263"/>
                </a:cubicBezTo>
                <a:cubicBezTo>
                  <a:pt x="1004903" y="49263"/>
                  <a:pt x="1003862" y="49795"/>
                  <a:pt x="1002740" y="50860"/>
                </a:cubicBezTo>
                <a:cubicBezTo>
                  <a:pt x="1000337" y="53045"/>
                  <a:pt x="997854" y="56640"/>
                  <a:pt x="995291" y="61646"/>
                </a:cubicBezTo>
                <a:lnTo>
                  <a:pt x="995291" y="96721"/>
                </a:lnTo>
                <a:cubicBezTo>
                  <a:pt x="995291" y="100768"/>
                  <a:pt x="995798" y="103830"/>
                  <a:pt x="996813" y="105908"/>
                </a:cubicBezTo>
                <a:cubicBezTo>
                  <a:pt x="997507" y="107346"/>
                  <a:pt x="998735" y="108546"/>
                  <a:pt x="1000497" y="109505"/>
                </a:cubicBezTo>
                <a:cubicBezTo>
                  <a:pt x="1002260" y="110463"/>
                  <a:pt x="1004796" y="110942"/>
                  <a:pt x="1008107" y="110942"/>
                </a:cubicBezTo>
                <a:lnTo>
                  <a:pt x="1008107" y="113906"/>
                </a:lnTo>
                <a:lnTo>
                  <a:pt x="970539" y="113906"/>
                </a:lnTo>
                <a:lnTo>
                  <a:pt x="970539" y="110942"/>
                </a:lnTo>
                <a:cubicBezTo>
                  <a:pt x="974277" y="110942"/>
                  <a:pt x="977054" y="110356"/>
                  <a:pt x="978870" y="109185"/>
                </a:cubicBezTo>
                <a:cubicBezTo>
                  <a:pt x="980205" y="108332"/>
                  <a:pt x="981139" y="106973"/>
                  <a:pt x="981673" y="105107"/>
                </a:cubicBezTo>
                <a:cubicBezTo>
                  <a:pt x="981940" y="104201"/>
                  <a:pt x="982074" y="101617"/>
                  <a:pt x="982074" y="97355"/>
                </a:cubicBezTo>
                <a:lnTo>
                  <a:pt x="982074" y="68981"/>
                </a:lnTo>
                <a:cubicBezTo>
                  <a:pt x="982074" y="60455"/>
                  <a:pt x="981900" y="55380"/>
                  <a:pt x="981553" y="53756"/>
                </a:cubicBezTo>
                <a:cubicBezTo>
                  <a:pt x="981206" y="52131"/>
                  <a:pt x="980565" y="50945"/>
                  <a:pt x="979631" y="50199"/>
                </a:cubicBezTo>
                <a:cubicBezTo>
                  <a:pt x="978696" y="49453"/>
                  <a:pt x="977535" y="49080"/>
                  <a:pt x="976146" y="49080"/>
                </a:cubicBezTo>
                <a:cubicBezTo>
                  <a:pt x="974491" y="49080"/>
                  <a:pt x="972622" y="49480"/>
                  <a:pt x="970539" y="50279"/>
                </a:cubicBezTo>
                <a:lnTo>
                  <a:pt x="969738" y="47401"/>
                </a:lnTo>
                <a:lnTo>
                  <a:pt x="991926" y="38449"/>
                </a:lnTo>
                <a:lnTo>
                  <a:pt x="995291" y="38449"/>
                </a:lnTo>
                <a:close/>
                <a:moveTo>
                  <a:pt x="1070025" y="103332"/>
                </a:moveTo>
                <a:cubicBezTo>
                  <a:pt x="1062496" y="109153"/>
                  <a:pt x="1057770" y="112517"/>
                  <a:pt x="1055847" y="113425"/>
                </a:cubicBezTo>
                <a:cubicBezTo>
                  <a:pt x="1052963" y="114814"/>
                  <a:pt x="1049893" y="115508"/>
                  <a:pt x="1046635" y="115508"/>
                </a:cubicBezTo>
                <a:cubicBezTo>
                  <a:pt x="1041562" y="115508"/>
                  <a:pt x="1037383" y="113772"/>
                  <a:pt x="1034099" y="110301"/>
                </a:cubicBezTo>
                <a:cubicBezTo>
                  <a:pt x="1030815" y="106830"/>
                  <a:pt x="1029173" y="102264"/>
                  <a:pt x="1029173" y="96604"/>
                </a:cubicBezTo>
                <a:cubicBezTo>
                  <a:pt x="1029173" y="93026"/>
                  <a:pt x="1029974" y="89928"/>
                  <a:pt x="1031576" y="87312"/>
                </a:cubicBezTo>
                <a:cubicBezTo>
                  <a:pt x="1033765" y="83680"/>
                  <a:pt x="1037570" y="80263"/>
                  <a:pt x="1042991" y="77059"/>
                </a:cubicBezTo>
                <a:cubicBezTo>
                  <a:pt x="1048411" y="73854"/>
                  <a:pt x="1057422" y="69956"/>
                  <a:pt x="1070025" y="65364"/>
                </a:cubicBezTo>
                <a:lnTo>
                  <a:pt x="1070025" y="62480"/>
                </a:lnTo>
                <a:cubicBezTo>
                  <a:pt x="1070025" y="55164"/>
                  <a:pt x="1068864" y="50144"/>
                  <a:pt x="1066541" y="47421"/>
                </a:cubicBezTo>
                <a:cubicBezTo>
                  <a:pt x="1064218" y="44697"/>
                  <a:pt x="1060840" y="43335"/>
                  <a:pt x="1056408" y="43335"/>
                </a:cubicBezTo>
                <a:cubicBezTo>
                  <a:pt x="1053043" y="43335"/>
                  <a:pt x="1050373" y="44240"/>
                  <a:pt x="1048398" y="46049"/>
                </a:cubicBezTo>
                <a:cubicBezTo>
                  <a:pt x="1046368" y="47858"/>
                  <a:pt x="1045354" y="49933"/>
                  <a:pt x="1045354" y="52274"/>
                </a:cubicBezTo>
                <a:lnTo>
                  <a:pt x="1045514" y="56903"/>
                </a:lnTo>
                <a:cubicBezTo>
                  <a:pt x="1045514" y="59349"/>
                  <a:pt x="1044886" y="61237"/>
                  <a:pt x="1043631" y="62568"/>
                </a:cubicBezTo>
                <a:cubicBezTo>
                  <a:pt x="1042376" y="63898"/>
                  <a:pt x="1040734" y="64563"/>
                  <a:pt x="1038705" y="64563"/>
                </a:cubicBezTo>
                <a:cubicBezTo>
                  <a:pt x="1036729" y="64563"/>
                  <a:pt x="1035114" y="63871"/>
                  <a:pt x="1033859" y="62487"/>
                </a:cubicBezTo>
                <a:cubicBezTo>
                  <a:pt x="1032604" y="61102"/>
                  <a:pt x="1031977" y="59212"/>
                  <a:pt x="1031977" y="56815"/>
                </a:cubicBezTo>
                <a:cubicBezTo>
                  <a:pt x="1031977" y="52238"/>
                  <a:pt x="1034326" y="48032"/>
                  <a:pt x="1039026" y="44199"/>
                </a:cubicBezTo>
                <a:cubicBezTo>
                  <a:pt x="1043725" y="40366"/>
                  <a:pt x="1050320" y="38449"/>
                  <a:pt x="1058811" y="38449"/>
                </a:cubicBezTo>
                <a:cubicBezTo>
                  <a:pt x="1065326" y="38449"/>
                  <a:pt x="1070666" y="39542"/>
                  <a:pt x="1074831" y="41728"/>
                </a:cubicBezTo>
                <a:cubicBezTo>
                  <a:pt x="1077982" y="43382"/>
                  <a:pt x="1080305" y="45970"/>
                  <a:pt x="1081800" y="49491"/>
                </a:cubicBezTo>
                <a:cubicBezTo>
                  <a:pt x="1082761" y="51784"/>
                  <a:pt x="1083242" y="56477"/>
                  <a:pt x="1083242" y="63571"/>
                </a:cubicBezTo>
                <a:lnTo>
                  <a:pt x="1083242" y="88453"/>
                </a:lnTo>
                <a:cubicBezTo>
                  <a:pt x="1083242" y="95440"/>
                  <a:pt x="1083376" y="99721"/>
                  <a:pt x="1083643" y="101295"/>
                </a:cubicBezTo>
                <a:cubicBezTo>
                  <a:pt x="1083910" y="102868"/>
                  <a:pt x="1084350" y="103922"/>
                  <a:pt x="1084964" y="104456"/>
                </a:cubicBezTo>
                <a:cubicBezTo>
                  <a:pt x="1085578" y="104988"/>
                  <a:pt x="1086286" y="105255"/>
                  <a:pt x="1087087" y="105255"/>
                </a:cubicBezTo>
                <a:cubicBezTo>
                  <a:pt x="1087941" y="105255"/>
                  <a:pt x="1088689" y="105068"/>
                  <a:pt x="1089330" y="104694"/>
                </a:cubicBezTo>
                <a:cubicBezTo>
                  <a:pt x="1090451" y="104000"/>
                  <a:pt x="1092614" y="102051"/>
                  <a:pt x="1095818" y="98846"/>
                </a:cubicBezTo>
                <a:lnTo>
                  <a:pt x="1095818" y="103332"/>
                </a:lnTo>
                <a:cubicBezTo>
                  <a:pt x="1089837" y="111342"/>
                  <a:pt x="1084123" y="115348"/>
                  <a:pt x="1078676" y="115348"/>
                </a:cubicBezTo>
                <a:cubicBezTo>
                  <a:pt x="1076060" y="115348"/>
                  <a:pt x="1073977" y="114440"/>
                  <a:pt x="1072428" y="112624"/>
                </a:cubicBezTo>
                <a:cubicBezTo>
                  <a:pt x="1070880" y="110808"/>
                  <a:pt x="1070079" y="107711"/>
                  <a:pt x="1070025" y="103332"/>
                </a:cubicBezTo>
                <a:moveTo>
                  <a:pt x="1070025" y="98080"/>
                </a:moveTo>
                <a:lnTo>
                  <a:pt x="1070025" y="70250"/>
                </a:lnTo>
                <a:cubicBezTo>
                  <a:pt x="1061962" y="73439"/>
                  <a:pt x="1056755" y="75698"/>
                  <a:pt x="1054405" y="77029"/>
                </a:cubicBezTo>
                <a:cubicBezTo>
                  <a:pt x="1050186" y="79368"/>
                  <a:pt x="1047169" y="81814"/>
                  <a:pt x="1045354" y="84365"/>
                </a:cubicBezTo>
                <a:cubicBezTo>
                  <a:pt x="1043538" y="86917"/>
                  <a:pt x="1042630" y="89708"/>
                  <a:pt x="1042630" y="92739"/>
                </a:cubicBezTo>
                <a:cubicBezTo>
                  <a:pt x="1042630" y="96567"/>
                  <a:pt x="1043778" y="99743"/>
                  <a:pt x="1046075" y="102268"/>
                </a:cubicBezTo>
                <a:cubicBezTo>
                  <a:pt x="1048371" y="104793"/>
                  <a:pt x="1051014" y="106056"/>
                  <a:pt x="1054005" y="106056"/>
                </a:cubicBezTo>
                <a:cubicBezTo>
                  <a:pt x="1058063" y="106056"/>
                  <a:pt x="1063403" y="103397"/>
                  <a:pt x="1070025" y="98080"/>
                </a:cubicBezTo>
                <a:close/>
                <a:moveTo>
                  <a:pt x="1096003" y="47749"/>
                </a:moveTo>
                <a:lnTo>
                  <a:pt x="1118592" y="38609"/>
                </a:lnTo>
                <a:lnTo>
                  <a:pt x="1121636" y="38609"/>
                </a:lnTo>
                <a:lnTo>
                  <a:pt x="1121636" y="55751"/>
                </a:lnTo>
                <a:cubicBezTo>
                  <a:pt x="1125428" y="49290"/>
                  <a:pt x="1129233" y="44791"/>
                  <a:pt x="1133051" y="42254"/>
                </a:cubicBezTo>
                <a:cubicBezTo>
                  <a:pt x="1136869" y="39717"/>
                  <a:pt x="1140888" y="38449"/>
                  <a:pt x="1145106" y="38449"/>
                </a:cubicBezTo>
                <a:cubicBezTo>
                  <a:pt x="1152476" y="38449"/>
                  <a:pt x="1158617" y="41330"/>
                  <a:pt x="1163530" y="47090"/>
                </a:cubicBezTo>
                <a:cubicBezTo>
                  <a:pt x="1169564" y="54133"/>
                  <a:pt x="1172581" y="63308"/>
                  <a:pt x="1172581" y="74618"/>
                </a:cubicBezTo>
                <a:cubicBezTo>
                  <a:pt x="1172581" y="87261"/>
                  <a:pt x="1168950" y="97717"/>
                  <a:pt x="1161688" y="105986"/>
                </a:cubicBezTo>
                <a:cubicBezTo>
                  <a:pt x="1155707" y="112761"/>
                  <a:pt x="1148177" y="116149"/>
                  <a:pt x="1139099" y="116149"/>
                </a:cubicBezTo>
                <a:cubicBezTo>
                  <a:pt x="1135147" y="116149"/>
                  <a:pt x="1131729" y="115588"/>
                  <a:pt x="1128845" y="114466"/>
                </a:cubicBezTo>
                <a:cubicBezTo>
                  <a:pt x="1126709" y="113665"/>
                  <a:pt x="1124306" y="112063"/>
                  <a:pt x="1121636" y="109660"/>
                </a:cubicBezTo>
                <a:lnTo>
                  <a:pt x="1121636" y="132009"/>
                </a:lnTo>
                <a:cubicBezTo>
                  <a:pt x="1121636" y="137029"/>
                  <a:pt x="1121943" y="140219"/>
                  <a:pt x="1122557" y="141581"/>
                </a:cubicBezTo>
                <a:cubicBezTo>
                  <a:pt x="1123172" y="142943"/>
                  <a:pt x="1124240" y="144024"/>
                  <a:pt x="1125762" y="144825"/>
                </a:cubicBezTo>
                <a:cubicBezTo>
                  <a:pt x="1127283" y="145626"/>
                  <a:pt x="1130047" y="146027"/>
                  <a:pt x="1134052" y="146027"/>
                </a:cubicBezTo>
                <a:lnTo>
                  <a:pt x="1134052" y="148991"/>
                </a:lnTo>
                <a:lnTo>
                  <a:pt x="1095603" y="148991"/>
                </a:lnTo>
                <a:lnTo>
                  <a:pt x="1095603" y="146027"/>
                </a:lnTo>
                <a:lnTo>
                  <a:pt x="1097606" y="146027"/>
                </a:lnTo>
                <a:cubicBezTo>
                  <a:pt x="1100543" y="146080"/>
                  <a:pt x="1103053" y="145519"/>
                  <a:pt x="1105135" y="144342"/>
                </a:cubicBezTo>
                <a:cubicBezTo>
                  <a:pt x="1106150" y="143755"/>
                  <a:pt x="1106937" y="142806"/>
                  <a:pt x="1107498" y="141496"/>
                </a:cubicBezTo>
                <a:cubicBezTo>
                  <a:pt x="1108059" y="140188"/>
                  <a:pt x="1108339" y="136862"/>
                  <a:pt x="1108339" y="131518"/>
                </a:cubicBezTo>
                <a:lnTo>
                  <a:pt x="1108339" y="62097"/>
                </a:lnTo>
                <a:cubicBezTo>
                  <a:pt x="1108339" y="57341"/>
                  <a:pt x="1108126" y="54322"/>
                  <a:pt x="1107698" y="53040"/>
                </a:cubicBezTo>
                <a:cubicBezTo>
                  <a:pt x="1107271" y="51757"/>
                  <a:pt x="1106590" y="50795"/>
                  <a:pt x="1105656" y="50154"/>
                </a:cubicBezTo>
                <a:cubicBezTo>
                  <a:pt x="1104721" y="49512"/>
                  <a:pt x="1103453" y="49190"/>
                  <a:pt x="1101851" y="49190"/>
                </a:cubicBezTo>
                <a:cubicBezTo>
                  <a:pt x="1100569" y="49190"/>
                  <a:pt x="1098941" y="49564"/>
                  <a:pt x="1096965" y="50312"/>
                </a:cubicBezTo>
                <a:lnTo>
                  <a:pt x="1096003" y="47749"/>
                </a:lnTo>
                <a:moveTo>
                  <a:pt x="1121636" y="60623"/>
                </a:moveTo>
                <a:lnTo>
                  <a:pt x="1121636" y="87983"/>
                </a:lnTo>
                <a:cubicBezTo>
                  <a:pt x="1121636" y="93903"/>
                  <a:pt x="1121877" y="97797"/>
                  <a:pt x="1122357" y="99662"/>
                </a:cubicBezTo>
                <a:cubicBezTo>
                  <a:pt x="1123105" y="102756"/>
                  <a:pt x="1124934" y="105477"/>
                  <a:pt x="1127844" y="107823"/>
                </a:cubicBezTo>
                <a:cubicBezTo>
                  <a:pt x="1130755" y="110169"/>
                  <a:pt x="1134426" y="111342"/>
                  <a:pt x="1138858" y="111342"/>
                </a:cubicBezTo>
                <a:cubicBezTo>
                  <a:pt x="1144198" y="111342"/>
                  <a:pt x="1148524" y="109262"/>
                  <a:pt x="1151835" y="105102"/>
                </a:cubicBezTo>
                <a:cubicBezTo>
                  <a:pt x="1156160" y="99663"/>
                  <a:pt x="1158323" y="92010"/>
                  <a:pt x="1158323" y="82143"/>
                </a:cubicBezTo>
                <a:cubicBezTo>
                  <a:pt x="1158323" y="70943"/>
                  <a:pt x="1155867" y="62331"/>
                  <a:pt x="1150954" y="56305"/>
                </a:cubicBezTo>
                <a:cubicBezTo>
                  <a:pt x="1147536" y="52144"/>
                  <a:pt x="1143478" y="50064"/>
                  <a:pt x="1138778" y="50064"/>
                </a:cubicBezTo>
                <a:cubicBezTo>
                  <a:pt x="1136215" y="50064"/>
                  <a:pt x="1133678" y="50704"/>
                  <a:pt x="1131168" y="51984"/>
                </a:cubicBezTo>
                <a:cubicBezTo>
                  <a:pt x="1129246" y="52944"/>
                  <a:pt x="1126069" y="55823"/>
                  <a:pt x="1121636" y="60623"/>
                </a:cubicBezTo>
                <a:close/>
                <a:moveTo>
                  <a:pt x="1204863" y="0"/>
                </a:moveTo>
                <a:lnTo>
                  <a:pt x="1204863" y="53749"/>
                </a:lnTo>
                <a:cubicBezTo>
                  <a:pt x="1210790" y="47234"/>
                  <a:pt x="1215490" y="43055"/>
                  <a:pt x="1218961" y="41213"/>
                </a:cubicBezTo>
                <a:cubicBezTo>
                  <a:pt x="1222432" y="39370"/>
                  <a:pt x="1225903" y="38449"/>
                  <a:pt x="1229374" y="38449"/>
                </a:cubicBezTo>
                <a:cubicBezTo>
                  <a:pt x="1233539" y="38449"/>
                  <a:pt x="1237117" y="39595"/>
                  <a:pt x="1240108" y="41886"/>
                </a:cubicBezTo>
                <a:cubicBezTo>
                  <a:pt x="1243098" y="44177"/>
                  <a:pt x="1245314" y="47774"/>
                  <a:pt x="1246756" y="52675"/>
                </a:cubicBezTo>
                <a:cubicBezTo>
                  <a:pt x="1247771" y="56086"/>
                  <a:pt x="1248278" y="62321"/>
                  <a:pt x="1248278" y="71379"/>
                </a:cubicBezTo>
                <a:lnTo>
                  <a:pt x="1248278" y="97274"/>
                </a:lnTo>
                <a:cubicBezTo>
                  <a:pt x="1248278" y="101910"/>
                  <a:pt x="1248652" y="105081"/>
                  <a:pt x="1249400" y="106787"/>
                </a:cubicBezTo>
                <a:cubicBezTo>
                  <a:pt x="1249934" y="108065"/>
                  <a:pt x="1250841" y="109077"/>
                  <a:pt x="1252123" y="109823"/>
                </a:cubicBezTo>
                <a:cubicBezTo>
                  <a:pt x="1253405" y="110569"/>
                  <a:pt x="1255754" y="110942"/>
                  <a:pt x="1259172" y="110942"/>
                </a:cubicBezTo>
                <a:lnTo>
                  <a:pt x="1259172" y="113906"/>
                </a:lnTo>
                <a:lnTo>
                  <a:pt x="1223126" y="113906"/>
                </a:lnTo>
                <a:lnTo>
                  <a:pt x="1223126" y="110942"/>
                </a:lnTo>
                <a:lnTo>
                  <a:pt x="1224808" y="110942"/>
                </a:lnTo>
                <a:cubicBezTo>
                  <a:pt x="1228226" y="110942"/>
                  <a:pt x="1230602" y="110421"/>
                  <a:pt x="1231937" y="109380"/>
                </a:cubicBezTo>
                <a:cubicBezTo>
                  <a:pt x="1233272" y="108339"/>
                  <a:pt x="1234207" y="106803"/>
                  <a:pt x="1234741" y="104774"/>
                </a:cubicBezTo>
                <a:cubicBezTo>
                  <a:pt x="1234901" y="103920"/>
                  <a:pt x="1234981" y="101410"/>
                  <a:pt x="1234981" y="97244"/>
                </a:cubicBezTo>
                <a:lnTo>
                  <a:pt x="1234981" y="71291"/>
                </a:lnTo>
                <a:cubicBezTo>
                  <a:pt x="1234981" y="63281"/>
                  <a:pt x="1234567" y="58021"/>
                  <a:pt x="1233740" y="55511"/>
                </a:cubicBezTo>
                <a:cubicBezTo>
                  <a:pt x="1232912" y="53001"/>
                  <a:pt x="1231590" y="51119"/>
                  <a:pt x="1229774" y="49864"/>
                </a:cubicBezTo>
                <a:cubicBezTo>
                  <a:pt x="1227959" y="48609"/>
                  <a:pt x="1225769" y="47981"/>
                  <a:pt x="1223206" y="47981"/>
                </a:cubicBezTo>
                <a:cubicBezTo>
                  <a:pt x="1220589" y="47981"/>
                  <a:pt x="1217866" y="48676"/>
                  <a:pt x="1215036" y="50064"/>
                </a:cubicBezTo>
                <a:cubicBezTo>
                  <a:pt x="1212205" y="51452"/>
                  <a:pt x="1208814" y="54256"/>
                  <a:pt x="1204863" y="58475"/>
                </a:cubicBezTo>
                <a:lnTo>
                  <a:pt x="1204863" y="97244"/>
                </a:lnTo>
                <a:cubicBezTo>
                  <a:pt x="1204863" y="102264"/>
                  <a:pt x="1205143" y="105388"/>
                  <a:pt x="1205704" y="106616"/>
                </a:cubicBezTo>
                <a:cubicBezTo>
                  <a:pt x="1206264" y="107845"/>
                  <a:pt x="1207306" y="108873"/>
                  <a:pt x="1208828" y="109700"/>
                </a:cubicBezTo>
                <a:cubicBezTo>
                  <a:pt x="1210350" y="110528"/>
                  <a:pt x="1212980" y="110942"/>
                  <a:pt x="1216718" y="110942"/>
                </a:cubicBezTo>
                <a:lnTo>
                  <a:pt x="1216718" y="113906"/>
                </a:lnTo>
                <a:lnTo>
                  <a:pt x="1180351" y="113906"/>
                </a:lnTo>
                <a:lnTo>
                  <a:pt x="1180351" y="110942"/>
                </a:lnTo>
                <a:cubicBezTo>
                  <a:pt x="1183609" y="110942"/>
                  <a:pt x="1186172" y="110435"/>
                  <a:pt x="1188041" y="109420"/>
                </a:cubicBezTo>
                <a:cubicBezTo>
                  <a:pt x="1189109" y="108888"/>
                  <a:pt x="1189964" y="107875"/>
                  <a:pt x="1190604" y="106381"/>
                </a:cubicBezTo>
                <a:cubicBezTo>
                  <a:pt x="1191245" y="104886"/>
                  <a:pt x="1191566" y="101844"/>
                  <a:pt x="1191566" y="97254"/>
                </a:cubicBezTo>
                <a:lnTo>
                  <a:pt x="1191566" y="30897"/>
                </a:lnTo>
                <a:cubicBezTo>
                  <a:pt x="1191566" y="22520"/>
                  <a:pt x="1191365" y="17371"/>
                  <a:pt x="1190965" y="15450"/>
                </a:cubicBezTo>
                <a:cubicBezTo>
                  <a:pt x="1190564" y="13527"/>
                  <a:pt x="1189950" y="12220"/>
                  <a:pt x="1189123" y="11527"/>
                </a:cubicBezTo>
                <a:cubicBezTo>
                  <a:pt x="1188295" y="10833"/>
                  <a:pt x="1187187" y="10486"/>
                  <a:pt x="1185798" y="10486"/>
                </a:cubicBezTo>
                <a:cubicBezTo>
                  <a:pt x="1184677" y="10486"/>
                  <a:pt x="1182861" y="10913"/>
                  <a:pt x="1180351" y="11768"/>
                </a:cubicBezTo>
                <a:lnTo>
                  <a:pt x="1179230" y="8964"/>
                </a:lnTo>
                <a:lnTo>
                  <a:pt x="1201178" y="0"/>
                </a:lnTo>
                <a:lnTo>
                  <a:pt x="1204863" y="0"/>
                </a:lnTo>
                <a:close/>
                <a:moveTo>
                  <a:pt x="1312761" y="38449"/>
                </a:moveTo>
                <a:lnTo>
                  <a:pt x="1312761" y="63281"/>
                </a:lnTo>
                <a:lnTo>
                  <a:pt x="1310117" y="63281"/>
                </a:lnTo>
                <a:cubicBezTo>
                  <a:pt x="1308088" y="55493"/>
                  <a:pt x="1305485" y="50195"/>
                  <a:pt x="1302307" y="47388"/>
                </a:cubicBezTo>
                <a:cubicBezTo>
                  <a:pt x="1299130" y="44580"/>
                  <a:pt x="1295085" y="43175"/>
                  <a:pt x="1290172" y="43175"/>
                </a:cubicBezTo>
                <a:cubicBezTo>
                  <a:pt x="1286434" y="43175"/>
                  <a:pt x="1283416" y="44162"/>
                  <a:pt x="1281120" y="46137"/>
                </a:cubicBezTo>
                <a:cubicBezTo>
                  <a:pt x="1278824" y="48109"/>
                  <a:pt x="1277676" y="50296"/>
                  <a:pt x="1277676" y="52697"/>
                </a:cubicBezTo>
                <a:cubicBezTo>
                  <a:pt x="1277676" y="55685"/>
                  <a:pt x="1278530" y="58245"/>
                  <a:pt x="1280239" y="60377"/>
                </a:cubicBezTo>
                <a:cubicBezTo>
                  <a:pt x="1281894" y="62565"/>
                  <a:pt x="1285259" y="64885"/>
                  <a:pt x="1290332" y="67339"/>
                </a:cubicBezTo>
                <a:lnTo>
                  <a:pt x="1302027" y="73021"/>
                </a:lnTo>
                <a:cubicBezTo>
                  <a:pt x="1312867" y="78301"/>
                  <a:pt x="1318288" y="85262"/>
                  <a:pt x="1318288" y="93905"/>
                </a:cubicBezTo>
                <a:cubicBezTo>
                  <a:pt x="1318288" y="100572"/>
                  <a:pt x="1315764" y="105946"/>
                  <a:pt x="1310718" y="110028"/>
                </a:cubicBezTo>
                <a:cubicBezTo>
                  <a:pt x="1305671" y="114108"/>
                  <a:pt x="1300024" y="116149"/>
                  <a:pt x="1293776" y="116149"/>
                </a:cubicBezTo>
                <a:cubicBezTo>
                  <a:pt x="1289291" y="116149"/>
                  <a:pt x="1284164" y="115348"/>
                  <a:pt x="1278397" y="113745"/>
                </a:cubicBezTo>
                <a:cubicBezTo>
                  <a:pt x="1276634" y="113211"/>
                  <a:pt x="1275192" y="112944"/>
                  <a:pt x="1274071" y="112944"/>
                </a:cubicBezTo>
                <a:cubicBezTo>
                  <a:pt x="1272843" y="112944"/>
                  <a:pt x="1271882" y="113639"/>
                  <a:pt x="1271187" y="115027"/>
                </a:cubicBezTo>
                <a:lnTo>
                  <a:pt x="1268544" y="115027"/>
                </a:lnTo>
                <a:lnTo>
                  <a:pt x="1268544" y="88754"/>
                </a:lnTo>
                <a:lnTo>
                  <a:pt x="1271187" y="88754"/>
                </a:lnTo>
                <a:cubicBezTo>
                  <a:pt x="1272683" y="96256"/>
                  <a:pt x="1275540" y="101910"/>
                  <a:pt x="1279758" y="105715"/>
                </a:cubicBezTo>
                <a:cubicBezTo>
                  <a:pt x="1283977" y="109520"/>
                  <a:pt x="1288703" y="111423"/>
                  <a:pt x="1293936" y="111423"/>
                </a:cubicBezTo>
                <a:cubicBezTo>
                  <a:pt x="1297621" y="111423"/>
                  <a:pt x="1300625" y="110343"/>
                  <a:pt x="1302948" y="108183"/>
                </a:cubicBezTo>
                <a:cubicBezTo>
                  <a:pt x="1305271" y="106022"/>
                  <a:pt x="1306432" y="103421"/>
                  <a:pt x="1306432" y="100381"/>
                </a:cubicBezTo>
                <a:cubicBezTo>
                  <a:pt x="1306432" y="96700"/>
                  <a:pt x="1305137" y="93606"/>
                  <a:pt x="1302547" y="91099"/>
                </a:cubicBezTo>
                <a:cubicBezTo>
                  <a:pt x="1299958" y="88592"/>
                  <a:pt x="1294791" y="85419"/>
                  <a:pt x="1287048" y="81579"/>
                </a:cubicBezTo>
                <a:cubicBezTo>
                  <a:pt x="1279304" y="77738"/>
                  <a:pt x="1274231" y="74270"/>
                  <a:pt x="1271828" y="71176"/>
                </a:cubicBezTo>
                <a:cubicBezTo>
                  <a:pt x="1269425" y="68135"/>
                  <a:pt x="1268224" y="64295"/>
                  <a:pt x="1268224" y="59654"/>
                </a:cubicBezTo>
                <a:cubicBezTo>
                  <a:pt x="1268224" y="53626"/>
                  <a:pt x="1270293" y="48585"/>
                  <a:pt x="1274432" y="44532"/>
                </a:cubicBezTo>
                <a:cubicBezTo>
                  <a:pt x="1278570" y="40477"/>
                  <a:pt x="1283924" y="38449"/>
                  <a:pt x="1290492" y="38449"/>
                </a:cubicBezTo>
                <a:cubicBezTo>
                  <a:pt x="1293376" y="38449"/>
                  <a:pt x="1296874" y="39063"/>
                  <a:pt x="1300985" y="40292"/>
                </a:cubicBezTo>
                <a:cubicBezTo>
                  <a:pt x="1303709" y="41093"/>
                  <a:pt x="1305525" y="41493"/>
                  <a:pt x="1306432" y="41493"/>
                </a:cubicBezTo>
                <a:cubicBezTo>
                  <a:pt x="1307287" y="41493"/>
                  <a:pt x="1307954" y="41306"/>
                  <a:pt x="1308435" y="40932"/>
                </a:cubicBezTo>
                <a:cubicBezTo>
                  <a:pt x="1308916" y="40559"/>
                  <a:pt x="1309476" y="39731"/>
                  <a:pt x="1310117" y="38449"/>
                </a:cubicBezTo>
                <a:lnTo>
                  <a:pt x="1312761" y="384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9FB26-9979-42AB-A1E2-7477E2A2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70" y="1970049"/>
            <a:ext cx="461390" cy="338353"/>
          </a:xfrm>
          <a:custGeom xmlns:a="http://schemas.openxmlformats.org/drawingml/2006/main">
            <a:pathLst>
              <a:path w="461390" h="338353">
                <a:moveTo>
                  <a:pt x="0" y="225569"/>
                </a:moveTo>
                <a:lnTo>
                  <a:pt x="0" y="112784"/>
                </a:lnTo>
                <a:lnTo>
                  <a:pt x="256328" y="112784"/>
                </a:lnTo>
                <a:lnTo>
                  <a:pt x="256328" y="0"/>
                </a:lnTo>
                <a:lnTo>
                  <a:pt x="461390" y="169176"/>
                </a:lnTo>
                <a:lnTo>
                  <a:pt x="256328" y="338353"/>
                </a:lnTo>
                <a:lnTo>
                  <a:pt x="256328" y="225569"/>
                </a:lnTo>
                <a:lnTo>
                  <a:pt x="0" y="225569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D81C4-42DD-41FB-B09A-82D6B893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70" y="1970049"/>
            <a:ext cx="461390" cy="338353"/>
          </a:xfrm>
          <a:custGeom xmlns:a="http://schemas.openxmlformats.org/drawingml/2006/main">
            <a:pathLst>
              <a:path w="461390" h="338353" fill="none">
                <a:moveTo>
                  <a:pt x="0" y="225569"/>
                </a:moveTo>
                <a:lnTo>
                  <a:pt x="0" y="112784"/>
                </a:lnTo>
                <a:lnTo>
                  <a:pt x="256328" y="112784"/>
                </a:lnTo>
                <a:lnTo>
                  <a:pt x="256328" y="0"/>
                </a:lnTo>
                <a:lnTo>
                  <a:pt x="461390" y="169176"/>
                </a:lnTo>
                <a:lnTo>
                  <a:pt x="256328" y="338353"/>
                </a:lnTo>
                <a:lnTo>
                  <a:pt x="256328" y="225569"/>
                </a:lnTo>
                <a:lnTo>
                  <a:pt x="0" y="22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C7096-8DF6-402E-87C8-EBF5D687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737" y="1962360"/>
            <a:ext cx="1312399" cy="338353"/>
          </a:xfrm>
          <a:custGeom xmlns:a="http://schemas.openxmlformats.org/drawingml/2006/main">
            <a:pathLst>
              <a:path w="1312399" h="338353">
                <a:moveTo>
                  <a:pt x="0" y="225569"/>
                </a:moveTo>
                <a:lnTo>
                  <a:pt x="0" y="112784"/>
                </a:lnTo>
                <a:lnTo>
                  <a:pt x="1107336" y="112784"/>
                </a:lnTo>
                <a:lnTo>
                  <a:pt x="1107336" y="0"/>
                </a:lnTo>
                <a:lnTo>
                  <a:pt x="1312399" y="169176"/>
                </a:lnTo>
                <a:lnTo>
                  <a:pt x="1107336" y="338353"/>
                </a:lnTo>
                <a:lnTo>
                  <a:pt x="1107336" y="225569"/>
                </a:lnTo>
                <a:lnTo>
                  <a:pt x="0" y="225569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D4BF1-63A1-42E2-AB95-175D264A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737" y="1962360"/>
            <a:ext cx="1312399" cy="338353"/>
          </a:xfrm>
          <a:custGeom xmlns:a="http://schemas.openxmlformats.org/drawingml/2006/main">
            <a:pathLst>
              <a:path w="1312399" h="338353" fill="none">
                <a:moveTo>
                  <a:pt x="0" y="225569"/>
                </a:moveTo>
                <a:lnTo>
                  <a:pt x="0" y="112784"/>
                </a:lnTo>
                <a:lnTo>
                  <a:pt x="1107336" y="112784"/>
                </a:lnTo>
                <a:lnTo>
                  <a:pt x="1107336" y="0"/>
                </a:lnTo>
                <a:lnTo>
                  <a:pt x="1312399" y="169176"/>
                </a:lnTo>
                <a:lnTo>
                  <a:pt x="1107336" y="338353"/>
                </a:lnTo>
                <a:lnTo>
                  <a:pt x="1107336" y="225569"/>
                </a:lnTo>
                <a:lnTo>
                  <a:pt x="0" y="22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C4C12-E570-4911-9EA8-EADA4F6B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534" y="1941853"/>
            <a:ext cx="548542" cy="338353"/>
          </a:xfrm>
          <a:custGeom xmlns:a="http://schemas.openxmlformats.org/drawingml/2006/main">
            <a:pathLst>
              <a:path w="548542" h="338353">
                <a:moveTo>
                  <a:pt x="0" y="225569"/>
                </a:moveTo>
                <a:lnTo>
                  <a:pt x="0" y="112784"/>
                </a:lnTo>
                <a:lnTo>
                  <a:pt x="343479" y="112784"/>
                </a:lnTo>
                <a:lnTo>
                  <a:pt x="343479" y="0"/>
                </a:lnTo>
                <a:lnTo>
                  <a:pt x="548542" y="169176"/>
                </a:lnTo>
                <a:lnTo>
                  <a:pt x="343479" y="338353"/>
                </a:lnTo>
                <a:lnTo>
                  <a:pt x="343479" y="225569"/>
                </a:lnTo>
                <a:lnTo>
                  <a:pt x="0" y="225569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0C899-9E00-4EB6-8E6D-880BBE15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534" y="1941853"/>
            <a:ext cx="548542" cy="338353"/>
          </a:xfrm>
          <a:custGeom xmlns:a="http://schemas.openxmlformats.org/drawingml/2006/main">
            <a:pathLst>
              <a:path w="548542" h="338353" fill="none">
                <a:moveTo>
                  <a:pt x="0" y="225569"/>
                </a:moveTo>
                <a:lnTo>
                  <a:pt x="0" y="112784"/>
                </a:lnTo>
                <a:lnTo>
                  <a:pt x="343479" y="112784"/>
                </a:lnTo>
                <a:lnTo>
                  <a:pt x="343479" y="0"/>
                </a:lnTo>
                <a:lnTo>
                  <a:pt x="548542" y="169176"/>
                </a:lnTo>
                <a:lnTo>
                  <a:pt x="343479" y="338353"/>
                </a:lnTo>
                <a:lnTo>
                  <a:pt x="343479" y="225569"/>
                </a:lnTo>
                <a:lnTo>
                  <a:pt x="0" y="22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FF7C9-669D-4F4C-A4A0-19B59C12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46" y="4807599"/>
            <a:ext cx="1671258" cy="656199"/>
          </a:xfrm>
          <a:custGeom xmlns:a="http://schemas.openxmlformats.org/drawingml/2006/main">
            <a:pathLst>
              <a:path w="1671258" h="656199">
                <a:moveTo>
                  <a:pt x="0" y="0"/>
                </a:moveTo>
                <a:lnTo>
                  <a:pt x="1671258" y="0"/>
                </a:lnTo>
                <a:lnTo>
                  <a:pt x="1671258" y="656199"/>
                </a:lnTo>
                <a:lnTo>
                  <a:pt x="0" y="6561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ECFF4-7EB9-43A5-AEF8-54465B46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46" y="4807599"/>
            <a:ext cx="1671258" cy="656199"/>
          </a:xfrm>
          <a:custGeom xmlns:a="http://schemas.openxmlformats.org/drawingml/2006/main">
            <a:pathLst>
              <a:path w="1671258" h="656199" fill="none">
                <a:moveTo>
                  <a:pt x="0" y="0"/>
                </a:moveTo>
                <a:lnTo>
                  <a:pt x="1671258" y="0"/>
                </a:lnTo>
                <a:lnTo>
                  <a:pt x="1671258" y="656199"/>
                </a:lnTo>
                <a:lnTo>
                  <a:pt x="0" y="6561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71" name="Text Y">
            <a:extLst xmlns:a="http://schemas.openxmlformats.org/drawingml/2006/main">
              <a:ext uri="{FF2B5EF4-FFF2-40B4-BE49-F238E27FC236}">
                <a16:creationId xmlns:a16="http://schemas.microsoft.com/office/drawing/2014/main" id="{5A75C629-95AF-4088-81A6-D3EB89A7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17" y="4893789"/>
            <a:ext cx="114547" cy="108619"/>
          </a:xfrm>
          <a:custGeom xmlns:a="http://schemas.openxmlformats.org/drawingml/2006/main">
            <a:pathLst>
              <a:path w="114547" h="108619">
                <a:moveTo>
                  <a:pt x="76658" y="0"/>
                </a:moveTo>
                <a:lnTo>
                  <a:pt x="114547" y="0"/>
                </a:lnTo>
                <a:lnTo>
                  <a:pt x="114547" y="2964"/>
                </a:lnTo>
                <a:lnTo>
                  <a:pt x="112464" y="2964"/>
                </a:lnTo>
                <a:cubicBezTo>
                  <a:pt x="111075" y="2964"/>
                  <a:pt x="109046" y="3578"/>
                  <a:pt x="106376" y="4806"/>
                </a:cubicBezTo>
                <a:cubicBezTo>
                  <a:pt x="103706" y="6034"/>
                  <a:pt x="101276" y="7797"/>
                  <a:pt x="99087" y="10093"/>
                </a:cubicBezTo>
                <a:cubicBezTo>
                  <a:pt x="96897" y="12389"/>
                  <a:pt x="94200" y="16127"/>
                  <a:pt x="90996" y="21307"/>
                </a:cubicBezTo>
                <a:lnTo>
                  <a:pt x="64803" y="62560"/>
                </a:lnTo>
                <a:lnTo>
                  <a:pt x="64803" y="89795"/>
                </a:lnTo>
                <a:cubicBezTo>
                  <a:pt x="64803" y="96470"/>
                  <a:pt x="65551" y="100635"/>
                  <a:pt x="67046" y="102291"/>
                </a:cubicBezTo>
                <a:cubicBezTo>
                  <a:pt x="69075" y="104534"/>
                  <a:pt x="72279" y="105655"/>
                  <a:pt x="76658" y="105655"/>
                </a:cubicBezTo>
                <a:lnTo>
                  <a:pt x="80183" y="105655"/>
                </a:lnTo>
                <a:lnTo>
                  <a:pt x="80183" y="108619"/>
                </a:lnTo>
                <a:lnTo>
                  <a:pt x="34044" y="108619"/>
                </a:lnTo>
                <a:lnTo>
                  <a:pt x="34044" y="105655"/>
                </a:lnTo>
                <a:lnTo>
                  <a:pt x="37888" y="105655"/>
                </a:lnTo>
                <a:cubicBezTo>
                  <a:pt x="42481" y="105655"/>
                  <a:pt x="45739" y="104267"/>
                  <a:pt x="47661" y="101490"/>
                </a:cubicBezTo>
                <a:cubicBezTo>
                  <a:pt x="48836" y="99781"/>
                  <a:pt x="49423" y="95883"/>
                  <a:pt x="49423" y="89795"/>
                </a:cubicBezTo>
                <a:lnTo>
                  <a:pt x="49423" y="64082"/>
                </a:lnTo>
                <a:lnTo>
                  <a:pt x="19625" y="18584"/>
                </a:lnTo>
                <a:cubicBezTo>
                  <a:pt x="16101" y="13244"/>
                  <a:pt x="13711" y="9906"/>
                  <a:pt x="12456" y="8571"/>
                </a:cubicBezTo>
                <a:cubicBezTo>
                  <a:pt x="11201" y="7236"/>
                  <a:pt x="8598" y="5634"/>
                  <a:pt x="4646" y="3765"/>
                </a:cubicBezTo>
                <a:cubicBezTo>
                  <a:pt x="3578" y="3231"/>
                  <a:pt x="2029" y="2964"/>
                  <a:pt x="0" y="2964"/>
                </a:cubicBezTo>
                <a:lnTo>
                  <a:pt x="0" y="0"/>
                </a:lnTo>
                <a:lnTo>
                  <a:pt x="46459" y="0"/>
                </a:lnTo>
                <a:lnTo>
                  <a:pt x="46459" y="2964"/>
                </a:lnTo>
                <a:lnTo>
                  <a:pt x="44056" y="2964"/>
                </a:lnTo>
                <a:cubicBezTo>
                  <a:pt x="41546" y="2964"/>
                  <a:pt x="39237" y="3551"/>
                  <a:pt x="37127" y="4726"/>
                </a:cubicBezTo>
                <a:cubicBezTo>
                  <a:pt x="35018" y="5901"/>
                  <a:pt x="33963" y="7663"/>
                  <a:pt x="33963" y="10013"/>
                </a:cubicBezTo>
                <a:cubicBezTo>
                  <a:pt x="33963" y="11935"/>
                  <a:pt x="35592" y="15406"/>
                  <a:pt x="38850" y="20426"/>
                </a:cubicBezTo>
                <a:lnTo>
                  <a:pt x="61519" y="55431"/>
                </a:lnTo>
                <a:lnTo>
                  <a:pt x="82826" y="21948"/>
                </a:lnTo>
                <a:cubicBezTo>
                  <a:pt x="86030" y="16928"/>
                  <a:pt x="87632" y="13190"/>
                  <a:pt x="87632" y="10734"/>
                </a:cubicBezTo>
                <a:cubicBezTo>
                  <a:pt x="87632" y="9238"/>
                  <a:pt x="87245" y="7903"/>
                  <a:pt x="86471" y="6729"/>
                </a:cubicBezTo>
                <a:cubicBezTo>
                  <a:pt x="85696" y="5554"/>
                  <a:pt x="84588" y="4633"/>
                  <a:pt x="83146" y="3965"/>
                </a:cubicBezTo>
                <a:cubicBezTo>
                  <a:pt x="81705" y="3298"/>
                  <a:pt x="79542" y="2964"/>
                  <a:pt x="76658" y="2964"/>
                </a:cubicBezTo>
                <a:lnTo>
                  <a:pt x="76658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ouareaphilosopher.">
            <a:extLst xmlns:a="http://schemas.openxmlformats.org/drawingml/2006/main">
              <a:ext uri="{FF2B5EF4-FFF2-40B4-BE49-F238E27FC236}">
                <a16:creationId xmlns:a16="http://schemas.microsoft.com/office/drawing/2014/main" id="{0195997F-52FD-4646-9629-E10E8A02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73" y="4888503"/>
            <a:ext cx="1349566" cy="148991"/>
          </a:xfrm>
          <a:custGeom xmlns:a="http://schemas.openxmlformats.org/drawingml/2006/main">
            <a:pathLst>
              <a:path w="1349566" h="148991">
                <a:moveTo>
                  <a:pt x="35485" y="38449"/>
                </a:moveTo>
                <a:cubicBezTo>
                  <a:pt x="46593" y="38449"/>
                  <a:pt x="55511" y="42664"/>
                  <a:pt x="62240" y="51093"/>
                </a:cubicBezTo>
                <a:cubicBezTo>
                  <a:pt x="67954" y="58294"/>
                  <a:pt x="70811" y="66563"/>
                  <a:pt x="70811" y="75900"/>
                </a:cubicBezTo>
                <a:cubicBezTo>
                  <a:pt x="70811" y="82461"/>
                  <a:pt x="69235" y="89103"/>
                  <a:pt x="66085" y="95825"/>
                </a:cubicBezTo>
                <a:cubicBezTo>
                  <a:pt x="62934" y="102545"/>
                  <a:pt x="58595" y="107613"/>
                  <a:pt x="53068" y="111027"/>
                </a:cubicBezTo>
                <a:cubicBezTo>
                  <a:pt x="47541" y="114441"/>
                  <a:pt x="41386" y="116149"/>
                  <a:pt x="34604" y="116149"/>
                </a:cubicBezTo>
                <a:cubicBezTo>
                  <a:pt x="23550" y="116149"/>
                  <a:pt x="14766" y="111747"/>
                  <a:pt x="8251" y="102944"/>
                </a:cubicBezTo>
                <a:cubicBezTo>
                  <a:pt x="2750" y="95530"/>
                  <a:pt x="0" y="87208"/>
                  <a:pt x="0" y="77980"/>
                </a:cubicBezTo>
                <a:cubicBezTo>
                  <a:pt x="0" y="71258"/>
                  <a:pt x="1669" y="64576"/>
                  <a:pt x="5006" y="57934"/>
                </a:cubicBezTo>
                <a:cubicBezTo>
                  <a:pt x="8344" y="51292"/>
                  <a:pt x="12736" y="46384"/>
                  <a:pt x="18183" y="43210"/>
                </a:cubicBezTo>
                <a:cubicBezTo>
                  <a:pt x="23630" y="40036"/>
                  <a:pt x="29398" y="38449"/>
                  <a:pt x="35485" y="38449"/>
                </a:cubicBezTo>
                <a:moveTo>
                  <a:pt x="33002" y="43736"/>
                </a:moveTo>
                <a:cubicBezTo>
                  <a:pt x="30172" y="43736"/>
                  <a:pt x="27328" y="44576"/>
                  <a:pt x="24471" y="46257"/>
                </a:cubicBezTo>
                <a:cubicBezTo>
                  <a:pt x="21614" y="47937"/>
                  <a:pt x="19305" y="50884"/>
                  <a:pt x="17542" y="55098"/>
                </a:cubicBezTo>
                <a:cubicBezTo>
                  <a:pt x="15780" y="59312"/>
                  <a:pt x="14899" y="64725"/>
                  <a:pt x="14899" y="71339"/>
                </a:cubicBezTo>
                <a:cubicBezTo>
                  <a:pt x="14899" y="82006"/>
                  <a:pt x="17022" y="91207"/>
                  <a:pt x="21267" y="98942"/>
                </a:cubicBezTo>
                <a:cubicBezTo>
                  <a:pt x="25513" y="106675"/>
                  <a:pt x="31106" y="110541"/>
                  <a:pt x="38049" y="110541"/>
                </a:cubicBezTo>
                <a:cubicBezTo>
                  <a:pt x="43229" y="110541"/>
                  <a:pt x="47501" y="108408"/>
                  <a:pt x="50865" y="104141"/>
                </a:cubicBezTo>
                <a:cubicBezTo>
                  <a:pt x="54229" y="99874"/>
                  <a:pt x="55912" y="92540"/>
                  <a:pt x="55912" y="82140"/>
                </a:cubicBezTo>
                <a:cubicBezTo>
                  <a:pt x="55912" y="69125"/>
                  <a:pt x="53108" y="58884"/>
                  <a:pt x="47501" y="51416"/>
                </a:cubicBezTo>
                <a:cubicBezTo>
                  <a:pt x="43709" y="46296"/>
                  <a:pt x="38876" y="43736"/>
                  <a:pt x="33002" y="43736"/>
                </a:cubicBezTo>
                <a:close/>
                <a:moveTo>
                  <a:pt x="145947" y="40532"/>
                </a:moveTo>
                <a:lnTo>
                  <a:pt x="145947" y="84989"/>
                </a:lnTo>
                <a:cubicBezTo>
                  <a:pt x="145947" y="93480"/>
                  <a:pt x="146147" y="98673"/>
                  <a:pt x="146547" y="100569"/>
                </a:cubicBezTo>
                <a:cubicBezTo>
                  <a:pt x="146948" y="102464"/>
                  <a:pt x="147589" y="103786"/>
                  <a:pt x="148470" y="104534"/>
                </a:cubicBezTo>
                <a:cubicBezTo>
                  <a:pt x="149351" y="105281"/>
                  <a:pt x="150379" y="105655"/>
                  <a:pt x="151554" y="105655"/>
                </a:cubicBezTo>
                <a:cubicBezTo>
                  <a:pt x="153209" y="105655"/>
                  <a:pt x="155078" y="105201"/>
                  <a:pt x="157161" y="104293"/>
                </a:cubicBezTo>
                <a:lnTo>
                  <a:pt x="158282" y="107097"/>
                </a:lnTo>
                <a:lnTo>
                  <a:pt x="136334" y="116149"/>
                </a:lnTo>
                <a:lnTo>
                  <a:pt x="132730" y="116149"/>
                </a:lnTo>
                <a:lnTo>
                  <a:pt x="132730" y="100609"/>
                </a:lnTo>
                <a:cubicBezTo>
                  <a:pt x="126428" y="107444"/>
                  <a:pt x="121622" y="111743"/>
                  <a:pt x="118311" y="113505"/>
                </a:cubicBezTo>
                <a:cubicBezTo>
                  <a:pt x="115000" y="115267"/>
                  <a:pt x="111503" y="116149"/>
                  <a:pt x="107818" y="116149"/>
                </a:cubicBezTo>
                <a:cubicBezTo>
                  <a:pt x="103706" y="116149"/>
                  <a:pt x="100141" y="114960"/>
                  <a:pt x="97124" y="112584"/>
                </a:cubicBezTo>
                <a:cubicBezTo>
                  <a:pt x="94107" y="110208"/>
                  <a:pt x="92011" y="107150"/>
                  <a:pt x="90836" y="103412"/>
                </a:cubicBezTo>
                <a:cubicBezTo>
                  <a:pt x="89661" y="99674"/>
                  <a:pt x="89074" y="94387"/>
                  <a:pt x="89074" y="87552"/>
                </a:cubicBezTo>
                <a:lnTo>
                  <a:pt x="89074" y="54790"/>
                </a:lnTo>
                <a:cubicBezTo>
                  <a:pt x="89074" y="51319"/>
                  <a:pt x="88700" y="48916"/>
                  <a:pt x="87952" y="47581"/>
                </a:cubicBezTo>
                <a:cubicBezTo>
                  <a:pt x="87205" y="46246"/>
                  <a:pt x="86097" y="45218"/>
                  <a:pt x="84628" y="44497"/>
                </a:cubicBezTo>
                <a:cubicBezTo>
                  <a:pt x="83160" y="43776"/>
                  <a:pt x="80503" y="43442"/>
                  <a:pt x="76658" y="43496"/>
                </a:cubicBezTo>
                <a:lnTo>
                  <a:pt x="76658" y="40532"/>
                </a:lnTo>
                <a:lnTo>
                  <a:pt x="102371" y="40532"/>
                </a:lnTo>
                <a:lnTo>
                  <a:pt x="102371" y="89515"/>
                </a:lnTo>
                <a:cubicBezTo>
                  <a:pt x="102371" y="96333"/>
                  <a:pt x="103559" y="100808"/>
                  <a:pt x="105935" y="102939"/>
                </a:cubicBezTo>
                <a:cubicBezTo>
                  <a:pt x="108312" y="105070"/>
                  <a:pt x="111182" y="106136"/>
                  <a:pt x="114546" y="106136"/>
                </a:cubicBezTo>
                <a:cubicBezTo>
                  <a:pt x="116843" y="106136"/>
                  <a:pt x="119446" y="105417"/>
                  <a:pt x="122356" y="103978"/>
                </a:cubicBezTo>
                <a:cubicBezTo>
                  <a:pt x="125267" y="102539"/>
                  <a:pt x="128725" y="99797"/>
                  <a:pt x="132730" y="95750"/>
                </a:cubicBezTo>
                <a:lnTo>
                  <a:pt x="132730" y="54282"/>
                </a:lnTo>
                <a:cubicBezTo>
                  <a:pt x="132730" y="50127"/>
                  <a:pt x="131969" y="47317"/>
                  <a:pt x="130447" y="45854"/>
                </a:cubicBezTo>
                <a:cubicBezTo>
                  <a:pt x="128925" y="44388"/>
                  <a:pt x="125761" y="43602"/>
                  <a:pt x="120955" y="43496"/>
                </a:cubicBezTo>
                <a:lnTo>
                  <a:pt x="120955" y="40532"/>
                </a:lnTo>
                <a:lnTo>
                  <a:pt x="145947" y="40532"/>
                </a:lnTo>
                <a:close/>
                <a:moveTo>
                  <a:pt x="246235" y="103332"/>
                </a:moveTo>
                <a:cubicBezTo>
                  <a:pt x="238705" y="109153"/>
                  <a:pt x="233979" y="112517"/>
                  <a:pt x="232057" y="113425"/>
                </a:cubicBezTo>
                <a:cubicBezTo>
                  <a:pt x="229173" y="114814"/>
                  <a:pt x="226103" y="115508"/>
                  <a:pt x="222845" y="115508"/>
                </a:cubicBezTo>
                <a:cubicBezTo>
                  <a:pt x="217772" y="115508"/>
                  <a:pt x="213593" y="113772"/>
                  <a:pt x="210309" y="110301"/>
                </a:cubicBezTo>
                <a:cubicBezTo>
                  <a:pt x="207025" y="106830"/>
                  <a:pt x="205383" y="102264"/>
                  <a:pt x="205383" y="96604"/>
                </a:cubicBezTo>
                <a:cubicBezTo>
                  <a:pt x="205383" y="93026"/>
                  <a:pt x="206184" y="89928"/>
                  <a:pt x="207786" y="87312"/>
                </a:cubicBezTo>
                <a:cubicBezTo>
                  <a:pt x="209975" y="83680"/>
                  <a:pt x="213780" y="80263"/>
                  <a:pt x="219200" y="77059"/>
                </a:cubicBezTo>
                <a:cubicBezTo>
                  <a:pt x="224621" y="73854"/>
                  <a:pt x="233632" y="69956"/>
                  <a:pt x="246235" y="65364"/>
                </a:cubicBezTo>
                <a:lnTo>
                  <a:pt x="246235" y="62480"/>
                </a:lnTo>
                <a:cubicBezTo>
                  <a:pt x="246235" y="55164"/>
                  <a:pt x="245074" y="50144"/>
                  <a:pt x="242751" y="47421"/>
                </a:cubicBezTo>
                <a:cubicBezTo>
                  <a:pt x="240428" y="44697"/>
                  <a:pt x="237050" y="43335"/>
                  <a:pt x="232618" y="43335"/>
                </a:cubicBezTo>
                <a:cubicBezTo>
                  <a:pt x="229253" y="43335"/>
                  <a:pt x="226583" y="44240"/>
                  <a:pt x="224607" y="46049"/>
                </a:cubicBezTo>
                <a:cubicBezTo>
                  <a:pt x="222578" y="47858"/>
                  <a:pt x="221563" y="49933"/>
                  <a:pt x="221563" y="52274"/>
                </a:cubicBezTo>
                <a:lnTo>
                  <a:pt x="221724" y="56903"/>
                </a:lnTo>
                <a:cubicBezTo>
                  <a:pt x="221724" y="59349"/>
                  <a:pt x="221096" y="61237"/>
                  <a:pt x="219841" y="62568"/>
                </a:cubicBezTo>
                <a:cubicBezTo>
                  <a:pt x="218586" y="63898"/>
                  <a:pt x="216944" y="64563"/>
                  <a:pt x="214915" y="64563"/>
                </a:cubicBezTo>
                <a:cubicBezTo>
                  <a:pt x="212939" y="64563"/>
                  <a:pt x="211324" y="63871"/>
                  <a:pt x="210069" y="62487"/>
                </a:cubicBezTo>
                <a:cubicBezTo>
                  <a:pt x="208814" y="61102"/>
                  <a:pt x="208186" y="59212"/>
                  <a:pt x="208186" y="56815"/>
                </a:cubicBezTo>
                <a:cubicBezTo>
                  <a:pt x="208186" y="52238"/>
                  <a:pt x="210536" y="48032"/>
                  <a:pt x="215235" y="44199"/>
                </a:cubicBezTo>
                <a:cubicBezTo>
                  <a:pt x="219935" y="40366"/>
                  <a:pt x="226530" y="38449"/>
                  <a:pt x="235021" y="38449"/>
                </a:cubicBezTo>
                <a:cubicBezTo>
                  <a:pt x="241536" y="38449"/>
                  <a:pt x="246876" y="39542"/>
                  <a:pt x="251041" y="41728"/>
                </a:cubicBezTo>
                <a:cubicBezTo>
                  <a:pt x="254192" y="43382"/>
                  <a:pt x="256515" y="45970"/>
                  <a:pt x="258010" y="49491"/>
                </a:cubicBezTo>
                <a:cubicBezTo>
                  <a:pt x="258971" y="51784"/>
                  <a:pt x="259452" y="56477"/>
                  <a:pt x="259452" y="63571"/>
                </a:cubicBezTo>
                <a:lnTo>
                  <a:pt x="259452" y="88453"/>
                </a:lnTo>
                <a:cubicBezTo>
                  <a:pt x="259452" y="95440"/>
                  <a:pt x="259585" y="99721"/>
                  <a:pt x="259852" y="101295"/>
                </a:cubicBezTo>
                <a:cubicBezTo>
                  <a:pt x="260119" y="102868"/>
                  <a:pt x="260560" y="103922"/>
                  <a:pt x="261174" y="104456"/>
                </a:cubicBezTo>
                <a:cubicBezTo>
                  <a:pt x="261788" y="104988"/>
                  <a:pt x="262496" y="105255"/>
                  <a:pt x="263297" y="105255"/>
                </a:cubicBezTo>
                <a:cubicBezTo>
                  <a:pt x="264151" y="105255"/>
                  <a:pt x="264899" y="105068"/>
                  <a:pt x="265540" y="104694"/>
                </a:cubicBezTo>
                <a:cubicBezTo>
                  <a:pt x="266661" y="104000"/>
                  <a:pt x="268824" y="102051"/>
                  <a:pt x="272028" y="98846"/>
                </a:cubicBezTo>
                <a:lnTo>
                  <a:pt x="272028" y="103332"/>
                </a:lnTo>
                <a:cubicBezTo>
                  <a:pt x="266047" y="111342"/>
                  <a:pt x="260333" y="115348"/>
                  <a:pt x="254886" y="115348"/>
                </a:cubicBezTo>
                <a:cubicBezTo>
                  <a:pt x="252269" y="115348"/>
                  <a:pt x="250187" y="114440"/>
                  <a:pt x="248638" y="112624"/>
                </a:cubicBezTo>
                <a:cubicBezTo>
                  <a:pt x="247089" y="110808"/>
                  <a:pt x="246288" y="107711"/>
                  <a:pt x="246235" y="103332"/>
                </a:cubicBezTo>
                <a:moveTo>
                  <a:pt x="246235" y="98080"/>
                </a:moveTo>
                <a:lnTo>
                  <a:pt x="246235" y="70250"/>
                </a:lnTo>
                <a:cubicBezTo>
                  <a:pt x="238171" y="73439"/>
                  <a:pt x="232965" y="75698"/>
                  <a:pt x="230615" y="77029"/>
                </a:cubicBezTo>
                <a:cubicBezTo>
                  <a:pt x="226396" y="79368"/>
                  <a:pt x="223379" y="81814"/>
                  <a:pt x="221563" y="84365"/>
                </a:cubicBezTo>
                <a:cubicBezTo>
                  <a:pt x="219748" y="86917"/>
                  <a:pt x="218840" y="89708"/>
                  <a:pt x="218840" y="92739"/>
                </a:cubicBezTo>
                <a:cubicBezTo>
                  <a:pt x="218840" y="96567"/>
                  <a:pt x="219988" y="99743"/>
                  <a:pt x="222284" y="102268"/>
                </a:cubicBezTo>
                <a:cubicBezTo>
                  <a:pt x="224581" y="104793"/>
                  <a:pt x="227224" y="106056"/>
                  <a:pt x="230215" y="106056"/>
                </a:cubicBezTo>
                <a:cubicBezTo>
                  <a:pt x="234273" y="106056"/>
                  <a:pt x="239613" y="103397"/>
                  <a:pt x="246235" y="98080"/>
                </a:cubicBezTo>
                <a:close/>
                <a:moveTo>
                  <a:pt x="298967" y="38449"/>
                </a:moveTo>
                <a:lnTo>
                  <a:pt x="298967" y="54950"/>
                </a:lnTo>
                <a:cubicBezTo>
                  <a:pt x="305109" y="43950"/>
                  <a:pt x="311410" y="38449"/>
                  <a:pt x="317872" y="38449"/>
                </a:cubicBezTo>
                <a:cubicBezTo>
                  <a:pt x="320809" y="38449"/>
                  <a:pt x="323238" y="39344"/>
                  <a:pt x="325161" y="41133"/>
                </a:cubicBezTo>
                <a:cubicBezTo>
                  <a:pt x="327083" y="42922"/>
                  <a:pt x="328045" y="44991"/>
                  <a:pt x="328045" y="47341"/>
                </a:cubicBezTo>
                <a:cubicBezTo>
                  <a:pt x="328045" y="49423"/>
                  <a:pt x="327350" y="51185"/>
                  <a:pt x="325962" y="52627"/>
                </a:cubicBezTo>
                <a:cubicBezTo>
                  <a:pt x="324574" y="54069"/>
                  <a:pt x="322918" y="54790"/>
                  <a:pt x="320996" y="54790"/>
                </a:cubicBezTo>
                <a:cubicBezTo>
                  <a:pt x="319127" y="54790"/>
                  <a:pt x="317031" y="53869"/>
                  <a:pt x="314708" y="52027"/>
                </a:cubicBezTo>
                <a:cubicBezTo>
                  <a:pt x="312385" y="50184"/>
                  <a:pt x="310662" y="49263"/>
                  <a:pt x="309541" y="49263"/>
                </a:cubicBezTo>
                <a:cubicBezTo>
                  <a:pt x="308580" y="49263"/>
                  <a:pt x="307538" y="49795"/>
                  <a:pt x="306417" y="50860"/>
                </a:cubicBezTo>
                <a:cubicBezTo>
                  <a:pt x="304014" y="53045"/>
                  <a:pt x="301531" y="56640"/>
                  <a:pt x="298967" y="61646"/>
                </a:cubicBezTo>
                <a:lnTo>
                  <a:pt x="298967" y="96721"/>
                </a:lnTo>
                <a:cubicBezTo>
                  <a:pt x="298967" y="100768"/>
                  <a:pt x="299475" y="103830"/>
                  <a:pt x="300489" y="105908"/>
                </a:cubicBezTo>
                <a:cubicBezTo>
                  <a:pt x="301184" y="107346"/>
                  <a:pt x="302412" y="108546"/>
                  <a:pt x="304174" y="109505"/>
                </a:cubicBezTo>
                <a:cubicBezTo>
                  <a:pt x="305936" y="110463"/>
                  <a:pt x="308473" y="110942"/>
                  <a:pt x="311784" y="110942"/>
                </a:cubicBezTo>
                <a:lnTo>
                  <a:pt x="311784" y="113906"/>
                </a:lnTo>
                <a:lnTo>
                  <a:pt x="274216" y="113906"/>
                </a:lnTo>
                <a:lnTo>
                  <a:pt x="274216" y="110942"/>
                </a:lnTo>
                <a:cubicBezTo>
                  <a:pt x="277954" y="110942"/>
                  <a:pt x="280731" y="110356"/>
                  <a:pt x="282546" y="109185"/>
                </a:cubicBezTo>
                <a:cubicBezTo>
                  <a:pt x="283881" y="108332"/>
                  <a:pt x="284816" y="106973"/>
                  <a:pt x="285350" y="105107"/>
                </a:cubicBezTo>
                <a:cubicBezTo>
                  <a:pt x="285617" y="104201"/>
                  <a:pt x="285751" y="101617"/>
                  <a:pt x="285751" y="97355"/>
                </a:cubicBezTo>
                <a:lnTo>
                  <a:pt x="285751" y="68981"/>
                </a:lnTo>
                <a:cubicBezTo>
                  <a:pt x="285751" y="60455"/>
                  <a:pt x="285577" y="55380"/>
                  <a:pt x="285230" y="53756"/>
                </a:cubicBezTo>
                <a:cubicBezTo>
                  <a:pt x="284883" y="52131"/>
                  <a:pt x="284242" y="50945"/>
                  <a:pt x="283307" y="50199"/>
                </a:cubicBezTo>
                <a:cubicBezTo>
                  <a:pt x="282373" y="49453"/>
                  <a:pt x="281211" y="49080"/>
                  <a:pt x="279823" y="49080"/>
                </a:cubicBezTo>
                <a:cubicBezTo>
                  <a:pt x="278167" y="49080"/>
                  <a:pt x="276298" y="49480"/>
                  <a:pt x="274216" y="50279"/>
                </a:cubicBezTo>
                <a:lnTo>
                  <a:pt x="273415" y="47401"/>
                </a:lnTo>
                <a:lnTo>
                  <a:pt x="295603" y="38449"/>
                </a:lnTo>
                <a:lnTo>
                  <a:pt x="298967" y="38449"/>
                </a:lnTo>
                <a:close/>
                <a:moveTo>
                  <a:pt x="344464" y="68247"/>
                </a:moveTo>
                <a:cubicBezTo>
                  <a:pt x="344411" y="79116"/>
                  <a:pt x="347054" y="87641"/>
                  <a:pt x="352394" y="93823"/>
                </a:cubicBezTo>
                <a:cubicBezTo>
                  <a:pt x="357735" y="100002"/>
                  <a:pt x="364009" y="103092"/>
                  <a:pt x="371219" y="103092"/>
                </a:cubicBezTo>
                <a:cubicBezTo>
                  <a:pt x="376025" y="103092"/>
                  <a:pt x="380203" y="101770"/>
                  <a:pt x="383755" y="99127"/>
                </a:cubicBezTo>
                <a:cubicBezTo>
                  <a:pt x="387306" y="96483"/>
                  <a:pt x="390283" y="91958"/>
                  <a:pt x="392686" y="85549"/>
                </a:cubicBezTo>
                <a:lnTo>
                  <a:pt x="395169" y="87151"/>
                </a:lnTo>
                <a:cubicBezTo>
                  <a:pt x="394048" y="94468"/>
                  <a:pt x="390790" y="101129"/>
                  <a:pt x="385397" y="107137"/>
                </a:cubicBezTo>
                <a:cubicBezTo>
                  <a:pt x="380003" y="113145"/>
                  <a:pt x="373248" y="116149"/>
                  <a:pt x="365131" y="116149"/>
                </a:cubicBezTo>
                <a:cubicBezTo>
                  <a:pt x="356319" y="116149"/>
                  <a:pt x="348776" y="112725"/>
                  <a:pt x="342502" y="105878"/>
                </a:cubicBezTo>
                <a:cubicBezTo>
                  <a:pt x="336227" y="99029"/>
                  <a:pt x="333090" y="89822"/>
                  <a:pt x="333090" y="78258"/>
                </a:cubicBezTo>
                <a:cubicBezTo>
                  <a:pt x="333090" y="65735"/>
                  <a:pt x="336307" y="55970"/>
                  <a:pt x="342742" y="48963"/>
                </a:cubicBezTo>
                <a:cubicBezTo>
                  <a:pt x="349177" y="41954"/>
                  <a:pt x="357254" y="38449"/>
                  <a:pt x="366973" y="38449"/>
                </a:cubicBezTo>
                <a:cubicBezTo>
                  <a:pt x="375197" y="38449"/>
                  <a:pt x="381952" y="41153"/>
                  <a:pt x="387239" y="46560"/>
                </a:cubicBezTo>
                <a:cubicBezTo>
                  <a:pt x="392526" y="51965"/>
                  <a:pt x="395169" y="59194"/>
                  <a:pt x="395169" y="68247"/>
                </a:cubicBezTo>
                <a:lnTo>
                  <a:pt x="344464" y="68247"/>
                </a:lnTo>
                <a:moveTo>
                  <a:pt x="344464" y="63601"/>
                </a:moveTo>
                <a:lnTo>
                  <a:pt x="378428" y="63601"/>
                </a:lnTo>
                <a:cubicBezTo>
                  <a:pt x="378161" y="58902"/>
                  <a:pt x="377600" y="55591"/>
                  <a:pt x="376746" y="53669"/>
                </a:cubicBezTo>
                <a:cubicBezTo>
                  <a:pt x="375411" y="50678"/>
                  <a:pt x="373421" y="48328"/>
                  <a:pt x="370778" y="46620"/>
                </a:cubicBezTo>
                <a:cubicBezTo>
                  <a:pt x="368135" y="44911"/>
                  <a:pt x="365371" y="44056"/>
                  <a:pt x="362487" y="44056"/>
                </a:cubicBezTo>
                <a:cubicBezTo>
                  <a:pt x="358055" y="44056"/>
                  <a:pt x="354090" y="45779"/>
                  <a:pt x="350592" y="49223"/>
                </a:cubicBezTo>
                <a:cubicBezTo>
                  <a:pt x="347094" y="52667"/>
                  <a:pt x="345052" y="57460"/>
                  <a:pt x="344464" y="63601"/>
                </a:cubicBezTo>
                <a:close/>
                <a:moveTo>
                  <a:pt x="487552" y="103332"/>
                </a:moveTo>
                <a:cubicBezTo>
                  <a:pt x="480023" y="109153"/>
                  <a:pt x="475297" y="112517"/>
                  <a:pt x="473374" y="113425"/>
                </a:cubicBezTo>
                <a:cubicBezTo>
                  <a:pt x="470491" y="114814"/>
                  <a:pt x="467420" y="115508"/>
                  <a:pt x="464163" y="115508"/>
                </a:cubicBezTo>
                <a:cubicBezTo>
                  <a:pt x="459089" y="115508"/>
                  <a:pt x="454911" y="113772"/>
                  <a:pt x="451626" y="110301"/>
                </a:cubicBezTo>
                <a:cubicBezTo>
                  <a:pt x="448342" y="106830"/>
                  <a:pt x="446700" y="102264"/>
                  <a:pt x="446700" y="96604"/>
                </a:cubicBezTo>
                <a:cubicBezTo>
                  <a:pt x="446700" y="93026"/>
                  <a:pt x="447501" y="89928"/>
                  <a:pt x="449103" y="87312"/>
                </a:cubicBezTo>
                <a:cubicBezTo>
                  <a:pt x="451293" y="83680"/>
                  <a:pt x="455098" y="80263"/>
                  <a:pt x="460518" y="77059"/>
                </a:cubicBezTo>
                <a:cubicBezTo>
                  <a:pt x="465938" y="73854"/>
                  <a:pt x="474950" y="69956"/>
                  <a:pt x="487552" y="65364"/>
                </a:cubicBezTo>
                <a:lnTo>
                  <a:pt x="487552" y="62480"/>
                </a:lnTo>
                <a:cubicBezTo>
                  <a:pt x="487552" y="55164"/>
                  <a:pt x="486391" y="50144"/>
                  <a:pt x="484068" y="47421"/>
                </a:cubicBezTo>
                <a:cubicBezTo>
                  <a:pt x="481745" y="44697"/>
                  <a:pt x="478367" y="43335"/>
                  <a:pt x="473935" y="43335"/>
                </a:cubicBezTo>
                <a:cubicBezTo>
                  <a:pt x="470571" y="43335"/>
                  <a:pt x="467901" y="44240"/>
                  <a:pt x="465925" y="46049"/>
                </a:cubicBezTo>
                <a:cubicBezTo>
                  <a:pt x="463895" y="47858"/>
                  <a:pt x="462881" y="49933"/>
                  <a:pt x="462881" y="52274"/>
                </a:cubicBezTo>
                <a:lnTo>
                  <a:pt x="463041" y="56903"/>
                </a:lnTo>
                <a:cubicBezTo>
                  <a:pt x="463041" y="59349"/>
                  <a:pt x="462414" y="61237"/>
                  <a:pt x="461159" y="62568"/>
                </a:cubicBezTo>
                <a:cubicBezTo>
                  <a:pt x="459904" y="63898"/>
                  <a:pt x="458262" y="64563"/>
                  <a:pt x="456232" y="64563"/>
                </a:cubicBezTo>
                <a:cubicBezTo>
                  <a:pt x="454257" y="64563"/>
                  <a:pt x="452641" y="63871"/>
                  <a:pt x="451386" y="62487"/>
                </a:cubicBezTo>
                <a:cubicBezTo>
                  <a:pt x="450131" y="61102"/>
                  <a:pt x="449504" y="59212"/>
                  <a:pt x="449504" y="56815"/>
                </a:cubicBezTo>
                <a:cubicBezTo>
                  <a:pt x="449504" y="52238"/>
                  <a:pt x="451853" y="48032"/>
                  <a:pt x="456553" y="44199"/>
                </a:cubicBezTo>
                <a:cubicBezTo>
                  <a:pt x="461252" y="40366"/>
                  <a:pt x="467847" y="38449"/>
                  <a:pt x="476338" y="38449"/>
                </a:cubicBezTo>
                <a:cubicBezTo>
                  <a:pt x="482853" y="38449"/>
                  <a:pt x="488193" y="39542"/>
                  <a:pt x="492359" y="41728"/>
                </a:cubicBezTo>
                <a:cubicBezTo>
                  <a:pt x="495509" y="43382"/>
                  <a:pt x="497832" y="45970"/>
                  <a:pt x="499327" y="49491"/>
                </a:cubicBezTo>
                <a:cubicBezTo>
                  <a:pt x="500289" y="51784"/>
                  <a:pt x="500769" y="56477"/>
                  <a:pt x="500769" y="63571"/>
                </a:cubicBezTo>
                <a:lnTo>
                  <a:pt x="500769" y="88453"/>
                </a:lnTo>
                <a:cubicBezTo>
                  <a:pt x="500769" y="95440"/>
                  <a:pt x="500903" y="99721"/>
                  <a:pt x="501170" y="101295"/>
                </a:cubicBezTo>
                <a:cubicBezTo>
                  <a:pt x="501437" y="102868"/>
                  <a:pt x="501877" y="103922"/>
                  <a:pt x="502492" y="104456"/>
                </a:cubicBezTo>
                <a:cubicBezTo>
                  <a:pt x="503106" y="104988"/>
                  <a:pt x="503813" y="105255"/>
                  <a:pt x="504614" y="105255"/>
                </a:cubicBezTo>
                <a:cubicBezTo>
                  <a:pt x="505469" y="105255"/>
                  <a:pt x="506216" y="105068"/>
                  <a:pt x="506857" y="104694"/>
                </a:cubicBezTo>
                <a:cubicBezTo>
                  <a:pt x="507979" y="104000"/>
                  <a:pt x="510141" y="102051"/>
                  <a:pt x="513345" y="98846"/>
                </a:cubicBezTo>
                <a:lnTo>
                  <a:pt x="513345" y="103332"/>
                </a:lnTo>
                <a:cubicBezTo>
                  <a:pt x="507364" y="111342"/>
                  <a:pt x="501650" y="115348"/>
                  <a:pt x="496203" y="115348"/>
                </a:cubicBezTo>
                <a:cubicBezTo>
                  <a:pt x="493587" y="115348"/>
                  <a:pt x="491504" y="114440"/>
                  <a:pt x="489955" y="112624"/>
                </a:cubicBezTo>
                <a:cubicBezTo>
                  <a:pt x="488407" y="110808"/>
                  <a:pt x="487606" y="107711"/>
                  <a:pt x="487552" y="103332"/>
                </a:cubicBezTo>
                <a:moveTo>
                  <a:pt x="487552" y="98080"/>
                </a:moveTo>
                <a:lnTo>
                  <a:pt x="487552" y="70250"/>
                </a:lnTo>
                <a:cubicBezTo>
                  <a:pt x="479489" y="73439"/>
                  <a:pt x="474282" y="75698"/>
                  <a:pt x="471932" y="77029"/>
                </a:cubicBezTo>
                <a:cubicBezTo>
                  <a:pt x="467714" y="79368"/>
                  <a:pt x="464697" y="81814"/>
                  <a:pt x="462881" y="84365"/>
                </a:cubicBezTo>
                <a:cubicBezTo>
                  <a:pt x="461065" y="86917"/>
                  <a:pt x="460157" y="89708"/>
                  <a:pt x="460157" y="92739"/>
                </a:cubicBezTo>
                <a:cubicBezTo>
                  <a:pt x="460157" y="96567"/>
                  <a:pt x="461306" y="99743"/>
                  <a:pt x="463602" y="102268"/>
                </a:cubicBezTo>
                <a:cubicBezTo>
                  <a:pt x="465898" y="104793"/>
                  <a:pt x="468541" y="106056"/>
                  <a:pt x="471532" y="106056"/>
                </a:cubicBezTo>
                <a:cubicBezTo>
                  <a:pt x="475590" y="106056"/>
                  <a:pt x="480931" y="103397"/>
                  <a:pt x="487552" y="98080"/>
                </a:cubicBezTo>
                <a:close/>
                <a:moveTo>
                  <a:pt x="554543" y="47749"/>
                </a:moveTo>
                <a:lnTo>
                  <a:pt x="577132" y="38609"/>
                </a:lnTo>
                <a:lnTo>
                  <a:pt x="580176" y="38609"/>
                </a:lnTo>
                <a:lnTo>
                  <a:pt x="580176" y="55751"/>
                </a:lnTo>
                <a:cubicBezTo>
                  <a:pt x="583967" y="49290"/>
                  <a:pt x="587772" y="44791"/>
                  <a:pt x="591590" y="42254"/>
                </a:cubicBezTo>
                <a:cubicBezTo>
                  <a:pt x="595409" y="39717"/>
                  <a:pt x="599427" y="38449"/>
                  <a:pt x="603646" y="38449"/>
                </a:cubicBezTo>
                <a:cubicBezTo>
                  <a:pt x="611015" y="38449"/>
                  <a:pt x="617156" y="41330"/>
                  <a:pt x="622069" y="47090"/>
                </a:cubicBezTo>
                <a:cubicBezTo>
                  <a:pt x="628104" y="54133"/>
                  <a:pt x="631121" y="63308"/>
                  <a:pt x="631121" y="74618"/>
                </a:cubicBezTo>
                <a:cubicBezTo>
                  <a:pt x="631121" y="87261"/>
                  <a:pt x="627490" y="97717"/>
                  <a:pt x="620227" y="105986"/>
                </a:cubicBezTo>
                <a:cubicBezTo>
                  <a:pt x="614246" y="112761"/>
                  <a:pt x="606716" y="116149"/>
                  <a:pt x="597638" y="116149"/>
                </a:cubicBezTo>
                <a:cubicBezTo>
                  <a:pt x="593686" y="116149"/>
                  <a:pt x="590269" y="115588"/>
                  <a:pt x="587385" y="114466"/>
                </a:cubicBezTo>
                <a:cubicBezTo>
                  <a:pt x="585249" y="113665"/>
                  <a:pt x="582846" y="112063"/>
                  <a:pt x="580176" y="109660"/>
                </a:cubicBezTo>
                <a:lnTo>
                  <a:pt x="580176" y="132009"/>
                </a:lnTo>
                <a:cubicBezTo>
                  <a:pt x="580176" y="137029"/>
                  <a:pt x="580483" y="140219"/>
                  <a:pt x="581097" y="141581"/>
                </a:cubicBezTo>
                <a:cubicBezTo>
                  <a:pt x="581711" y="142943"/>
                  <a:pt x="582779" y="144024"/>
                  <a:pt x="584301" y="144825"/>
                </a:cubicBezTo>
                <a:cubicBezTo>
                  <a:pt x="585823" y="145626"/>
                  <a:pt x="588587" y="146027"/>
                  <a:pt x="592592" y="146027"/>
                </a:cubicBezTo>
                <a:lnTo>
                  <a:pt x="592592" y="148991"/>
                </a:lnTo>
                <a:lnTo>
                  <a:pt x="554143" y="148991"/>
                </a:lnTo>
                <a:lnTo>
                  <a:pt x="554143" y="146027"/>
                </a:lnTo>
                <a:lnTo>
                  <a:pt x="556145" y="146027"/>
                </a:lnTo>
                <a:cubicBezTo>
                  <a:pt x="559082" y="146080"/>
                  <a:pt x="561592" y="145519"/>
                  <a:pt x="563675" y="144342"/>
                </a:cubicBezTo>
                <a:cubicBezTo>
                  <a:pt x="564689" y="143755"/>
                  <a:pt x="565477" y="142806"/>
                  <a:pt x="566038" y="141496"/>
                </a:cubicBezTo>
                <a:cubicBezTo>
                  <a:pt x="566598" y="140188"/>
                  <a:pt x="566879" y="136862"/>
                  <a:pt x="566879" y="131518"/>
                </a:cubicBezTo>
                <a:lnTo>
                  <a:pt x="566879" y="62097"/>
                </a:lnTo>
                <a:cubicBezTo>
                  <a:pt x="566879" y="57341"/>
                  <a:pt x="566665" y="54322"/>
                  <a:pt x="566238" y="53040"/>
                </a:cubicBezTo>
                <a:cubicBezTo>
                  <a:pt x="565811" y="51757"/>
                  <a:pt x="565130" y="50795"/>
                  <a:pt x="564195" y="50154"/>
                </a:cubicBezTo>
                <a:cubicBezTo>
                  <a:pt x="563261" y="49512"/>
                  <a:pt x="561993" y="49190"/>
                  <a:pt x="560391" y="49190"/>
                </a:cubicBezTo>
                <a:cubicBezTo>
                  <a:pt x="559109" y="49190"/>
                  <a:pt x="557480" y="49564"/>
                  <a:pt x="555504" y="50312"/>
                </a:cubicBezTo>
                <a:lnTo>
                  <a:pt x="554543" y="47749"/>
                </a:lnTo>
                <a:moveTo>
                  <a:pt x="580176" y="60623"/>
                </a:moveTo>
                <a:lnTo>
                  <a:pt x="580176" y="87983"/>
                </a:lnTo>
                <a:cubicBezTo>
                  <a:pt x="580176" y="93903"/>
                  <a:pt x="580416" y="97797"/>
                  <a:pt x="580897" y="99662"/>
                </a:cubicBezTo>
                <a:cubicBezTo>
                  <a:pt x="581644" y="102756"/>
                  <a:pt x="583473" y="105477"/>
                  <a:pt x="586384" y="107823"/>
                </a:cubicBezTo>
                <a:cubicBezTo>
                  <a:pt x="589294" y="110169"/>
                  <a:pt x="592966" y="111342"/>
                  <a:pt x="597398" y="111342"/>
                </a:cubicBezTo>
                <a:cubicBezTo>
                  <a:pt x="602738" y="111342"/>
                  <a:pt x="607064" y="109262"/>
                  <a:pt x="610374" y="105102"/>
                </a:cubicBezTo>
                <a:cubicBezTo>
                  <a:pt x="614700" y="99663"/>
                  <a:pt x="616863" y="92010"/>
                  <a:pt x="616863" y="82143"/>
                </a:cubicBezTo>
                <a:cubicBezTo>
                  <a:pt x="616863" y="70943"/>
                  <a:pt x="614406" y="62331"/>
                  <a:pt x="609493" y="56305"/>
                </a:cubicBezTo>
                <a:cubicBezTo>
                  <a:pt x="606076" y="52144"/>
                  <a:pt x="602017" y="50064"/>
                  <a:pt x="597318" y="50064"/>
                </a:cubicBezTo>
                <a:cubicBezTo>
                  <a:pt x="594754" y="50064"/>
                  <a:pt x="592218" y="50704"/>
                  <a:pt x="589708" y="51984"/>
                </a:cubicBezTo>
                <a:cubicBezTo>
                  <a:pt x="587786" y="52944"/>
                  <a:pt x="584608" y="55823"/>
                  <a:pt x="580176" y="60623"/>
                </a:cubicBezTo>
                <a:close/>
                <a:moveTo>
                  <a:pt x="663402" y="0"/>
                </a:moveTo>
                <a:lnTo>
                  <a:pt x="663402" y="53749"/>
                </a:lnTo>
                <a:cubicBezTo>
                  <a:pt x="669330" y="47234"/>
                  <a:pt x="674029" y="43055"/>
                  <a:pt x="677500" y="41213"/>
                </a:cubicBezTo>
                <a:cubicBezTo>
                  <a:pt x="680971" y="39370"/>
                  <a:pt x="684442" y="38449"/>
                  <a:pt x="687914" y="38449"/>
                </a:cubicBezTo>
                <a:cubicBezTo>
                  <a:pt x="692079" y="38449"/>
                  <a:pt x="695657" y="39595"/>
                  <a:pt x="698647" y="41886"/>
                </a:cubicBezTo>
                <a:cubicBezTo>
                  <a:pt x="701638" y="44177"/>
                  <a:pt x="703854" y="47774"/>
                  <a:pt x="705296" y="52675"/>
                </a:cubicBezTo>
                <a:cubicBezTo>
                  <a:pt x="706310" y="56086"/>
                  <a:pt x="706818" y="62321"/>
                  <a:pt x="706818" y="71379"/>
                </a:cubicBezTo>
                <a:lnTo>
                  <a:pt x="706818" y="97274"/>
                </a:lnTo>
                <a:cubicBezTo>
                  <a:pt x="706818" y="101910"/>
                  <a:pt x="707192" y="105081"/>
                  <a:pt x="707939" y="106787"/>
                </a:cubicBezTo>
                <a:cubicBezTo>
                  <a:pt x="708473" y="108065"/>
                  <a:pt x="709381" y="109077"/>
                  <a:pt x="710663" y="109823"/>
                </a:cubicBezTo>
                <a:cubicBezTo>
                  <a:pt x="711944" y="110569"/>
                  <a:pt x="714294" y="110942"/>
                  <a:pt x="717712" y="110942"/>
                </a:cubicBezTo>
                <a:lnTo>
                  <a:pt x="717712" y="113906"/>
                </a:lnTo>
                <a:lnTo>
                  <a:pt x="681666" y="113906"/>
                </a:lnTo>
                <a:lnTo>
                  <a:pt x="681666" y="110942"/>
                </a:lnTo>
                <a:lnTo>
                  <a:pt x="683348" y="110942"/>
                </a:lnTo>
                <a:cubicBezTo>
                  <a:pt x="686765" y="110942"/>
                  <a:pt x="689142" y="110421"/>
                  <a:pt x="690477" y="109380"/>
                </a:cubicBezTo>
                <a:cubicBezTo>
                  <a:pt x="691812" y="108339"/>
                  <a:pt x="692746" y="106803"/>
                  <a:pt x="693280" y="104774"/>
                </a:cubicBezTo>
                <a:cubicBezTo>
                  <a:pt x="693441" y="103920"/>
                  <a:pt x="693521" y="101410"/>
                  <a:pt x="693521" y="97244"/>
                </a:cubicBezTo>
                <a:lnTo>
                  <a:pt x="693521" y="71291"/>
                </a:lnTo>
                <a:cubicBezTo>
                  <a:pt x="693521" y="63281"/>
                  <a:pt x="693107" y="58021"/>
                  <a:pt x="692279" y="55511"/>
                </a:cubicBezTo>
                <a:cubicBezTo>
                  <a:pt x="691451" y="53001"/>
                  <a:pt x="690130" y="51119"/>
                  <a:pt x="688314" y="49864"/>
                </a:cubicBezTo>
                <a:cubicBezTo>
                  <a:pt x="686498" y="48609"/>
                  <a:pt x="684309" y="47981"/>
                  <a:pt x="681746" y="47981"/>
                </a:cubicBezTo>
                <a:cubicBezTo>
                  <a:pt x="679129" y="47981"/>
                  <a:pt x="676406" y="48676"/>
                  <a:pt x="673575" y="50064"/>
                </a:cubicBezTo>
                <a:cubicBezTo>
                  <a:pt x="670745" y="51452"/>
                  <a:pt x="667354" y="54256"/>
                  <a:pt x="663402" y="58475"/>
                </a:cubicBezTo>
                <a:lnTo>
                  <a:pt x="663402" y="97244"/>
                </a:lnTo>
                <a:cubicBezTo>
                  <a:pt x="663402" y="102264"/>
                  <a:pt x="663683" y="105388"/>
                  <a:pt x="664243" y="106616"/>
                </a:cubicBezTo>
                <a:cubicBezTo>
                  <a:pt x="664804" y="107845"/>
                  <a:pt x="665845" y="108873"/>
                  <a:pt x="667367" y="109700"/>
                </a:cubicBezTo>
                <a:cubicBezTo>
                  <a:pt x="668889" y="110528"/>
                  <a:pt x="671519" y="110942"/>
                  <a:pt x="675257" y="110942"/>
                </a:cubicBezTo>
                <a:lnTo>
                  <a:pt x="675257" y="113906"/>
                </a:lnTo>
                <a:lnTo>
                  <a:pt x="638891" y="113906"/>
                </a:lnTo>
                <a:lnTo>
                  <a:pt x="638891" y="110942"/>
                </a:lnTo>
                <a:cubicBezTo>
                  <a:pt x="642148" y="110942"/>
                  <a:pt x="644712" y="110435"/>
                  <a:pt x="646581" y="109420"/>
                </a:cubicBezTo>
                <a:cubicBezTo>
                  <a:pt x="647649" y="108888"/>
                  <a:pt x="648503" y="107875"/>
                  <a:pt x="649144" y="106381"/>
                </a:cubicBezTo>
                <a:cubicBezTo>
                  <a:pt x="649785" y="104886"/>
                  <a:pt x="650105" y="101844"/>
                  <a:pt x="650105" y="97254"/>
                </a:cubicBezTo>
                <a:lnTo>
                  <a:pt x="650105" y="30897"/>
                </a:lnTo>
                <a:cubicBezTo>
                  <a:pt x="650105" y="22520"/>
                  <a:pt x="649905" y="17371"/>
                  <a:pt x="649504" y="15450"/>
                </a:cubicBezTo>
                <a:cubicBezTo>
                  <a:pt x="649104" y="13527"/>
                  <a:pt x="648490" y="12220"/>
                  <a:pt x="647662" y="11527"/>
                </a:cubicBezTo>
                <a:cubicBezTo>
                  <a:pt x="646834" y="10833"/>
                  <a:pt x="645726" y="10486"/>
                  <a:pt x="644338" y="10486"/>
                </a:cubicBezTo>
                <a:cubicBezTo>
                  <a:pt x="643216" y="10486"/>
                  <a:pt x="641401" y="10913"/>
                  <a:pt x="638891" y="11768"/>
                </a:cubicBezTo>
                <a:lnTo>
                  <a:pt x="637769" y="8964"/>
                </a:lnTo>
                <a:lnTo>
                  <a:pt x="659718" y="0"/>
                </a:lnTo>
                <a:lnTo>
                  <a:pt x="663402" y="0"/>
                </a:lnTo>
                <a:close/>
                <a:moveTo>
                  <a:pt x="742544" y="0"/>
                </a:moveTo>
                <a:cubicBezTo>
                  <a:pt x="744786" y="0"/>
                  <a:pt x="746696" y="792"/>
                  <a:pt x="748271" y="2376"/>
                </a:cubicBezTo>
                <a:cubicBezTo>
                  <a:pt x="749846" y="3958"/>
                  <a:pt x="750634" y="5876"/>
                  <a:pt x="750634" y="8130"/>
                </a:cubicBezTo>
                <a:cubicBezTo>
                  <a:pt x="750634" y="10385"/>
                  <a:pt x="749846" y="12317"/>
                  <a:pt x="748271" y="13928"/>
                </a:cubicBezTo>
                <a:cubicBezTo>
                  <a:pt x="746696" y="15537"/>
                  <a:pt x="744786" y="16341"/>
                  <a:pt x="742544" y="16341"/>
                </a:cubicBezTo>
                <a:cubicBezTo>
                  <a:pt x="740301" y="16341"/>
                  <a:pt x="738378" y="15537"/>
                  <a:pt x="736776" y="13928"/>
                </a:cubicBezTo>
                <a:cubicBezTo>
                  <a:pt x="735174" y="12317"/>
                  <a:pt x="734373" y="10385"/>
                  <a:pt x="734373" y="8130"/>
                </a:cubicBezTo>
                <a:cubicBezTo>
                  <a:pt x="734373" y="5876"/>
                  <a:pt x="735161" y="3958"/>
                  <a:pt x="736736" y="2376"/>
                </a:cubicBezTo>
                <a:cubicBezTo>
                  <a:pt x="738311" y="792"/>
                  <a:pt x="740247" y="0"/>
                  <a:pt x="742544" y="0"/>
                </a:cubicBezTo>
                <a:moveTo>
                  <a:pt x="749192" y="38449"/>
                </a:moveTo>
                <a:lnTo>
                  <a:pt x="749192" y="97274"/>
                </a:lnTo>
                <a:cubicBezTo>
                  <a:pt x="749192" y="101857"/>
                  <a:pt x="749526" y="104908"/>
                  <a:pt x="750193" y="106426"/>
                </a:cubicBezTo>
                <a:cubicBezTo>
                  <a:pt x="750861" y="107945"/>
                  <a:pt x="751849" y="109077"/>
                  <a:pt x="753157" y="109823"/>
                </a:cubicBezTo>
                <a:cubicBezTo>
                  <a:pt x="754465" y="110569"/>
                  <a:pt x="756855" y="110942"/>
                  <a:pt x="760326" y="110942"/>
                </a:cubicBezTo>
                <a:lnTo>
                  <a:pt x="760326" y="113906"/>
                </a:lnTo>
                <a:lnTo>
                  <a:pt x="724681" y="113906"/>
                </a:lnTo>
                <a:lnTo>
                  <a:pt x="724681" y="110942"/>
                </a:lnTo>
                <a:cubicBezTo>
                  <a:pt x="728259" y="110942"/>
                  <a:pt x="730662" y="110596"/>
                  <a:pt x="731890" y="109903"/>
                </a:cubicBezTo>
                <a:cubicBezTo>
                  <a:pt x="733118" y="109211"/>
                  <a:pt x="734093" y="108065"/>
                  <a:pt x="734814" y="106466"/>
                </a:cubicBezTo>
                <a:cubicBezTo>
                  <a:pt x="735535" y="104867"/>
                  <a:pt x="735895" y="101804"/>
                  <a:pt x="735895" y="97274"/>
                </a:cubicBezTo>
                <a:lnTo>
                  <a:pt x="735895" y="69061"/>
                </a:lnTo>
                <a:cubicBezTo>
                  <a:pt x="735895" y="61121"/>
                  <a:pt x="735655" y="55979"/>
                  <a:pt x="735174" y="53636"/>
                </a:cubicBezTo>
                <a:cubicBezTo>
                  <a:pt x="734800" y="51931"/>
                  <a:pt x="734213" y="50745"/>
                  <a:pt x="733412" y="50079"/>
                </a:cubicBezTo>
                <a:cubicBezTo>
                  <a:pt x="732611" y="49413"/>
                  <a:pt x="731516" y="49080"/>
                  <a:pt x="730128" y="49080"/>
                </a:cubicBezTo>
                <a:cubicBezTo>
                  <a:pt x="728632" y="49080"/>
                  <a:pt x="726817" y="49480"/>
                  <a:pt x="724681" y="50279"/>
                </a:cubicBezTo>
                <a:lnTo>
                  <a:pt x="723559" y="47401"/>
                </a:lnTo>
                <a:lnTo>
                  <a:pt x="745668" y="38449"/>
                </a:lnTo>
                <a:lnTo>
                  <a:pt x="749192" y="38449"/>
                </a:lnTo>
                <a:close/>
                <a:moveTo>
                  <a:pt x="794718" y="0"/>
                </a:moveTo>
                <a:lnTo>
                  <a:pt x="794718" y="97254"/>
                </a:lnTo>
                <a:cubicBezTo>
                  <a:pt x="794718" y="101844"/>
                  <a:pt x="795052" y="104886"/>
                  <a:pt x="795719" y="106381"/>
                </a:cubicBezTo>
                <a:cubicBezTo>
                  <a:pt x="796387" y="107875"/>
                  <a:pt x="797415" y="109009"/>
                  <a:pt x="798803" y="109783"/>
                </a:cubicBezTo>
                <a:cubicBezTo>
                  <a:pt x="800191" y="110556"/>
                  <a:pt x="802781" y="110942"/>
                  <a:pt x="806573" y="110942"/>
                </a:cubicBezTo>
                <a:lnTo>
                  <a:pt x="806573" y="113906"/>
                </a:lnTo>
                <a:lnTo>
                  <a:pt x="770607" y="113906"/>
                </a:lnTo>
                <a:lnTo>
                  <a:pt x="770607" y="110942"/>
                </a:lnTo>
                <a:cubicBezTo>
                  <a:pt x="773971" y="110942"/>
                  <a:pt x="776267" y="110596"/>
                  <a:pt x="777496" y="109903"/>
                </a:cubicBezTo>
                <a:cubicBezTo>
                  <a:pt x="778724" y="109209"/>
                  <a:pt x="779685" y="108062"/>
                  <a:pt x="780379" y="106461"/>
                </a:cubicBezTo>
                <a:cubicBezTo>
                  <a:pt x="781074" y="104859"/>
                  <a:pt x="781421" y="101790"/>
                  <a:pt x="781421" y="97254"/>
                </a:cubicBezTo>
                <a:lnTo>
                  <a:pt x="781421" y="30657"/>
                </a:lnTo>
                <a:cubicBezTo>
                  <a:pt x="781421" y="22386"/>
                  <a:pt x="781234" y="17304"/>
                  <a:pt x="780860" y="15410"/>
                </a:cubicBezTo>
                <a:cubicBezTo>
                  <a:pt x="780486" y="13514"/>
                  <a:pt x="779885" y="12220"/>
                  <a:pt x="779058" y="11527"/>
                </a:cubicBezTo>
                <a:cubicBezTo>
                  <a:pt x="778230" y="10833"/>
                  <a:pt x="777175" y="10486"/>
                  <a:pt x="775894" y="10486"/>
                </a:cubicBezTo>
                <a:cubicBezTo>
                  <a:pt x="774505" y="10486"/>
                  <a:pt x="772743" y="10913"/>
                  <a:pt x="770607" y="11768"/>
                </a:cubicBezTo>
                <a:lnTo>
                  <a:pt x="769245" y="8964"/>
                </a:lnTo>
                <a:lnTo>
                  <a:pt x="791113" y="0"/>
                </a:lnTo>
                <a:lnTo>
                  <a:pt x="794718" y="0"/>
                </a:lnTo>
                <a:close/>
                <a:moveTo>
                  <a:pt x="850977" y="38449"/>
                </a:moveTo>
                <a:cubicBezTo>
                  <a:pt x="862085" y="38449"/>
                  <a:pt x="871003" y="42664"/>
                  <a:pt x="877731" y="51093"/>
                </a:cubicBezTo>
                <a:cubicBezTo>
                  <a:pt x="883445" y="58294"/>
                  <a:pt x="886302" y="66563"/>
                  <a:pt x="886302" y="75900"/>
                </a:cubicBezTo>
                <a:cubicBezTo>
                  <a:pt x="886302" y="82461"/>
                  <a:pt x="884727" y="89103"/>
                  <a:pt x="881576" y="95825"/>
                </a:cubicBezTo>
                <a:cubicBezTo>
                  <a:pt x="878426" y="102545"/>
                  <a:pt x="874087" y="107613"/>
                  <a:pt x="868560" y="111027"/>
                </a:cubicBezTo>
                <a:cubicBezTo>
                  <a:pt x="863033" y="114441"/>
                  <a:pt x="856878" y="116149"/>
                  <a:pt x="850096" y="116149"/>
                </a:cubicBezTo>
                <a:cubicBezTo>
                  <a:pt x="839042" y="116149"/>
                  <a:pt x="830257" y="111747"/>
                  <a:pt x="823742" y="102944"/>
                </a:cubicBezTo>
                <a:cubicBezTo>
                  <a:pt x="818242" y="95530"/>
                  <a:pt x="815492" y="87208"/>
                  <a:pt x="815492" y="77980"/>
                </a:cubicBezTo>
                <a:cubicBezTo>
                  <a:pt x="815492" y="71258"/>
                  <a:pt x="817161" y="64576"/>
                  <a:pt x="820498" y="57934"/>
                </a:cubicBezTo>
                <a:cubicBezTo>
                  <a:pt x="823836" y="51292"/>
                  <a:pt x="828228" y="46384"/>
                  <a:pt x="833675" y="43210"/>
                </a:cubicBezTo>
                <a:cubicBezTo>
                  <a:pt x="839122" y="40036"/>
                  <a:pt x="844889" y="38449"/>
                  <a:pt x="850977" y="38449"/>
                </a:cubicBezTo>
                <a:moveTo>
                  <a:pt x="848494" y="43736"/>
                </a:moveTo>
                <a:cubicBezTo>
                  <a:pt x="845664" y="43736"/>
                  <a:pt x="842820" y="44576"/>
                  <a:pt x="839963" y="46257"/>
                </a:cubicBezTo>
                <a:cubicBezTo>
                  <a:pt x="837106" y="47937"/>
                  <a:pt x="834797" y="50884"/>
                  <a:pt x="833034" y="55098"/>
                </a:cubicBezTo>
                <a:cubicBezTo>
                  <a:pt x="831272" y="59312"/>
                  <a:pt x="830391" y="64725"/>
                  <a:pt x="830391" y="71339"/>
                </a:cubicBezTo>
                <a:cubicBezTo>
                  <a:pt x="830391" y="82006"/>
                  <a:pt x="832514" y="91207"/>
                  <a:pt x="836759" y="98942"/>
                </a:cubicBezTo>
                <a:cubicBezTo>
                  <a:pt x="841005" y="106675"/>
                  <a:pt x="846598" y="110541"/>
                  <a:pt x="853541" y="110541"/>
                </a:cubicBezTo>
                <a:cubicBezTo>
                  <a:pt x="858720" y="110541"/>
                  <a:pt x="862993" y="108408"/>
                  <a:pt x="866357" y="104141"/>
                </a:cubicBezTo>
                <a:cubicBezTo>
                  <a:pt x="869721" y="99874"/>
                  <a:pt x="871403" y="92540"/>
                  <a:pt x="871403" y="82140"/>
                </a:cubicBezTo>
                <a:cubicBezTo>
                  <a:pt x="871403" y="69125"/>
                  <a:pt x="868600" y="58884"/>
                  <a:pt x="862993" y="51416"/>
                </a:cubicBezTo>
                <a:cubicBezTo>
                  <a:pt x="859201" y="46296"/>
                  <a:pt x="854368" y="43736"/>
                  <a:pt x="848494" y="43736"/>
                </a:cubicBezTo>
                <a:close/>
                <a:moveTo>
                  <a:pt x="944537" y="38449"/>
                </a:moveTo>
                <a:lnTo>
                  <a:pt x="944537" y="63281"/>
                </a:lnTo>
                <a:lnTo>
                  <a:pt x="941893" y="63281"/>
                </a:lnTo>
                <a:cubicBezTo>
                  <a:pt x="939864" y="55493"/>
                  <a:pt x="937261" y="50195"/>
                  <a:pt x="934083" y="47388"/>
                </a:cubicBezTo>
                <a:cubicBezTo>
                  <a:pt x="930906" y="44580"/>
                  <a:pt x="926861" y="43175"/>
                  <a:pt x="921948" y="43175"/>
                </a:cubicBezTo>
                <a:cubicBezTo>
                  <a:pt x="918210" y="43175"/>
                  <a:pt x="915193" y="44162"/>
                  <a:pt x="912896" y="46137"/>
                </a:cubicBezTo>
                <a:cubicBezTo>
                  <a:pt x="910600" y="48109"/>
                  <a:pt x="909452" y="50296"/>
                  <a:pt x="909452" y="52697"/>
                </a:cubicBezTo>
                <a:cubicBezTo>
                  <a:pt x="909452" y="55685"/>
                  <a:pt x="910306" y="58245"/>
                  <a:pt x="912015" y="60377"/>
                </a:cubicBezTo>
                <a:cubicBezTo>
                  <a:pt x="913671" y="62565"/>
                  <a:pt x="917035" y="64885"/>
                  <a:pt x="922108" y="67339"/>
                </a:cubicBezTo>
                <a:lnTo>
                  <a:pt x="933803" y="73021"/>
                </a:lnTo>
                <a:cubicBezTo>
                  <a:pt x="944644" y="78301"/>
                  <a:pt x="950064" y="85262"/>
                  <a:pt x="950064" y="93905"/>
                </a:cubicBezTo>
                <a:cubicBezTo>
                  <a:pt x="950064" y="100572"/>
                  <a:pt x="947541" y="105946"/>
                  <a:pt x="942494" y="110028"/>
                </a:cubicBezTo>
                <a:cubicBezTo>
                  <a:pt x="937448" y="114108"/>
                  <a:pt x="931801" y="116149"/>
                  <a:pt x="925553" y="116149"/>
                </a:cubicBezTo>
                <a:cubicBezTo>
                  <a:pt x="921067" y="116149"/>
                  <a:pt x="915940" y="115348"/>
                  <a:pt x="910173" y="113745"/>
                </a:cubicBezTo>
                <a:cubicBezTo>
                  <a:pt x="908411" y="113211"/>
                  <a:pt x="906969" y="112944"/>
                  <a:pt x="905847" y="112944"/>
                </a:cubicBezTo>
                <a:cubicBezTo>
                  <a:pt x="904619" y="112944"/>
                  <a:pt x="903658" y="113639"/>
                  <a:pt x="902964" y="115027"/>
                </a:cubicBezTo>
                <a:lnTo>
                  <a:pt x="900320" y="115027"/>
                </a:lnTo>
                <a:lnTo>
                  <a:pt x="900320" y="88754"/>
                </a:lnTo>
                <a:lnTo>
                  <a:pt x="902964" y="88754"/>
                </a:lnTo>
                <a:cubicBezTo>
                  <a:pt x="904459" y="96256"/>
                  <a:pt x="907316" y="101910"/>
                  <a:pt x="911535" y="105715"/>
                </a:cubicBezTo>
                <a:cubicBezTo>
                  <a:pt x="915753" y="109520"/>
                  <a:pt x="920479" y="111423"/>
                  <a:pt x="925713" y="111423"/>
                </a:cubicBezTo>
                <a:cubicBezTo>
                  <a:pt x="929397" y="111423"/>
                  <a:pt x="932401" y="110343"/>
                  <a:pt x="934724" y="108183"/>
                </a:cubicBezTo>
                <a:cubicBezTo>
                  <a:pt x="937047" y="106022"/>
                  <a:pt x="938209" y="103421"/>
                  <a:pt x="938209" y="100381"/>
                </a:cubicBezTo>
                <a:cubicBezTo>
                  <a:pt x="938209" y="96700"/>
                  <a:pt x="936914" y="93606"/>
                  <a:pt x="934324" y="91099"/>
                </a:cubicBezTo>
                <a:cubicBezTo>
                  <a:pt x="931734" y="88592"/>
                  <a:pt x="926567" y="85419"/>
                  <a:pt x="918824" y="81579"/>
                </a:cubicBezTo>
                <a:cubicBezTo>
                  <a:pt x="911081" y="77738"/>
                  <a:pt x="906008" y="74270"/>
                  <a:pt x="903604" y="71176"/>
                </a:cubicBezTo>
                <a:cubicBezTo>
                  <a:pt x="901201" y="68135"/>
                  <a:pt x="900000" y="64295"/>
                  <a:pt x="900000" y="59654"/>
                </a:cubicBezTo>
                <a:cubicBezTo>
                  <a:pt x="900000" y="53626"/>
                  <a:pt x="902069" y="48585"/>
                  <a:pt x="906208" y="44532"/>
                </a:cubicBezTo>
                <a:cubicBezTo>
                  <a:pt x="910346" y="40477"/>
                  <a:pt x="915700" y="38449"/>
                  <a:pt x="922268" y="38449"/>
                </a:cubicBezTo>
                <a:cubicBezTo>
                  <a:pt x="925152" y="38449"/>
                  <a:pt x="928650" y="39063"/>
                  <a:pt x="932762" y="40292"/>
                </a:cubicBezTo>
                <a:cubicBezTo>
                  <a:pt x="935485" y="41093"/>
                  <a:pt x="937301" y="41493"/>
                  <a:pt x="938209" y="41493"/>
                </a:cubicBezTo>
                <a:cubicBezTo>
                  <a:pt x="939063" y="41493"/>
                  <a:pt x="939731" y="41306"/>
                  <a:pt x="940211" y="40932"/>
                </a:cubicBezTo>
                <a:cubicBezTo>
                  <a:pt x="940692" y="40559"/>
                  <a:pt x="941253" y="39731"/>
                  <a:pt x="941893" y="38449"/>
                </a:cubicBezTo>
                <a:lnTo>
                  <a:pt x="944537" y="38449"/>
                </a:lnTo>
                <a:close/>
                <a:moveTo>
                  <a:pt x="996818" y="38449"/>
                </a:moveTo>
                <a:cubicBezTo>
                  <a:pt x="1007925" y="38449"/>
                  <a:pt x="1016843" y="42664"/>
                  <a:pt x="1023572" y="51093"/>
                </a:cubicBezTo>
                <a:cubicBezTo>
                  <a:pt x="1029286" y="58294"/>
                  <a:pt x="1032143" y="66563"/>
                  <a:pt x="1032143" y="75900"/>
                </a:cubicBezTo>
                <a:cubicBezTo>
                  <a:pt x="1032143" y="82461"/>
                  <a:pt x="1030567" y="89103"/>
                  <a:pt x="1027417" y="95825"/>
                </a:cubicBezTo>
                <a:cubicBezTo>
                  <a:pt x="1024266" y="102545"/>
                  <a:pt x="1019927" y="107613"/>
                  <a:pt x="1014400" y="111027"/>
                </a:cubicBezTo>
                <a:cubicBezTo>
                  <a:pt x="1008873" y="114441"/>
                  <a:pt x="1002718" y="116149"/>
                  <a:pt x="995936" y="116149"/>
                </a:cubicBezTo>
                <a:cubicBezTo>
                  <a:pt x="984882" y="116149"/>
                  <a:pt x="976098" y="111747"/>
                  <a:pt x="969583" y="102944"/>
                </a:cubicBezTo>
                <a:cubicBezTo>
                  <a:pt x="964082" y="95530"/>
                  <a:pt x="961332" y="87208"/>
                  <a:pt x="961332" y="77980"/>
                </a:cubicBezTo>
                <a:cubicBezTo>
                  <a:pt x="961332" y="71258"/>
                  <a:pt x="963001" y="64576"/>
                  <a:pt x="966339" y="57934"/>
                </a:cubicBezTo>
                <a:cubicBezTo>
                  <a:pt x="969676" y="51292"/>
                  <a:pt x="974068" y="46384"/>
                  <a:pt x="979515" y="43210"/>
                </a:cubicBezTo>
                <a:cubicBezTo>
                  <a:pt x="984962" y="40036"/>
                  <a:pt x="990730" y="38449"/>
                  <a:pt x="996818" y="38449"/>
                </a:cubicBezTo>
                <a:moveTo>
                  <a:pt x="994334" y="43736"/>
                </a:moveTo>
                <a:cubicBezTo>
                  <a:pt x="991504" y="43736"/>
                  <a:pt x="988660" y="44576"/>
                  <a:pt x="985803" y="46257"/>
                </a:cubicBezTo>
                <a:cubicBezTo>
                  <a:pt x="982946" y="47937"/>
                  <a:pt x="980637" y="50884"/>
                  <a:pt x="978875" y="55098"/>
                </a:cubicBezTo>
                <a:cubicBezTo>
                  <a:pt x="977112" y="59312"/>
                  <a:pt x="976231" y="64725"/>
                  <a:pt x="976231" y="71339"/>
                </a:cubicBezTo>
                <a:cubicBezTo>
                  <a:pt x="976231" y="82006"/>
                  <a:pt x="978354" y="91207"/>
                  <a:pt x="982599" y="98942"/>
                </a:cubicBezTo>
                <a:cubicBezTo>
                  <a:pt x="986845" y="106675"/>
                  <a:pt x="992439" y="110541"/>
                  <a:pt x="999381" y="110541"/>
                </a:cubicBezTo>
                <a:cubicBezTo>
                  <a:pt x="1004561" y="110541"/>
                  <a:pt x="1008833" y="108408"/>
                  <a:pt x="1012197" y="104141"/>
                </a:cubicBezTo>
                <a:cubicBezTo>
                  <a:pt x="1015562" y="99874"/>
                  <a:pt x="1017244" y="92540"/>
                  <a:pt x="1017244" y="82140"/>
                </a:cubicBezTo>
                <a:cubicBezTo>
                  <a:pt x="1017244" y="69125"/>
                  <a:pt x="1014440" y="58884"/>
                  <a:pt x="1008833" y="51416"/>
                </a:cubicBezTo>
                <a:cubicBezTo>
                  <a:pt x="1005041" y="46296"/>
                  <a:pt x="1000209" y="43736"/>
                  <a:pt x="994334" y="43736"/>
                </a:cubicBezTo>
                <a:close/>
                <a:moveTo>
                  <a:pt x="1037670" y="47749"/>
                </a:moveTo>
                <a:lnTo>
                  <a:pt x="1060259" y="38609"/>
                </a:lnTo>
                <a:lnTo>
                  <a:pt x="1063303" y="38609"/>
                </a:lnTo>
                <a:lnTo>
                  <a:pt x="1063303" y="55751"/>
                </a:lnTo>
                <a:cubicBezTo>
                  <a:pt x="1067094" y="49290"/>
                  <a:pt x="1070899" y="44791"/>
                  <a:pt x="1074717" y="42254"/>
                </a:cubicBezTo>
                <a:cubicBezTo>
                  <a:pt x="1078535" y="39717"/>
                  <a:pt x="1082554" y="38449"/>
                  <a:pt x="1086773" y="38449"/>
                </a:cubicBezTo>
                <a:cubicBezTo>
                  <a:pt x="1094142" y="38449"/>
                  <a:pt x="1100283" y="41330"/>
                  <a:pt x="1105196" y="47090"/>
                </a:cubicBezTo>
                <a:cubicBezTo>
                  <a:pt x="1111231" y="54133"/>
                  <a:pt x="1114248" y="63308"/>
                  <a:pt x="1114248" y="74618"/>
                </a:cubicBezTo>
                <a:cubicBezTo>
                  <a:pt x="1114248" y="87261"/>
                  <a:pt x="1110616" y="97717"/>
                  <a:pt x="1103354" y="105986"/>
                </a:cubicBezTo>
                <a:cubicBezTo>
                  <a:pt x="1097373" y="112761"/>
                  <a:pt x="1089843" y="116149"/>
                  <a:pt x="1080765" y="116149"/>
                </a:cubicBezTo>
                <a:cubicBezTo>
                  <a:pt x="1076813" y="116149"/>
                  <a:pt x="1073395" y="115588"/>
                  <a:pt x="1070512" y="114466"/>
                </a:cubicBezTo>
                <a:cubicBezTo>
                  <a:pt x="1068376" y="113665"/>
                  <a:pt x="1065973" y="112063"/>
                  <a:pt x="1063303" y="109660"/>
                </a:cubicBezTo>
                <a:lnTo>
                  <a:pt x="1063303" y="132009"/>
                </a:lnTo>
                <a:cubicBezTo>
                  <a:pt x="1063303" y="137029"/>
                  <a:pt x="1063610" y="140219"/>
                  <a:pt x="1064224" y="141581"/>
                </a:cubicBezTo>
                <a:cubicBezTo>
                  <a:pt x="1064838" y="142943"/>
                  <a:pt x="1065906" y="144024"/>
                  <a:pt x="1067428" y="144825"/>
                </a:cubicBezTo>
                <a:cubicBezTo>
                  <a:pt x="1068950" y="145626"/>
                  <a:pt x="1071713" y="146027"/>
                  <a:pt x="1075718" y="146027"/>
                </a:cubicBezTo>
                <a:lnTo>
                  <a:pt x="1075718" y="148991"/>
                </a:lnTo>
                <a:lnTo>
                  <a:pt x="1037269" y="148991"/>
                </a:lnTo>
                <a:lnTo>
                  <a:pt x="1037269" y="146027"/>
                </a:lnTo>
                <a:lnTo>
                  <a:pt x="1039272" y="146027"/>
                </a:lnTo>
                <a:cubicBezTo>
                  <a:pt x="1042209" y="146080"/>
                  <a:pt x="1044719" y="145519"/>
                  <a:pt x="1046801" y="144342"/>
                </a:cubicBezTo>
                <a:cubicBezTo>
                  <a:pt x="1047816" y="143755"/>
                  <a:pt x="1048604" y="142806"/>
                  <a:pt x="1049164" y="141496"/>
                </a:cubicBezTo>
                <a:cubicBezTo>
                  <a:pt x="1049725" y="140188"/>
                  <a:pt x="1050006" y="136862"/>
                  <a:pt x="1050006" y="131518"/>
                </a:cubicBezTo>
                <a:lnTo>
                  <a:pt x="1050006" y="62097"/>
                </a:lnTo>
                <a:cubicBezTo>
                  <a:pt x="1050006" y="57341"/>
                  <a:pt x="1049792" y="54322"/>
                  <a:pt x="1049365" y="53040"/>
                </a:cubicBezTo>
                <a:cubicBezTo>
                  <a:pt x="1048938" y="51757"/>
                  <a:pt x="1048257" y="50795"/>
                  <a:pt x="1047322" y="50154"/>
                </a:cubicBezTo>
                <a:cubicBezTo>
                  <a:pt x="1046388" y="49512"/>
                  <a:pt x="1045119" y="49190"/>
                  <a:pt x="1043517" y="49190"/>
                </a:cubicBezTo>
                <a:cubicBezTo>
                  <a:pt x="1042236" y="49190"/>
                  <a:pt x="1040607" y="49564"/>
                  <a:pt x="1038631" y="50312"/>
                </a:cubicBezTo>
                <a:lnTo>
                  <a:pt x="1037670" y="47749"/>
                </a:lnTo>
                <a:moveTo>
                  <a:pt x="1063303" y="60623"/>
                </a:moveTo>
                <a:lnTo>
                  <a:pt x="1063303" y="87983"/>
                </a:lnTo>
                <a:cubicBezTo>
                  <a:pt x="1063303" y="93903"/>
                  <a:pt x="1063543" y="97797"/>
                  <a:pt x="1064023" y="99662"/>
                </a:cubicBezTo>
                <a:cubicBezTo>
                  <a:pt x="1064771" y="102756"/>
                  <a:pt x="1066600" y="105477"/>
                  <a:pt x="1069510" y="107823"/>
                </a:cubicBezTo>
                <a:cubicBezTo>
                  <a:pt x="1072421" y="110169"/>
                  <a:pt x="1076092" y="111342"/>
                  <a:pt x="1080525" y="111342"/>
                </a:cubicBezTo>
                <a:cubicBezTo>
                  <a:pt x="1085865" y="111342"/>
                  <a:pt x="1090190" y="109262"/>
                  <a:pt x="1093501" y="105102"/>
                </a:cubicBezTo>
                <a:cubicBezTo>
                  <a:pt x="1097827" y="99663"/>
                  <a:pt x="1099989" y="92010"/>
                  <a:pt x="1099989" y="82143"/>
                </a:cubicBezTo>
                <a:cubicBezTo>
                  <a:pt x="1099989" y="70943"/>
                  <a:pt x="1097533" y="62331"/>
                  <a:pt x="1092620" y="56305"/>
                </a:cubicBezTo>
                <a:cubicBezTo>
                  <a:pt x="1089202" y="52144"/>
                  <a:pt x="1085144" y="50064"/>
                  <a:pt x="1080444" y="50064"/>
                </a:cubicBezTo>
                <a:cubicBezTo>
                  <a:pt x="1077881" y="50064"/>
                  <a:pt x="1075345" y="50704"/>
                  <a:pt x="1072835" y="51984"/>
                </a:cubicBezTo>
                <a:cubicBezTo>
                  <a:pt x="1070912" y="52944"/>
                  <a:pt x="1067735" y="55823"/>
                  <a:pt x="1063303" y="60623"/>
                </a:cubicBezTo>
                <a:close/>
                <a:moveTo>
                  <a:pt x="1146529" y="0"/>
                </a:moveTo>
                <a:lnTo>
                  <a:pt x="1146529" y="53749"/>
                </a:lnTo>
                <a:cubicBezTo>
                  <a:pt x="1152456" y="47234"/>
                  <a:pt x="1157156" y="43055"/>
                  <a:pt x="1160627" y="41213"/>
                </a:cubicBezTo>
                <a:cubicBezTo>
                  <a:pt x="1164098" y="39370"/>
                  <a:pt x="1167569" y="38449"/>
                  <a:pt x="1171040" y="38449"/>
                </a:cubicBezTo>
                <a:cubicBezTo>
                  <a:pt x="1175206" y="38449"/>
                  <a:pt x="1178783" y="39595"/>
                  <a:pt x="1181774" y="41886"/>
                </a:cubicBezTo>
                <a:cubicBezTo>
                  <a:pt x="1184764" y="44177"/>
                  <a:pt x="1186981" y="47774"/>
                  <a:pt x="1188422" y="52675"/>
                </a:cubicBezTo>
                <a:cubicBezTo>
                  <a:pt x="1189437" y="56086"/>
                  <a:pt x="1189944" y="62321"/>
                  <a:pt x="1189944" y="71379"/>
                </a:cubicBezTo>
                <a:lnTo>
                  <a:pt x="1189944" y="97274"/>
                </a:lnTo>
                <a:cubicBezTo>
                  <a:pt x="1189944" y="101910"/>
                  <a:pt x="1190318" y="105081"/>
                  <a:pt x="1191066" y="106787"/>
                </a:cubicBezTo>
                <a:cubicBezTo>
                  <a:pt x="1191600" y="108065"/>
                  <a:pt x="1192508" y="109077"/>
                  <a:pt x="1193789" y="109823"/>
                </a:cubicBezTo>
                <a:cubicBezTo>
                  <a:pt x="1195071" y="110569"/>
                  <a:pt x="1197421" y="110942"/>
                  <a:pt x="1200838" y="110942"/>
                </a:cubicBezTo>
                <a:lnTo>
                  <a:pt x="1200838" y="113906"/>
                </a:lnTo>
                <a:lnTo>
                  <a:pt x="1164792" y="113906"/>
                </a:lnTo>
                <a:lnTo>
                  <a:pt x="1164792" y="110942"/>
                </a:lnTo>
                <a:lnTo>
                  <a:pt x="1166474" y="110942"/>
                </a:lnTo>
                <a:cubicBezTo>
                  <a:pt x="1169892" y="110942"/>
                  <a:pt x="1172268" y="110421"/>
                  <a:pt x="1173604" y="109380"/>
                </a:cubicBezTo>
                <a:cubicBezTo>
                  <a:pt x="1174939" y="108339"/>
                  <a:pt x="1175873" y="106803"/>
                  <a:pt x="1176407" y="104774"/>
                </a:cubicBezTo>
                <a:cubicBezTo>
                  <a:pt x="1176567" y="103920"/>
                  <a:pt x="1176647" y="101410"/>
                  <a:pt x="1176647" y="97244"/>
                </a:cubicBezTo>
                <a:lnTo>
                  <a:pt x="1176647" y="71291"/>
                </a:lnTo>
                <a:cubicBezTo>
                  <a:pt x="1176647" y="63281"/>
                  <a:pt x="1176234" y="58021"/>
                  <a:pt x="1175406" y="55511"/>
                </a:cubicBezTo>
                <a:cubicBezTo>
                  <a:pt x="1174578" y="53001"/>
                  <a:pt x="1173256" y="51119"/>
                  <a:pt x="1171441" y="49864"/>
                </a:cubicBezTo>
                <a:cubicBezTo>
                  <a:pt x="1169625" y="48609"/>
                  <a:pt x="1167436" y="47981"/>
                  <a:pt x="1164872" y="47981"/>
                </a:cubicBezTo>
                <a:cubicBezTo>
                  <a:pt x="1162256" y="47981"/>
                  <a:pt x="1159532" y="48676"/>
                  <a:pt x="1156702" y="50064"/>
                </a:cubicBezTo>
                <a:cubicBezTo>
                  <a:pt x="1153872" y="51452"/>
                  <a:pt x="1150481" y="54256"/>
                  <a:pt x="1146529" y="58475"/>
                </a:cubicBezTo>
                <a:lnTo>
                  <a:pt x="1146529" y="97244"/>
                </a:lnTo>
                <a:cubicBezTo>
                  <a:pt x="1146529" y="102264"/>
                  <a:pt x="1146809" y="105388"/>
                  <a:pt x="1147370" y="106616"/>
                </a:cubicBezTo>
                <a:cubicBezTo>
                  <a:pt x="1147931" y="107845"/>
                  <a:pt x="1148972" y="108873"/>
                  <a:pt x="1150494" y="109700"/>
                </a:cubicBezTo>
                <a:cubicBezTo>
                  <a:pt x="1152016" y="110528"/>
                  <a:pt x="1154646" y="110942"/>
                  <a:pt x="1158384" y="110942"/>
                </a:cubicBezTo>
                <a:lnTo>
                  <a:pt x="1158384" y="113906"/>
                </a:lnTo>
                <a:lnTo>
                  <a:pt x="1122018" y="113906"/>
                </a:lnTo>
                <a:lnTo>
                  <a:pt x="1122018" y="110942"/>
                </a:lnTo>
                <a:cubicBezTo>
                  <a:pt x="1125275" y="110942"/>
                  <a:pt x="1127838" y="110435"/>
                  <a:pt x="1129707" y="109420"/>
                </a:cubicBezTo>
                <a:cubicBezTo>
                  <a:pt x="1130775" y="108888"/>
                  <a:pt x="1131630" y="107875"/>
                  <a:pt x="1132271" y="106381"/>
                </a:cubicBezTo>
                <a:cubicBezTo>
                  <a:pt x="1132911" y="104886"/>
                  <a:pt x="1133232" y="101844"/>
                  <a:pt x="1133232" y="97254"/>
                </a:cubicBezTo>
                <a:lnTo>
                  <a:pt x="1133232" y="30897"/>
                </a:lnTo>
                <a:cubicBezTo>
                  <a:pt x="1133232" y="22520"/>
                  <a:pt x="1133032" y="17371"/>
                  <a:pt x="1132631" y="15450"/>
                </a:cubicBezTo>
                <a:cubicBezTo>
                  <a:pt x="1132231" y="13527"/>
                  <a:pt x="1131616" y="12220"/>
                  <a:pt x="1130789" y="11527"/>
                </a:cubicBezTo>
                <a:cubicBezTo>
                  <a:pt x="1129961" y="10833"/>
                  <a:pt x="1128853" y="10486"/>
                  <a:pt x="1127465" y="10486"/>
                </a:cubicBezTo>
                <a:cubicBezTo>
                  <a:pt x="1126343" y="10486"/>
                  <a:pt x="1124527" y="10913"/>
                  <a:pt x="1122018" y="11768"/>
                </a:cubicBezTo>
                <a:lnTo>
                  <a:pt x="1120896" y="8964"/>
                </a:lnTo>
                <a:lnTo>
                  <a:pt x="1142844" y="0"/>
                </a:lnTo>
                <a:lnTo>
                  <a:pt x="1146529" y="0"/>
                </a:lnTo>
                <a:close/>
                <a:moveTo>
                  <a:pt x="1219342" y="68247"/>
                </a:moveTo>
                <a:cubicBezTo>
                  <a:pt x="1219289" y="79116"/>
                  <a:pt x="1221932" y="87641"/>
                  <a:pt x="1227272" y="93823"/>
                </a:cubicBezTo>
                <a:cubicBezTo>
                  <a:pt x="1232613" y="100002"/>
                  <a:pt x="1238887" y="103092"/>
                  <a:pt x="1246096" y="103092"/>
                </a:cubicBezTo>
                <a:cubicBezTo>
                  <a:pt x="1250903" y="103092"/>
                  <a:pt x="1255081" y="101770"/>
                  <a:pt x="1258632" y="99127"/>
                </a:cubicBezTo>
                <a:cubicBezTo>
                  <a:pt x="1262184" y="96483"/>
                  <a:pt x="1265161" y="91958"/>
                  <a:pt x="1267564" y="85549"/>
                </a:cubicBezTo>
                <a:lnTo>
                  <a:pt x="1270047" y="87151"/>
                </a:lnTo>
                <a:cubicBezTo>
                  <a:pt x="1268926" y="94468"/>
                  <a:pt x="1265668" y="101129"/>
                  <a:pt x="1260275" y="107137"/>
                </a:cubicBezTo>
                <a:cubicBezTo>
                  <a:pt x="1254881" y="113145"/>
                  <a:pt x="1248126" y="116149"/>
                  <a:pt x="1240009" y="116149"/>
                </a:cubicBezTo>
                <a:cubicBezTo>
                  <a:pt x="1231197" y="116149"/>
                  <a:pt x="1223654" y="112725"/>
                  <a:pt x="1217380" y="105878"/>
                </a:cubicBezTo>
                <a:cubicBezTo>
                  <a:pt x="1211105" y="99029"/>
                  <a:pt x="1207968" y="89822"/>
                  <a:pt x="1207968" y="78258"/>
                </a:cubicBezTo>
                <a:cubicBezTo>
                  <a:pt x="1207968" y="65735"/>
                  <a:pt x="1211185" y="55970"/>
                  <a:pt x="1217620" y="48963"/>
                </a:cubicBezTo>
                <a:cubicBezTo>
                  <a:pt x="1224055" y="41954"/>
                  <a:pt x="1232132" y="38449"/>
                  <a:pt x="1241851" y="38449"/>
                </a:cubicBezTo>
                <a:cubicBezTo>
                  <a:pt x="1250075" y="38449"/>
                  <a:pt x="1256830" y="41153"/>
                  <a:pt x="1262117" y="46560"/>
                </a:cubicBezTo>
                <a:cubicBezTo>
                  <a:pt x="1267404" y="51965"/>
                  <a:pt x="1270047" y="59194"/>
                  <a:pt x="1270047" y="68247"/>
                </a:cubicBezTo>
                <a:lnTo>
                  <a:pt x="1219342" y="68247"/>
                </a:lnTo>
                <a:moveTo>
                  <a:pt x="1219342" y="63601"/>
                </a:moveTo>
                <a:lnTo>
                  <a:pt x="1253306" y="63601"/>
                </a:lnTo>
                <a:cubicBezTo>
                  <a:pt x="1253039" y="58902"/>
                  <a:pt x="1252478" y="55591"/>
                  <a:pt x="1251624" y="53669"/>
                </a:cubicBezTo>
                <a:cubicBezTo>
                  <a:pt x="1250288" y="50678"/>
                  <a:pt x="1248299" y="48328"/>
                  <a:pt x="1245656" y="46620"/>
                </a:cubicBezTo>
                <a:cubicBezTo>
                  <a:pt x="1243013" y="44911"/>
                  <a:pt x="1240249" y="44056"/>
                  <a:pt x="1237365" y="44056"/>
                </a:cubicBezTo>
                <a:cubicBezTo>
                  <a:pt x="1232933" y="44056"/>
                  <a:pt x="1228968" y="45779"/>
                  <a:pt x="1225470" y="49223"/>
                </a:cubicBezTo>
                <a:cubicBezTo>
                  <a:pt x="1221972" y="52667"/>
                  <a:pt x="1219930" y="57460"/>
                  <a:pt x="1219342" y="63601"/>
                </a:cubicBezTo>
                <a:close/>
                <a:moveTo>
                  <a:pt x="1301312" y="38449"/>
                </a:moveTo>
                <a:lnTo>
                  <a:pt x="1301312" y="54950"/>
                </a:lnTo>
                <a:cubicBezTo>
                  <a:pt x="1307453" y="43950"/>
                  <a:pt x="1313755" y="38449"/>
                  <a:pt x="1320216" y="38449"/>
                </a:cubicBezTo>
                <a:cubicBezTo>
                  <a:pt x="1323153" y="38449"/>
                  <a:pt x="1325583" y="39344"/>
                  <a:pt x="1327506" y="41133"/>
                </a:cubicBezTo>
                <a:cubicBezTo>
                  <a:pt x="1329428" y="42922"/>
                  <a:pt x="1330389" y="44991"/>
                  <a:pt x="1330389" y="47341"/>
                </a:cubicBezTo>
                <a:cubicBezTo>
                  <a:pt x="1330389" y="49423"/>
                  <a:pt x="1329695" y="51185"/>
                  <a:pt x="1328307" y="52627"/>
                </a:cubicBezTo>
                <a:cubicBezTo>
                  <a:pt x="1326918" y="54069"/>
                  <a:pt x="1325263" y="54790"/>
                  <a:pt x="1323340" y="54790"/>
                </a:cubicBezTo>
                <a:cubicBezTo>
                  <a:pt x="1321471" y="54790"/>
                  <a:pt x="1319375" y="53869"/>
                  <a:pt x="1317052" y="52027"/>
                </a:cubicBezTo>
                <a:cubicBezTo>
                  <a:pt x="1314729" y="50184"/>
                  <a:pt x="1313007" y="49263"/>
                  <a:pt x="1311886" y="49263"/>
                </a:cubicBezTo>
                <a:cubicBezTo>
                  <a:pt x="1310924" y="49263"/>
                  <a:pt x="1309883" y="49795"/>
                  <a:pt x="1308762" y="50860"/>
                </a:cubicBezTo>
                <a:cubicBezTo>
                  <a:pt x="1306359" y="53045"/>
                  <a:pt x="1303875" y="56640"/>
                  <a:pt x="1301312" y="61646"/>
                </a:cubicBezTo>
                <a:lnTo>
                  <a:pt x="1301312" y="96721"/>
                </a:lnTo>
                <a:cubicBezTo>
                  <a:pt x="1301312" y="100768"/>
                  <a:pt x="1301819" y="103830"/>
                  <a:pt x="1302834" y="105908"/>
                </a:cubicBezTo>
                <a:cubicBezTo>
                  <a:pt x="1303528" y="107346"/>
                  <a:pt x="1304757" y="108546"/>
                  <a:pt x="1306519" y="109505"/>
                </a:cubicBezTo>
                <a:cubicBezTo>
                  <a:pt x="1308281" y="110463"/>
                  <a:pt x="1310818" y="110942"/>
                  <a:pt x="1314129" y="110942"/>
                </a:cubicBezTo>
                <a:lnTo>
                  <a:pt x="1314129" y="113906"/>
                </a:lnTo>
                <a:lnTo>
                  <a:pt x="1276560" y="113906"/>
                </a:lnTo>
                <a:lnTo>
                  <a:pt x="1276560" y="110942"/>
                </a:lnTo>
                <a:cubicBezTo>
                  <a:pt x="1280299" y="110942"/>
                  <a:pt x="1283075" y="110356"/>
                  <a:pt x="1284891" y="109185"/>
                </a:cubicBezTo>
                <a:cubicBezTo>
                  <a:pt x="1286226" y="108332"/>
                  <a:pt x="1287161" y="106973"/>
                  <a:pt x="1287695" y="105107"/>
                </a:cubicBezTo>
                <a:cubicBezTo>
                  <a:pt x="1287962" y="104201"/>
                  <a:pt x="1288095" y="101617"/>
                  <a:pt x="1288095" y="97355"/>
                </a:cubicBezTo>
                <a:lnTo>
                  <a:pt x="1288095" y="68981"/>
                </a:lnTo>
                <a:cubicBezTo>
                  <a:pt x="1288095" y="60455"/>
                  <a:pt x="1287922" y="55380"/>
                  <a:pt x="1287575" y="53756"/>
                </a:cubicBezTo>
                <a:cubicBezTo>
                  <a:pt x="1287227" y="52131"/>
                  <a:pt x="1286587" y="50945"/>
                  <a:pt x="1285652" y="50199"/>
                </a:cubicBezTo>
                <a:cubicBezTo>
                  <a:pt x="1284718" y="49453"/>
                  <a:pt x="1283556" y="49080"/>
                  <a:pt x="1282168" y="49080"/>
                </a:cubicBezTo>
                <a:cubicBezTo>
                  <a:pt x="1280512" y="49080"/>
                  <a:pt x="1278643" y="49480"/>
                  <a:pt x="1276560" y="50279"/>
                </a:cubicBezTo>
                <a:lnTo>
                  <a:pt x="1275759" y="47401"/>
                </a:lnTo>
                <a:lnTo>
                  <a:pt x="1297948" y="38449"/>
                </a:lnTo>
                <a:lnTo>
                  <a:pt x="1301312" y="38449"/>
                </a:lnTo>
                <a:close/>
                <a:moveTo>
                  <a:pt x="1340675" y="98366"/>
                </a:moveTo>
                <a:cubicBezTo>
                  <a:pt x="1343185" y="98366"/>
                  <a:pt x="1345294" y="99234"/>
                  <a:pt x="1347003" y="100969"/>
                </a:cubicBezTo>
                <a:cubicBezTo>
                  <a:pt x="1348712" y="102705"/>
                  <a:pt x="1349566" y="104801"/>
                  <a:pt x="1349566" y="107257"/>
                </a:cubicBezTo>
                <a:cubicBezTo>
                  <a:pt x="1349566" y="109714"/>
                  <a:pt x="1348698" y="111810"/>
                  <a:pt x="1346963" y="113545"/>
                </a:cubicBezTo>
                <a:cubicBezTo>
                  <a:pt x="1345227" y="115281"/>
                  <a:pt x="1343131" y="116149"/>
                  <a:pt x="1340675" y="116149"/>
                </a:cubicBezTo>
                <a:cubicBezTo>
                  <a:pt x="1338218" y="116149"/>
                  <a:pt x="1336122" y="115281"/>
                  <a:pt x="1334387" y="113545"/>
                </a:cubicBezTo>
                <a:cubicBezTo>
                  <a:pt x="1332651" y="111810"/>
                  <a:pt x="1331783" y="109714"/>
                  <a:pt x="1331783" y="107257"/>
                </a:cubicBezTo>
                <a:cubicBezTo>
                  <a:pt x="1331783" y="104747"/>
                  <a:pt x="1332651" y="102638"/>
                  <a:pt x="1334387" y="100929"/>
                </a:cubicBezTo>
                <a:cubicBezTo>
                  <a:pt x="1336122" y="99220"/>
                  <a:pt x="1338218" y="98366"/>
                  <a:pt x="1340675" y="9836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Y">
            <a:extLst xmlns:a="http://schemas.openxmlformats.org/drawingml/2006/main">
              <a:ext uri="{FF2B5EF4-FFF2-40B4-BE49-F238E27FC236}">
                <a16:creationId xmlns:a16="http://schemas.microsoft.com/office/drawing/2014/main" id="{7B372B46-6FF0-40E1-8FE6-5AF7DA24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54" y="5088598"/>
            <a:ext cx="114547" cy="108619"/>
          </a:xfrm>
          <a:custGeom xmlns:a="http://schemas.openxmlformats.org/drawingml/2006/main">
            <a:pathLst>
              <a:path w="114547" h="108619">
                <a:moveTo>
                  <a:pt x="76658" y="0"/>
                </a:moveTo>
                <a:lnTo>
                  <a:pt x="114547" y="0"/>
                </a:lnTo>
                <a:lnTo>
                  <a:pt x="114547" y="2964"/>
                </a:lnTo>
                <a:lnTo>
                  <a:pt x="112464" y="2964"/>
                </a:lnTo>
                <a:cubicBezTo>
                  <a:pt x="111075" y="2964"/>
                  <a:pt x="109046" y="3578"/>
                  <a:pt x="106376" y="4806"/>
                </a:cubicBezTo>
                <a:cubicBezTo>
                  <a:pt x="103706" y="6034"/>
                  <a:pt x="101276" y="7797"/>
                  <a:pt x="99087" y="10093"/>
                </a:cubicBezTo>
                <a:cubicBezTo>
                  <a:pt x="96897" y="12389"/>
                  <a:pt x="94200" y="16127"/>
                  <a:pt x="90996" y="21307"/>
                </a:cubicBezTo>
                <a:lnTo>
                  <a:pt x="64803" y="62560"/>
                </a:lnTo>
                <a:lnTo>
                  <a:pt x="64803" y="89795"/>
                </a:lnTo>
                <a:cubicBezTo>
                  <a:pt x="64803" y="96470"/>
                  <a:pt x="65551" y="100635"/>
                  <a:pt x="67046" y="102291"/>
                </a:cubicBezTo>
                <a:cubicBezTo>
                  <a:pt x="69075" y="104534"/>
                  <a:pt x="72279" y="105655"/>
                  <a:pt x="76658" y="105655"/>
                </a:cubicBezTo>
                <a:lnTo>
                  <a:pt x="80183" y="105655"/>
                </a:lnTo>
                <a:lnTo>
                  <a:pt x="80183" y="108619"/>
                </a:lnTo>
                <a:lnTo>
                  <a:pt x="34044" y="108619"/>
                </a:lnTo>
                <a:lnTo>
                  <a:pt x="34044" y="105655"/>
                </a:lnTo>
                <a:lnTo>
                  <a:pt x="37888" y="105655"/>
                </a:lnTo>
                <a:cubicBezTo>
                  <a:pt x="42481" y="105655"/>
                  <a:pt x="45739" y="104267"/>
                  <a:pt x="47661" y="101490"/>
                </a:cubicBezTo>
                <a:cubicBezTo>
                  <a:pt x="48836" y="99781"/>
                  <a:pt x="49423" y="95883"/>
                  <a:pt x="49423" y="89795"/>
                </a:cubicBezTo>
                <a:lnTo>
                  <a:pt x="49423" y="64082"/>
                </a:lnTo>
                <a:lnTo>
                  <a:pt x="19625" y="18584"/>
                </a:lnTo>
                <a:cubicBezTo>
                  <a:pt x="16101" y="13244"/>
                  <a:pt x="13711" y="9906"/>
                  <a:pt x="12456" y="8571"/>
                </a:cubicBezTo>
                <a:cubicBezTo>
                  <a:pt x="11201" y="7236"/>
                  <a:pt x="8598" y="5634"/>
                  <a:pt x="4646" y="3765"/>
                </a:cubicBezTo>
                <a:cubicBezTo>
                  <a:pt x="3578" y="3231"/>
                  <a:pt x="2029" y="2964"/>
                  <a:pt x="0" y="2964"/>
                </a:cubicBezTo>
                <a:lnTo>
                  <a:pt x="0" y="0"/>
                </a:lnTo>
                <a:lnTo>
                  <a:pt x="46459" y="0"/>
                </a:lnTo>
                <a:lnTo>
                  <a:pt x="46459" y="2964"/>
                </a:lnTo>
                <a:lnTo>
                  <a:pt x="44056" y="2964"/>
                </a:lnTo>
                <a:cubicBezTo>
                  <a:pt x="41546" y="2964"/>
                  <a:pt x="39237" y="3551"/>
                  <a:pt x="37127" y="4726"/>
                </a:cubicBezTo>
                <a:cubicBezTo>
                  <a:pt x="35018" y="5901"/>
                  <a:pt x="33963" y="7663"/>
                  <a:pt x="33963" y="10013"/>
                </a:cubicBezTo>
                <a:cubicBezTo>
                  <a:pt x="33963" y="11935"/>
                  <a:pt x="35592" y="15406"/>
                  <a:pt x="38850" y="20426"/>
                </a:cubicBezTo>
                <a:lnTo>
                  <a:pt x="61519" y="55431"/>
                </a:lnTo>
                <a:lnTo>
                  <a:pt x="82826" y="21948"/>
                </a:lnTo>
                <a:cubicBezTo>
                  <a:pt x="86030" y="16928"/>
                  <a:pt x="87632" y="13190"/>
                  <a:pt x="87632" y="10734"/>
                </a:cubicBezTo>
                <a:cubicBezTo>
                  <a:pt x="87632" y="9238"/>
                  <a:pt x="87245" y="7903"/>
                  <a:pt x="86471" y="6729"/>
                </a:cubicBezTo>
                <a:cubicBezTo>
                  <a:pt x="85696" y="5554"/>
                  <a:pt x="84588" y="4633"/>
                  <a:pt x="83146" y="3965"/>
                </a:cubicBezTo>
                <a:cubicBezTo>
                  <a:pt x="81705" y="3298"/>
                  <a:pt x="79542" y="2964"/>
                  <a:pt x="76658" y="2964"/>
                </a:cubicBezTo>
                <a:lnTo>
                  <a:pt x="76658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ouaregoodat">
            <a:extLst xmlns:a="http://schemas.openxmlformats.org/drawingml/2006/main">
              <a:ext uri="{FF2B5EF4-FFF2-40B4-BE49-F238E27FC236}">
                <a16:creationId xmlns:a16="http://schemas.microsoft.com/office/drawing/2014/main" id="{170D185A-FE4B-47E9-B4E8-431EF249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10" y="5083311"/>
            <a:ext cx="928621" cy="149311"/>
          </a:xfrm>
          <a:custGeom xmlns:a="http://schemas.openxmlformats.org/drawingml/2006/main">
            <a:pathLst>
              <a:path w="928621" h="149311">
                <a:moveTo>
                  <a:pt x="35485" y="38449"/>
                </a:moveTo>
                <a:cubicBezTo>
                  <a:pt x="46593" y="38449"/>
                  <a:pt x="55511" y="42664"/>
                  <a:pt x="62240" y="51093"/>
                </a:cubicBezTo>
                <a:cubicBezTo>
                  <a:pt x="67954" y="58294"/>
                  <a:pt x="70811" y="66563"/>
                  <a:pt x="70811" y="75900"/>
                </a:cubicBezTo>
                <a:cubicBezTo>
                  <a:pt x="70811" y="82461"/>
                  <a:pt x="69235" y="89103"/>
                  <a:pt x="66085" y="95825"/>
                </a:cubicBezTo>
                <a:cubicBezTo>
                  <a:pt x="62934" y="102545"/>
                  <a:pt x="58595" y="107613"/>
                  <a:pt x="53068" y="111027"/>
                </a:cubicBezTo>
                <a:cubicBezTo>
                  <a:pt x="47541" y="114441"/>
                  <a:pt x="41386" y="116149"/>
                  <a:pt x="34604" y="116149"/>
                </a:cubicBezTo>
                <a:cubicBezTo>
                  <a:pt x="23550" y="116149"/>
                  <a:pt x="14766" y="111747"/>
                  <a:pt x="8251" y="102944"/>
                </a:cubicBezTo>
                <a:cubicBezTo>
                  <a:pt x="2750" y="95530"/>
                  <a:pt x="0" y="87208"/>
                  <a:pt x="0" y="77980"/>
                </a:cubicBezTo>
                <a:cubicBezTo>
                  <a:pt x="0" y="71258"/>
                  <a:pt x="1669" y="64576"/>
                  <a:pt x="5006" y="57934"/>
                </a:cubicBezTo>
                <a:cubicBezTo>
                  <a:pt x="8344" y="51292"/>
                  <a:pt x="12736" y="46384"/>
                  <a:pt x="18183" y="43210"/>
                </a:cubicBezTo>
                <a:cubicBezTo>
                  <a:pt x="23630" y="40036"/>
                  <a:pt x="29398" y="38449"/>
                  <a:pt x="35485" y="38449"/>
                </a:cubicBezTo>
                <a:moveTo>
                  <a:pt x="33002" y="43736"/>
                </a:moveTo>
                <a:cubicBezTo>
                  <a:pt x="30172" y="43736"/>
                  <a:pt x="27328" y="44576"/>
                  <a:pt x="24471" y="46257"/>
                </a:cubicBezTo>
                <a:cubicBezTo>
                  <a:pt x="21614" y="47937"/>
                  <a:pt x="19305" y="50884"/>
                  <a:pt x="17542" y="55098"/>
                </a:cubicBezTo>
                <a:cubicBezTo>
                  <a:pt x="15780" y="59312"/>
                  <a:pt x="14899" y="64725"/>
                  <a:pt x="14899" y="71339"/>
                </a:cubicBezTo>
                <a:cubicBezTo>
                  <a:pt x="14899" y="82006"/>
                  <a:pt x="17022" y="91207"/>
                  <a:pt x="21267" y="98942"/>
                </a:cubicBezTo>
                <a:cubicBezTo>
                  <a:pt x="25513" y="106675"/>
                  <a:pt x="31106" y="110541"/>
                  <a:pt x="38049" y="110541"/>
                </a:cubicBezTo>
                <a:cubicBezTo>
                  <a:pt x="43229" y="110541"/>
                  <a:pt x="47501" y="108408"/>
                  <a:pt x="50865" y="104141"/>
                </a:cubicBezTo>
                <a:cubicBezTo>
                  <a:pt x="54229" y="99874"/>
                  <a:pt x="55912" y="92540"/>
                  <a:pt x="55912" y="82140"/>
                </a:cubicBezTo>
                <a:cubicBezTo>
                  <a:pt x="55912" y="69125"/>
                  <a:pt x="53108" y="58884"/>
                  <a:pt x="47501" y="51416"/>
                </a:cubicBezTo>
                <a:cubicBezTo>
                  <a:pt x="43709" y="46296"/>
                  <a:pt x="38876" y="43736"/>
                  <a:pt x="33002" y="43736"/>
                </a:cubicBezTo>
                <a:close/>
                <a:moveTo>
                  <a:pt x="145947" y="40532"/>
                </a:moveTo>
                <a:lnTo>
                  <a:pt x="145947" y="84989"/>
                </a:lnTo>
                <a:cubicBezTo>
                  <a:pt x="145947" y="93480"/>
                  <a:pt x="146147" y="98673"/>
                  <a:pt x="146547" y="100569"/>
                </a:cubicBezTo>
                <a:cubicBezTo>
                  <a:pt x="146948" y="102464"/>
                  <a:pt x="147589" y="103786"/>
                  <a:pt x="148470" y="104534"/>
                </a:cubicBezTo>
                <a:cubicBezTo>
                  <a:pt x="149351" y="105281"/>
                  <a:pt x="150379" y="105655"/>
                  <a:pt x="151554" y="105655"/>
                </a:cubicBezTo>
                <a:cubicBezTo>
                  <a:pt x="153209" y="105655"/>
                  <a:pt x="155078" y="105201"/>
                  <a:pt x="157161" y="104293"/>
                </a:cubicBezTo>
                <a:lnTo>
                  <a:pt x="158282" y="107097"/>
                </a:lnTo>
                <a:lnTo>
                  <a:pt x="136334" y="116149"/>
                </a:lnTo>
                <a:lnTo>
                  <a:pt x="132730" y="116149"/>
                </a:lnTo>
                <a:lnTo>
                  <a:pt x="132730" y="100609"/>
                </a:lnTo>
                <a:cubicBezTo>
                  <a:pt x="126428" y="107444"/>
                  <a:pt x="121622" y="111743"/>
                  <a:pt x="118311" y="113505"/>
                </a:cubicBezTo>
                <a:cubicBezTo>
                  <a:pt x="115000" y="115267"/>
                  <a:pt x="111503" y="116149"/>
                  <a:pt x="107818" y="116149"/>
                </a:cubicBezTo>
                <a:cubicBezTo>
                  <a:pt x="103706" y="116149"/>
                  <a:pt x="100141" y="114960"/>
                  <a:pt x="97124" y="112584"/>
                </a:cubicBezTo>
                <a:cubicBezTo>
                  <a:pt x="94107" y="110208"/>
                  <a:pt x="92011" y="107150"/>
                  <a:pt x="90836" y="103412"/>
                </a:cubicBezTo>
                <a:cubicBezTo>
                  <a:pt x="89661" y="99674"/>
                  <a:pt x="89074" y="94387"/>
                  <a:pt x="89074" y="87552"/>
                </a:cubicBezTo>
                <a:lnTo>
                  <a:pt x="89074" y="54790"/>
                </a:lnTo>
                <a:cubicBezTo>
                  <a:pt x="89074" y="51319"/>
                  <a:pt x="88700" y="48916"/>
                  <a:pt x="87953" y="47581"/>
                </a:cubicBezTo>
                <a:cubicBezTo>
                  <a:pt x="87205" y="46246"/>
                  <a:pt x="86097" y="45218"/>
                  <a:pt x="84628" y="44497"/>
                </a:cubicBezTo>
                <a:cubicBezTo>
                  <a:pt x="83160" y="43776"/>
                  <a:pt x="80503" y="43442"/>
                  <a:pt x="76658" y="43496"/>
                </a:cubicBezTo>
                <a:lnTo>
                  <a:pt x="76658" y="40532"/>
                </a:lnTo>
                <a:lnTo>
                  <a:pt x="102371" y="40532"/>
                </a:lnTo>
                <a:lnTo>
                  <a:pt x="102371" y="89515"/>
                </a:lnTo>
                <a:cubicBezTo>
                  <a:pt x="102371" y="96333"/>
                  <a:pt x="103559" y="100808"/>
                  <a:pt x="105936" y="102939"/>
                </a:cubicBezTo>
                <a:cubicBezTo>
                  <a:pt x="108312" y="105070"/>
                  <a:pt x="111182" y="106136"/>
                  <a:pt x="114547" y="106136"/>
                </a:cubicBezTo>
                <a:cubicBezTo>
                  <a:pt x="116843" y="106136"/>
                  <a:pt x="119446" y="105417"/>
                  <a:pt x="122357" y="103978"/>
                </a:cubicBezTo>
                <a:cubicBezTo>
                  <a:pt x="125267" y="102539"/>
                  <a:pt x="128725" y="99797"/>
                  <a:pt x="132730" y="95750"/>
                </a:cubicBezTo>
                <a:lnTo>
                  <a:pt x="132730" y="54282"/>
                </a:lnTo>
                <a:cubicBezTo>
                  <a:pt x="132730" y="50127"/>
                  <a:pt x="131969" y="47317"/>
                  <a:pt x="130447" y="45854"/>
                </a:cubicBezTo>
                <a:cubicBezTo>
                  <a:pt x="128925" y="44388"/>
                  <a:pt x="125761" y="43602"/>
                  <a:pt x="120955" y="43496"/>
                </a:cubicBezTo>
                <a:lnTo>
                  <a:pt x="120955" y="40532"/>
                </a:lnTo>
                <a:lnTo>
                  <a:pt x="145947" y="40532"/>
                </a:lnTo>
                <a:close/>
                <a:moveTo>
                  <a:pt x="246235" y="103332"/>
                </a:moveTo>
                <a:cubicBezTo>
                  <a:pt x="238705" y="109153"/>
                  <a:pt x="233979" y="112517"/>
                  <a:pt x="232057" y="113425"/>
                </a:cubicBezTo>
                <a:cubicBezTo>
                  <a:pt x="229173" y="114814"/>
                  <a:pt x="226103" y="115508"/>
                  <a:pt x="222845" y="115508"/>
                </a:cubicBezTo>
                <a:cubicBezTo>
                  <a:pt x="217772" y="115508"/>
                  <a:pt x="213593" y="113772"/>
                  <a:pt x="210309" y="110301"/>
                </a:cubicBezTo>
                <a:cubicBezTo>
                  <a:pt x="207025" y="106830"/>
                  <a:pt x="205383" y="102264"/>
                  <a:pt x="205383" y="96604"/>
                </a:cubicBezTo>
                <a:cubicBezTo>
                  <a:pt x="205383" y="93026"/>
                  <a:pt x="206184" y="89928"/>
                  <a:pt x="207786" y="87312"/>
                </a:cubicBezTo>
                <a:cubicBezTo>
                  <a:pt x="209975" y="83680"/>
                  <a:pt x="213780" y="80263"/>
                  <a:pt x="219200" y="77059"/>
                </a:cubicBezTo>
                <a:cubicBezTo>
                  <a:pt x="224621" y="73854"/>
                  <a:pt x="233632" y="69956"/>
                  <a:pt x="246235" y="65364"/>
                </a:cubicBezTo>
                <a:lnTo>
                  <a:pt x="246235" y="62480"/>
                </a:lnTo>
                <a:cubicBezTo>
                  <a:pt x="246235" y="55164"/>
                  <a:pt x="245074" y="50144"/>
                  <a:pt x="242751" y="47421"/>
                </a:cubicBezTo>
                <a:cubicBezTo>
                  <a:pt x="240428" y="44697"/>
                  <a:pt x="237050" y="43335"/>
                  <a:pt x="232618" y="43335"/>
                </a:cubicBezTo>
                <a:cubicBezTo>
                  <a:pt x="229253" y="43335"/>
                  <a:pt x="226583" y="44240"/>
                  <a:pt x="224607" y="46049"/>
                </a:cubicBezTo>
                <a:cubicBezTo>
                  <a:pt x="222578" y="47858"/>
                  <a:pt x="221563" y="49933"/>
                  <a:pt x="221563" y="52274"/>
                </a:cubicBezTo>
                <a:lnTo>
                  <a:pt x="221724" y="56903"/>
                </a:lnTo>
                <a:cubicBezTo>
                  <a:pt x="221724" y="59349"/>
                  <a:pt x="221096" y="61237"/>
                  <a:pt x="219841" y="62568"/>
                </a:cubicBezTo>
                <a:cubicBezTo>
                  <a:pt x="218586" y="63898"/>
                  <a:pt x="216944" y="64563"/>
                  <a:pt x="214915" y="64563"/>
                </a:cubicBezTo>
                <a:cubicBezTo>
                  <a:pt x="212939" y="64563"/>
                  <a:pt x="211324" y="63871"/>
                  <a:pt x="210069" y="62487"/>
                </a:cubicBezTo>
                <a:cubicBezTo>
                  <a:pt x="208814" y="61102"/>
                  <a:pt x="208186" y="59212"/>
                  <a:pt x="208186" y="56815"/>
                </a:cubicBezTo>
                <a:cubicBezTo>
                  <a:pt x="208186" y="52238"/>
                  <a:pt x="210536" y="48032"/>
                  <a:pt x="215235" y="44199"/>
                </a:cubicBezTo>
                <a:cubicBezTo>
                  <a:pt x="219935" y="40366"/>
                  <a:pt x="226530" y="38449"/>
                  <a:pt x="235021" y="38449"/>
                </a:cubicBezTo>
                <a:cubicBezTo>
                  <a:pt x="241536" y="38449"/>
                  <a:pt x="246876" y="39542"/>
                  <a:pt x="251041" y="41728"/>
                </a:cubicBezTo>
                <a:cubicBezTo>
                  <a:pt x="254192" y="43382"/>
                  <a:pt x="256515" y="45970"/>
                  <a:pt x="258010" y="49491"/>
                </a:cubicBezTo>
                <a:cubicBezTo>
                  <a:pt x="258971" y="51784"/>
                  <a:pt x="259452" y="56477"/>
                  <a:pt x="259452" y="63571"/>
                </a:cubicBezTo>
                <a:lnTo>
                  <a:pt x="259452" y="88453"/>
                </a:lnTo>
                <a:cubicBezTo>
                  <a:pt x="259452" y="95440"/>
                  <a:pt x="259585" y="99721"/>
                  <a:pt x="259852" y="101295"/>
                </a:cubicBezTo>
                <a:cubicBezTo>
                  <a:pt x="260119" y="102868"/>
                  <a:pt x="260560" y="103922"/>
                  <a:pt x="261174" y="104456"/>
                </a:cubicBezTo>
                <a:cubicBezTo>
                  <a:pt x="261788" y="104988"/>
                  <a:pt x="262496" y="105255"/>
                  <a:pt x="263297" y="105255"/>
                </a:cubicBezTo>
                <a:cubicBezTo>
                  <a:pt x="264151" y="105255"/>
                  <a:pt x="264899" y="105068"/>
                  <a:pt x="265540" y="104694"/>
                </a:cubicBezTo>
                <a:cubicBezTo>
                  <a:pt x="266661" y="104000"/>
                  <a:pt x="268824" y="102051"/>
                  <a:pt x="272028" y="98846"/>
                </a:cubicBezTo>
                <a:lnTo>
                  <a:pt x="272028" y="103332"/>
                </a:lnTo>
                <a:cubicBezTo>
                  <a:pt x="266047" y="111342"/>
                  <a:pt x="260333" y="115348"/>
                  <a:pt x="254886" y="115348"/>
                </a:cubicBezTo>
                <a:cubicBezTo>
                  <a:pt x="252269" y="115348"/>
                  <a:pt x="250187" y="114440"/>
                  <a:pt x="248638" y="112624"/>
                </a:cubicBezTo>
                <a:cubicBezTo>
                  <a:pt x="247089" y="110808"/>
                  <a:pt x="246288" y="107711"/>
                  <a:pt x="246235" y="103332"/>
                </a:cubicBezTo>
                <a:moveTo>
                  <a:pt x="246235" y="98080"/>
                </a:moveTo>
                <a:lnTo>
                  <a:pt x="246235" y="70250"/>
                </a:lnTo>
                <a:cubicBezTo>
                  <a:pt x="238171" y="73439"/>
                  <a:pt x="232965" y="75698"/>
                  <a:pt x="230615" y="77029"/>
                </a:cubicBezTo>
                <a:cubicBezTo>
                  <a:pt x="226396" y="79368"/>
                  <a:pt x="223379" y="81814"/>
                  <a:pt x="221563" y="84365"/>
                </a:cubicBezTo>
                <a:cubicBezTo>
                  <a:pt x="219748" y="86917"/>
                  <a:pt x="218840" y="89708"/>
                  <a:pt x="218840" y="92739"/>
                </a:cubicBezTo>
                <a:cubicBezTo>
                  <a:pt x="218840" y="96567"/>
                  <a:pt x="219988" y="99743"/>
                  <a:pt x="222284" y="102268"/>
                </a:cubicBezTo>
                <a:cubicBezTo>
                  <a:pt x="224581" y="104793"/>
                  <a:pt x="227224" y="106056"/>
                  <a:pt x="230215" y="106056"/>
                </a:cubicBezTo>
                <a:cubicBezTo>
                  <a:pt x="234273" y="106056"/>
                  <a:pt x="239613" y="103397"/>
                  <a:pt x="246235" y="98080"/>
                </a:cubicBezTo>
                <a:close/>
                <a:moveTo>
                  <a:pt x="298967" y="38449"/>
                </a:moveTo>
                <a:lnTo>
                  <a:pt x="298967" y="54950"/>
                </a:lnTo>
                <a:cubicBezTo>
                  <a:pt x="305109" y="43950"/>
                  <a:pt x="311410" y="38449"/>
                  <a:pt x="317872" y="38449"/>
                </a:cubicBezTo>
                <a:cubicBezTo>
                  <a:pt x="320809" y="38449"/>
                  <a:pt x="323238" y="39344"/>
                  <a:pt x="325161" y="41133"/>
                </a:cubicBezTo>
                <a:cubicBezTo>
                  <a:pt x="327083" y="42922"/>
                  <a:pt x="328045" y="44991"/>
                  <a:pt x="328045" y="47341"/>
                </a:cubicBezTo>
                <a:cubicBezTo>
                  <a:pt x="328045" y="49423"/>
                  <a:pt x="327350" y="51185"/>
                  <a:pt x="325962" y="52627"/>
                </a:cubicBezTo>
                <a:cubicBezTo>
                  <a:pt x="324573" y="54069"/>
                  <a:pt x="322918" y="54790"/>
                  <a:pt x="320996" y="54790"/>
                </a:cubicBezTo>
                <a:cubicBezTo>
                  <a:pt x="319127" y="54790"/>
                  <a:pt x="317030" y="53869"/>
                  <a:pt x="314708" y="52027"/>
                </a:cubicBezTo>
                <a:cubicBezTo>
                  <a:pt x="312385" y="50184"/>
                  <a:pt x="310662" y="49263"/>
                  <a:pt x="309541" y="49263"/>
                </a:cubicBezTo>
                <a:cubicBezTo>
                  <a:pt x="308580" y="49263"/>
                  <a:pt x="307538" y="49795"/>
                  <a:pt x="306417" y="50860"/>
                </a:cubicBezTo>
                <a:cubicBezTo>
                  <a:pt x="304014" y="53045"/>
                  <a:pt x="301531" y="56640"/>
                  <a:pt x="298967" y="61646"/>
                </a:cubicBezTo>
                <a:lnTo>
                  <a:pt x="298967" y="96721"/>
                </a:lnTo>
                <a:cubicBezTo>
                  <a:pt x="298967" y="100768"/>
                  <a:pt x="299475" y="103830"/>
                  <a:pt x="300489" y="105908"/>
                </a:cubicBezTo>
                <a:cubicBezTo>
                  <a:pt x="301184" y="107346"/>
                  <a:pt x="302412" y="108546"/>
                  <a:pt x="304174" y="109505"/>
                </a:cubicBezTo>
                <a:cubicBezTo>
                  <a:pt x="305936" y="110463"/>
                  <a:pt x="308473" y="110942"/>
                  <a:pt x="311784" y="110942"/>
                </a:cubicBezTo>
                <a:lnTo>
                  <a:pt x="311784" y="113906"/>
                </a:lnTo>
                <a:lnTo>
                  <a:pt x="274216" y="113906"/>
                </a:lnTo>
                <a:lnTo>
                  <a:pt x="274216" y="110942"/>
                </a:lnTo>
                <a:cubicBezTo>
                  <a:pt x="277954" y="110942"/>
                  <a:pt x="280731" y="110356"/>
                  <a:pt x="282546" y="109185"/>
                </a:cubicBezTo>
                <a:cubicBezTo>
                  <a:pt x="283881" y="108332"/>
                  <a:pt x="284816" y="106973"/>
                  <a:pt x="285350" y="105107"/>
                </a:cubicBezTo>
                <a:cubicBezTo>
                  <a:pt x="285617" y="104201"/>
                  <a:pt x="285750" y="101617"/>
                  <a:pt x="285750" y="97355"/>
                </a:cubicBezTo>
                <a:lnTo>
                  <a:pt x="285750" y="68981"/>
                </a:lnTo>
                <a:cubicBezTo>
                  <a:pt x="285750" y="60455"/>
                  <a:pt x="285577" y="55380"/>
                  <a:pt x="285230" y="53756"/>
                </a:cubicBezTo>
                <a:cubicBezTo>
                  <a:pt x="284883" y="52131"/>
                  <a:pt x="284242" y="50945"/>
                  <a:pt x="283307" y="50199"/>
                </a:cubicBezTo>
                <a:cubicBezTo>
                  <a:pt x="282373" y="49453"/>
                  <a:pt x="281211" y="49080"/>
                  <a:pt x="279823" y="49080"/>
                </a:cubicBezTo>
                <a:cubicBezTo>
                  <a:pt x="278167" y="49080"/>
                  <a:pt x="276298" y="49480"/>
                  <a:pt x="274216" y="50279"/>
                </a:cubicBezTo>
                <a:lnTo>
                  <a:pt x="273415" y="47401"/>
                </a:lnTo>
                <a:lnTo>
                  <a:pt x="295603" y="38449"/>
                </a:lnTo>
                <a:lnTo>
                  <a:pt x="298967" y="38449"/>
                </a:lnTo>
                <a:close/>
                <a:moveTo>
                  <a:pt x="344464" y="68247"/>
                </a:moveTo>
                <a:cubicBezTo>
                  <a:pt x="344411" y="79116"/>
                  <a:pt x="347054" y="87641"/>
                  <a:pt x="352395" y="93823"/>
                </a:cubicBezTo>
                <a:cubicBezTo>
                  <a:pt x="357735" y="100002"/>
                  <a:pt x="364009" y="103092"/>
                  <a:pt x="371219" y="103092"/>
                </a:cubicBezTo>
                <a:cubicBezTo>
                  <a:pt x="376025" y="103092"/>
                  <a:pt x="380203" y="101770"/>
                  <a:pt x="383755" y="99127"/>
                </a:cubicBezTo>
                <a:cubicBezTo>
                  <a:pt x="387306" y="96483"/>
                  <a:pt x="390283" y="91958"/>
                  <a:pt x="392686" y="85549"/>
                </a:cubicBezTo>
                <a:lnTo>
                  <a:pt x="395169" y="87151"/>
                </a:lnTo>
                <a:cubicBezTo>
                  <a:pt x="394048" y="94468"/>
                  <a:pt x="390790" y="101129"/>
                  <a:pt x="385397" y="107137"/>
                </a:cubicBezTo>
                <a:cubicBezTo>
                  <a:pt x="380003" y="113145"/>
                  <a:pt x="373248" y="116149"/>
                  <a:pt x="365131" y="116149"/>
                </a:cubicBezTo>
                <a:cubicBezTo>
                  <a:pt x="356320" y="116149"/>
                  <a:pt x="348777" y="112725"/>
                  <a:pt x="342502" y="105878"/>
                </a:cubicBezTo>
                <a:cubicBezTo>
                  <a:pt x="336227" y="99029"/>
                  <a:pt x="333090" y="89822"/>
                  <a:pt x="333090" y="78258"/>
                </a:cubicBezTo>
                <a:cubicBezTo>
                  <a:pt x="333090" y="65735"/>
                  <a:pt x="336307" y="55970"/>
                  <a:pt x="342742" y="48963"/>
                </a:cubicBezTo>
                <a:cubicBezTo>
                  <a:pt x="349177" y="41954"/>
                  <a:pt x="357254" y="38449"/>
                  <a:pt x="366973" y="38449"/>
                </a:cubicBezTo>
                <a:cubicBezTo>
                  <a:pt x="375197" y="38449"/>
                  <a:pt x="381952" y="41153"/>
                  <a:pt x="387239" y="46560"/>
                </a:cubicBezTo>
                <a:cubicBezTo>
                  <a:pt x="392526" y="51965"/>
                  <a:pt x="395169" y="59194"/>
                  <a:pt x="395169" y="68247"/>
                </a:cubicBezTo>
                <a:lnTo>
                  <a:pt x="344464" y="68247"/>
                </a:lnTo>
                <a:moveTo>
                  <a:pt x="344464" y="63601"/>
                </a:moveTo>
                <a:lnTo>
                  <a:pt x="378428" y="63601"/>
                </a:lnTo>
                <a:cubicBezTo>
                  <a:pt x="378161" y="58902"/>
                  <a:pt x="377600" y="55591"/>
                  <a:pt x="376746" y="53669"/>
                </a:cubicBezTo>
                <a:cubicBezTo>
                  <a:pt x="375411" y="50678"/>
                  <a:pt x="373421" y="48328"/>
                  <a:pt x="370778" y="46620"/>
                </a:cubicBezTo>
                <a:cubicBezTo>
                  <a:pt x="368135" y="44911"/>
                  <a:pt x="365371" y="44056"/>
                  <a:pt x="362487" y="44056"/>
                </a:cubicBezTo>
                <a:cubicBezTo>
                  <a:pt x="358055" y="44056"/>
                  <a:pt x="354090" y="45779"/>
                  <a:pt x="350592" y="49223"/>
                </a:cubicBezTo>
                <a:cubicBezTo>
                  <a:pt x="347094" y="52667"/>
                  <a:pt x="345052" y="57460"/>
                  <a:pt x="344464" y="63601"/>
                </a:cubicBezTo>
                <a:close/>
                <a:moveTo>
                  <a:pt x="465604" y="87169"/>
                </a:moveTo>
                <a:cubicBezTo>
                  <a:pt x="461119" y="84983"/>
                  <a:pt x="457674" y="81930"/>
                  <a:pt x="455271" y="78010"/>
                </a:cubicBezTo>
                <a:cubicBezTo>
                  <a:pt x="452868" y="74090"/>
                  <a:pt x="451666" y="69756"/>
                  <a:pt x="451666" y="65008"/>
                </a:cubicBezTo>
                <a:cubicBezTo>
                  <a:pt x="451666" y="57756"/>
                  <a:pt x="454403" y="51516"/>
                  <a:pt x="459877" y="46289"/>
                </a:cubicBezTo>
                <a:cubicBezTo>
                  <a:pt x="465351" y="41063"/>
                  <a:pt x="472360" y="38449"/>
                  <a:pt x="480904" y="38449"/>
                </a:cubicBezTo>
                <a:cubicBezTo>
                  <a:pt x="487900" y="38449"/>
                  <a:pt x="493961" y="40158"/>
                  <a:pt x="499087" y="43576"/>
                </a:cubicBezTo>
                <a:lnTo>
                  <a:pt x="514627" y="43576"/>
                </a:lnTo>
                <a:cubicBezTo>
                  <a:pt x="516923" y="43576"/>
                  <a:pt x="518258" y="43642"/>
                  <a:pt x="518632" y="43773"/>
                </a:cubicBezTo>
                <a:cubicBezTo>
                  <a:pt x="519006" y="43905"/>
                  <a:pt x="519273" y="44130"/>
                  <a:pt x="519433" y="44447"/>
                </a:cubicBezTo>
                <a:cubicBezTo>
                  <a:pt x="519754" y="44922"/>
                  <a:pt x="519914" y="45768"/>
                  <a:pt x="519914" y="46983"/>
                </a:cubicBezTo>
                <a:cubicBezTo>
                  <a:pt x="519914" y="48354"/>
                  <a:pt x="519780" y="49305"/>
                  <a:pt x="519513" y="49834"/>
                </a:cubicBezTo>
                <a:cubicBezTo>
                  <a:pt x="519353" y="50097"/>
                  <a:pt x="519073" y="50309"/>
                  <a:pt x="518672" y="50467"/>
                </a:cubicBezTo>
                <a:cubicBezTo>
                  <a:pt x="518272" y="50626"/>
                  <a:pt x="516923" y="50705"/>
                  <a:pt x="514627" y="50705"/>
                </a:cubicBezTo>
                <a:lnTo>
                  <a:pt x="505095" y="50705"/>
                </a:lnTo>
                <a:cubicBezTo>
                  <a:pt x="508085" y="54558"/>
                  <a:pt x="509581" y="59481"/>
                  <a:pt x="509581" y="65474"/>
                </a:cubicBezTo>
                <a:cubicBezTo>
                  <a:pt x="509581" y="72323"/>
                  <a:pt x="506964" y="78182"/>
                  <a:pt x="501731" y="83051"/>
                </a:cubicBezTo>
                <a:cubicBezTo>
                  <a:pt x="496497" y="87921"/>
                  <a:pt x="489475" y="90356"/>
                  <a:pt x="480664" y="90356"/>
                </a:cubicBezTo>
                <a:cubicBezTo>
                  <a:pt x="477032" y="90356"/>
                  <a:pt x="473321" y="89811"/>
                  <a:pt x="469529" y="88721"/>
                </a:cubicBezTo>
                <a:cubicBezTo>
                  <a:pt x="467180" y="90749"/>
                  <a:pt x="465591" y="92523"/>
                  <a:pt x="464763" y="94045"/>
                </a:cubicBezTo>
                <a:cubicBezTo>
                  <a:pt x="463936" y="95566"/>
                  <a:pt x="463522" y="96859"/>
                  <a:pt x="463522" y="97925"/>
                </a:cubicBezTo>
                <a:cubicBezTo>
                  <a:pt x="463522" y="98833"/>
                  <a:pt x="463962" y="99714"/>
                  <a:pt x="464843" y="100569"/>
                </a:cubicBezTo>
                <a:cubicBezTo>
                  <a:pt x="465724" y="101421"/>
                  <a:pt x="467447" y="102035"/>
                  <a:pt x="470010" y="102408"/>
                </a:cubicBezTo>
                <a:cubicBezTo>
                  <a:pt x="471505" y="102622"/>
                  <a:pt x="475243" y="102809"/>
                  <a:pt x="481224" y="102969"/>
                </a:cubicBezTo>
                <a:cubicBezTo>
                  <a:pt x="492225" y="103235"/>
                  <a:pt x="499354" y="103608"/>
                  <a:pt x="502612" y="104088"/>
                </a:cubicBezTo>
                <a:cubicBezTo>
                  <a:pt x="507578" y="104782"/>
                  <a:pt x="511543" y="106624"/>
                  <a:pt x="514507" y="109613"/>
                </a:cubicBezTo>
                <a:cubicBezTo>
                  <a:pt x="517471" y="112600"/>
                  <a:pt x="518953" y="116281"/>
                  <a:pt x="518953" y="120657"/>
                </a:cubicBezTo>
                <a:cubicBezTo>
                  <a:pt x="518953" y="126686"/>
                  <a:pt x="516122" y="132343"/>
                  <a:pt x="510462" y="137626"/>
                </a:cubicBezTo>
                <a:cubicBezTo>
                  <a:pt x="502131" y="145416"/>
                  <a:pt x="491264" y="149311"/>
                  <a:pt x="477860" y="149311"/>
                </a:cubicBezTo>
                <a:cubicBezTo>
                  <a:pt x="467553" y="149311"/>
                  <a:pt x="458849" y="146991"/>
                  <a:pt x="451747" y="142352"/>
                </a:cubicBezTo>
                <a:cubicBezTo>
                  <a:pt x="447741" y="139685"/>
                  <a:pt x="445739" y="136912"/>
                  <a:pt x="445739" y="134031"/>
                </a:cubicBezTo>
                <a:cubicBezTo>
                  <a:pt x="445739" y="132753"/>
                  <a:pt x="446033" y="131474"/>
                  <a:pt x="446620" y="130194"/>
                </a:cubicBezTo>
                <a:cubicBezTo>
                  <a:pt x="447528" y="128220"/>
                  <a:pt x="449397" y="125473"/>
                  <a:pt x="452227" y="121953"/>
                </a:cubicBezTo>
                <a:cubicBezTo>
                  <a:pt x="452601" y="121475"/>
                  <a:pt x="455325" y="118595"/>
                  <a:pt x="460398" y="113315"/>
                </a:cubicBezTo>
                <a:cubicBezTo>
                  <a:pt x="457621" y="111658"/>
                  <a:pt x="455658" y="110174"/>
                  <a:pt x="454510" y="108864"/>
                </a:cubicBezTo>
                <a:cubicBezTo>
                  <a:pt x="453362" y="107554"/>
                  <a:pt x="452788" y="106071"/>
                  <a:pt x="452788" y="104414"/>
                </a:cubicBezTo>
                <a:cubicBezTo>
                  <a:pt x="452788" y="102541"/>
                  <a:pt x="453549" y="100348"/>
                  <a:pt x="455071" y="97835"/>
                </a:cubicBezTo>
                <a:cubicBezTo>
                  <a:pt x="456593" y="95322"/>
                  <a:pt x="460104" y="91767"/>
                  <a:pt x="465604" y="87169"/>
                </a:cubicBezTo>
                <a:moveTo>
                  <a:pt x="479542" y="42454"/>
                </a:moveTo>
                <a:cubicBezTo>
                  <a:pt x="475590" y="42454"/>
                  <a:pt x="472280" y="44021"/>
                  <a:pt x="469609" y="47155"/>
                </a:cubicBezTo>
                <a:cubicBezTo>
                  <a:pt x="466939" y="50288"/>
                  <a:pt x="465604" y="55094"/>
                  <a:pt x="465604" y="61574"/>
                </a:cubicBezTo>
                <a:cubicBezTo>
                  <a:pt x="465604" y="69966"/>
                  <a:pt x="467420" y="76472"/>
                  <a:pt x="471051" y="81091"/>
                </a:cubicBezTo>
                <a:cubicBezTo>
                  <a:pt x="473828" y="84597"/>
                  <a:pt x="477353" y="86350"/>
                  <a:pt x="481625" y="86350"/>
                </a:cubicBezTo>
                <a:cubicBezTo>
                  <a:pt x="485683" y="86350"/>
                  <a:pt x="489021" y="84837"/>
                  <a:pt x="491638" y="81810"/>
                </a:cubicBezTo>
                <a:cubicBezTo>
                  <a:pt x="494254" y="78782"/>
                  <a:pt x="495563" y="74029"/>
                  <a:pt x="495563" y="67549"/>
                </a:cubicBezTo>
                <a:cubicBezTo>
                  <a:pt x="495563" y="59105"/>
                  <a:pt x="493720" y="52492"/>
                  <a:pt x="490036" y="47711"/>
                </a:cubicBezTo>
                <a:cubicBezTo>
                  <a:pt x="487312" y="44207"/>
                  <a:pt x="483814" y="42454"/>
                  <a:pt x="479542" y="42454"/>
                </a:cubicBezTo>
                <a:moveTo>
                  <a:pt x="464803" y="113953"/>
                </a:moveTo>
                <a:cubicBezTo>
                  <a:pt x="462293" y="116672"/>
                  <a:pt x="460398" y="119203"/>
                  <a:pt x="459116" y="121548"/>
                </a:cubicBezTo>
                <a:cubicBezTo>
                  <a:pt x="457834" y="123894"/>
                  <a:pt x="457194" y="126054"/>
                  <a:pt x="457194" y="128026"/>
                </a:cubicBezTo>
                <a:cubicBezTo>
                  <a:pt x="457194" y="130585"/>
                  <a:pt x="458742" y="132823"/>
                  <a:pt x="461840" y="134742"/>
                </a:cubicBezTo>
                <a:cubicBezTo>
                  <a:pt x="467180" y="138047"/>
                  <a:pt x="474896" y="139699"/>
                  <a:pt x="484989" y="139699"/>
                </a:cubicBezTo>
                <a:cubicBezTo>
                  <a:pt x="494601" y="139699"/>
                  <a:pt x="501690" y="138006"/>
                  <a:pt x="506256" y="134620"/>
                </a:cubicBezTo>
                <a:cubicBezTo>
                  <a:pt x="510822" y="131235"/>
                  <a:pt x="513105" y="127625"/>
                  <a:pt x="513105" y="123788"/>
                </a:cubicBezTo>
                <a:cubicBezTo>
                  <a:pt x="513105" y="121016"/>
                  <a:pt x="511743" y="119044"/>
                  <a:pt x="509020" y="117871"/>
                </a:cubicBezTo>
                <a:cubicBezTo>
                  <a:pt x="506243" y="116698"/>
                  <a:pt x="500743" y="116005"/>
                  <a:pt x="492519" y="115793"/>
                </a:cubicBezTo>
                <a:cubicBezTo>
                  <a:pt x="480503" y="115473"/>
                  <a:pt x="471265" y="114859"/>
                  <a:pt x="464803" y="113953"/>
                </a:cubicBezTo>
                <a:close/>
                <a:moveTo>
                  <a:pt x="563890" y="38449"/>
                </a:moveTo>
                <a:cubicBezTo>
                  <a:pt x="574998" y="38449"/>
                  <a:pt x="583916" y="42664"/>
                  <a:pt x="590644" y="51093"/>
                </a:cubicBezTo>
                <a:cubicBezTo>
                  <a:pt x="596358" y="58294"/>
                  <a:pt x="599215" y="66563"/>
                  <a:pt x="599215" y="75900"/>
                </a:cubicBezTo>
                <a:cubicBezTo>
                  <a:pt x="599215" y="82461"/>
                  <a:pt x="597640" y="89103"/>
                  <a:pt x="594489" y="95825"/>
                </a:cubicBezTo>
                <a:cubicBezTo>
                  <a:pt x="591338" y="102545"/>
                  <a:pt x="587000" y="107613"/>
                  <a:pt x="581472" y="111027"/>
                </a:cubicBezTo>
                <a:cubicBezTo>
                  <a:pt x="575945" y="114441"/>
                  <a:pt x="569791" y="116149"/>
                  <a:pt x="563009" y="116149"/>
                </a:cubicBezTo>
                <a:cubicBezTo>
                  <a:pt x="551955" y="116149"/>
                  <a:pt x="543170" y="111747"/>
                  <a:pt x="536655" y="102944"/>
                </a:cubicBezTo>
                <a:cubicBezTo>
                  <a:pt x="531155" y="95530"/>
                  <a:pt x="528405" y="87208"/>
                  <a:pt x="528405" y="77980"/>
                </a:cubicBezTo>
                <a:cubicBezTo>
                  <a:pt x="528405" y="71258"/>
                  <a:pt x="530073" y="64576"/>
                  <a:pt x="533411" y="57934"/>
                </a:cubicBezTo>
                <a:cubicBezTo>
                  <a:pt x="536749" y="51292"/>
                  <a:pt x="541141" y="46384"/>
                  <a:pt x="546588" y="43210"/>
                </a:cubicBezTo>
                <a:cubicBezTo>
                  <a:pt x="552035" y="40036"/>
                  <a:pt x="557802" y="38449"/>
                  <a:pt x="563890" y="38449"/>
                </a:cubicBezTo>
                <a:moveTo>
                  <a:pt x="561407" y="43736"/>
                </a:moveTo>
                <a:cubicBezTo>
                  <a:pt x="558577" y="43736"/>
                  <a:pt x="555733" y="44576"/>
                  <a:pt x="552876" y="46257"/>
                </a:cubicBezTo>
                <a:cubicBezTo>
                  <a:pt x="550019" y="47937"/>
                  <a:pt x="547709" y="50884"/>
                  <a:pt x="545947" y="55098"/>
                </a:cubicBezTo>
                <a:cubicBezTo>
                  <a:pt x="544185" y="59312"/>
                  <a:pt x="543304" y="64725"/>
                  <a:pt x="543304" y="71339"/>
                </a:cubicBezTo>
                <a:cubicBezTo>
                  <a:pt x="543304" y="82006"/>
                  <a:pt x="545426" y="91207"/>
                  <a:pt x="549672" y="98942"/>
                </a:cubicBezTo>
                <a:cubicBezTo>
                  <a:pt x="553917" y="106675"/>
                  <a:pt x="559511" y="110541"/>
                  <a:pt x="566453" y="110541"/>
                </a:cubicBezTo>
                <a:cubicBezTo>
                  <a:pt x="571633" y="110541"/>
                  <a:pt x="575905" y="108408"/>
                  <a:pt x="579270" y="104141"/>
                </a:cubicBezTo>
                <a:cubicBezTo>
                  <a:pt x="582634" y="99874"/>
                  <a:pt x="584316" y="92540"/>
                  <a:pt x="584316" y="82140"/>
                </a:cubicBezTo>
                <a:cubicBezTo>
                  <a:pt x="584316" y="69125"/>
                  <a:pt x="581513" y="58884"/>
                  <a:pt x="575905" y="51416"/>
                </a:cubicBezTo>
                <a:cubicBezTo>
                  <a:pt x="572114" y="46296"/>
                  <a:pt x="567281" y="43736"/>
                  <a:pt x="561407" y="43736"/>
                </a:cubicBezTo>
                <a:close/>
                <a:moveTo>
                  <a:pt x="645915" y="38449"/>
                </a:moveTo>
                <a:cubicBezTo>
                  <a:pt x="657023" y="38449"/>
                  <a:pt x="665941" y="42664"/>
                  <a:pt x="672669" y="51093"/>
                </a:cubicBezTo>
                <a:cubicBezTo>
                  <a:pt x="678383" y="58294"/>
                  <a:pt x="681240" y="66563"/>
                  <a:pt x="681240" y="75900"/>
                </a:cubicBezTo>
                <a:cubicBezTo>
                  <a:pt x="681240" y="82461"/>
                  <a:pt x="679665" y="89103"/>
                  <a:pt x="676514" y="95825"/>
                </a:cubicBezTo>
                <a:cubicBezTo>
                  <a:pt x="673363" y="102545"/>
                  <a:pt x="669025" y="107613"/>
                  <a:pt x="663497" y="111027"/>
                </a:cubicBezTo>
                <a:cubicBezTo>
                  <a:pt x="657970" y="114441"/>
                  <a:pt x="651816" y="116149"/>
                  <a:pt x="645034" y="116149"/>
                </a:cubicBezTo>
                <a:cubicBezTo>
                  <a:pt x="633980" y="116149"/>
                  <a:pt x="625195" y="111747"/>
                  <a:pt x="618680" y="102944"/>
                </a:cubicBezTo>
                <a:cubicBezTo>
                  <a:pt x="613180" y="95530"/>
                  <a:pt x="610430" y="87208"/>
                  <a:pt x="610430" y="77980"/>
                </a:cubicBezTo>
                <a:cubicBezTo>
                  <a:pt x="610430" y="71258"/>
                  <a:pt x="612098" y="64576"/>
                  <a:pt x="615436" y="57934"/>
                </a:cubicBezTo>
                <a:cubicBezTo>
                  <a:pt x="618774" y="51292"/>
                  <a:pt x="623166" y="46384"/>
                  <a:pt x="628613" y="43210"/>
                </a:cubicBezTo>
                <a:cubicBezTo>
                  <a:pt x="634060" y="40036"/>
                  <a:pt x="639827" y="38449"/>
                  <a:pt x="645915" y="38449"/>
                </a:cubicBezTo>
                <a:moveTo>
                  <a:pt x="643432" y="43736"/>
                </a:moveTo>
                <a:cubicBezTo>
                  <a:pt x="640602" y="43736"/>
                  <a:pt x="637758" y="44576"/>
                  <a:pt x="634901" y="46257"/>
                </a:cubicBezTo>
                <a:cubicBezTo>
                  <a:pt x="632044" y="47937"/>
                  <a:pt x="629734" y="50884"/>
                  <a:pt x="627972" y="55098"/>
                </a:cubicBezTo>
                <a:cubicBezTo>
                  <a:pt x="626210" y="59312"/>
                  <a:pt x="625329" y="64725"/>
                  <a:pt x="625329" y="71339"/>
                </a:cubicBezTo>
                <a:cubicBezTo>
                  <a:pt x="625329" y="82006"/>
                  <a:pt x="627451" y="91207"/>
                  <a:pt x="631697" y="98942"/>
                </a:cubicBezTo>
                <a:cubicBezTo>
                  <a:pt x="635942" y="106675"/>
                  <a:pt x="641536" y="110541"/>
                  <a:pt x="648478" y="110541"/>
                </a:cubicBezTo>
                <a:cubicBezTo>
                  <a:pt x="653658" y="110541"/>
                  <a:pt x="657930" y="108408"/>
                  <a:pt x="661295" y="104141"/>
                </a:cubicBezTo>
                <a:cubicBezTo>
                  <a:pt x="664659" y="99874"/>
                  <a:pt x="666341" y="92540"/>
                  <a:pt x="666341" y="82140"/>
                </a:cubicBezTo>
                <a:cubicBezTo>
                  <a:pt x="666341" y="69125"/>
                  <a:pt x="663538" y="58884"/>
                  <a:pt x="657930" y="51416"/>
                </a:cubicBezTo>
                <a:cubicBezTo>
                  <a:pt x="654139" y="46296"/>
                  <a:pt x="649306" y="43736"/>
                  <a:pt x="643432" y="43736"/>
                </a:cubicBezTo>
                <a:close/>
                <a:moveTo>
                  <a:pt x="743880" y="105655"/>
                </a:moveTo>
                <a:cubicBezTo>
                  <a:pt x="740302" y="109393"/>
                  <a:pt x="736805" y="112077"/>
                  <a:pt x="733387" y="113705"/>
                </a:cubicBezTo>
                <a:cubicBezTo>
                  <a:pt x="729969" y="115334"/>
                  <a:pt x="726284" y="116149"/>
                  <a:pt x="722333" y="116149"/>
                </a:cubicBezTo>
                <a:cubicBezTo>
                  <a:pt x="714322" y="116149"/>
                  <a:pt x="707327" y="112805"/>
                  <a:pt x="701346" y="106118"/>
                </a:cubicBezTo>
                <a:cubicBezTo>
                  <a:pt x="695365" y="99430"/>
                  <a:pt x="692374" y="90835"/>
                  <a:pt x="692374" y="80335"/>
                </a:cubicBezTo>
                <a:cubicBezTo>
                  <a:pt x="692374" y="69837"/>
                  <a:pt x="695685" y="60231"/>
                  <a:pt x="702307" y="51518"/>
                </a:cubicBezTo>
                <a:cubicBezTo>
                  <a:pt x="708929" y="42806"/>
                  <a:pt x="717446" y="38449"/>
                  <a:pt x="727860" y="38449"/>
                </a:cubicBezTo>
                <a:cubicBezTo>
                  <a:pt x="734321" y="38449"/>
                  <a:pt x="739662" y="40505"/>
                  <a:pt x="743880" y="44617"/>
                </a:cubicBezTo>
                <a:lnTo>
                  <a:pt x="743880" y="31050"/>
                </a:lnTo>
                <a:cubicBezTo>
                  <a:pt x="743880" y="22631"/>
                  <a:pt x="743680" y="17456"/>
                  <a:pt x="743280" y="15525"/>
                </a:cubicBezTo>
                <a:cubicBezTo>
                  <a:pt x="742879" y="13594"/>
                  <a:pt x="742252" y="12281"/>
                  <a:pt x="741397" y="11585"/>
                </a:cubicBezTo>
                <a:cubicBezTo>
                  <a:pt x="740543" y="10887"/>
                  <a:pt x="739475" y="10538"/>
                  <a:pt x="738193" y="10538"/>
                </a:cubicBezTo>
                <a:cubicBezTo>
                  <a:pt x="736805" y="10538"/>
                  <a:pt x="734962" y="10967"/>
                  <a:pt x="732666" y="11825"/>
                </a:cubicBezTo>
                <a:lnTo>
                  <a:pt x="731625" y="9009"/>
                </a:lnTo>
                <a:lnTo>
                  <a:pt x="753493" y="0"/>
                </a:lnTo>
                <a:lnTo>
                  <a:pt x="757097" y="0"/>
                </a:lnTo>
                <a:lnTo>
                  <a:pt x="757097" y="84829"/>
                </a:lnTo>
                <a:cubicBezTo>
                  <a:pt x="757097" y="93426"/>
                  <a:pt x="757297" y="98673"/>
                  <a:pt x="757698" y="100569"/>
                </a:cubicBezTo>
                <a:cubicBezTo>
                  <a:pt x="758098" y="102464"/>
                  <a:pt x="758739" y="103786"/>
                  <a:pt x="759620" y="104534"/>
                </a:cubicBezTo>
                <a:cubicBezTo>
                  <a:pt x="760502" y="105281"/>
                  <a:pt x="761530" y="105655"/>
                  <a:pt x="762704" y="105655"/>
                </a:cubicBezTo>
                <a:cubicBezTo>
                  <a:pt x="764146" y="105655"/>
                  <a:pt x="766069" y="105201"/>
                  <a:pt x="768472" y="104293"/>
                </a:cubicBezTo>
                <a:lnTo>
                  <a:pt x="769353" y="107097"/>
                </a:lnTo>
                <a:lnTo>
                  <a:pt x="747565" y="116149"/>
                </a:lnTo>
                <a:lnTo>
                  <a:pt x="743880" y="116149"/>
                </a:lnTo>
                <a:lnTo>
                  <a:pt x="743880" y="105655"/>
                </a:lnTo>
                <a:moveTo>
                  <a:pt x="743880" y="100065"/>
                </a:moveTo>
                <a:lnTo>
                  <a:pt x="743880" y="62352"/>
                </a:lnTo>
                <a:cubicBezTo>
                  <a:pt x="743560" y="58729"/>
                  <a:pt x="742599" y="55427"/>
                  <a:pt x="740997" y="52445"/>
                </a:cubicBezTo>
                <a:cubicBezTo>
                  <a:pt x="739395" y="49461"/>
                  <a:pt x="737272" y="47210"/>
                  <a:pt x="734628" y="45693"/>
                </a:cubicBezTo>
                <a:cubicBezTo>
                  <a:pt x="731985" y="44175"/>
                  <a:pt x="729408" y="43416"/>
                  <a:pt x="726899" y="43416"/>
                </a:cubicBezTo>
                <a:cubicBezTo>
                  <a:pt x="722199" y="43416"/>
                  <a:pt x="718007" y="45520"/>
                  <a:pt x="714322" y="49729"/>
                </a:cubicBezTo>
                <a:cubicBezTo>
                  <a:pt x="709463" y="55267"/>
                  <a:pt x="707033" y="63364"/>
                  <a:pt x="707033" y="74017"/>
                </a:cubicBezTo>
                <a:cubicBezTo>
                  <a:pt x="707033" y="84778"/>
                  <a:pt x="709383" y="93021"/>
                  <a:pt x="714082" y="98749"/>
                </a:cubicBezTo>
                <a:cubicBezTo>
                  <a:pt x="718782" y="104474"/>
                  <a:pt x="724015" y="107337"/>
                  <a:pt x="729782" y="107337"/>
                </a:cubicBezTo>
                <a:cubicBezTo>
                  <a:pt x="734642" y="107337"/>
                  <a:pt x="739341" y="104913"/>
                  <a:pt x="743880" y="100065"/>
                </a:cubicBezTo>
                <a:close/>
                <a:moveTo>
                  <a:pt x="856665" y="103332"/>
                </a:moveTo>
                <a:cubicBezTo>
                  <a:pt x="849135" y="109153"/>
                  <a:pt x="844409" y="112517"/>
                  <a:pt x="842486" y="113425"/>
                </a:cubicBezTo>
                <a:cubicBezTo>
                  <a:pt x="839603" y="114814"/>
                  <a:pt x="836532" y="115508"/>
                  <a:pt x="833275" y="115508"/>
                </a:cubicBezTo>
                <a:cubicBezTo>
                  <a:pt x="828202" y="115508"/>
                  <a:pt x="824023" y="113772"/>
                  <a:pt x="820739" y="110301"/>
                </a:cubicBezTo>
                <a:cubicBezTo>
                  <a:pt x="817454" y="106830"/>
                  <a:pt x="815812" y="102264"/>
                  <a:pt x="815812" y="96604"/>
                </a:cubicBezTo>
                <a:cubicBezTo>
                  <a:pt x="815812" y="93026"/>
                  <a:pt x="816613" y="89928"/>
                  <a:pt x="818215" y="87312"/>
                </a:cubicBezTo>
                <a:cubicBezTo>
                  <a:pt x="820405" y="83680"/>
                  <a:pt x="824210" y="80263"/>
                  <a:pt x="829630" y="77059"/>
                </a:cubicBezTo>
                <a:cubicBezTo>
                  <a:pt x="835050" y="73854"/>
                  <a:pt x="844062" y="69956"/>
                  <a:pt x="856665" y="65364"/>
                </a:cubicBezTo>
                <a:lnTo>
                  <a:pt x="856665" y="62480"/>
                </a:lnTo>
                <a:cubicBezTo>
                  <a:pt x="856665" y="55164"/>
                  <a:pt x="855503" y="50144"/>
                  <a:pt x="853180" y="47421"/>
                </a:cubicBezTo>
                <a:cubicBezTo>
                  <a:pt x="850857" y="44697"/>
                  <a:pt x="847480" y="43335"/>
                  <a:pt x="843047" y="43335"/>
                </a:cubicBezTo>
                <a:cubicBezTo>
                  <a:pt x="839683" y="43335"/>
                  <a:pt x="837013" y="44240"/>
                  <a:pt x="835037" y="46049"/>
                </a:cubicBezTo>
                <a:cubicBezTo>
                  <a:pt x="833008" y="47858"/>
                  <a:pt x="831993" y="49933"/>
                  <a:pt x="831993" y="52274"/>
                </a:cubicBezTo>
                <a:lnTo>
                  <a:pt x="832153" y="56903"/>
                </a:lnTo>
                <a:cubicBezTo>
                  <a:pt x="832153" y="59349"/>
                  <a:pt x="831526" y="61237"/>
                  <a:pt x="830271" y="62568"/>
                </a:cubicBezTo>
                <a:cubicBezTo>
                  <a:pt x="829016" y="63898"/>
                  <a:pt x="827374" y="64563"/>
                  <a:pt x="825345" y="64563"/>
                </a:cubicBezTo>
                <a:cubicBezTo>
                  <a:pt x="823369" y="64563"/>
                  <a:pt x="821753" y="63871"/>
                  <a:pt x="820498" y="62487"/>
                </a:cubicBezTo>
                <a:cubicBezTo>
                  <a:pt x="819243" y="61102"/>
                  <a:pt x="818616" y="59212"/>
                  <a:pt x="818616" y="56815"/>
                </a:cubicBezTo>
                <a:cubicBezTo>
                  <a:pt x="818616" y="52238"/>
                  <a:pt x="820966" y="48032"/>
                  <a:pt x="825665" y="44199"/>
                </a:cubicBezTo>
                <a:cubicBezTo>
                  <a:pt x="830364" y="40366"/>
                  <a:pt x="836959" y="38449"/>
                  <a:pt x="845450" y="38449"/>
                </a:cubicBezTo>
                <a:cubicBezTo>
                  <a:pt x="851965" y="38449"/>
                  <a:pt x="857305" y="39542"/>
                  <a:pt x="861471" y="41728"/>
                </a:cubicBezTo>
                <a:cubicBezTo>
                  <a:pt x="864621" y="43382"/>
                  <a:pt x="866944" y="45970"/>
                  <a:pt x="868440" y="49491"/>
                </a:cubicBezTo>
                <a:cubicBezTo>
                  <a:pt x="869401" y="51784"/>
                  <a:pt x="869881" y="56477"/>
                  <a:pt x="869881" y="63571"/>
                </a:cubicBezTo>
                <a:lnTo>
                  <a:pt x="869881" y="88453"/>
                </a:lnTo>
                <a:cubicBezTo>
                  <a:pt x="869881" y="95440"/>
                  <a:pt x="870015" y="99721"/>
                  <a:pt x="870282" y="101295"/>
                </a:cubicBezTo>
                <a:cubicBezTo>
                  <a:pt x="870549" y="102868"/>
                  <a:pt x="870990" y="103922"/>
                  <a:pt x="871604" y="104456"/>
                </a:cubicBezTo>
                <a:cubicBezTo>
                  <a:pt x="872218" y="104988"/>
                  <a:pt x="872925" y="105255"/>
                  <a:pt x="873726" y="105255"/>
                </a:cubicBezTo>
                <a:cubicBezTo>
                  <a:pt x="874581" y="105255"/>
                  <a:pt x="875328" y="105068"/>
                  <a:pt x="875969" y="104694"/>
                </a:cubicBezTo>
                <a:cubicBezTo>
                  <a:pt x="877091" y="104000"/>
                  <a:pt x="879253" y="102051"/>
                  <a:pt x="882458" y="98846"/>
                </a:cubicBezTo>
                <a:lnTo>
                  <a:pt x="882458" y="103332"/>
                </a:lnTo>
                <a:cubicBezTo>
                  <a:pt x="876477" y="111342"/>
                  <a:pt x="870763" y="115348"/>
                  <a:pt x="865316" y="115348"/>
                </a:cubicBezTo>
                <a:cubicBezTo>
                  <a:pt x="862699" y="115348"/>
                  <a:pt x="860616" y="114440"/>
                  <a:pt x="859068" y="112624"/>
                </a:cubicBezTo>
                <a:cubicBezTo>
                  <a:pt x="857519" y="110808"/>
                  <a:pt x="856718" y="107711"/>
                  <a:pt x="856665" y="103332"/>
                </a:cubicBezTo>
                <a:moveTo>
                  <a:pt x="856665" y="98080"/>
                </a:moveTo>
                <a:lnTo>
                  <a:pt x="856665" y="70250"/>
                </a:lnTo>
                <a:cubicBezTo>
                  <a:pt x="848601" y="73439"/>
                  <a:pt x="843394" y="75698"/>
                  <a:pt x="841045" y="77029"/>
                </a:cubicBezTo>
                <a:cubicBezTo>
                  <a:pt x="836826" y="79368"/>
                  <a:pt x="833809" y="81814"/>
                  <a:pt x="831993" y="84365"/>
                </a:cubicBezTo>
                <a:cubicBezTo>
                  <a:pt x="830177" y="86917"/>
                  <a:pt x="829270" y="89708"/>
                  <a:pt x="829270" y="92739"/>
                </a:cubicBezTo>
                <a:cubicBezTo>
                  <a:pt x="829270" y="96567"/>
                  <a:pt x="830418" y="99743"/>
                  <a:pt x="832714" y="102268"/>
                </a:cubicBezTo>
                <a:cubicBezTo>
                  <a:pt x="835010" y="104793"/>
                  <a:pt x="837654" y="106056"/>
                  <a:pt x="840644" y="106056"/>
                </a:cubicBezTo>
                <a:cubicBezTo>
                  <a:pt x="844703" y="106056"/>
                  <a:pt x="850043" y="103397"/>
                  <a:pt x="856665" y="98080"/>
                </a:cubicBezTo>
                <a:close/>
                <a:moveTo>
                  <a:pt x="909237" y="16341"/>
                </a:moveTo>
                <a:lnTo>
                  <a:pt x="909237" y="40532"/>
                </a:lnTo>
                <a:lnTo>
                  <a:pt x="926379" y="40532"/>
                </a:lnTo>
                <a:lnTo>
                  <a:pt x="926379" y="46139"/>
                </a:lnTo>
                <a:lnTo>
                  <a:pt x="909237" y="46139"/>
                </a:lnTo>
                <a:lnTo>
                  <a:pt x="909237" y="93655"/>
                </a:lnTo>
                <a:cubicBezTo>
                  <a:pt x="909237" y="98403"/>
                  <a:pt x="909917" y="101603"/>
                  <a:pt x="911279" y="103257"/>
                </a:cubicBezTo>
                <a:cubicBezTo>
                  <a:pt x="912641" y="104909"/>
                  <a:pt x="914390" y="105735"/>
                  <a:pt x="916526" y="105735"/>
                </a:cubicBezTo>
                <a:cubicBezTo>
                  <a:pt x="918288" y="105735"/>
                  <a:pt x="919997" y="105188"/>
                  <a:pt x="921653" y="104093"/>
                </a:cubicBezTo>
                <a:cubicBezTo>
                  <a:pt x="923308" y="102998"/>
                  <a:pt x="924590" y="101383"/>
                  <a:pt x="925497" y="99247"/>
                </a:cubicBezTo>
                <a:lnTo>
                  <a:pt x="928621" y="99247"/>
                </a:lnTo>
                <a:cubicBezTo>
                  <a:pt x="926752" y="104495"/>
                  <a:pt x="924109" y="108465"/>
                  <a:pt x="920691" y="111155"/>
                </a:cubicBezTo>
                <a:cubicBezTo>
                  <a:pt x="917274" y="113843"/>
                  <a:pt x="913749" y="115187"/>
                  <a:pt x="910118" y="115187"/>
                </a:cubicBezTo>
                <a:cubicBezTo>
                  <a:pt x="907661" y="115187"/>
                  <a:pt x="905258" y="114506"/>
                  <a:pt x="902909" y="113142"/>
                </a:cubicBezTo>
                <a:cubicBezTo>
                  <a:pt x="900559" y="111779"/>
                  <a:pt x="898823" y="109828"/>
                  <a:pt x="897702" y="107290"/>
                </a:cubicBezTo>
                <a:cubicBezTo>
                  <a:pt x="896580" y="104750"/>
                  <a:pt x="896020" y="100833"/>
                  <a:pt x="896020" y="95540"/>
                </a:cubicBezTo>
                <a:lnTo>
                  <a:pt x="896020" y="46139"/>
                </a:lnTo>
                <a:lnTo>
                  <a:pt x="884405" y="46139"/>
                </a:lnTo>
                <a:lnTo>
                  <a:pt x="884405" y="43496"/>
                </a:lnTo>
                <a:cubicBezTo>
                  <a:pt x="887342" y="42317"/>
                  <a:pt x="890346" y="40322"/>
                  <a:pt x="893416" y="37510"/>
                </a:cubicBezTo>
                <a:cubicBezTo>
                  <a:pt x="896487" y="34699"/>
                  <a:pt x="899224" y="31364"/>
                  <a:pt x="901627" y="27508"/>
                </a:cubicBezTo>
                <a:cubicBezTo>
                  <a:pt x="902855" y="25473"/>
                  <a:pt x="904564" y="21751"/>
                  <a:pt x="906753" y="16341"/>
                </a:cubicBezTo>
                <a:lnTo>
                  <a:pt x="909237" y="16341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literaturereview...">
            <a:extLst xmlns:a="http://schemas.openxmlformats.org/drawingml/2006/main">
              <a:ext uri="{FF2B5EF4-FFF2-40B4-BE49-F238E27FC236}">
                <a16:creationId xmlns:a16="http://schemas.microsoft.com/office/drawing/2014/main" id="{42F0446B-9791-499E-BB5E-2FE71CC7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99" y="5278121"/>
            <a:ext cx="1175263" cy="116149"/>
          </a:xfrm>
          <a:custGeom xmlns:a="http://schemas.openxmlformats.org/drawingml/2006/main">
            <a:pathLst>
              <a:path w="1175263" h="116149">
                <a:moveTo>
                  <a:pt x="25473" y="0"/>
                </a:moveTo>
                <a:lnTo>
                  <a:pt x="25473" y="97254"/>
                </a:lnTo>
                <a:cubicBezTo>
                  <a:pt x="25473" y="101844"/>
                  <a:pt x="25806" y="104886"/>
                  <a:pt x="26474" y="106381"/>
                </a:cubicBezTo>
                <a:cubicBezTo>
                  <a:pt x="27141" y="107875"/>
                  <a:pt x="28169" y="109009"/>
                  <a:pt x="29558" y="109783"/>
                </a:cubicBezTo>
                <a:cubicBezTo>
                  <a:pt x="30946" y="110556"/>
                  <a:pt x="33536" y="110942"/>
                  <a:pt x="37328" y="110942"/>
                </a:cubicBezTo>
                <a:lnTo>
                  <a:pt x="37328" y="113906"/>
                </a:lnTo>
                <a:lnTo>
                  <a:pt x="1362" y="113906"/>
                </a:lnTo>
                <a:lnTo>
                  <a:pt x="1362" y="110942"/>
                </a:lnTo>
                <a:cubicBezTo>
                  <a:pt x="4726" y="110942"/>
                  <a:pt x="7022" y="110596"/>
                  <a:pt x="8251" y="109903"/>
                </a:cubicBezTo>
                <a:cubicBezTo>
                  <a:pt x="9479" y="109209"/>
                  <a:pt x="10440" y="108062"/>
                  <a:pt x="11134" y="106461"/>
                </a:cubicBezTo>
                <a:cubicBezTo>
                  <a:pt x="11828" y="104859"/>
                  <a:pt x="12176" y="101790"/>
                  <a:pt x="12176" y="97254"/>
                </a:cubicBezTo>
                <a:lnTo>
                  <a:pt x="12176" y="30657"/>
                </a:lnTo>
                <a:cubicBezTo>
                  <a:pt x="12176" y="22386"/>
                  <a:pt x="11989" y="17304"/>
                  <a:pt x="11615" y="15410"/>
                </a:cubicBezTo>
                <a:cubicBezTo>
                  <a:pt x="11241" y="13514"/>
                  <a:pt x="10640" y="12220"/>
                  <a:pt x="9813" y="11527"/>
                </a:cubicBezTo>
                <a:cubicBezTo>
                  <a:pt x="8985" y="10833"/>
                  <a:pt x="7930" y="10486"/>
                  <a:pt x="6649" y="10486"/>
                </a:cubicBezTo>
                <a:cubicBezTo>
                  <a:pt x="5260" y="10486"/>
                  <a:pt x="3498" y="10913"/>
                  <a:pt x="1362" y="11768"/>
                </a:cubicBezTo>
                <a:lnTo>
                  <a:pt x="0" y="8964"/>
                </a:lnTo>
                <a:lnTo>
                  <a:pt x="21868" y="0"/>
                </a:lnTo>
                <a:lnTo>
                  <a:pt x="25473" y="0"/>
                </a:lnTo>
                <a:close/>
                <a:moveTo>
                  <a:pt x="64510" y="0"/>
                </a:moveTo>
                <a:cubicBezTo>
                  <a:pt x="66753" y="0"/>
                  <a:pt x="68662" y="792"/>
                  <a:pt x="70237" y="2376"/>
                </a:cubicBezTo>
                <a:cubicBezTo>
                  <a:pt x="71813" y="3958"/>
                  <a:pt x="72600" y="5876"/>
                  <a:pt x="72600" y="8130"/>
                </a:cubicBezTo>
                <a:cubicBezTo>
                  <a:pt x="72600" y="10385"/>
                  <a:pt x="71813" y="12317"/>
                  <a:pt x="70237" y="13928"/>
                </a:cubicBezTo>
                <a:cubicBezTo>
                  <a:pt x="68662" y="15537"/>
                  <a:pt x="66753" y="16341"/>
                  <a:pt x="64510" y="16341"/>
                </a:cubicBezTo>
                <a:cubicBezTo>
                  <a:pt x="62267" y="16341"/>
                  <a:pt x="60345" y="15537"/>
                  <a:pt x="58743" y="13928"/>
                </a:cubicBezTo>
                <a:cubicBezTo>
                  <a:pt x="57141" y="12317"/>
                  <a:pt x="56340" y="10385"/>
                  <a:pt x="56340" y="8130"/>
                </a:cubicBezTo>
                <a:cubicBezTo>
                  <a:pt x="56340" y="5876"/>
                  <a:pt x="57127" y="3958"/>
                  <a:pt x="58703" y="2376"/>
                </a:cubicBezTo>
                <a:cubicBezTo>
                  <a:pt x="60278" y="792"/>
                  <a:pt x="62214" y="0"/>
                  <a:pt x="64510" y="0"/>
                </a:cubicBezTo>
                <a:moveTo>
                  <a:pt x="71158" y="38449"/>
                </a:moveTo>
                <a:lnTo>
                  <a:pt x="71158" y="97274"/>
                </a:lnTo>
                <a:cubicBezTo>
                  <a:pt x="71158" y="101857"/>
                  <a:pt x="71492" y="104908"/>
                  <a:pt x="72160" y="106426"/>
                </a:cubicBezTo>
                <a:cubicBezTo>
                  <a:pt x="72827" y="107945"/>
                  <a:pt x="73815" y="109077"/>
                  <a:pt x="75124" y="109823"/>
                </a:cubicBezTo>
                <a:cubicBezTo>
                  <a:pt x="76432" y="110569"/>
                  <a:pt x="78822" y="110942"/>
                  <a:pt x="82293" y="110942"/>
                </a:cubicBezTo>
                <a:lnTo>
                  <a:pt x="82293" y="113906"/>
                </a:lnTo>
                <a:lnTo>
                  <a:pt x="46647" y="113906"/>
                </a:lnTo>
                <a:lnTo>
                  <a:pt x="46647" y="110942"/>
                </a:lnTo>
                <a:cubicBezTo>
                  <a:pt x="50225" y="110942"/>
                  <a:pt x="52628" y="110596"/>
                  <a:pt x="53856" y="109903"/>
                </a:cubicBezTo>
                <a:cubicBezTo>
                  <a:pt x="55085" y="109211"/>
                  <a:pt x="56059" y="108065"/>
                  <a:pt x="56780" y="106466"/>
                </a:cubicBezTo>
                <a:cubicBezTo>
                  <a:pt x="57501" y="104867"/>
                  <a:pt x="57861" y="101804"/>
                  <a:pt x="57861" y="97274"/>
                </a:cubicBezTo>
                <a:lnTo>
                  <a:pt x="57861" y="69061"/>
                </a:lnTo>
                <a:cubicBezTo>
                  <a:pt x="57861" y="61121"/>
                  <a:pt x="57621" y="55979"/>
                  <a:pt x="57141" y="53636"/>
                </a:cubicBezTo>
                <a:cubicBezTo>
                  <a:pt x="56767" y="51931"/>
                  <a:pt x="56179" y="50745"/>
                  <a:pt x="55378" y="50079"/>
                </a:cubicBezTo>
                <a:cubicBezTo>
                  <a:pt x="54577" y="49413"/>
                  <a:pt x="53483" y="49080"/>
                  <a:pt x="52094" y="49080"/>
                </a:cubicBezTo>
                <a:cubicBezTo>
                  <a:pt x="50599" y="49080"/>
                  <a:pt x="48783" y="49480"/>
                  <a:pt x="46647" y="50279"/>
                </a:cubicBezTo>
                <a:lnTo>
                  <a:pt x="45526" y="47401"/>
                </a:lnTo>
                <a:lnTo>
                  <a:pt x="67634" y="38449"/>
                </a:lnTo>
                <a:lnTo>
                  <a:pt x="71158" y="38449"/>
                </a:lnTo>
                <a:close/>
                <a:moveTo>
                  <a:pt x="112759" y="16341"/>
                </a:moveTo>
                <a:lnTo>
                  <a:pt x="112759" y="40532"/>
                </a:lnTo>
                <a:lnTo>
                  <a:pt x="129901" y="40532"/>
                </a:lnTo>
                <a:lnTo>
                  <a:pt x="129901" y="46139"/>
                </a:lnTo>
                <a:lnTo>
                  <a:pt x="112759" y="46139"/>
                </a:lnTo>
                <a:lnTo>
                  <a:pt x="112759" y="93655"/>
                </a:lnTo>
                <a:cubicBezTo>
                  <a:pt x="112759" y="98403"/>
                  <a:pt x="113440" y="101603"/>
                  <a:pt x="114802" y="103257"/>
                </a:cubicBezTo>
                <a:cubicBezTo>
                  <a:pt x="116164" y="104909"/>
                  <a:pt x="117912" y="105735"/>
                  <a:pt x="120049" y="105735"/>
                </a:cubicBezTo>
                <a:cubicBezTo>
                  <a:pt x="121811" y="105735"/>
                  <a:pt x="123520" y="105188"/>
                  <a:pt x="125175" y="104093"/>
                </a:cubicBezTo>
                <a:cubicBezTo>
                  <a:pt x="126831" y="102998"/>
                  <a:pt x="128112" y="101383"/>
                  <a:pt x="129020" y="99247"/>
                </a:cubicBezTo>
                <a:lnTo>
                  <a:pt x="132144" y="99247"/>
                </a:lnTo>
                <a:cubicBezTo>
                  <a:pt x="130275" y="104495"/>
                  <a:pt x="127632" y="108465"/>
                  <a:pt x="124214" y="111155"/>
                </a:cubicBezTo>
                <a:cubicBezTo>
                  <a:pt x="120796" y="113843"/>
                  <a:pt x="117272" y="115187"/>
                  <a:pt x="113640" y="115187"/>
                </a:cubicBezTo>
                <a:cubicBezTo>
                  <a:pt x="111184" y="115187"/>
                  <a:pt x="108781" y="114506"/>
                  <a:pt x="106431" y="113142"/>
                </a:cubicBezTo>
                <a:cubicBezTo>
                  <a:pt x="104081" y="111779"/>
                  <a:pt x="102346" y="109828"/>
                  <a:pt x="101224" y="107290"/>
                </a:cubicBezTo>
                <a:cubicBezTo>
                  <a:pt x="100103" y="104750"/>
                  <a:pt x="99542" y="100833"/>
                  <a:pt x="99542" y="95540"/>
                </a:cubicBezTo>
                <a:lnTo>
                  <a:pt x="99542" y="46139"/>
                </a:lnTo>
                <a:lnTo>
                  <a:pt x="87927" y="46139"/>
                </a:lnTo>
                <a:lnTo>
                  <a:pt x="87927" y="43496"/>
                </a:lnTo>
                <a:cubicBezTo>
                  <a:pt x="90865" y="42317"/>
                  <a:pt x="93868" y="40322"/>
                  <a:pt x="96939" y="37510"/>
                </a:cubicBezTo>
                <a:cubicBezTo>
                  <a:pt x="100010" y="34699"/>
                  <a:pt x="102746" y="31364"/>
                  <a:pt x="105149" y="27508"/>
                </a:cubicBezTo>
                <a:cubicBezTo>
                  <a:pt x="106378" y="25473"/>
                  <a:pt x="108087" y="21751"/>
                  <a:pt x="110276" y="16341"/>
                </a:cubicBezTo>
                <a:lnTo>
                  <a:pt x="112759" y="16341"/>
                </a:lnTo>
                <a:close/>
                <a:moveTo>
                  <a:pt x="149393" y="68247"/>
                </a:moveTo>
                <a:cubicBezTo>
                  <a:pt x="149340" y="79116"/>
                  <a:pt x="151983" y="87641"/>
                  <a:pt x="157324" y="93823"/>
                </a:cubicBezTo>
                <a:cubicBezTo>
                  <a:pt x="162664" y="100002"/>
                  <a:pt x="168938" y="103092"/>
                  <a:pt x="176148" y="103092"/>
                </a:cubicBezTo>
                <a:cubicBezTo>
                  <a:pt x="180954" y="103092"/>
                  <a:pt x="185133" y="101770"/>
                  <a:pt x="188684" y="99127"/>
                </a:cubicBezTo>
                <a:cubicBezTo>
                  <a:pt x="192235" y="96483"/>
                  <a:pt x="195212" y="91958"/>
                  <a:pt x="197615" y="85549"/>
                </a:cubicBezTo>
                <a:lnTo>
                  <a:pt x="200098" y="87151"/>
                </a:lnTo>
                <a:cubicBezTo>
                  <a:pt x="198977" y="94468"/>
                  <a:pt x="195719" y="101129"/>
                  <a:pt x="190326" y="107137"/>
                </a:cubicBezTo>
                <a:cubicBezTo>
                  <a:pt x="184932" y="113145"/>
                  <a:pt x="178177" y="116149"/>
                  <a:pt x="170060" y="116149"/>
                </a:cubicBezTo>
                <a:cubicBezTo>
                  <a:pt x="161249" y="116149"/>
                  <a:pt x="153706" y="112725"/>
                  <a:pt x="147431" y="105878"/>
                </a:cubicBezTo>
                <a:cubicBezTo>
                  <a:pt x="141156" y="99029"/>
                  <a:pt x="138019" y="89822"/>
                  <a:pt x="138019" y="78258"/>
                </a:cubicBezTo>
                <a:cubicBezTo>
                  <a:pt x="138019" y="65735"/>
                  <a:pt x="141236" y="55970"/>
                  <a:pt x="147671" y="48963"/>
                </a:cubicBezTo>
                <a:cubicBezTo>
                  <a:pt x="154106" y="41954"/>
                  <a:pt x="162183" y="38449"/>
                  <a:pt x="171902" y="38449"/>
                </a:cubicBezTo>
                <a:cubicBezTo>
                  <a:pt x="180126" y="38449"/>
                  <a:pt x="186881" y="41153"/>
                  <a:pt x="192168" y="46560"/>
                </a:cubicBezTo>
                <a:cubicBezTo>
                  <a:pt x="197455" y="51965"/>
                  <a:pt x="200098" y="59194"/>
                  <a:pt x="200098" y="68247"/>
                </a:cubicBezTo>
                <a:lnTo>
                  <a:pt x="149393" y="68247"/>
                </a:lnTo>
                <a:moveTo>
                  <a:pt x="149393" y="63601"/>
                </a:moveTo>
                <a:lnTo>
                  <a:pt x="183357" y="63601"/>
                </a:lnTo>
                <a:cubicBezTo>
                  <a:pt x="183090" y="58902"/>
                  <a:pt x="182529" y="55591"/>
                  <a:pt x="181675" y="53669"/>
                </a:cubicBezTo>
                <a:cubicBezTo>
                  <a:pt x="180340" y="50678"/>
                  <a:pt x="178351" y="48328"/>
                  <a:pt x="175707" y="46620"/>
                </a:cubicBezTo>
                <a:cubicBezTo>
                  <a:pt x="173064" y="44911"/>
                  <a:pt x="170300" y="44056"/>
                  <a:pt x="167417" y="44056"/>
                </a:cubicBezTo>
                <a:cubicBezTo>
                  <a:pt x="162984" y="44056"/>
                  <a:pt x="159019" y="45779"/>
                  <a:pt x="155521" y="49223"/>
                </a:cubicBezTo>
                <a:cubicBezTo>
                  <a:pt x="152024" y="52667"/>
                  <a:pt x="149981" y="57460"/>
                  <a:pt x="149393" y="63601"/>
                </a:cubicBezTo>
                <a:close/>
                <a:moveTo>
                  <a:pt x="231363" y="38449"/>
                </a:moveTo>
                <a:lnTo>
                  <a:pt x="231363" y="54950"/>
                </a:lnTo>
                <a:cubicBezTo>
                  <a:pt x="237505" y="43950"/>
                  <a:pt x="243806" y="38449"/>
                  <a:pt x="250268" y="38449"/>
                </a:cubicBezTo>
                <a:cubicBezTo>
                  <a:pt x="253205" y="38449"/>
                  <a:pt x="255634" y="39344"/>
                  <a:pt x="257557" y="41133"/>
                </a:cubicBezTo>
                <a:cubicBezTo>
                  <a:pt x="259479" y="42922"/>
                  <a:pt x="260441" y="44991"/>
                  <a:pt x="260441" y="47341"/>
                </a:cubicBezTo>
                <a:cubicBezTo>
                  <a:pt x="260441" y="49423"/>
                  <a:pt x="259746" y="51185"/>
                  <a:pt x="258358" y="52627"/>
                </a:cubicBezTo>
                <a:cubicBezTo>
                  <a:pt x="256969" y="54069"/>
                  <a:pt x="255314" y="54790"/>
                  <a:pt x="253392" y="54790"/>
                </a:cubicBezTo>
                <a:cubicBezTo>
                  <a:pt x="251522" y="54790"/>
                  <a:pt x="249426" y="53869"/>
                  <a:pt x="247103" y="52027"/>
                </a:cubicBezTo>
                <a:cubicBezTo>
                  <a:pt x="244781" y="50184"/>
                  <a:pt x="243058" y="49263"/>
                  <a:pt x="241937" y="49263"/>
                </a:cubicBezTo>
                <a:cubicBezTo>
                  <a:pt x="240976" y="49263"/>
                  <a:pt x="239934" y="49795"/>
                  <a:pt x="238813" y="50860"/>
                </a:cubicBezTo>
                <a:cubicBezTo>
                  <a:pt x="236410" y="53045"/>
                  <a:pt x="233927" y="56640"/>
                  <a:pt x="231363" y="61646"/>
                </a:cubicBezTo>
                <a:lnTo>
                  <a:pt x="231363" y="96721"/>
                </a:lnTo>
                <a:cubicBezTo>
                  <a:pt x="231363" y="100768"/>
                  <a:pt x="231871" y="103830"/>
                  <a:pt x="232885" y="105908"/>
                </a:cubicBezTo>
                <a:cubicBezTo>
                  <a:pt x="233580" y="107346"/>
                  <a:pt x="234808" y="108546"/>
                  <a:pt x="236570" y="109505"/>
                </a:cubicBezTo>
                <a:cubicBezTo>
                  <a:pt x="238332" y="110463"/>
                  <a:pt x="240869" y="110942"/>
                  <a:pt x="244180" y="110942"/>
                </a:cubicBezTo>
                <a:lnTo>
                  <a:pt x="244180" y="113906"/>
                </a:lnTo>
                <a:lnTo>
                  <a:pt x="206612" y="113906"/>
                </a:lnTo>
                <a:lnTo>
                  <a:pt x="206612" y="110942"/>
                </a:lnTo>
                <a:cubicBezTo>
                  <a:pt x="210350" y="110942"/>
                  <a:pt x="213127" y="110356"/>
                  <a:pt x="214942" y="109185"/>
                </a:cubicBezTo>
                <a:cubicBezTo>
                  <a:pt x="216277" y="108332"/>
                  <a:pt x="217212" y="106973"/>
                  <a:pt x="217746" y="105107"/>
                </a:cubicBezTo>
                <a:cubicBezTo>
                  <a:pt x="218013" y="104201"/>
                  <a:pt x="218146" y="101617"/>
                  <a:pt x="218146" y="97355"/>
                </a:cubicBezTo>
                <a:lnTo>
                  <a:pt x="218146" y="68981"/>
                </a:lnTo>
                <a:cubicBezTo>
                  <a:pt x="218146" y="60455"/>
                  <a:pt x="217973" y="55380"/>
                  <a:pt x="217626" y="53756"/>
                </a:cubicBezTo>
                <a:cubicBezTo>
                  <a:pt x="217279" y="52131"/>
                  <a:pt x="216638" y="50945"/>
                  <a:pt x="215703" y="50199"/>
                </a:cubicBezTo>
                <a:cubicBezTo>
                  <a:pt x="214769" y="49453"/>
                  <a:pt x="213607" y="49080"/>
                  <a:pt x="212219" y="49080"/>
                </a:cubicBezTo>
                <a:cubicBezTo>
                  <a:pt x="210563" y="49080"/>
                  <a:pt x="208694" y="49480"/>
                  <a:pt x="206612" y="50279"/>
                </a:cubicBezTo>
                <a:lnTo>
                  <a:pt x="205811" y="47401"/>
                </a:lnTo>
                <a:lnTo>
                  <a:pt x="227999" y="38449"/>
                </a:lnTo>
                <a:lnTo>
                  <a:pt x="231363" y="38449"/>
                </a:lnTo>
                <a:close/>
                <a:moveTo>
                  <a:pt x="306098" y="103332"/>
                </a:moveTo>
                <a:cubicBezTo>
                  <a:pt x="298568" y="109153"/>
                  <a:pt x="293842" y="112517"/>
                  <a:pt x="291920" y="113425"/>
                </a:cubicBezTo>
                <a:cubicBezTo>
                  <a:pt x="289036" y="114814"/>
                  <a:pt x="285965" y="115508"/>
                  <a:pt x="282708" y="115508"/>
                </a:cubicBezTo>
                <a:cubicBezTo>
                  <a:pt x="277635" y="115508"/>
                  <a:pt x="273456" y="113772"/>
                  <a:pt x="270172" y="110301"/>
                </a:cubicBezTo>
                <a:cubicBezTo>
                  <a:pt x="266888" y="106830"/>
                  <a:pt x="265245" y="102264"/>
                  <a:pt x="265245" y="96604"/>
                </a:cubicBezTo>
                <a:cubicBezTo>
                  <a:pt x="265245" y="93026"/>
                  <a:pt x="266046" y="89928"/>
                  <a:pt x="267648" y="87312"/>
                </a:cubicBezTo>
                <a:cubicBezTo>
                  <a:pt x="269838" y="83680"/>
                  <a:pt x="273643" y="80263"/>
                  <a:pt x="279063" y="77059"/>
                </a:cubicBezTo>
                <a:cubicBezTo>
                  <a:pt x="284483" y="73854"/>
                  <a:pt x="293495" y="69956"/>
                  <a:pt x="306098" y="65364"/>
                </a:cubicBezTo>
                <a:lnTo>
                  <a:pt x="306098" y="62480"/>
                </a:lnTo>
                <a:cubicBezTo>
                  <a:pt x="306098" y="55164"/>
                  <a:pt x="304936" y="50144"/>
                  <a:pt x="302613" y="47421"/>
                </a:cubicBezTo>
                <a:cubicBezTo>
                  <a:pt x="300290" y="44697"/>
                  <a:pt x="296913" y="43335"/>
                  <a:pt x="292480" y="43335"/>
                </a:cubicBezTo>
                <a:cubicBezTo>
                  <a:pt x="289116" y="43335"/>
                  <a:pt x="286446" y="44240"/>
                  <a:pt x="284470" y="46049"/>
                </a:cubicBezTo>
                <a:cubicBezTo>
                  <a:pt x="282441" y="47858"/>
                  <a:pt x="281426" y="49933"/>
                  <a:pt x="281426" y="52274"/>
                </a:cubicBezTo>
                <a:lnTo>
                  <a:pt x="281586" y="56903"/>
                </a:lnTo>
                <a:cubicBezTo>
                  <a:pt x="281586" y="59349"/>
                  <a:pt x="280959" y="61237"/>
                  <a:pt x="279704" y="62568"/>
                </a:cubicBezTo>
                <a:cubicBezTo>
                  <a:pt x="278449" y="63898"/>
                  <a:pt x="276807" y="64563"/>
                  <a:pt x="274778" y="64563"/>
                </a:cubicBezTo>
                <a:cubicBezTo>
                  <a:pt x="272802" y="64563"/>
                  <a:pt x="271186" y="63871"/>
                  <a:pt x="269931" y="62487"/>
                </a:cubicBezTo>
                <a:cubicBezTo>
                  <a:pt x="268676" y="61102"/>
                  <a:pt x="268049" y="59212"/>
                  <a:pt x="268049" y="56815"/>
                </a:cubicBezTo>
                <a:cubicBezTo>
                  <a:pt x="268049" y="52238"/>
                  <a:pt x="270399" y="48032"/>
                  <a:pt x="275098" y="44199"/>
                </a:cubicBezTo>
                <a:cubicBezTo>
                  <a:pt x="279797" y="40366"/>
                  <a:pt x="286392" y="38449"/>
                  <a:pt x="294883" y="38449"/>
                </a:cubicBezTo>
                <a:cubicBezTo>
                  <a:pt x="301398" y="38449"/>
                  <a:pt x="306738" y="39542"/>
                  <a:pt x="310904" y="41728"/>
                </a:cubicBezTo>
                <a:cubicBezTo>
                  <a:pt x="314055" y="43382"/>
                  <a:pt x="316377" y="45970"/>
                  <a:pt x="317873" y="49491"/>
                </a:cubicBezTo>
                <a:cubicBezTo>
                  <a:pt x="318834" y="51784"/>
                  <a:pt x="319315" y="56477"/>
                  <a:pt x="319315" y="63571"/>
                </a:cubicBezTo>
                <a:lnTo>
                  <a:pt x="319315" y="88453"/>
                </a:lnTo>
                <a:cubicBezTo>
                  <a:pt x="319315" y="95440"/>
                  <a:pt x="319448" y="99721"/>
                  <a:pt x="319715" y="101295"/>
                </a:cubicBezTo>
                <a:cubicBezTo>
                  <a:pt x="319982" y="102868"/>
                  <a:pt x="320423" y="103922"/>
                  <a:pt x="321037" y="104456"/>
                </a:cubicBezTo>
                <a:cubicBezTo>
                  <a:pt x="321651" y="104988"/>
                  <a:pt x="322358" y="105255"/>
                  <a:pt x="323159" y="105255"/>
                </a:cubicBezTo>
                <a:cubicBezTo>
                  <a:pt x="324014" y="105255"/>
                  <a:pt x="324762" y="105068"/>
                  <a:pt x="325402" y="104694"/>
                </a:cubicBezTo>
                <a:cubicBezTo>
                  <a:pt x="326524" y="104000"/>
                  <a:pt x="328687" y="102051"/>
                  <a:pt x="331891" y="98846"/>
                </a:cubicBezTo>
                <a:lnTo>
                  <a:pt x="331891" y="103332"/>
                </a:lnTo>
                <a:cubicBezTo>
                  <a:pt x="325910" y="111342"/>
                  <a:pt x="320196" y="115348"/>
                  <a:pt x="314749" y="115348"/>
                </a:cubicBezTo>
                <a:cubicBezTo>
                  <a:pt x="312132" y="115348"/>
                  <a:pt x="310049" y="114440"/>
                  <a:pt x="308501" y="112624"/>
                </a:cubicBezTo>
                <a:cubicBezTo>
                  <a:pt x="306952" y="110808"/>
                  <a:pt x="306151" y="107711"/>
                  <a:pt x="306098" y="103332"/>
                </a:cubicBezTo>
                <a:moveTo>
                  <a:pt x="306098" y="98080"/>
                </a:moveTo>
                <a:lnTo>
                  <a:pt x="306098" y="70250"/>
                </a:lnTo>
                <a:cubicBezTo>
                  <a:pt x="298034" y="73439"/>
                  <a:pt x="292827" y="75698"/>
                  <a:pt x="290478" y="77029"/>
                </a:cubicBezTo>
                <a:cubicBezTo>
                  <a:pt x="286259" y="79368"/>
                  <a:pt x="283242" y="81814"/>
                  <a:pt x="281426" y="84365"/>
                </a:cubicBezTo>
                <a:cubicBezTo>
                  <a:pt x="279610" y="86917"/>
                  <a:pt x="278703" y="89708"/>
                  <a:pt x="278703" y="92739"/>
                </a:cubicBezTo>
                <a:cubicBezTo>
                  <a:pt x="278703" y="96567"/>
                  <a:pt x="279851" y="99743"/>
                  <a:pt x="282147" y="102268"/>
                </a:cubicBezTo>
                <a:cubicBezTo>
                  <a:pt x="284443" y="104793"/>
                  <a:pt x="287087" y="106056"/>
                  <a:pt x="290077" y="106056"/>
                </a:cubicBezTo>
                <a:cubicBezTo>
                  <a:pt x="294136" y="106056"/>
                  <a:pt x="299476" y="103397"/>
                  <a:pt x="306098" y="98080"/>
                </a:cubicBezTo>
                <a:close/>
                <a:moveTo>
                  <a:pt x="358670" y="16341"/>
                </a:moveTo>
                <a:lnTo>
                  <a:pt x="358670" y="40532"/>
                </a:lnTo>
                <a:lnTo>
                  <a:pt x="375812" y="40532"/>
                </a:lnTo>
                <a:lnTo>
                  <a:pt x="375812" y="46139"/>
                </a:lnTo>
                <a:lnTo>
                  <a:pt x="358670" y="46139"/>
                </a:lnTo>
                <a:lnTo>
                  <a:pt x="358670" y="93655"/>
                </a:lnTo>
                <a:cubicBezTo>
                  <a:pt x="358670" y="98403"/>
                  <a:pt x="359351" y="101603"/>
                  <a:pt x="360713" y="103257"/>
                </a:cubicBezTo>
                <a:cubicBezTo>
                  <a:pt x="362074" y="104909"/>
                  <a:pt x="363823" y="105735"/>
                  <a:pt x="365959" y="105735"/>
                </a:cubicBezTo>
                <a:cubicBezTo>
                  <a:pt x="367722" y="105735"/>
                  <a:pt x="369430" y="105188"/>
                  <a:pt x="371086" y="104093"/>
                </a:cubicBezTo>
                <a:cubicBezTo>
                  <a:pt x="372741" y="102998"/>
                  <a:pt x="374023" y="101383"/>
                  <a:pt x="374931" y="99247"/>
                </a:cubicBezTo>
                <a:lnTo>
                  <a:pt x="378055" y="99247"/>
                </a:lnTo>
                <a:cubicBezTo>
                  <a:pt x="376186" y="104495"/>
                  <a:pt x="373542" y="108465"/>
                  <a:pt x="370125" y="111155"/>
                </a:cubicBezTo>
                <a:cubicBezTo>
                  <a:pt x="366707" y="113843"/>
                  <a:pt x="363182" y="115187"/>
                  <a:pt x="359551" y="115187"/>
                </a:cubicBezTo>
                <a:cubicBezTo>
                  <a:pt x="357095" y="115187"/>
                  <a:pt x="354692" y="114506"/>
                  <a:pt x="352342" y="113142"/>
                </a:cubicBezTo>
                <a:cubicBezTo>
                  <a:pt x="349992" y="111779"/>
                  <a:pt x="348257" y="109828"/>
                  <a:pt x="347135" y="107290"/>
                </a:cubicBezTo>
                <a:cubicBezTo>
                  <a:pt x="346014" y="104750"/>
                  <a:pt x="345453" y="100833"/>
                  <a:pt x="345453" y="95540"/>
                </a:cubicBezTo>
                <a:lnTo>
                  <a:pt x="345453" y="46139"/>
                </a:lnTo>
                <a:lnTo>
                  <a:pt x="333838" y="46139"/>
                </a:lnTo>
                <a:lnTo>
                  <a:pt x="333838" y="43496"/>
                </a:lnTo>
                <a:cubicBezTo>
                  <a:pt x="336775" y="42317"/>
                  <a:pt x="339779" y="40322"/>
                  <a:pt x="342850" y="37510"/>
                </a:cubicBezTo>
                <a:cubicBezTo>
                  <a:pt x="345920" y="34699"/>
                  <a:pt x="348657" y="31364"/>
                  <a:pt x="351060" y="27508"/>
                </a:cubicBezTo>
                <a:cubicBezTo>
                  <a:pt x="352288" y="25473"/>
                  <a:pt x="353997" y="21751"/>
                  <a:pt x="356187" y="16341"/>
                </a:cubicBezTo>
                <a:lnTo>
                  <a:pt x="358670" y="16341"/>
                </a:lnTo>
                <a:close/>
                <a:moveTo>
                  <a:pt x="447291" y="40532"/>
                </a:moveTo>
                <a:lnTo>
                  <a:pt x="447291" y="84989"/>
                </a:lnTo>
                <a:cubicBezTo>
                  <a:pt x="447291" y="93480"/>
                  <a:pt x="447491" y="98673"/>
                  <a:pt x="447892" y="100569"/>
                </a:cubicBezTo>
                <a:cubicBezTo>
                  <a:pt x="448292" y="102464"/>
                  <a:pt x="448933" y="103786"/>
                  <a:pt x="449814" y="104534"/>
                </a:cubicBezTo>
                <a:cubicBezTo>
                  <a:pt x="450695" y="105281"/>
                  <a:pt x="451723" y="105655"/>
                  <a:pt x="452898" y="105655"/>
                </a:cubicBezTo>
                <a:cubicBezTo>
                  <a:pt x="454553" y="105655"/>
                  <a:pt x="456422" y="105201"/>
                  <a:pt x="458505" y="104293"/>
                </a:cubicBezTo>
                <a:lnTo>
                  <a:pt x="459627" y="107097"/>
                </a:lnTo>
                <a:lnTo>
                  <a:pt x="437679" y="116149"/>
                </a:lnTo>
                <a:lnTo>
                  <a:pt x="434074" y="116149"/>
                </a:lnTo>
                <a:lnTo>
                  <a:pt x="434074" y="100609"/>
                </a:lnTo>
                <a:cubicBezTo>
                  <a:pt x="427773" y="107444"/>
                  <a:pt x="422966" y="111743"/>
                  <a:pt x="419655" y="113505"/>
                </a:cubicBezTo>
                <a:cubicBezTo>
                  <a:pt x="416345" y="115267"/>
                  <a:pt x="412847" y="116149"/>
                  <a:pt x="409162" y="116149"/>
                </a:cubicBezTo>
                <a:cubicBezTo>
                  <a:pt x="405050" y="116149"/>
                  <a:pt x="401486" y="114960"/>
                  <a:pt x="398468" y="112584"/>
                </a:cubicBezTo>
                <a:cubicBezTo>
                  <a:pt x="395451" y="110208"/>
                  <a:pt x="393355" y="107150"/>
                  <a:pt x="392180" y="103412"/>
                </a:cubicBezTo>
                <a:cubicBezTo>
                  <a:pt x="391005" y="99674"/>
                  <a:pt x="390418" y="94387"/>
                  <a:pt x="390418" y="87552"/>
                </a:cubicBezTo>
                <a:lnTo>
                  <a:pt x="390418" y="54790"/>
                </a:lnTo>
                <a:cubicBezTo>
                  <a:pt x="390418" y="51319"/>
                  <a:pt x="390044" y="48916"/>
                  <a:pt x="389297" y="47581"/>
                </a:cubicBezTo>
                <a:cubicBezTo>
                  <a:pt x="388549" y="46246"/>
                  <a:pt x="387441" y="45218"/>
                  <a:pt x="385972" y="44497"/>
                </a:cubicBezTo>
                <a:cubicBezTo>
                  <a:pt x="384504" y="43776"/>
                  <a:pt x="381847" y="43442"/>
                  <a:pt x="378002" y="43496"/>
                </a:cubicBezTo>
                <a:lnTo>
                  <a:pt x="378002" y="40532"/>
                </a:lnTo>
                <a:lnTo>
                  <a:pt x="403715" y="40532"/>
                </a:lnTo>
                <a:lnTo>
                  <a:pt x="403715" y="89515"/>
                </a:lnTo>
                <a:cubicBezTo>
                  <a:pt x="403715" y="96333"/>
                  <a:pt x="404903" y="100808"/>
                  <a:pt x="407280" y="102939"/>
                </a:cubicBezTo>
                <a:cubicBezTo>
                  <a:pt x="409656" y="105070"/>
                  <a:pt x="412526" y="106136"/>
                  <a:pt x="415891" y="106136"/>
                </a:cubicBezTo>
                <a:cubicBezTo>
                  <a:pt x="418187" y="106136"/>
                  <a:pt x="420790" y="105417"/>
                  <a:pt x="423701" y="103978"/>
                </a:cubicBezTo>
                <a:cubicBezTo>
                  <a:pt x="426611" y="102539"/>
                  <a:pt x="430069" y="99797"/>
                  <a:pt x="434074" y="95750"/>
                </a:cubicBezTo>
                <a:lnTo>
                  <a:pt x="434074" y="54282"/>
                </a:lnTo>
                <a:cubicBezTo>
                  <a:pt x="434074" y="50127"/>
                  <a:pt x="433313" y="47317"/>
                  <a:pt x="431791" y="45854"/>
                </a:cubicBezTo>
                <a:cubicBezTo>
                  <a:pt x="430269" y="44388"/>
                  <a:pt x="427105" y="43602"/>
                  <a:pt x="422299" y="43496"/>
                </a:cubicBezTo>
                <a:lnTo>
                  <a:pt x="422299" y="40532"/>
                </a:lnTo>
                <a:lnTo>
                  <a:pt x="447291" y="40532"/>
                </a:lnTo>
                <a:close/>
                <a:moveTo>
                  <a:pt x="486461" y="38449"/>
                </a:moveTo>
                <a:lnTo>
                  <a:pt x="486461" y="54950"/>
                </a:lnTo>
                <a:cubicBezTo>
                  <a:pt x="492602" y="43950"/>
                  <a:pt x="498904" y="38449"/>
                  <a:pt x="505365" y="38449"/>
                </a:cubicBezTo>
                <a:cubicBezTo>
                  <a:pt x="508302" y="38449"/>
                  <a:pt x="510732" y="39344"/>
                  <a:pt x="512654" y="41133"/>
                </a:cubicBezTo>
                <a:cubicBezTo>
                  <a:pt x="514577" y="42922"/>
                  <a:pt x="515538" y="44991"/>
                  <a:pt x="515538" y="47341"/>
                </a:cubicBezTo>
                <a:cubicBezTo>
                  <a:pt x="515538" y="49423"/>
                  <a:pt x="514844" y="51185"/>
                  <a:pt x="513455" y="52627"/>
                </a:cubicBezTo>
                <a:cubicBezTo>
                  <a:pt x="512067" y="54069"/>
                  <a:pt x="510412" y="54790"/>
                  <a:pt x="508489" y="54790"/>
                </a:cubicBezTo>
                <a:cubicBezTo>
                  <a:pt x="506620" y="54790"/>
                  <a:pt x="504524" y="53869"/>
                  <a:pt x="502201" y="52027"/>
                </a:cubicBezTo>
                <a:cubicBezTo>
                  <a:pt x="499878" y="50184"/>
                  <a:pt x="498156" y="49263"/>
                  <a:pt x="497034" y="49263"/>
                </a:cubicBezTo>
                <a:cubicBezTo>
                  <a:pt x="496073" y="49263"/>
                  <a:pt x="495032" y="49795"/>
                  <a:pt x="493910" y="50860"/>
                </a:cubicBezTo>
                <a:cubicBezTo>
                  <a:pt x="491507" y="53045"/>
                  <a:pt x="489024" y="56640"/>
                  <a:pt x="486461" y="61646"/>
                </a:cubicBezTo>
                <a:lnTo>
                  <a:pt x="486461" y="96721"/>
                </a:lnTo>
                <a:cubicBezTo>
                  <a:pt x="486461" y="100768"/>
                  <a:pt x="486968" y="103830"/>
                  <a:pt x="487983" y="105908"/>
                </a:cubicBezTo>
                <a:cubicBezTo>
                  <a:pt x="488677" y="107346"/>
                  <a:pt x="489905" y="108546"/>
                  <a:pt x="491668" y="109505"/>
                </a:cubicBezTo>
                <a:cubicBezTo>
                  <a:pt x="493430" y="110463"/>
                  <a:pt x="495966" y="110942"/>
                  <a:pt x="499277" y="110942"/>
                </a:cubicBezTo>
                <a:lnTo>
                  <a:pt x="499277" y="113906"/>
                </a:lnTo>
                <a:lnTo>
                  <a:pt x="461709" y="113906"/>
                </a:lnTo>
                <a:lnTo>
                  <a:pt x="461709" y="110942"/>
                </a:lnTo>
                <a:cubicBezTo>
                  <a:pt x="465447" y="110942"/>
                  <a:pt x="468224" y="110356"/>
                  <a:pt x="470040" y="109185"/>
                </a:cubicBezTo>
                <a:cubicBezTo>
                  <a:pt x="471375" y="108332"/>
                  <a:pt x="472310" y="106973"/>
                  <a:pt x="472844" y="105107"/>
                </a:cubicBezTo>
                <a:cubicBezTo>
                  <a:pt x="473111" y="104201"/>
                  <a:pt x="473244" y="101617"/>
                  <a:pt x="473244" y="97355"/>
                </a:cubicBezTo>
                <a:lnTo>
                  <a:pt x="473244" y="68981"/>
                </a:lnTo>
                <a:cubicBezTo>
                  <a:pt x="473244" y="60455"/>
                  <a:pt x="473070" y="55380"/>
                  <a:pt x="472723" y="53756"/>
                </a:cubicBezTo>
                <a:cubicBezTo>
                  <a:pt x="472376" y="52131"/>
                  <a:pt x="471735" y="50945"/>
                  <a:pt x="470801" y="50199"/>
                </a:cubicBezTo>
                <a:cubicBezTo>
                  <a:pt x="469866" y="49453"/>
                  <a:pt x="468705" y="49080"/>
                  <a:pt x="467316" y="49080"/>
                </a:cubicBezTo>
                <a:cubicBezTo>
                  <a:pt x="465661" y="49080"/>
                  <a:pt x="463792" y="49480"/>
                  <a:pt x="461709" y="50279"/>
                </a:cubicBezTo>
                <a:lnTo>
                  <a:pt x="460908" y="47401"/>
                </a:lnTo>
                <a:lnTo>
                  <a:pt x="483097" y="38449"/>
                </a:lnTo>
                <a:lnTo>
                  <a:pt x="486461" y="38449"/>
                </a:lnTo>
                <a:close/>
                <a:moveTo>
                  <a:pt x="531958" y="68247"/>
                </a:moveTo>
                <a:cubicBezTo>
                  <a:pt x="531904" y="79116"/>
                  <a:pt x="534548" y="87641"/>
                  <a:pt x="539888" y="93823"/>
                </a:cubicBezTo>
                <a:cubicBezTo>
                  <a:pt x="545228" y="100002"/>
                  <a:pt x="551503" y="103092"/>
                  <a:pt x="558712" y="103092"/>
                </a:cubicBezTo>
                <a:cubicBezTo>
                  <a:pt x="563518" y="103092"/>
                  <a:pt x="567697" y="101770"/>
                  <a:pt x="571248" y="99127"/>
                </a:cubicBezTo>
                <a:cubicBezTo>
                  <a:pt x="574799" y="96483"/>
                  <a:pt x="577776" y="91958"/>
                  <a:pt x="580180" y="85549"/>
                </a:cubicBezTo>
                <a:lnTo>
                  <a:pt x="582663" y="87151"/>
                </a:lnTo>
                <a:cubicBezTo>
                  <a:pt x="581541" y="94468"/>
                  <a:pt x="578284" y="101129"/>
                  <a:pt x="572890" y="107137"/>
                </a:cubicBezTo>
                <a:cubicBezTo>
                  <a:pt x="567497" y="113145"/>
                  <a:pt x="560741" y="116149"/>
                  <a:pt x="552624" y="116149"/>
                </a:cubicBezTo>
                <a:cubicBezTo>
                  <a:pt x="543813" y="116149"/>
                  <a:pt x="536270" y="112725"/>
                  <a:pt x="529995" y="105878"/>
                </a:cubicBezTo>
                <a:cubicBezTo>
                  <a:pt x="523721" y="99029"/>
                  <a:pt x="520583" y="89822"/>
                  <a:pt x="520583" y="78258"/>
                </a:cubicBezTo>
                <a:cubicBezTo>
                  <a:pt x="520583" y="65735"/>
                  <a:pt x="523801" y="55970"/>
                  <a:pt x="530236" y="48963"/>
                </a:cubicBezTo>
                <a:cubicBezTo>
                  <a:pt x="536671" y="41954"/>
                  <a:pt x="544748" y="38449"/>
                  <a:pt x="554467" y="38449"/>
                </a:cubicBezTo>
                <a:cubicBezTo>
                  <a:pt x="562691" y="38449"/>
                  <a:pt x="569446" y="41153"/>
                  <a:pt x="574733" y="46560"/>
                </a:cubicBezTo>
                <a:cubicBezTo>
                  <a:pt x="580019" y="51965"/>
                  <a:pt x="582663" y="59194"/>
                  <a:pt x="582663" y="68247"/>
                </a:cubicBezTo>
                <a:lnTo>
                  <a:pt x="531958" y="68247"/>
                </a:lnTo>
                <a:moveTo>
                  <a:pt x="531958" y="63601"/>
                </a:moveTo>
                <a:lnTo>
                  <a:pt x="565921" y="63601"/>
                </a:lnTo>
                <a:cubicBezTo>
                  <a:pt x="565654" y="58902"/>
                  <a:pt x="565094" y="55591"/>
                  <a:pt x="564239" y="53669"/>
                </a:cubicBezTo>
                <a:cubicBezTo>
                  <a:pt x="562904" y="50678"/>
                  <a:pt x="560915" y="48328"/>
                  <a:pt x="558272" y="46620"/>
                </a:cubicBezTo>
                <a:cubicBezTo>
                  <a:pt x="555628" y="44911"/>
                  <a:pt x="552865" y="44056"/>
                  <a:pt x="549981" y="44056"/>
                </a:cubicBezTo>
                <a:cubicBezTo>
                  <a:pt x="545549" y="44056"/>
                  <a:pt x="541584" y="45779"/>
                  <a:pt x="538086" y="49223"/>
                </a:cubicBezTo>
                <a:cubicBezTo>
                  <a:pt x="534588" y="52667"/>
                  <a:pt x="532545" y="57460"/>
                  <a:pt x="531958" y="63601"/>
                </a:cubicBezTo>
                <a:close/>
                <a:moveTo>
                  <a:pt x="654940" y="38449"/>
                </a:moveTo>
                <a:lnTo>
                  <a:pt x="654940" y="54950"/>
                </a:lnTo>
                <a:cubicBezTo>
                  <a:pt x="661081" y="43950"/>
                  <a:pt x="667383" y="38449"/>
                  <a:pt x="673844" y="38449"/>
                </a:cubicBezTo>
                <a:cubicBezTo>
                  <a:pt x="676781" y="38449"/>
                  <a:pt x="679211" y="39344"/>
                  <a:pt x="681134" y="41133"/>
                </a:cubicBezTo>
                <a:cubicBezTo>
                  <a:pt x="683056" y="42922"/>
                  <a:pt x="684017" y="44991"/>
                  <a:pt x="684017" y="47341"/>
                </a:cubicBezTo>
                <a:cubicBezTo>
                  <a:pt x="684017" y="49423"/>
                  <a:pt x="683323" y="51185"/>
                  <a:pt x="681935" y="52627"/>
                </a:cubicBezTo>
                <a:cubicBezTo>
                  <a:pt x="680546" y="54069"/>
                  <a:pt x="678891" y="54790"/>
                  <a:pt x="676968" y="54790"/>
                </a:cubicBezTo>
                <a:cubicBezTo>
                  <a:pt x="675099" y="54790"/>
                  <a:pt x="673003" y="53869"/>
                  <a:pt x="670680" y="52027"/>
                </a:cubicBezTo>
                <a:cubicBezTo>
                  <a:pt x="668357" y="50184"/>
                  <a:pt x="666635" y="49263"/>
                  <a:pt x="665514" y="49263"/>
                </a:cubicBezTo>
                <a:cubicBezTo>
                  <a:pt x="664552" y="49263"/>
                  <a:pt x="663511" y="49795"/>
                  <a:pt x="662390" y="50860"/>
                </a:cubicBezTo>
                <a:cubicBezTo>
                  <a:pt x="659987" y="53045"/>
                  <a:pt x="657503" y="56640"/>
                  <a:pt x="654940" y="61646"/>
                </a:cubicBezTo>
                <a:lnTo>
                  <a:pt x="654940" y="96721"/>
                </a:lnTo>
                <a:cubicBezTo>
                  <a:pt x="654940" y="100768"/>
                  <a:pt x="655447" y="103830"/>
                  <a:pt x="656462" y="105908"/>
                </a:cubicBezTo>
                <a:cubicBezTo>
                  <a:pt x="657156" y="107346"/>
                  <a:pt x="658384" y="108546"/>
                  <a:pt x="660147" y="109505"/>
                </a:cubicBezTo>
                <a:cubicBezTo>
                  <a:pt x="661909" y="110463"/>
                  <a:pt x="664446" y="110942"/>
                  <a:pt x="667756" y="110942"/>
                </a:cubicBezTo>
                <a:lnTo>
                  <a:pt x="667756" y="113906"/>
                </a:lnTo>
                <a:lnTo>
                  <a:pt x="630188" y="113906"/>
                </a:lnTo>
                <a:lnTo>
                  <a:pt x="630188" y="110942"/>
                </a:lnTo>
                <a:cubicBezTo>
                  <a:pt x="633927" y="110942"/>
                  <a:pt x="636703" y="110356"/>
                  <a:pt x="638519" y="109185"/>
                </a:cubicBezTo>
                <a:cubicBezTo>
                  <a:pt x="639854" y="108332"/>
                  <a:pt x="640789" y="106973"/>
                  <a:pt x="641323" y="105107"/>
                </a:cubicBezTo>
                <a:cubicBezTo>
                  <a:pt x="641590" y="104201"/>
                  <a:pt x="641723" y="101617"/>
                  <a:pt x="641723" y="97355"/>
                </a:cubicBezTo>
                <a:lnTo>
                  <a:pt x="641723" y="68981"/>
                </a:lnTo>
                <a:cubicBezTo>
                  <a:pt x="641723" y="60455"/>
                  <a:pt x="641550" y="55380"/>
                  <a:pt x="641202" y="53756"/>
                </a:cubicBezTo>
                <a:cubicBezTo>
                  <a:pt x="640855" y="52131"/>
                  <a:pt x="640215" y="50945"/>
                  <a:pt x="639280" y="50199"/>
                </a:cubicBezTo>
                <a:cubicBezTo>
                  <a:pt x="638345" y="49453"/>
                  <a:pt x="637184" y="49080"/>
                  <a:pt x="635796" y="49080"/>
                </a:cubicBezTo>
                <a:cubicBezTo>
                  <a:pt x="634140" y="49080"/>
                  <a:pt x="632271" y="49480"/>
                  <a:pt x="630188" y="50279"/>
                </a:cubicBezTo>
                <a:lnTo>
                  <a:pt x="629387" y="47401"/>
                </a:lnTo>
                <a:lnTo>
                  <a:pt x="651576" y="38449"/>
                </a:lnTo>
                <a:lnTo>
                  <a:pt x="654940" y="38449"/>
                </a:lnTo>
                <a:close/>
                <a:moveTo>
                  <a:pt x="700437" y="68247"/>
                </a:moveTo>
                <a:cubicBezTo>
                  <a:pt x="700384" y="79116"/>
                  <a:pt x="703027" y="87641"/>
                  <a:pt x="708367" y="93823"/>
                </a:cubicBezTo>
                <a:cubicBezTo>
                  <a:pt x="713707" y="100002"/>
                  <a:pt x="719982" y="103092"/>
                  <a:pt x="727191" y="103092"/>
                </a:cubicBezTo>
                <a:cubicBezTo>
                  <a:pt x="731998" y="103092"/>
                  <a:pt x="736176" y="101770"/>
                  <a:pt x="739727" y="99127"/>
                </a:cubicBezTo>
                <a:cubicBezTo>
                  <a:pt x="743279" y="96483"/>
                  <a:pt x="746256" y="91958"/>
                  <a:pt x="748659" y="85549"/>
                </a:cubicBezTo>
                <a:lnTo>
                  <a:pt x="751142" y="87151"/>
                </a:lnTo>
                <a:cubicBezTo>
                  <a:pt x="750021" y="94468"/>
                  <a:pt x="746763" y="101129"/>
                  <a:pt x="741370" y="107137"/>
                </a:cubicBezTo>
                <a:cubicBezTo>
                  <a:pt x="735976" y="113145"/>
                  <a:pt x="729221" y="116149"/>
                  <a:pt x="721104" y="116149"/>
                </a:cubicBezTo>
                <a:cubicBezTo>
                  <a:pt x="712292" y="116149"/>
                  <a:pt x="704749" y="112725"/>
                  <a:pt x="698475" y="105878"/>
                </a:cubicBezTo>
                <a:cubicBezTo>
                  <a:pt x="692200" y="99029"/>
                  <a:pt x="689063" y="89822"/>
                  <a:pt x="689063" y="78258"/>
                </a:cubicBezTo>
                <a:cubicBezTo>
                  <a:pt x="689063" y="65735"/>
                  <a:pt x="692280" y="55970"/>
                  <a:pt x="698715" y="48963"/>
                </a:cubicBezTo>
                <a:cubicBezTo>
                  <a:pt x="705150" y="41954"/>
                  <a:pt x="713227" y="38449"/>
                  <a:pt x="722946" y="38449"/>
                </a:cubicBezTo>
                <a:cubicBezTo>
                  <a:pt x="731170" y="38449"/>
                  <a:pt x="737925" y="41153"/>
                  <a:pt x="743212" y="46560"/>
                </a:cubicBezTo>
                <a:cubicBezTo>
                  <a:pt x="748499" y="51965"/>
                  <a:pt x="751142" y="59194"/>
                  <a:pt x="751142" y="68247"/>
                </a:cubicBezTo>
                <a:lnTo>
                  <a:pt x="700437" y="68247"/>
                </a:lnTo>
                <a:moveTo>
                  <a:pt x="700437" y="63601"/>
                </a:moveTo>
                <a:lnTo>
                  <a:pt x="734401" y="63601"/>
                </a:lnTo>
                <a:cubicBezTo>
                  <a:pt x="734134" y="58902"/>
                  <a:pt x="733573" y="55591"/>
                  <a:pt x="732718" y="53669"/>
                </a:cubicBezTo>
                <a:cubicBezTo>
                  <a:pt x="731383" y="50678"/>
                  <a:pt x="729394" y="48328"/>
                  <a:pt x="726751" y="46620"/>
                </a:cubicBezTo>
                <a:cubicBezTo>
                  <a:pt x="724107" y="44911"/>
                  <a:pt x="721344" y="44056"/>
                  <a:pt x="718460" y="44056"/>
                </a:cubicBezTo>
                <a:cubicBezTo>
                  <a:pt x="714028" y="44056"/>
                  <a:pt x="710063" y="45779"/>
                  <a:pt x="706565" y="49223"/>
                </a:cubicBezTo>
                <a:cubicBezTo>
                  <a:pt x="703067" y="52667"/>
                  <a:pt x="701025" y="57460"/>
                  <a:pt x="700437" y="63601"/>
                </a:cubicBezTo>
                <a:close/>
                <a:moveTo>
                  <a:pt x="757175" y="40532"/>
                </a:moveTo>
                <a:lnTo>
                  <a:pt x="791699" y="40532"/>
                </a:lnTo>
                <a:lnTo>
                  <a:pt x="791699" y="43496"/>
                </a:lnTo>
                <a:lnTo>
                  <a:pt x="789456" y="43496"/>
                </a:lnTo>
                <a:cubicBezTo>
                  <a:pt x="787373" y="43496"/>
                  <a:pt x="785784" y="44003"/>
                  <a:pt x="784690" y="45018"/>
                </a:cubicBezTo>
                <a:cubicBezTo>
                  <a:pt x="783595" y="46032"/>
                  <a:pt x="783048" y="47394"/>
                  <a:pt x="783048" y="49103"/>
                </a:cubicBezTo>
                <a:cubicBezTo>
                  <a:pt x="783048" y="50972"/>
                  <a:pt x="783608" y="53188"/>
                  <a:pt x="784730" y="55751"/>
                </a:cubicBezTo>
                <a:lnTo>
                  <a:pt x="801792" y="96283"/>
                </a:lnTo>
                <a:lnTo>
                  <a:pt x="818934" y="54229"/>
                </a:lnTo>
                <a:cubicBezTo>
                  <a:pt x="820162" y="51239"/>
                  <a:pt x="820776" y="48969"/>
                  <a:pt x="820776" y="47421"/>
                </a:cubicBezTo>
                <a:cubicBezTo>
                  <a:pt x="820776" y="46673"/>
                  <a:pt x="820562" y="46059"/>
                  <a:pt x="820135" y="45578"/>
                </a:cubicBezTo>
                <a:cubicBezTo>
                  <a:pt x="819548" y="44777"/>
                  <a:pt x="818800" y="44230"/>
                  <a:pt x="817892" y="43936"/>
                </a:cubicBezTo>
                <a:cubicBezTo>
                  <a:pt x="816984" y="43642"/>
                  <a:pt x="815142" y="43496"/>
                  <a:pt x="812365" y="43496"/>
                </a:cubicBezTo>
                <a:lnTo>
                  <a:pt x="812365" y="40532"/>
                </a:lnTo>
                <a:lnTo>
                  <a:pt x="836316" y="40532"/>
                </a:lnTo>
                <a:lnTo>
                  <a:pt x="836316" y="43496"/>
                </a:lnTo>
                <a:cubicBezTo>
                  <a:pt x="833539" y="43709"/>
                  <a:pt x="831616" y="44270"/>
                  <a:pt x="830548" y="45178"/>
                </a:cubicBezTo>
                <a:cubicBezTo>
                  <a:pt x="828679" y="46780"/>
                  <a:pt x="826997" y="49450"/>
                  <a:pt x="825502" y="53188"/>
                </a:cubicBezTo>
                <a:lnTo>
                  <a:pt x="799469" y="116149"/>
                </a:lnTo>
                <a:lnTo>
                  <a:pt x="796184" y="116149"/>
                </a:lnTo>
                <a:lnTo>
                  <a:pt x="769991" y="54229"/>
                </a:lnTo>
                <a:cubicBezTo>
                  <a:pt x="768816" y="51346"/>
                  <a:pt x="767695" y="49276"/>
                  <a:pt x="766627" y="48021"/>
                </a:cubicBezTo>
                <a:cubicBezTo>
                  <a:pt x="765559" y="46766"/>
                  <a:pt x="764197" y="45712"/>
                  <a:pt x="762541" y="44857"/>
                </a:cubicBezTo>
                <a:cubicBezTo>
                  <a:pt x="761634" y="44377"/>
                  <a:pt x="759845" y="43923"/>
                  <a:pt x="757175" y="43496"/>
                </a:cubicBezTo>
                <a:lnTo>
                  <a:pt x="757175" y="40532"/>
                </a:lnTo>
                <a:close/>
                <a:moveTo>
                  <a:pt x="861628" y="0"/>
                </a:moveTo>
                <a:cubicBezTo>
                  <a:pt x="863871" y="0"/>
                  <a:pt x="865780" y="792"/>
                  <a:pt x="867356" y="2376"/>
                </a:cubicBezTo>
                <a:cubicBezTo>
                  <a:pt x="868931" y="3958"/>
                  <a:pt x="869719" y="5876"/>
                  <a:pt x="869719" y="8130"/>
                </a:cubicBezTo>
                <a:cubicBezTo>
                  <a:pt x="869719" y="10385"/>
                  <a:pt x="868931" y="12317"/>
                  <a:pt x="867356" y="13928"/>
                </a:cubicBezTo>
                <a:cubicBezTo>
                  <a:pt x="865780" y="15537"/>
                  <a:pt x="863871" y="16341"/>
                  <a:pt x="861628" y="16341"/>
                </a:cubicBezTo>
                <a:cubicBezTo>
                  <a:pt x="859385" y="16341"/>
                  <a:pt x="857463" y="15537"/>
                  <a:pt x="855861" y="13928"/>
                </a:cubicBezTo>
                <a:cubicBezTo>
                  <a:pt x="854259" y="12317"/>
                  <a:pt x="853458" y="10385"/>
                  <a:pt x="853458" y="8130"/>
                </a:cubicBezTo>
                <a:cubicBezTo>
                  <a:pt x="853458" y="5876"/>
                  <a:pt x="854246" y="3958"/>
                  <a:pt x="855821" y="2376"/>
                </a:cubicBezTo>
                <a:cubicBezTo>
                  <a:pt x="857396" y="792"/>
                  <a:pt x="859332" y="0"/>
                  <a:pt x="861628" y="0"/>
                </a:cubicBezTo>
                <a:moveTo>
                  <a:pt x="868277" y="38449"/>
                </a:moveTo>
                <a:lnTo>
                  <a:pt x="868277" y="97274"/>
                </a:lnTo>
                <a:cubicBezTo>
                  <a:pt x="868277" y="101857"/>
                  <a:pt x="868611" y="104908"/>
                  <a:pt x="869278" y="106426"/>
                </a:cubicBezTo>
                <a:cubicBezTo>
                  <a:pt x="869946" y="107945"/>
                  <a:pt x="870934" y="109077"/>
                  <a:pt x="872242" y="109823"/>
                </a:cubicBezTo>
                <a:cubicBezTo>
                  <a:pt x="873550" y="110569"/>
                  <a:pt x="875940" y="110942"/>
                  <a:pt x="879411" y="110942"/>
                </a:cubicBezTo>
                <a:lnTo>
                  <a:pt x="879411" y="113906"/>
                </a:lnTo>
                <a:lnTo>
                  <a:pt x="843765" y="113906"/>
                </a:lnTo>
                <a:lnTo>
                  <a:pt x="843765" y="110942"/>
                </a:lnTo>
                <a:cubicBezTo>
                  <a:pt x="847343" y="110942"/>
                  <a:pt x="849746" y="110596"/>
                  <a:pt x="850975" y="109903"/>
                </a:cubicBezTo>
                <a:cubicBezTo>
                  <a:pt x="852203" y="109211"/>
                  <a:pt x="853177" y="108065"/>
                  <a:pt x="853898" y="106466"/>
                </a:cubicBezTo>
                <a:cubicBezTo>
                  <a:pt x="854619" y="104867"/>
                  <a:pt x="854980" y="101804"/>
                  <a:pt x="854980" y="97274"/>
                </a:cubicBezTo>
                <a:lnTo>
                  <a:pt x="854980" y="69061"/>
                </a:lnTo>
                <a:cubicBezTo>
                  <a:pt x="854980" y="61121"/>
                  <a:pt x="854739" y="55979"/>
                  <a:pt x="854259" y="53636"/>
                </a:cubicBezTo>
                <a:cubicBezTo>
                  <a:pt x="853885" y="51931"/>
                  <a:pt x="853298" y="50745"/>
                  <a:pt x="852497" y="50079"/>
                </a:cubicBezTo>
                <a:cubicBezTo>
                  <a:pt x="851696" y="49413"/>
                  <a:pt x="850601" y="49080"/>
                  <a:pt x="849212" y="49080"/>
                </a:cubicBezTo>
                <a:cubicBezTo>
                  <a:pt x="847717" y="49080"/>
                  <a:pt x="845901" y="49480"/>
                  <a:pt x="843765" y="50279"/>
                </a:cubicBezTo>
                <a:lnTo>
                  <a:pt x="842644" y="47401"/>
                </a:lnTo>
                <a:lnTo>
                  <a:pt x="864752" y="38449"/>
                </a:lnTo>
                <a:lnTo>
                  <a:pt x="868277" y="38449"/>
                </a:lnTo>
                <a:close/>
                <a:moveTo>
                  <a:pt x="900906" y="68247"/>
                </a:moveTo>
                <a:cubicBezTo>
                  <a:pt x="900853" y="79116"/>
                  <a:pt x="903496" y="87641"/>
                  <a:pt x="908836" y="93823"/>
                </a:cubicBezTo>
                <a:cubicBezTo>
                  <a:pt x="914176" y="100002"/>
                  <a:pt x="920451" y="103092"/>
                  <a:pt x="927660" y="103092"/>
                </a:cubicBezTo>
                <a:cubicBezTo>
                  <a:pt x="932466" y="103092"/>
                  <a:pt x="936645" y="101770"/>
                  <a:pt x="940196" y="99127"/>
                </a:cubicBezTo>
                <a:cubicBezTo>
                  <a:pt x="943747" y="96483"/>
                  <a:pt x="946725" y="91958"/>
                  <a:pt x="949128" y="85549"/>
                </a:cubicBezTo>
                <a:lnTo>
                  <a:pt x="951611" y="87151"/>
                </a:lnTo>
                <a:cubicBezTo>
                  <a:pt x="950489" y="94468"/>
                  <a:pt x="947232" y="101129"/>
                  <a:pt x="941838" y="107137"/>
                </a:cubicBezTo>
                <a:cubicBezTo>
                  <a:pt x="936445" y="113145"/>
                  <a:pt x="929689" y="116149"/>
                  <a:pt x="921572" y="116149"/>
                </a:cubicBezTo>
                <a:cubicBezTo>
                  <a:pt x="912761" y="116149"/>
                  <a:pt x="905218" y="112725"/>
                  <a:pt x="898943" y="105878"/>
                </a:cubicBezTo>
                <a:cubicBezTo>
                  <a:pt x="892669" y="99029"/>
                  <a:pt x="889531" y="89822"/>
                  <a:pt x="889531" y="78258"/>
                </a:cubicBezTo>
                <a:cubicBezTo>
                  <a:pt x="889531" y="65735"/>
                  <a:pt x="892749" y="55970"/>
                  <a:pt x="899184" y="48963"/>
                </a:cubicBezTo>
                <a:cubicBezTo>
                  <a:pt x="905619" y="41954"/>
                  <a:pt x="913696" y="38449"/>
                  <a:pt x="923415" y="38449"/>
                </a:cubicBezTo>
                <a:cubicBezTo>
                  <a:pt x="931639" y="38449"/>
                  <a:pt x="938394" y="41153"/>
                  <a:pt x="943681" y="46560"/>
                </a:cubicBezTo>
                <a:cubicBezTo>
                  <a:pt x="948967" y="51965"/>
                  <a:pt x="951611" y="59194"/>
                  <a:pt x="951611" y="68247"/>
                </a:cubicBezTo>
                <a:lnTo>
                  <a:pt x="900906" y="68247"/>
                </a:lnTo>
                <a:moveTo>
                  <a:pt x="900906" y="63601"/>
                </a:moveTo>
                <a:lnTo>
                  <a:pt x="934869" y="63601"/>
                </a:lnTo>
                <a:cubicBezTo>
                  <a:pt x="934602" y="58902"/>
                  <a:pt x="934042" y="55591"/>
                  <a:pt x="933187" y="53669"/>
                </a:cubicBezTo>
                <a:cubicBezTo>
                  <a:pt x="931852" y="50678"/>
                  <a:pt x="929863" y="48328"/>
                  <a:pt x="927220" y="46620"/>
                </a:cubicBezTo>
                <a:cubicBezTo>
                  <a:pt x="924576" y="44911"/>
                  <a:pt x="921813" y="44056"/>
                  <a:pt x="918929" y="44056"/>
                </a:cubicBezTo>
                <a:cubicBezTo>
                  <a:pt x="914497" y="44056"/>
                  <a:pt x="910532" y="45779"/>
                  <a:pt x="907034" y="49223"/>
                </a:cubicBezTo>
                <a:cubicBezTo>
                  <a:pt x="903536" y="52667"/>
                  <a:pt x="901493" y="57460"/>
                  <a:pt x="900906" y="63601"/>
                </a:cubicBezTo>
                <a:close/>
                <a:moveTo>
                  <a:pt x="957323" y="40532"/>
                </a:moveTo>
                <a:lnTo>
                  <a:pt x="988083" y="40532"/>
                </a:lnTo>
                <a:lnTo>
                  <a:pt x="988083" y="43496"/>
                </a:lnTo>
                <a:cubicBezTo>
                  <a:pt x="985252" y="43709"/>
                  <a:pt x="983397" y="44217"/>
                  <a:pt x="982515" y="45018"/>
                </a:cubicBezTo>
                <a:cubicBezTo>
                  <a:pt x="981634" y="45819"/>
                  <a:pt x="981194" y="46967"/>
                  <a:pt x="981194" y="48462"/>
                </a:cubicBezTo>
                <a:cubicBezTo>
                  <a:pt x="981194" y="50117"/>
                  <a:pt x="981648" y="52120"/>
                  <a:pt x="982555" y="54470"/>
                </a:cubicBezTo>
                <a:lnTo>
                  <a:pt x="998256" y="96684"/>
                </a:lnTo>
                <a:lnTo>
                  <a:pt x="1014036" y="62320"/>
                </a:lnTo>
                <a:lnTo>
                  <a:pt x="1009870" y="51506"/>
                </a:lnTo>
                <a:cubicBezTo>
                  <a:pt x="1008589" y="48302"/>
                  <a:pt x="1006907" y="46086"/>
                  <a:pt x="1004824" y="44857"/>
                </a:cubicBezTo>
                <a:cubicBezTo>
                  <a:pt x="1003649" y="44110"/>
                  <a:pt x="1001460" y="43656"/>
                  <a:pt x="998256" y="43496"/>
                </a:cubicBezTo>
                <a:lnTo>
                  <a:pt x="998256" y="40532"/>
                </a:lnTo>
                <a:lnTo>
                  <a:pt x="1033180" y="40532"/>
                </a:lnTo>
                <a:lnTo>
                  <a:pt x="1033180" y="43496"/>
                </a:lnTo>
                <a:cubicBezTo>
                  <a:pt x="1029335" y="43656"/>
                  <a:pt x="1026612" y="44350"/>
                  <a:pt x="1025010" y="45578"/>
                </a:cubicBezTo>
                <a:cubicBezTo>
                  <a:pt x="1023942" y="46433"/>
                  <a:pt x="1023408" y="47794"/>
                  <a:pt x="1023408" y="49664"/>
                </a:cubicBezTo>
                <a:cubicBezTo>
                  <a:pt x="1023408" y="50732"/>
                  <a:pt x="1023621" y="51826"/>
                  <a:pt x="1024049" y="52948"/>
                </a:cubicBezTo>
                <a:lnTo>
                  <a:pt x="1040710" y="95082"/>
                </a:lnTo>
                <a:lnTo>
                  <a:pt x="1056170" y="54470"/>
                </a:lnTo>
                <a:cubicBezTo>
                  <a:pt x="1057238" y="51586"/>
                  <a:pt x="1057772" y="49290"/>
                  <a:pt x="1057772" y="47581"/>
                </a:cubicBezTo>
                <a:cubicBezTo>
                  <a:pt x="1057772" y="46566"/>
                  <a:pt x="1057251" y="45658"/>
                  <a:pt x="1056210" y="44857"/>
                </a:cubicBezTo>
                <a:cubicBezTo>
                  <a:pt x="1055168" y="44056"/>
                  <a:pt x="1053126" y="43602"/>
                  <a:pt x="1050082" y="43496"/>
                </a:cubicBezTo>
                <a:lnTo>
                  <a:pt x="1050082" y="40532"/>
                </a:lnTo>
                <a:lnTo>
                  <a:pt x="1073231" y="40532"/>
                </a:lnTo>
                <a:lnTo>
                  <a:pt x="1073231" y="43496"/>
                </a:lnTo>
                <a:cubicBezTo>
                  <a:pt x="1068585" y="44190"/>
                  <a:pt x="1065168" y="47341"/>
                  <a:pt x="1062978" y="52948"/>
                </a:cubicBezTo>
                <a:lnTo>
                  <a:pt x="1038467" y="116149"/>
                </a:lnTo>
                <a:lnTo>
                  <a:pt x="1035183" y="116149"/>
                </a:lnTo>
                <a:lnTo>
                  <a:pt x="1016839" y="69289"/>
                </a:lnTo>
                <a:lnTo>
                  <a:pt x="995452" y="116149"/>
                </a:lnTo>
                <a:lnTo>
                  <a:pt x="992488" y="116149"/>
                </a:lnTo>
                <a:lnTo>
                  <a:pt x="968938" y="54470"/>
                </a:lnTo>
                <a:cubicBezTo>
                  <a:pt x="967389" y="50571"/>
                  <a:pt x="965867" y="47941"/>
                  <a:pt x="964372" y="46580"/>
                </a:cubicBezTo>
                <a:cubicBezTo>
                  <a:pt x="962877" y="45218"/>
                  <a:pt x="960527" y="44190"/>
                  <a:pt x="957323" y="43496"/>
                </a:cubicBezTo>
                <a:lnTo>
                  <a:pt x="957323" y="40532"/>
                </a:lnTo>
                <a:close/>
                <a:moveTo>
                  <a:pt x="1084347" y="98366"/>
                </a:moveTo>
                <a:cubicBezTo>
                  <a:pt x="1086857" y="98366"/>
                  <a:pt x="1088966" y="99234"/>
                  <a:pt x="1090675" y="100969"/>
                </a:cubicBezTo>
                <a:cubicBezTo>
                  <a:pt x="1092384" y="102705"/>
                  <a:pt x="1093238" y="104801"/>
                  <a:pt x="1093238" y="107257"/>
                </a:cubicBezTo>
                <a:cubicBezTo>
                  <a:pt x="1093238" y="109714"/>
                  <a:pt x="1092371" y="111810"/>
                  <a:pt x="1090635" y="113545"/>
                </a:cubicBezTo>
                <a:cubicBezTo>
                  <a:pt x="1088899" y="115281"/>
                  <a:pt x="1086803" y="116149"/>
                  <a:pt x="1084347" y="116149"/>
                </a:cubicBezTo>
                <a:cubicBezTo>
                  <a:pt x="1081891" y="116149"/>
                  <a:pt x="1079794" y="115281"/>
                  <a:pt x="1078059" y="113545"/>
                </a:cubicBezTo>
                <a:cubicBezTo>
                  <a:pt x="1076323" y="111810"/>
                  <a:pt x="1075456" y="109714"/>
                  <a:pt x="1075456" y="107257"/>
                </a:cubicBezTo>
                <a:cubicBezTo>
                  <a:pt x="1075456" y="104747"/>
                  <a:pt x="1076323" y="102638"/>
                  <a:pt x="1078059" y="100929"/>
                </a:cubicBezTo>
                <a:cubicBezTo>
                  <a:pt x="1079794" y="99220"/>
                  <a:pt x="1081891" y="98366"/>
                  <a:pt x="1084347" y="98366"/>
                </a:cubicBezTo>
                <a:close/>
                <a:moveTo>
                  <a:pt x="1125359" y="98366"/>
                </a:moveTo>
                <a:cubicBezTo>
                  <a:pt x="1127869" y="98366"/>
                  <a:pt x="1129978" y="99234"/>
                  <a:pt x="1131687" y="100969"/>
                </a:cubicBezTo>
                <a:cubicBezTo>
                  <a:pt x="1133396" y="102705"/>
                  <a:pt x="1134251" y="104801"/>
                  <a:pt x="1134251" y="107257"/>
                </a:cubicBezTo>
                <a:cubicBezTo>
                  <a:pt x="1134251" y="109714"/>
                  <a:pt x="1133383" y="111810"/>
                  <a:pt x="1131647" y="113545"/>
                </a:cubicBezTo>
                <a:cubicBezTo>
                  <a:pt x="1129912" y="115281"/>
                  <a:pt x="1127816" y="116149"/>
                  <a:pt x="1125359" y="116149"/>
                </a:cubicBezTo>
                <a:cubicBezTo>
                  <a:pt x="1122903" y="116149"/>
                  <a:pt x="1120807" y="115281"/>
                  <a:pt x="1119071" y="113545"/>
                </a:cubicBezTo>
                <a:cubicBezTo>
                  <a:pt x="1117336" y="111810"/>
                  <a:pt x="1116468" y="109714"/>
                  <a:pt x="1116468" y="107257"/>
                </a:cubicBezTo>
                <a:cubicBezTo>
                  <a:pt x="1116468" y="104747"/>
                  <a:pt x="1117336" y="102638"/>
                  <a:pt x="1119071" y="100929"/>
                </a:cubicBezTo>
                <a:cubicBezTo>
                  <a:pt x="1120807" y="99220"/>
                  <a:pt x="1122903" y="98366"/>
                  <a:pt x="1125359" y="98366"/>
                </a:cubicBezTo>
                <a:close/>
                <a:moveTo>
                  <a:pt x="1166372" y="98366"/>
                </a:moveTo>
                <a:cubicBezTo>
                  <a:pt x="1168882" y="98366"/>
                  <a:pt x="1170991" y="99234"/>
                  <a:pt x="1172700" y="100969"/>
                </a:cubicBezTo>
                <a:cubicBezTo>
                  <a:pt x="1174409" y="102705"/>
                  <a:pt x="1175263" y="104801"/>
                  <a:pt x="1175263" y="107257"/>
                </a:cubicBezTo>
                <a:cubicBezTo>
                  <a:pt x="1175263" y="109714"/>
                  <a:pt x="1174395" y="111810"/>
                  <a:pt x="1172660" y="113545"/>
                </a:cubicBezTo>
                <a:cubicBezTo>
                  <a:pt x="1170924" y="115281"/>
                  <a:pt x="1168828" y="116149"/>
                  <a:pt x="1166372" y="116149"/>
                </a:cubicBezTo>
                <a:cubicBezTo>
                  <a:pt x="1163915" y="116149"/>
                  <a:pt x="1161819" y="115281"/>
                  <a:pt x="1160084" y="113545"/>
                </a:cubicBezTo>
                <a:cubicBezTo>
                  <a:pt x="1158348" y="111810"/>
                  <a:pt x="1157480" y="109714"/>
                  <a:pt x="1157480" y="107257"/>
                </a:cubicBezTo>
                <a:cubicBezTo>
                  <a:pt x="1157480" y="104747"/>
                  <a:pt x="1158348" y="102638"/>
                  <a:pt x="1160084" y="100929"/>
                </a:cubicBezTo>
                <a:cubicBezTo>
                  <a:pt x="1161819" y="99220"/>
                  <a:pt x="1163915" y="98366"/>
                  <a:pt x="1166372" y="9836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488FD-E6E1-41AB-AAE6-3C0E3E78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21" y="55280"/>
            <a:ext cx="2870872" cy="410125"/>
          </a:xfrm>
          <a:custGeom xmlns:a="http://schemas.openxmlformats.org/drawingml/2006/main">
            <a:pathLst>
              <a:path w="2870872" h="410125">
                <a:moveTo>
                  <a:pt x="61519" y="0"/>
                </a:moveTo>
                <a:lnTo>
                  <a:pt x="2809354" y="0"/>
                </a:lnTo>
                <a:cubicBezTo>
                  <a:pt x="2813393" y="0"/>
                  <a:pt x="2817393" y="394"/>
                  <a:pt x="2821355" y="1182"/>
                </a:cubicBezTo>
                <a:cubicBezTo>
                  <a:pt x="2825317" y="1970"/>
                  <a:pt x="2829163" y="3136"/>
                  <a:pt x="2832895" y="4683"/>
                </a:cubicBezTo>
                <a:cubicBezTo>
                  <a:pt x="2836627" y="6228"/>
                  <a:pt x="2840172" y="8123"/>
                  <a:pt x="2843531" y="10367"/>
                </a:cubicBezTo>
                <a:cubicBezTo>
                  <a:pt x="2846890" y="12612"/>
                  <a:pt x="2849997" y="15162"/>
                  <a:pt x="2852853" y="18018"/>
                </a:cubicBezTo>
                <a:cubicBezTo>
                  <a:pt x="2855710" y="20874"/>
                  <a:pt x="2858260" y="23982"/>
                  <a:pt x="2860504" y="27340"/>
                </a:cubicBezTo>
                <a:cubicBezTo>
                  <a:pt x="2862748" y="30698"/>
                  <a:pt x="2864643" y="34244"/>
                  <a:pt x="2866189" y="37976"/>
                </a:cubicBezTo>
                <a:cubicBezTo>
                  <a:pt x="2867735" y="41708"/>
                  <a:pt x="2868901" y="45555"/>
                  <a:pt x="2869689" y="49516"/>
                </a:cubicBezTo>
                <a:cubicBezTo>
                  <a:pt x="2870478" y="53479"/>
                  <a:pt x="2870872" y="57479"/>
                  <a:pt x="2870872" y="61519"/>
                </a:cubicBezTo>
                <a:lnTo>
                  <a:pt x="2870872" y="348606"/>
                </a:lnTo>
                <a:cubicBezTo>
                  <a:pt x="2870872" y="352645"/>
                  <a:pt x="2870478" y="356646"/>
                  <a:pt x="2869689" y="360607"/>
                </a:cubicBezTo>
                <a:cubicBezTo>
                  <a:pt x="2868901" y="364569"/>
                  <a:pt x="2867735" y="368416"/>
                  <a:pt x="2866189" y="372148"/>
                </a:cubicBezTo>
                <a:cubicBezTo>
                  <a:pt x="2864643" y="375880"/>
                  <a:pt x="2862748" y="379425"/>
                  <a:pt x="2860504" y="382784"/>
                </a:cubicBezTo>
                <a:cubicBezTo>
                  <a:pt x="2858260" y="386142"/>
                  <a:pt x="2855710" y="389250"/>
                  <a:pt x="2852853" y="392106"/>
                </a:cubicBezTo>
                <a:cubicBezTo>
                  <a:pt x="2849997" y="394962"/>
                  <a:pt x="2846890" y="397513"/>
                  <a:pt x="2843531" y="399756"/>
                </a:cubicBezTo>
                <a:cubicBezTo>
                  <a:pt x="2840172" y="402001"/>
                  <a:pt x="2836627" y="403896"/>
                  <a:pt x="2832895" y="405441"/>
                </a:cubicBezTo>
                <a:cubicBezTo>
                  <a:pt x="2829163" y="406988"/>
                  <a:pt x="2825317" y="408154"/>
                  <a:pt x="2821355" y="408942"/>
                </a:cubicBezTo>
                <a:cubicBezTo>
                  <a:pt x="2817393" y="409730"/>
                  <a:pt x="2813393" y="410124"/>
                  <a:pt x="2809354" y="410125"/>
                </a:cubicBezTo>
                <a:lnTo>
                  <a:pt x="61519" y="410125"/>
                </a:lnTo>
                <a:cubicBezTo>
                  <a:pt x="57479" y="410124"/>
                  <a:pt x="53479" y="409730"/>
                  <a:pt x="49517" y="408942"/>
                </a:cubicBezTo>
                <a:cubicBezTo>
                  <a:pt x="45555" y="408154"/>
                  <a:pt x="41708" y="406988"/>
                  <a:pt x="37977" y="405441"/>
                </a:cubicBezTo>
                <a:cubicBezTo>
                  <a:pt x="34245" y="403896"/>
                  <a:pt x="30699" y="402001"/>
                  <a:pt x="27341" y="399756"/>
                </a:cubicBezTo>
                <a:cubicBezTo>
                  <a:pt x="23982" y="397513"/>
                  <a:pt x="20875" y="394962"/>
                  <a:pt x="18018" y="392106"/>
                </a:cubicBezTo>
                <a:cubicBezTo>
                  <a:pt x="15162" y="389250"/>
                  <a:pt x="12612" y="386142"/>
                  <a:pt x="10368" y="382783"/>
                </a:cubicBezTo>
                <a:cubicBezTo>
                  <a:pt x="8124" y="379425"/>
                  <a:pt x="6229" y="375880"/>
                  <a:pt x="4683" y="372148"/>
                </a:cubicBezTo>
                <a:cubicBezTo>
                  <a:pt x="3137" y="368416"/>
                  <a:pt x="1970" y="364569"/>
                  <a:pt x="1182" y="360608"/>
                </a:cubicBezTo>
                <a:cubicBezTo>
                  <a:pt x="394" y="356646"/>
                  <a:pt x="0" y="352645"/>
                  <a:pt x="0" y="348606"/>
                </a:cubicBezTo>
                <a:lnTo>
                  <a:pt x="0" y="61519"/>
                </a:lnTo>
                <a:cubicBezTo>
                  <a:pt x="0" y="57479"/>
                  <a:pt x="394" y="53479"/>
                  <a:pt x="1182" y="49516"/>
                </a:cubicBezTo>
                <a:cubicBezTo>
                  <a:pt x="1970" y="45555"/>
                  <a:pt x="3137" y="41708"/>
                  <a:pt x="4683" y="37976"/>
                </a:cubicBezTo>
                <a:cubicBezTo>
                  <a:pt x="6229" y="34244"/>
                  <a:pt x="8124" y="30698"/>
                  <a:pt x="10368" y="27340"/>
                </a:cubicBezTo>
                <a:cubicBezTo>
                  <a:pt x="12612" y="23982"/>
                  <a:pt x="15162" y="20874"/>
                  <a:pt x="18018" y="18018"/>
                </a:cubicBezTo>
                <a:cubicBezTo>
                  <a:pt x="20875" y="15162"/>
                  <a:pt x="23982" y="12612"/>
                  <a:pt x="27341" y="10367"/>
                </a:cubicBezTo>
                <a:cubicBezTo>
                  <a:pt x="30699" y="8123"/>
                  <a:pt x="34245" y="6228"/>
                  <a:pt x="37977" y="4683"/>
                </a:cubicBezTo>
                <a:cubicBezTo>
                  <a:pt x="41708" y="3136"/>
                  <a:pt x="45555" y="1970"/>
                  <a:pt x="49517" y="1182"/>
                </a:cubicBezTo>
                <a:cubicBezTo>
                  <a:pt x="53479" y="394"/>
                  <a:pt x="57479" y="0"/>
                  <a:pt x="61519" y="0"/>
                </a:cubicBez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PhilosophicalTextProcessing">
            <a:extLst xmlns:a="http://schemas.openxmlformats.org/drawingml/2006/main">
              <a:ext uri="{FF2B5EF4-FFF2-40B4-BE49-F238E27FC236}">
                <a16:creationId xmlns:a16="http://schemas.microsoft.com/office/drawing/2014/main" id="{5DBB0C5F-10F2-4D00-8D12-66B00A7B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39" y="198463"/>
            <a:ext cx="2573692" cy="183034"/>
          </a:xfrm>
          <a:custGeom xmlns:a="http://schemas.openxmlformats.org/drawingml/2006/main">
            <a:pathLst>
              <a:path w="2573692" h="183034">
                <a:moveTo>
                  <a:pt x="50164" y="77299"/>
                </a:moveTo>
                <a:lnTo>
                  <a:pt x="50164" y="114947"/>
                </a:lnTo>
                <a:cubicBezTo>
                  <a:pt x="50164" y="122327"/>
                  <a:pt x="50615" y="126974"/>
                  <a:pt x="51516" y="128887"/>
                </a:cubicBezTo>
                <a:cubicBezTo>
                  <a:pt x="52417" y="130798"/>
                  <a:pt x="54019" y="132323"/>
                  <a:pt x="56322" y="133464"/>
                </a:cubicBezTo>
                <a:cubicBezTo>
                  <a:pt x="58625" y="134603"/>
                  <a:pt x="62847" y="135173"/>
                  <a:pt x="68988" y="135173"/>
                </a:cubicBezTo>
                <a:lnTo>
                  <a:pt x="68988" y="138778"/>
                </a:lnTo>
                <a:lnTo>
                  <a:pt x="0" y="138778"/>
                </a:lnTo>
                <a:lnTo>
                  <a:pt x="0" y="135173"/>
                </a:lnTo>
                <a:cubicBezTo>
                  <a:pt x="6275" y="135173"/>
                  <a:pt x="10530" y="134586"/>
                  <a:pt x="12766" y="133411"/>
                </a:cubicBezTo>
                <a:cubicBezTo>
                  <a:pt x="15003" y="132237"/>
                  <a:pt x="16571" y="130711"/>
                  <a:pt x="17472" y="128834"/>
                </a:cubicBezTo>
                <a:cubicBezTo>
                  <a:pt x="18374" y="126956"/>
                  <a:pt x="18824" y="122327"/>
                  <a:pt x="18824" y="114947"/>
                </a:cubicBezTo>
                <a:lnTo>
                  <a:pt x="18824" y="26834"/>
                </a:lnTo>
                <a:cubicBezTo>
                  <a:pt x="18824" y="19454"/>
                  <a:pt x="18374" y="14809"/>
                  <a:pt x="17472" y="12898"/>
                </a:cubicBezTo>
                <a:cubicBezTo>
                  <a:pt x="16571" y="10985"/>
                  <a:pt x="14986" y="9459"/>
                  <a:pt x="12716" y="8320"/>
                </a:cubicBezTo>
                <a:cubicBezTo>
                  <a:pt x="10447" y="7179"/>
                  <a:pt x="6208" y="6608"/>
                  <a:pt x="0" y="6608"/>
                </a:cubicBezTo>
                <a:lnTo>
                  <a:pt x="0" y="3004"/>
                </a:lnTo>
                <a:lnTo>
                  <a:pt x="59176" y="3004"/>
                </a:lnTo>
                <a:cubicBezTo>
                  <a:pt x="78667" y="3004"/>
                  <a:pt x="92652" y="6475"/>
                  <a:pt x="101129" y="13417"/>
                </a:cubicBezTo>
                <a:cubicBezTo>
                  <a:pt x="109607" y="20359"/>
                  <a:pt x="113846" y="29037"/>
                  <a:pt x="113846" y="39450"/>
                </a:cubicBezTo>
                <a:cubicBezTo>
                  <a:pt x="113846" y="48262"/>
                  <a:pt x="111109" y="55805"/>
                  <a:pt x="105635" y="62079"/>
                </a:cubicBezTo>
                <a:cubicBezTo>
                  <a:pt x="100161" y="68354"/>
                  <a:pt x="92618" y="72626"/>
                  <a:pt x="83006" y="74896"/>
                </a:cubicBezTo>
                <a:cubicBezTo>
                  <a:pt x="76531" y="76498"/>
                  <a:pt x="65584" y="77299"/>
                  <a:pt x="50164" y="77299"/>
                </a:cubicBezTo>
                <a:moveTo>
                  <a:pt x="50164" y="10814"/>
                </a:moveTo>
                <a:lnTo>
                  <a:pt x="50164" y="69489"/>
                </a:lnTo>
                <a:cubicBezTo>
                  <a:pt x="52367" y="69622"/>
                  <a:pt x="54036" y="69689"/>
                  <a:pt x="55171" y="69689"/>
                </a:cubicBezTo>
                <a:cubicBezTo>
                  <a:pt x="63314" y="69689"/>
                  <a:pt x="69589" y="67269"/>
                  <a:pt x="73995" y="62430"/>
                </a:cubicBezTo>
                <a:cubicBezTo>
                  <a:pt x="78400" y="57590"/>
                  <a:pt x="80603" y="50097"/>
                  <a:pt x="80603" y="39951"/>
                </a:cubicBezTo>
                <a:cubicBezTo>
                  <a:pt x="80603" y="29872"/>
                  <a:pt x="78400" y="22495"/>
                  <a:pt x="73995" y="17823"/>
                </a:cubicBezTo>
                <a:cubicBezTo>
                  <a:pt x="69589" y="13150"/>
                  <a:pt x="63014" y="10814"/>
                  <a:pt x="54269" y="10814"/>
                </a:cubicBezTo>
                <a:lnTo>
                  <a:pt x="50164" y="10814"/>
                </a:lnTo>
                <a:close/>
                <a:moveTo>
                  <a:pt x="165244" y="3004"/>
                </a:moveTo>
                <a:lnTo>
                  <a:pt x="165244" y="57173"/>
                </a:lnTo>
                <a:cubicBezTo>
                  <a:pt x="170384" y="51729"/>
                  <a:pt x="175090" y="47881"/>
                  <a:pt x="179362" y="45630"/>
                </a:cubicBezTo>
                <a:cubicBezTo>
                  <a:pt x="183634" y="43379"/>
                  <a:pt x="188073" y="42254"/>
                  <a:pt x="192679" y="42254"/>
                </a:cubicBezTo>
                <a:cubicBezTo>
                  <a:pt x="198554" y="42254"/>
                  <a:pt x="203577" y="43923"/>
                  <a:pt x="207749" y="47260"/>
                </a:cubicBezTo>
                <a:cubicBezTo>
                  <a:pt x="211921" y="50598"/>
                  <a:pt x="214691" y="54520"/>
                  <a:pt x="216059" y="59025"/>
                </a:cubicBezTo>
                <a:cubicBezTo>
                  <a:pt x="217428" y="63531"/>
                  <a:pt x="218112" y="71124"/>
                  <a:pt x="218112" y="81805"/>
                </a:cubicBezTo>
                <a:lnTo>
                  <a:pt x="218112" y="118351"/>
                </a:lnTo>
                <a:cubicBezTo>
                  <a:pt x="218112" y="125538"/>
                  <a:pt x="218779" y="130020"/>
                  <a:pt x="220114" y="131800"/>
                </a:cubicBezTo>
                <a:cubicBezTo>
                  <a:pt x="221449" y="133579"/>
                  <a:pt x="224153" y="134704"/>
                  <a:pt x="228225" y="135173"/>
                </a:cubicBezTo>
                <a:lnTo>
                  <a:pt x="228225" y="138778"/>
                </a:lnTo>
                <a:lnTo>
                  <a:pt x="180764" y="138778"/>
                </a:lnTo>
                <a:lnTo>
                  <a:pt x="180764" y="135173"/>
                </a:lnTo>
                <a:cubicBezTo>
                  <a:pt x="184102" y="134704"/>
                  <a:pt x="186605" y="133360"/>
                  <a:pt x="188274" y="131143"/>
                </a:cubicBezTo>
                <a:cubicBezTo>
                  <a:pt x="189475" y="129397"/>
                  <a:pt x="190076" y="125133"/>
                  <a:pt x="190076" y="118351"/>
                </a:cubicBezTo>
                <a:lnTo>
                  <a:pt x="190076" y="76664"/>
                </a:lnTo>
                <a:cubicBezTo>
                  <a:pt x="190076" y="68933"/>
                  <a:pt x="189776" y="64085"/>
                  <a:pt x="189175" y="62120"/>
                </a:cubicBezTo>
                <a:cubicBezTo>
                  <a:pt x="188574" y="60153"/>
                  <a:pt x="187556" y="58620"/>
                  <a:pt x="186121" y="57520"/>
                </a:cubicBezTo>
                <a:cubicBezTo>
                  <a:pt x="184686" y="56421"/>
                  <a:pt x="183067" y="55871"/>
                  <a:pt x="181265" y="55871"/>
                </a:cubicBezTo>
                <a:cubicBezTo>
                  <a:pt x="178595" y="55871"/>
                  <a:pt x="175991" y="56789"/>
                  <a:pt x="173455" y="58625"/>
                </a:cubicBezTo>
                <a:cubicBezTo>
                  <a:pt x="170918" y="60461"/>
                  <a:pt x="168181" y="63681"/>
                  <a:pt x="165244" y="68287"/>
                </a:cubicBezTo>
                <a:lnTo>
                  <a:pt x="165244" y="118351"/>
                </a:lnTo>
                <a:cubicBezTo>
                  <a:pt x="165244" y="125066"/>
                  <a:pt x="165745" y="129263"/>
                  <a:pt x="166746" y="130942"/>
                </a:cubicBezTo>
                <a:cubicBezTo>
                  <a:pt x="168014" y="133225"/>
                  <a:pt x="170618" y="134635"/>
                  <a:pt x="174556" y="135173"/>
                </a:cubicBezTo>
                <a:lnTo>
                  <a:pt x="174556" y="138778"/>
                </a:lnTo>
                <a:lnTo>
                  <a:pt x="127095" y="138778"/>
                </a:lnTo>
                <a:lnTo>
                  <a:pt x="127095" y="135173"/>
                </a:lnTo>
                <a:cubicBezTo>
                  <a:pt x="131034" y="134770"/>
                  <a:pt x="133837" y="133495"/>
                  <a:pt x="135506" y="131346"/>
                </a:cubicBezTo>
                <a:cubicBezTo>
                  <a:pt x="136641" y="129869"/>
                  <a:pt x="137208" y="125538"/>
                  <a:pt x="137208" y="118351"/>
                </a:cubicBezTo>
                <a:lnTo>
                  <a:pt x="137208" y="23430"/>
                </a:lnTo>
                <a:cubicBezTo>
                  <a:pt x="137208" y="16269"/>
                  <a:pt x="136558" y="11810"/>
                  <a:pt x="135256" y="10053"/>
                </a:cubicBezTo>
                <a:cubicBezTo>
                  <a:pt x="133954" y="8297"/>
                  <a:pt x="131234" y="7149"/>
                  <a:pt x="127095" y="6608"/>
                </a:cubicBezTo>
                <a:lnTo>
                  <a:pt x="127095" y="3004"/>
                </a:lnTo>
                <a:lnTo>
                  <a:pt x="165244" y="3004"/>
                </a:lnTo>
                <a:close/>
                <a:moveTo>
                  <a:pt x="263539" y="0"/>
                </a:moveTo>
                <a:cubicBezTo>
                  <a:pt x="267878" y="0"/>
                  <a:pt x="271549" y="1524"/>
                  <a:pt x="274553" y="4571"/>
                </a:cubicBezTo>
                <a:cubicBezTo>
                  <a:pt x="277557" y="7617"/>
                  <a:pt x="279059" y="11283"/>
                  <a:pt x="279059" y="15570"/>
                </a:cubicBezTo>
                <a:cubicBezTo>
                  <a:pt x="279059" y="19857"/>
                  <a:pt x="277540" y="23507"/>
                  <a:pt x="274503" y="26521"/>
                </a:cubicBezTo>
                <a:cubicBezTo>
                  <a:pt x="271466" y="29534"/>
                  <a:pt x="267811" y="31040"/>
                  <a:pt x="263539" y="31040"/>
                </a:cubicBezTo>
                <a:cubicBezTo>
                  <a:pt x="259267" y="31040"/>
                  <a:pt x="255629" y="29534"/>
                  <a:pt x="252625" y="26521"/>
                </a:cubicBezTo>
                <a:cubicBezTo>
                  <a:pt x="249621" y="23507"/>
                  <a:pt x="248119" y="19857"/>
                  <a:pt x="248119" y="15570"/>
                </a:cubicBezTo>
                <a:cubicBezTo>
                  <a:pt x="248119" y="11283"/>
                  <a:pt x="249621" y="7617"/>
                  <a:pt x="252625" y="4571"/>
                </a:cubicBezTo>
                <a:cubicBezTo>
                  <a:pt x="255629" y="1524"/>
                  <a:pt x="259267" y="0"/>
                  <a:pt x="263539" y="0"/>
                </a:cubicBezTo>
                <a:moveTo>
                  <a:pt x="277557" y="45058"/>
                </a:moveTo>
                <a:lnTo>
                  <a:pt x="277557" y="119353"/>
                </a:lnTo>
                <a:cubicBezTo>
                  <a:pt x="277557" y="125961"/>
                  <a:pt x="278324" y="130183"/>
                  <a:pt x="279860" y="132019"/>
                </a:cubicBezTo>
                <a:cubicBezTo>
                  <a:pt x="281395" y="133855"/>
                  <a:pt x="284399" y="134906"/>
                  <a:pt x="288871" y="135173"/>
                </a:cubicBezTo>
                <a:lnTo>
                  <a:pt x="288871" y="138778"/>
                </a:lnTo>
                <a:lnTo>
                  <a:pt x="238307" y="138778"/>
                </a:lnTo>
                <a:lnTo>
                  <a:pt x="238307" y="135173"/>
                </a:lnTo>
                <a:cubicBezTo>
                  <a:pt x="242445" y="135039"/>
                  <a:pt x="245516" y="133838"/>
                  <a:pt x="247518" y="131568"/>
                </a:cubicBezTo>
                <a:cubicBezTo>
                  <a:pt x="248853" y="130033"/>
                  <a:pt x="249521" y="125961"/>
                  <a:pt x="249521" y="119353"/>
                </a:cubicBezTo>
                <a:lnTo>
                  <a:pt x="249521" y="64683"/>
                </a:lnTo>
                <a:cubicBezTo>
                  <a:pt x="249521" y="57991"/>
                  <a:pt x="248753" y="53716"/>
                  <a:pt x="247218" y="51857"/>
                </a:cubicBezTo>
                <a:cubicBezTo>
                  <a:pt x="245683" y="49998"/>
                  <a:pt x="242712" y="48933"/>
                  <a:pt x="238307" y="48662"/>
                </a:cubicBezTo>
                <a:lnTo>
                  <a:pt x="238307" y="45058"/>
                </a:lnTo>
                <a:lnTo>
                  <a:pt x="277557" y="45058"/>
                </a:lnTo>
                <a:close/>
                <a:moveTo>
                  <a:pt x="334664" y="3004"/>
                </a:moveTo>
                <a:lnTo>
                  <a:pt x="334664" y="119353"/>
                </a:lnTo>
                <a:cubicBezTo>
                  <a:pt x="334664" y="125961"/>
                  <a:pt x="335432" y="130183"/>
                  <a:pt x="336967" y="132019"/>
                </a:cubicBezTo>
                <a:cubicBezTo>
                  <a:pt x="338502" y="133855"/>
                  <a:pt x="341506" y="134906"/>
                  <a:pt x="345979" y="135173"/>
                </a:cubicBezTo>
                <a:lnTo>
                  <a:pt x="345979" y="138778"/>
                </a:lnTo>
                <a:lnTo>
                  <a:pt x="295414" y="138778"/>
                </a:lnTo>
                <a:lnTo>
                  <a:pt x="295414" y="135173"/>
                </a:lnTo>
                <a:cubicBezTo>
                  <a:pt x="299553" y="135039"/>
                  <a:pt x="302623" y="133838"/>
                  <a:pt x="304626" y="131568"/>
                </a:cubicBezTo>
                <a:cubicBezTo>
                  <a:pt x="305961" y="130033"/>
                  <a:pt x="306628" y="125961"/>
                  <a:pt x="306628" y="119353"/>
                </a:cubicBezTo>
                <a:lnTo>
                  <a:pt x="306628" y="22429"/>
                </a:lnTo>
                <a:cubicBezTo>
                  <a:pt x="306628" y="15845"/>
                  <a:pt x="305861" y="11630"/>
                  <a:pt x="304325" y="9784"/>
                </a:cubicBezTo>
                <a:cubicBezTo>
                  <a:pt x="302790" y="7936"/>
                  <a:pt x="299820" y="6878"/>
                  <a:pt x="295414" y="6608"/>
                </a:cubicBezTo>
                <a:lnTo>
                  <a:pt x="295414" y="3004"/>
                </a:lnTo>
                <a:lnTo>
                  <a:pt x="334664" y="3004"/>
                </a:lnTo>
                <a:close/>
                <a:moveTo>
                  <a:pt x="399181" y="42254"/>
                </a:moveTo>
                <a:cubicBezTo>
                  <a:pt x="407325" y="42254"/>
                  <a:pt x="414901" y="44359"/>
                  <a:pt x="421910" y="48568"/>
                </a:cubicBezTo>
                <a:cubicBezTo>
                  <a:pt x="428919" y="52778"/>
                  <a:pt x="434243" y="58758"/>
                  <a:pt x="437881" y="66510"/>
                </a:cubicBezTo>
                <a:cubicBezTo>
                  <a:pt x="441519" y="74262"/>
                  <a:pt x="443337" y="82748"/>
                  <a:pt x="443337" y="91968"/>
                </a:cubicBezTo>
                <a:cubicBezTo>
                  <a:pt x="443337" y="105264"/>
                  <a:pt x="439967" y="116389"/>
                  <a:pt x="433225" y="125345"/>
                </a:cubicBezTo>
                <a:cubicBezTo>
                  <a:pt x="425081" y="136169"/>
                  <a:pt x="413833" y="141581"/>
                  <a:pt x="399481" y="141581"/>
                </a:cubicBezTo>
                <a:cubicBezTo>
                  <a:pt x="385397" y="141581"/>
                  <a:pt x="374550" y="136636"/>
                  <a:pt x="366940" y="126746"/>
                </a:cubicBezTo>
                <a:cubicBezTo>
                  <a:pt x="359330" y="116857"/>
                  <a:pt x="355525" y="105397"/>
                  <a:pt x="355525" y="92368"/>
                </a:cubicBezTo>
                <a:cubicBezTo>
                  <a:pt x="355525" y="78938"/>
                  <a:pt x="359413" y="67229"/>
                  <a:pt x="367190" y="57239"/>
                </a:cubicBezTo>
                <a:cubicBezTo>
                  <a:pt x="374967" y="47249"/>
                  <a:pt x="385630" y="42254"/>
                  <a:pt x="399181" y="42254"/>
                </a:cubicBezTo>
                <a:moveTo>
                  <a:pt x="399582" y="49263"/>
                </a:moveTo>
                <a:cubicBezTo>
                  <a:pt x="396177" y="49263"/>
                  <a:pt x="393257" y="50550"/>
                  <a:pt x="390820" y="53124"/>
                </a:cubicBezTo>
                <a:cubicBezTo>
                  <a:pt x="388384" y="55696"/>
                  <a:pt x="386782" y="60775"/>
                  <a:pt x="386014" y="68359"/>
                </a:cubicBezTo>
                <a:cubicBezTo>
                  <a:pt x="385247" y="75944"/>
                  <a:pt x="384863" y="86487"/>
                  <a:pt x="384863" y="99987"/>
                </a:cubicBezTo>
                <a:cubicBezTo>
                  <a:pt x="384863" y="107138"/>
                  <a:pt x="385330" y="113822"/>
                  <a:pt x="386264" y="120038"/>
                </a:cubicBezTo>
                <a:cubicBezTo>
                  <a:pt x="386999" y="124781"/>
                  <a:pt x="388567" y="128390"/>
                  <a:pt x="390971" y="130864"/>
                </a:cubicBezTo>
                <a:cubicBezTo>
                  <a:pt x="393374" y="133336"/>
                  <a:pt x="396110" y="134572"/>
                  <a:pt x="399181" y="134572"/>
                </a:cubicBezTo>
                <a:cubicBezTo>
                  <a:pt x="402185" y="134572"/>
                  <a:pt x="404688" y="133737"/>
                  <a:pt x="406691" y="132066"/>
                </a:cubicBezTo>
                <a:cubicBezTo>
                  <a:pt x="409294" y="129794"/>
                  <a:pt x="411030" y="126619"/>
                  <a:pt x="411897" y="122541"/>
                </a:cubicBezTo>
                <a:cubicBezTo>
                  <a:pt x="413232" y="116193"/>
                  <a:pt x="413900" y="103362"/>
                  <a:pt x="413900" y="84048"/>
                </a:cubicBezTo>
                <a:cubicBezTo>
                  <a:pt x="413900" y="72688"/>
                  <a:pt x="413266" y="64886"/>
                  <a:pt x="411997" y="60643"/>
                </a:cubicBezTo>
                <a:cubicBezTo>
                  <a:pt x="410729" y="56398"/>
                  <a:pt x="408860" y="53307"/>
                  <a:pt x="406390" y="51369"/>
                </a:cubicBezTo>
                <a:cubicBezTo>
                  <a:pt x="404655" y="49965"/>
                  <a:pt x="402385" y="49263"/>
                  <a:pt x="399582" y="49263"/>
                </a:cubicBezTo>
                <a:close/>
                <a:moveTo>
                  <a:pt x="516731" y="42655"/>
                </a:moveTo>
                <a:lnTo>
                  <a:pt x="518233" y="74696"/>
                </a:lnTo>
                <a:lnTo>
                  <a:pt x="514829" y="74696"/>
                </a:lnTo>
                <a:cubicBezTo>
                  <a:pt x="510757" y="65140"/>
                  <a:pt x="506535" y="58612"/>
                  <a:pt x="502163" y="55114"/>
                </a:cubicBezTo>
                <a:cubicBezTo>
                  <a:pt x="497790" y="51614"/>
                  <a:pt x="493435" y="49864"/>
                  <a:pt x="489096" y="49864"/>
                </a:cubicBezTo>
                <a:cubicBezTo>
                  <a:pt x="486359" y="49864"/>
                  <a:pt x="484023" y="50782"/>
                  <a:pt x="482087" y="52617"/>
                </a:cubicBezTo>
                <a:cubicBezTo>
                  <a:pt x="480151" y="54453"/>
                  <a:pt x="479183" y="56572"/>
                  <a:pt x="479183" y="58975"/>
                </a:cubicBezTo>
                <a:cubicBezTo>
                  <a:pt x="479183" y="60778"/>
                  <a:pt x="479851" y="62513"/>
                  <a:pt x="481186" y="64182"/>
                </a:cubicBezTo>
                <a:cubicBezTo>
                  <a:pt x="483322" y="66919"/>
                  <a:pt x="489296" y="71608"/>
                  <a:pt x="499109" y="78250"/>
                </a:cubicBezTo>
                <a:cubicBezTo>
                  <a:pt x="508921" y="84892"/>
                  <a:pt x="515380" y="90532"/>
                  <a:pt x="518484" y="95172"/>
                </a:cubicBezTo>
                <a:cubicBezTo>
                  <a:pt x="521588" y="99811"/>
                  <a:pt x="523140" y="105001"/>
                  <a:pt x="523140" y="110742"/>
                </a:cubicBezTo>
                <a:cubicBezTo>
                  <a:pt x="523140" y="115948"/>
                  <a:pt x="521838" y="121055"/>
                  <a:pt x="519235" y="126061"/>
                </a:cubicBezTo>
                <a:cubicBezTo>
                  <a:pt x="516631" y="131068"/>
                  <a:pt x="512960" y="134906"/>
                  <a:pt x="508220" y="137576"/>
                </a:cubicBezTo>
                <a:cubicBezTo>
                  <a:pt x="503481" y="140246"/>
                  <a:pt x="498241" y="141581"/>
                  <a:pt x="492500" y="141581"/>
                </a:cubicBezTo>
                <a:cubicBezTo>
                  <a:pt x="488028" y="141581"/>
                  <a:pt x="482054" y="140153"/>
                  <a:pt x="474577" y="137297"/>
                </a:cubicBezTo>
                <a:cubicBezTo>
                  <a:pt x="472575" y="136549"/>
                  <a:pt x="471206" y="136174"/>
                  <a:pt x="470472" y="136174"/>
                </a:cubicBezTo>
                <a:cubicBezTo>
                  <a:pt x="468269" y="136174"/>
                  <a:pt x="466434" y="137843"/>
                  <a:pt x="464965" y="141181"/>
                </a:cubicBezTo>
                <a:lnTo>
                  <a:pt x="461661" y="141181"/>
                </a:lnTo>
                <a:lnTo>
                  <a:pt x="460059" y="107538"/>
                </a:lnTo>
                <a:lnTo>
                  <a:pt x="463463" y="107538"/>
                </a:lnTo>
                <a:cubicBezTo>
                  <a:pt x="466467" y="116349"/>
                  <a:pt x="470589" y="122957"/>
                  <a:pt x="475829" y="127363"/>
                </a:cubicBezTo>
                <a:cubicBezTo>
                  <a:pt x="481069" y="131769"/>
                  <a:pt x="486025" y="133971"/>
                  <a:pt x="490698" y="133971"/>
                </a:cubicBezTo>
                <a:cubicBezTo>
                  <a:pt x="493902" y="133971"/>
                  <a:pt x="496522" y="132987"/>
                  <a:pt x="498558" y="131018"/>
                </a:cubicBezTo>
                <a:cubicBezTo>
                  <a:pt x="500594" y="129048"/>
                  <a:pt x="501612" y="126662"/>
                  <a:pt x="501612" y="123858"/>
                </a:cubicBezTo>
                <a:cubicBezTo>
                  <a:pt x="501612" y="120654"/>
                  <a:pt x="500611" y="117884"/>
                  <a:pt x="498608" y="115548"/>
                </a:cubicBezTo>
                <a:cubicBezTo>
                  <a:pt x="496606" y="113211"/>
                  <a:pt x="492133" y="109674"/>
                  <a:pt x="485191" y="104934"/>
                </a:cubicBezTo>
                <a:cubicBezTo>
                  <a:pt x="474978" y="97858"/>
                  <a:pt x="468369" y="92452"/>
                  <a:pt x="465366" y="88713"/>
                </a:cubicBezTo>
                <a:cubicBezTo>
                  <a:pt x="460960" y="83240"/>
                  <a:pt x="458757" y="77199"/>
                  <a:pt x="458757" y="70590"/>
                </a:cubicBezTo>
                <a:cubicBezTo>
                  <a:pt x="458757" y="63381"/>
                  <a:pt x="461244" y="56856"/>
                  <a:pt x="466217" y="51015"/>
                </a:cubicBezTo>
                <a:cubicBezTo>
                  <a:pt x="471190" y="45174"/>
                  <a:pt x="478382" y="42254"/>
                  <a:pt x="487794" y="42254"/>
                </a:cubicBezTo>
                <a:cubicBezTo>
                  <a:pt x="492867" y="42254"/>
                  <a:pt x="497774" y="43537"/>
                  <a:pt x="502513" y="46103"/>
                </a:cubicBezTo>
                <a:cubicBezTo>
                  <a:pt x="504315" y="47142"/>
                  <a:pt x="505784" y="47661"/>
                  <a:pt x="506919" y="47661"/>
                </a:cubicBezTo>
                <a:cubicBezTo>
                  <a:pt x="508120" y="47661"/>
                  <a:pt x="509088" y="47411"/>
                  <a:pt x="509822" y="46910"/>
                </a:cubicBezTo>
                <a:cubicBezTo>
                  <a:pt x="510557" y="46409"/>
                  <a:pt x="511725" y="44991"/>
                  <a:pt x="513327" y="42655"/>
                </a:cubicBezTo>
                <a:lnTo>
                  <a:pt x="516731" y="42655"/>
                </a:lnTo>
                <a:close/>
                <a:moveTo>
                  <a:pt x="581481" y="42254"/>
                </a:moveTo>
                <a:cubicBezTo>
                  <a:pt x="589625" y="42254"/>
                  <a:pt x="597201" y="44359"/>
                  <a:pt x="604210" y="48568"/>
                </a:cubicBezTo>
                <a:cubicBezTo>
                  <a:pt x="611219" y="52778"/>
                  <a:pt x="616543" y="58758"/>
                  <a:pt x="620181" y="66510"/>
                </a:cubicBezTo>
                <a:cubicBezTo>
                  <a:pt x="623819" y="74262"/>
                  <a:pt x="625638" y="82748"/>
                  <a:pt x="625638" y="91968"/>
                </a:cubicBezTo>
                <a:cubicBezTo>
                  <a:pt x="625638" y="105264"/>
                  <a:pt x="622267" y="116389"/>
                  <a:pt x="615525" y="125345"/>
                </a:cubicBezTo>
                <a:cubicBezTo>
                  <a:pt x="607381" y="136169"/>
                  <a:pt x="596133" y="141581"/>
                  <a:pt x="581782" y="141581"/>
                </a:cubicBezTo>
                <a:cubicBezTo>
                  <a:pt x="567697" y="141581"/>
                  <a:pt x="556850" y="136636"/>
                  <a:pt x="549240" y="126746"/>
                </a:cubicBezTo>
                <a:cubicBezTo>
                  <a:pt x="541630" y="116857"/>
                  <a:pt x="537825" y="105397"/>
                  <a:pt x="537825" y="92368"/>
                </a:cubicBezTo>
                <a:cubicBezTo>
                  <a:pt x="537825" y="78938"/>
                  <a:pt x="541714" y="67229"/>
                  <a:pt x="549490" y="57239"/>
                </a:cubicBezTo>
                <a:cubicBezTo>
                  <a:pt x="557267" y="47249"/>
                  <a:pt x="567931" y="42254"/>
                  <a:pt x="581481" y="42254"/>
                </a:cubicBezTo>
                <a:moveTo>
                  <a:pt x="581882" y="49263"/>
                </a:moveTo>
                <a:cubicBezTo>
                  <a:pt x="578477" y="49263"/>
                  <a:pt x="575557" y="50550"/>
                  <a:pt x="573121" y="53124"/>
                </a:cubicBezTo>
                <a:cubicBezTo>
                  <a:pt x="570684" y="55696"/>
                  <a:pt x="569082" y="60775"/>
                  <a:pt x="568314" y="68359"/>
                </a:cubicBezTo>
                <a:cubicBezTo>
                  <a:pt x="567547" y="75944"/>
                  <a:pt x="567163" y="86487"/>
                  <a:pt x="567163" y="99987"/>
                </a:cubicBezTo>
                <a:cubicBezTo>
                  <a:pt x="567163" y="107138"/>
                  <a:pt x="567630" y="113822"/>
                  <a:pt x="568565" y="120038"/>
                </a:cubicBezTo>
                <a:cubicBezTo>
                  <a:pt x="569299" y="124781"/>
                  <a:pt x="570868" y="128390"/>
                  <a:pt x="573271" y="130864"/>
                </a:cubicBezTo>
                <a:cubicBezTo>
                  <a:pt x="575674" y="133336"/>
                  <a:pt x="578411" y="134572"/>
                  <a:pt x="581481" y="134572"/>
                </a:cubicBezTo>
                <a:cubicBezTo>
                  <a:pt x="584485" y="134572"/>
                  <a:pt x="586988" y="133737"/>
                  <a:pt x="588991" y="132066"/>
                </a:cubicBezTo>
                <a:cubicBezTo>
                  <a:pt x="591594" y="129794"/>
                  <a:pt x="593330" y="126619"/>
                  <a:pt x="594197" y="122541"/>
                </a:cubicBezTo>
                <a:cubicBezTo>
                  <a:pt x="595533" y="116193"/>
                  <a:pt x="596200" y="103362"/>
                  <a:pt x="596200" y="84048"/>
                </a:cubicBezTo>
                <a:cubicBezTo>
                  <a:pt x="596200" y="72688"/>
                  <a:pt x="595566" y="64886"/>
                  <a:pt x="594298" y="60643"/>
                </a:cubicBezTo>
                <a:cubicBezTo>
                  <a:pt x="593029" y="56398"/>
                  <a:pt x="591160" y="53307"/>
                  <a:pt x="588690" y="51369"/>
                </a:cubicBezTo>
                <a:cubicBezTo>
                  <a:pt x="586955" y="49965"/>
                  <a:pt x="584685" y="49263"/>
                  <a:pt x="581882" y="49263"/>
                </a:cubicBezTo>
                <a:close/>
                <a:moveTo>
                  <a:pt x="676102" y="129265"/>
                </a:moveTo>
                <a:lnTo>
                  <a:pt x="676102" y="164010"/>
                </a:lnTo>
                <a:cubicBezTo>
                  <a:pt x="676102" y="168881"/>
                  <a:pt x="676486" y="172195"/>
                  <a:pt x="677254" y="173954"/>
                </a:cubicBezTo>
                <a:cubicBezTo>
                  <a:pt x="678022" y="175714"/>
                  <a:pt x="679206" y="177000"/>
                  <a:pt x="680808" y="177812"/>
                </a:cubicBezTo>
                <a:cubicBezTo>
                  <a:pt x="682410" y="178623"/>
                  <a:pt x="685548" y="179029"/>
                  <a:pt x="690220" y="179029"/>
                </a:cubicBezTo>
                <a:lnTo>
                  <a:pt x="690220" y="182634"/>
                </a:lnTo>
                <a:lnTo>
                  <a:pt x="636852" y="182634"/>
                </a:lnTo>
                <a:lnTo>
                  <a:pt x="636852" y="179029"/>
                </a:lnTo>
                <a:cubicBezTo>
                  <a:pt x="640991" y="178893"/>
                  <a:pt x="644061" y="177710"/>
                  <a:pt x="646064" y="175478"/>
                </a:cubicBezTo>
                <a:cubicBezTo>
                  <a:pt x="647399" y="173923"/>
                  <a:pt x="648067" y="169901"/>
                  <a:pt x="648067" y="163409"/>
                </a:cubicBezTo>
                <a:lnTo>
                  <a:pt x="648067" y="64683"/>
                </a:lnTo>
                <a:cubicBezTo>
                  <a:pt x="648067" y="57991"/>
                  <a:pt x="647299" y="53716"/>
                  <a:pt x="645764" y="51857"/>
                </a:cubicBezTo>
                <a:cubicBezTo>
                  <a:pt x="644228" y="49998"/>
                  <a:pt x="641258" y="48933"/>
                  <a:pt x="636852" y="48662"/>
                </a:cubicBezTo>
                <a:lnTo>
                  <a:pt x="636852" y="45058"/>
                </a:lnTo>
                <a:lnTo>
                  <a:pt x="676102" y="45058"/>
                </a:lnTo>
                <a:lnTo>
                  <a:pt x="676102" y="57373"/>
                </a:lnTo>
                <a:cubicBezTo>
                  <a:pt x="679373" y="52567"/>
                  <a:pt x="682711" y="49096"/>
                  <a:pt x="686115" y="46960"/>
                </a:cubicBezTo>
                <a:cubicBezTo>
                  <a:pt x="690988" y="43823"/>
                  <a:pt x="696295" y="42254"/>
                  <a:pt x="702036" y="42254"/>
                </a:cubicBezTo>
                <a:cubicBezTo>
                  <a:pt x="708911" y="42254"/>
                  <a:pt x="715169" y="44426"/>
                  <a:pt x="720810" y="48769"/>
                </a:cubicBezTo>
                <a:cubicBezTo>
                  <a:pt x="726450" y="53112"/>
                  <a:pt x="730739" y="59109"/>
                  <a:pt x="733676" y="66760"/>
                </a:cubicBezTo>
                <a:cubicBezTo>
                  <a:pt x="736613" y="74412"/>
                  <a:pt x="738082" y="82647"/>
                  <a:pt x="738082" y="91467"/>
                </a:cubicBezTo>
                <a:cubicBezTo>
                  <a:pt x="738082" y="100954"/>
                  <a:pt x="736563" y="109624"/>
                  <a:pt x="733526" y="117475"/>
                </a:cubicBezTo>
                <a:cubicBezTo>
                  <a:pt x="730489" y="125327"/>
                  <a:pt x="726083" y="131308"/>
                  <a:pt x="720309" y="135417"/>
                </a:cubicBezTo>
                <a:cubicBezTo>
                  <a:pt x="714535" y="139526"/>
                  <a:pt x="708110" y="141581"/>
                  <a:pt x="701034" y="141581"/>
                </a:cubicBezTo>
                <a:cubicBezTo>
                  <a:pt x="695894" y="141581"/>
                  <a:pt x="691088" y="140446"/>
                  <a:pt x="686616" y="138177"/>
                </a:cubicBezTo>
                <a:cubicBezTo>
                  <a:pt x="683278" y="136441"/>
                  <a:pt x="679774" y="133471"/>
                  <a:pt x="676102" y="129265"/>
                </a:cubicBezTo>
                <a:moveTo>
                  <a:pt x="676102" y="119137"/>
                </a:moveTo>
                <a:cubicBezTo>
                  <a:pt x="681843" y="127291"/>
                  <a:pt x="687984" y="131368"/>
                  <a:pt x="694526" y="131368"/>
                </a:cubicBezTo>
                <a:cubicBezTo>
                  <a:pt x="698131" y="131368"/>
                  <a:pt x="701101" y="129464"/>
                  <a:pt x="703437" y="125654"/>
                </a:cubicBezTo>
                <a:cubicBezTo>
                  <a:pt x="706908" y="120039"/>
                  <a:pt x="708644" y="109344"/>
                  <a:pt x="708644" y="93570"/>
                </a:cubicBezTo>
                <a:cubicBezTo>
                  <a:pt x="708644" y="77395"/>
                  <a:pt x="706742" y="66333"/>
                  <a:pt x="702937" y="60383"/>
                </a:cubicBezTo>
                <a:cubicBezTo>
                  <a:pt x="700400" y="56441"/>
                  <a:pt x="696996" y="54470"/>
                  <a:pt x="692724" y="54470"/>
                </a:cubicBezTo>
                <a:cubicBezTo>
                  <a:pt x="685982" y="54470"/>
                  <a:pt x="680441" y="59349"/>
                  <a:pt x="676102" y="69107"/>
                </a:cubicBezTo>
                <a:lnTo>
                  <a:pt x="676102" y="119137"/>
                </a:lnTo>
                <a:close/>
                <a:moveTo>
                  <a:pt x="792119" y="3004"/>
                </a:moveTo>
                <a:lnTo>
                  <a:pt x="792119" y="57173"/>
                </a:lnTo>
                <a:cubicBezTo>
                  <a:pt x="797259" y="51729"/>
                  <a:pt x="801965" y="47881"/>
                  <a:pt x="806238" y="45630"/>
                </a:cubicBezTo>
                <a:cubicBezTo>
                  <a:pt x="810510" y="43379"/>
                  <a:pt x="814949" y="42254"/>
                  <a:pt x="819555" y="42254"/>
                </a:cubicBezTo>
                <a:cubicBezTo>
                  <a:pt x="825429" y="42254"/>
                  <a:pt x="830452" y="43923"/>
                  <a:pt x="834624" y="47260"/>
                </a:cubicBezTo>
                <a:cubicBezTo>
                  <a:pt x="838796" y="50598"/>
                  <a:pt x="841566" y="54520"/>
                  <a:pt x="842934" y="59025"/>
                </a:cubicBezTo>
                <a:cubicBezTo>
                  <a:pt x="844303" y="63531"/>
                  <a:pt x="844987" y="71124"/>
                  <a:pt x="844987" y="81805"/>
                </a:cubicBezTo>
                <a:lnTo>
                  <a:pt x="844987" y="118351"/>
                </a:lnTo>
                <a:cubicBezTo>
                  <a:pt x="844987" y="125538"/>
                  <a:pt x="845655" y="130020"/>
                  <a:pt x="846990" y="131800"/>
                </a:cubicBezTo>
                <a:cubicBezTo>
                  <a:pt x="848325" y="133579"/>
                  <a:pt x="851028" y="134704"/>
                  <a:pt x="855100" y="135173"/>
                </a:cubicBezTo>
                <a:lnTo>
                  <a:pt x="855100" y="138778"/>
                </a:lnTo>
                <a:lnTo>
                  <a:pt x="807639" y="138778"/>
                </a:lnTo>
                <a:lnTo>
                  <a:pt x="807639" y="135173"/>
                </a:lnTo>
                <a:cubicBezTo>
                  <a:pt x="810977" y="134704"/>
                  <a:pt x="813480" y="133360"/>
                  <a:pt x="815149" y="131143"/>
                </a:cubicBezTo>
                <a:cubicBezTo>
                  <a:pt x="816350" y="129397"/>
                  <a:pt x="816951" y="125133"/>
                  <a:pt x="816951" y="118351"/>
                </a:cubicBezTo>
                <a:lnTo>
                  <a:pt x="816951" y="76664"/>
                </a:lnTo>
                <a:cubicBezTo>
                  <a:pt x="816951" y="68933"/>
                  <a:pt x="816651" y="64085"/>
                  <a:pt x="816050" y="62120"/>
                </a:cubicBezTo>
                <a:cubicBezTo>
                  <a:pt x="815449" y="60153"/>
                  <a:pt x="814431" y="58620"/>
                  <a:pt x="812996" y="57520"/>
                </a:cubicBezTo>
                <a:cubicBezTo>
                  <a:pt x="811561" y="56421"/>
                  <a:pt x="809942" y="55871"/>
                  <a:pt x="808140" y="55871"/>
                </a:cubicBezTo>
                <a:cubicBezTo>
                  <a:pt x="805470" y="55871"/>
                  <a:pt x="802867" y="56789"/>
                  <a:pt x="800330" y="58625"/>
                </a:cubicBezTo>
                <a:cubicBezTo>
                  <a:pt x="797793" y="60461"/>
                  <a:pt x="795057" y="63681"/>
                  <a:pt x="792119" y="68287"/>
                </a:cubicBezTo>
                <a:lnTo>
                  <a:pt x="792119" y="118351"/>
                </a:lnTo>
                <a:cubicBezTo>
                  <a:pt x="792119" y="125066"/>
                  <a:pt x="792620" y="129263"/>
                  <a:pt x="793621" y="130942"/>
                </a:cubicBezTo>
                <a:cubicBezTo>
                  <a:pt x="794890" y="133225"/>
                  <a:pt x="797493" y="134635"/>
                  <a:pt x="801431" y="135173"/>
                </a:cubicBezTo>
                <a:lnTo>
                  <a:pt x="801431" y="138778"/>
                </a:lnTo>
                <a:lnTo>
                  <a:pt x="753971" y="138778"/>
                </a:lnTo>
                <a:lnTo>
                  <a:pt x="753971" y="135173"/>
                </a:lnTo>
                <a:cubicBezTo>
                  <a:pt x="757909" y="134770"/>
                  <a:pt x="760713" y="133495"/>
                  <a:pt x="762381" y="131346"/>
                </a:cubicBezTo>
                <a:cubicBezTo>
                  <a:pt x="763516" y="129869"/>
                  <a:pt x="764084" y="125538"/>
                  <a:pt x="764084" y="118351"/>
                </a:cubicBezTo>
                <a:lnTo>
                  <a:pt x="764084" y="23430"/>
                </a:lnTo>
                <a:cubicBezTo>
                  <a:pt x="764084" y="16269"/>
                  <a:pt x="763433" y="11810"/>
                  <a:pt x="762131" y="10053"/>
                </a:cubicBezTo>
                <a:cubicBezTo>
                  <a:pt x="760829" y="8297"/>
                  <a:pt x="758109" y="7149"/>
                  <a:pt x="753971" y="6608"/>
                </a:cubicBezTo>
                <a:lnTo>
                  <a:pt x="753971" y="3004"/>
                </a:lnTo>
                <a:lnTo>
                  <a:pt x="792119" y="3004"/>
                </a:lnTo>
                <a:close/>
                <a:moveTo>
                  <a:pt x="890414" y="0"/>
                </a:moveTo>
                <a:cubicBezTo>
                  <a:pt x="894753" y="0"/>
                  <a:pt x="898424" y="1524"/>
                  <a:pt x="901428" y="4571"/>
                </a:cubicBezTo>
                <a:cubicBezTo>
                  <a:pt x="904432" y="7617"/>
                  <a:pt x="905934" y="11283"/>
                  <a:pt x="905934" y="15570"/>
                </a:cubicBezTo>
                <a:cubicBezTo>
                  <a:pt x="905934" y="19857"/>
                  <a:pt x="904415" y="23507"/>
                  <a:pt x="901378" y="26521"/>
                </a:cubicBezTo>
                <a:cubicBezTo>
                  <a:pt x="898341" y="29534"/>
                  <a:pt x="894686" y="31040"/>
                  <a:pt x="890414" y="31040"/>
                </a:cubicBezTo>
                <a:cubicBezTo>
                  <a:pt x="886142" y="31040"/>
                  <a:pt x="882504" y="29534"/>
                  <a:pt x="879500" y="26521"/>
                </a:cubicBezTo>
                <a:cubicBezTo>
                  <a:pt x="876496" y="23507"/>
                  <a:pt x="874994" y="19857"/>
                  <a:pt x="874994" y="15570"/>
                </a:cubicBezTo>
                <a:cubicBezTo>
                  <a:pt x="874994" y="11283"/>
                  <a:pt x="876496" y="7617"/>
                  <a:pt x="879500" y="4571"/>
                </a:cubicBezTo>
                <a:cubicBezTo>
                  <a:pt x="882504" y="1524"/>
                  <a:pt x="886142" y="0"/>
                  <a:pt x="890414" y="0"/>
                </a:cubicBezTo>
                <a:moveTo>
                  <a:pt x="904432" y="45058"/>
                </a:moveTo>
                <a:lnTo>
                  <a:pt x="904432" y="119353"/>
                </a:lnTo>
                <a:cubicBezTo>
                  <a:pt x="904432" y="125961"/>
                  <a:pt x="905200" y="130183"/>
                  <a:pt x="906735" y="132019"/>
                </a:cubicBezTo>
                <a:cubicBezTo>
                  <a:pt x="908270" y="133855"/>
                  <a:pt x="911274" y="134906"/>
                  <a:pt x="915746" y="135173"/>
                </a:cubicBezTo>
                <a:lnTo>
                  <a:pt x="915746" y="138778"/>
                </a:lnTo>
                <a:lnTo>
                  <a:pt x="865182" y="138778"/>
                </a:lnTo>
                <a:lnTo>
                  <a:pt x="865182" y="135173"/>
                </a:lnTo>
                <a:cubicBezTo>
                  <a:pt x="869320" y="135039"/>
                  <a:pt x="872391" y="133838"/>
                  <a:pt x="874393" y="131568"/>
                </a:cubicBezTo>
                <a:cubicBezTo>
                  <a:pt x="875729" y="130033"/>
                  <a:pt x="876396" y="125961"/>
                  <a:pt x="876396" y="119353"/>
                </a:cubicBezTo>
                <a:lnTo>
                  <a:pt x="876396" y="64683"/>
                </a:lnTo>
                <a:cubicBezTo>
                  <a:pt x="876396" y="57991"/>
                  <a:pt x="875628" y="53716"/>
                  <a:pt x="874093" y="51857"/>
                </a:cubicBezTo>
                <a:cubicBezTo>
                  <a:pt x="872558" y="49998"/>
                  <a:pt x="869587" y="48933"/>
                  <a:pt x="865182" y="48662"/>
                </a:cubicBezTo>
                <a:lnTo>
                  <a:pt x="865182" y="45058"/>
                </a:lnTo>
                <a:lnTo>
                  <a:pt x="904432" y="45058"/>
                </a:lnTo>
                <a:close/>
                <a:moveTo>
                  <a:pt x="1001290" y="114568"/>
                </a:moveTo>
                <a:lnTo>
                  <a:pt x="1004394" y="116968"/>
                </a:lnTo>
                <a:cubicBezTo>
                  <a:pt x="999989" y="125273"/>
                  <a:pt x="994498" y="131451"/>
                  <a:pt x="987923" y="135505"/>
                </a:cubicBezTo>
                <a:cubicBezTo>
                  <a:pt x="981348" y="139556"/>
                  <a:pt x="974356" y="141581"/>
                  <a:pt x="966946" y="141581"/>
                </a:cubicBezTo>
                <a:cubicBezTo>
                  <a:pt x="954464" y="141581"/>
                  <a:pt x="944484" y="136871"/>
                  <a:pt x="937008" y="127451"/>
                </a:cubicBezTo>
                <a:cubicBezTo>
                  <a:pt x="929532" y="118028"/>
                  <a:pt x="925794" y="106702"/>
                  <a:pt x="925794" y="93473"/>
                </a:cubicBezTo>
                <a:cubicBezTo>
                  <a:pt x="925794" y="80708"/>
                  <a:pt x="929198" y="69483"/>
                  <a:pt x="936007" y="59795"/>
                </a:cubicBezTo>
                <a:cubicBezTo>
                  <a:pt x="944217" y="48101"/>
                  <a:pt x="955532" y="42254"/>
                  <a:pt x="969950" y="42254"/>
                </a:cubicBezTo>
                <a:cubicBezTo>
                  <a:pt x="979629" y="42254"/>
                  <a:pt x="987322" y="44698"/>
                  <a:pt x="993030" y="49585"/>
                </a:cubicBezTo>
                <a:cubicBezTo>
                  <a:pt x="998737" y="54471"/>
                  <a:pt x="1001591" y="59926"/>
                  <a:pt x="1001591" y="65950"/>
                </a:cubicBezTo>
                <a:cubicBezTo>
                  <a:pt x="1001591" y="69765"/>
                  <a:pt x="1000439" y="72811"/>
                  <a:pt x="998136" y="75087"/>
                </a:cubicBezTo>
                <a:cubicBezTo>
                  <a:pt x="995833" y="77362"/>
                  <a:pt x="992813" y="78500"/>
                  <a:pt x="989075" y="78500"/>
                </a:cubicBezTo>
                <a:cubicBezTo>
                  <a:pt x="985136" y="78500"/>
                  <a:pt x="981882" y="77195"/>
                  <a:pt x="979312" y="74583"/>
                </a:cubicBezTo>
                <a:cubicBezTo>
                  <a:pt x="976742" y="71969"/>
                  <a:pt x="975157" y="67313"/>
                  <a:pt x="974556" y="60615"/>
                </a:cubicBezTo>
                <a:cubicBezTo>
                  <a:pt x="974155" y="56395"/>
                  <a:pt x="973188" y="53448"/>
                  <a:pt x="971652" y="51772"/>
                </a:cubicBezTo>
                <a:cubicBezTo>
                  <a:pt x="970117" y="50099"/>
                  <a:pt x="968315" y="49263"/>
                  <a:pt x="966245" y="49263"/>
                </a:cubicBezTo>
                <a:cubicBezTo>
                  <a:pt x="963041" y="49263"/>
                  <a:pt x="960304" y="50965"/>
                  <a:pt x="958035" y="54370"/>
                </a:cubicBezTo>
                <a:cubicBezTo>
                  <a:pt x="954564" y="59509"/>
                  <a:pt x="952828" y="67386"/>
                  <a:pt x="952828" y="78000"/>
                </a:cubicBezTo>
                <a:cubicBezTo>
                  <a:pt x="952828" y="86811"/>
                  <a:pt x="954230" y="95238"/>
                  <a:pt x="957034" y="103282"/>
                </a:cubicBezTo>
                <a:cubicBezTo>
                  <a:pt x="959837" y="111326"/>
                  <a:pt x="963675" y="117317"/>
                  <a:pt x="968548" y="121255"/>
                </a:cubicBezTo>
                <a:cubicBezTo>
                  <a:pt x="972220" y="124125"/>
                  <a:pt x="976559" y="125561"/>
                  <a:pt x="981565" y="125561"/>
                </a:cubicBezTo>
                <a:cubicBezTo>
                  <a:pt x="984836" y="125561"/>
                  <a:pt x="987940" y="124795"/>
                  <a:pt x="990877" y="123264"/>
                </a:cubicBezTo>
                <a:cubicBezTo>
                  <a:pt x="993814" y="121731"/>
                  <a:pt x="997285" y="118832"/>
                  <a:pt x="1001290" y="114568"/>
                </a:cubicBezTo>
                <a:close/>
                <a:moveTo>
                  <a:pt x="1067606" y="124960"/>
                </a:moveTo>
                <a:cubicBezTo>
                  <a:pt x="1056191" y="135106"/>
                  <a:pt x="1045945" y="140179"/>
                  <a:pt x="1036867" y="140179"/>
                </a:cubicBezTo>
                <a:cubicBezTo>
                  <a:pt x="1031527" y="140179"/>
                  <a:pt x="1027088" y="138422"/>
                  <a:pt x="1023550" y="134907"/>
                </a:cubicBezTo>
                <a:cubicBezTo>
                  <a:pt x="1020012" y="131390"/>
                  <a:pt x="1018243" y="126986"/>
                  <a:pt x="1018243" y="121696"/>
                </a:cubicBezTo>
                <a:cubicBezTo>
                  <a:pt x="1018243" y="114529"/>
                  <a:pt x="1021314" y="108082"/>
                  <a:pt x="1027455" y="102356"/>
                </a:cubicBezTo>
                <a:cubicBezTo>
                  <a:pt x="1033596" y="96630"/>
                  <a:pt x="1046980" y="89012"/>
                  <a:pt x="1067606" y="79502"/>
                </a:cubicBezTo>
                <a:lnTo>
                  <a:pt x="1067606" y="70090"/>
                </a:lnTo>
                <a:cubicBezTo>
                  <a:pt x="1067606" y="63014"/>
                  <a:pt x="1067222" y="58558"/>
                  <a:pt x="1066455" y="56723"/>
                </a:cubicBezTo>
                <a:cubicBezTo>
                  <a:pt x="1065687" y="54887"/>
                  <a:pt x="1064235" y="53285"/>
                  <a:pt x="1062099" y="51916"/>
                </a:cubicBezTo>
                <a:cubicBezTo>
                  <a:pt x="1059963" y="50548"/>
                  <a:pt x="1057560" y="49864"/>
                  <a:pt x="1054890" y="49864"/>
                </a:cubicBezTo>
                <a:cubicBezTo>
                  <a:pt x="1050551" y="49864"/>
                  <a:pt x="1046980" y="50832"/>
                  <a:pt x="1044176" y="52767"/>
                </a:cubicBezTo>
                <a:cubicBezTo>
                  <a:pt x="1042441" y="53969"/>
                  <a:pt x="1041573" y="55371"/>
                  <a:pt x="1041573" y="56973"/>
                </a:cubicBezTo>
                <a:cubicBezTo>
                  <a:pt x="1041573" y="58375"/>
                  <a:pt x="1042507" y="60110"/>
                  <a:pt x="1044376" y="62180"/>
                </a:cubicBezTo>
                <a:cubicBezTo>
                  <a:pt x="1046913" y="65050"/>
                  <a:pt x="1048181" y="67820"/>
                  <a:pt x="1048181" y="70490"/>
                </a:cubicBezTo>
                <a:cubicBezTo>
                  <a:pt x="1048181" y="73761"/>
                  <a:pt x="1046963" y="76548"/>
                  <a:pt x="1044527" y="78851"/>
                </a:cubicBezTo>
                <a:cubicBezTo>
                  <a:pt x="1042090" y="81154"/>
                  <a:pt x="1038903" y="82305"/>
                  <a:pt x="1034964" y="82305"/>
                </a:cubicBezTo>
                <a:cubicBezTo>
                  <a:pt x="1030759" y="82305"/>
                  <a:pt x="1027238" y="81037"/>
                  <a:pt x="1024401" y="78500"/>
                </a:cubicBezTo>
                <a:cubicBezTo>
                  <a:pt x="1021564" y="75964"/>
                  <a:pt x="1020145" y="72993"/>
                  <a:pt x="1020145" y="69589"/>
                </a:cubicBezTo>
                <a:cubicBezTo>
                  <a:pt x="1020145" y="64783"/>
                  <a:pt x="1022048" y="60194"/>
                  <a:pt x="1025853" y="55821"/>
                </a:cubicBezTo>
                <a:cubicBezTo>
                  <a:pt x="1029658" y="51449"/>
                  <a:pt x="1034964" y="48095"/>
                  <a:pt x="1041773" y="45759"/>
                </a:cubicBezTo>
                <a:cubicBezTo>
                  <a:pt x="1048582" y="43422"/>
                  <a:pt x="1055657" y="42254"/>
                  <a:pt x="1063000" y="42254"/>
                </a:cubicBezTo>
                <a:cubicBezTo>
                  <a:pt x="1071878" y="42254"/>
                  <a:pt x="1078904" y="44145"/>
                  <a:pt x="1084077" y="47927"/>
                </a:cubicBezTo>
                <a:cubicBezTo>
                  <a:pt x="1089250" y="51707"/>
                  <a:pt x="1092605" y="55805"/>
                  <a:pt x="1094140" y="60221"/>
                </a:cubicBezTo>
                <a:cubicBezTo>
                  <a:pt x="1095075" y="63031"/>
                  <a:pt x="1095542" y="69487"/>
                  <a:pt x="1095542" y="79589"/>
                </a:cubicBezTo>
                <a:lnTo>
                  <a:pt x="1095542" y="116020"/>
                </a:lnTo>
                <a:cubicBezTo>
                  <a:pt x="1095542" y="120303"/>
                  <a:pt x="1095709" y="122997"/>
                  <a:pt x="1096042" y="124102"/>
                </a:cubicBezTo>
                <a:cubicBezTo>
                  <a:pt x="1096376" y="125206"/>
                  <a:pt x="1096877" y="126026"/>
                  <a:pt x="1097544" y="126562"/>
                </a:cubicBezTo>
                <a:cubicBezTo>
                  <a:pt x="1098212" y="127096"/>
                  <a:pt x="1098980" y="127363"/>
                  <a:pt x="1099847" y="127363"/>
                </a:cubicBezTo>
                <a:cubicBezTo>
                  <a:pt x="1101583" y="127363"/>
                  <a:pt x="1103352" y="126128"/>
                  <a:pt x="1105154" y="123658"/>
                </a:cubicBezTo>
                <a:lnTo>
                  <a:pt x="1108158" y="126061"/>
                </a:lnTo>
                <a:cubicBezTo>
                  <a:pt x="1104820" y="131001"/>
                  <a:pt x="1101366" y="134589"/>
                  <a:pt x="1097795" y="136825"/>
                </a:cubicBezTo>
                <a:cubicBezTo>
                  <a:pt x="1094223" y="139061"/>
                  <a:pt x="1090168" y="140179"/>
                  <a:pt x="1085629" y="140179"/>
                </a:cubicBezTo>
                <a:cubicBezTo>
                  <a:pt x="1080289" y="140179"/>
                  <a:pt x="1076117" y="138919"/>
                  <a:pt x="1073113" y="136399"/>
                </a:cubicBezTo>
                <a:cubicBezTo>
                  <a:pt x="1070109" y="133880"/>
                  <a:pt x="1068274" y="130066"/>
                  <a:pt x="1067606" y="124960"/>
                </a:cubicBezTo>
                <a:moveTo>
                  <a:pt x="1067606" y="117550"/>
                </a:moveTo>
                <a:lnTo>
                  <a:pt x="1067606" y="86229"/>
                </a:lnTo>
                <a:cubicBezTo>
                  <a:pt x="1059529" y="90991"/>
                  <a:pt x="1053521" y="96090"/>
                  <a:pt x="1049583" y="101524"/>
                </a:cubicBezTo>
                <a:cubicBezTo>
                  <a:pt x="1046980" y="105145"/>
                  <a:pt x="1045678" y="108801"/>
                  <a:pt x="1045678" y="112491"/>
                </a:cubicBezTo>
                <a:cubicBezTo>
                  <a:pt x="1045678" y="115576"/>
                  <a:pt x="1046779" y="118293"/>
                  <a:pt x="1048982" y="120642"/>
                </a:cubicBezTo>
                <a:cubicBezTo>
                  <a:pt x="1050651" y="122452"/>
                  <a:pt x="1052987" y="123358"/>
                  <a:pt x="1055991" y="123358"/>
                </a:cubicBezTo>
                <a:cubicBezTo>
                  <a:pt x="1059329" y="123358"/>
                  <a:pt x="1063200" y="121422"/>
                  <a:pt x="1067606" y="117550"/>
                </a:cubicBezTo>
                <a:close/>
                <a:moveTo>
                  <a:pt x="1155118" y="3004"/>
                </a:moveTo>
                <a:lnTo>
                  <a:pt x="1155118" y="119353"/>
                </a:lnTo>
                <a:cubicBezTo>
                  <a:pt x="1155118" y="125961"/>
                  <a:pt x="1155886" y="130183"/>
                  <a:pt x="1157421" y="132019"/>
                </a:cubicBezTo>
                <a:cubicBezTo>
                  <a:pt x="1158956" y="133855"/>
                  <a:pt x="1161960" y="134906"/>
                  <a:pt x="1166432" y="135173"/>
                </a:cubicBezTo>
                <a:lnTo>
                  <a:pt x="1166432" y="138778"/>
                </a:lnTo>
                <a:lnTo>
                  <a:pt x="1115868" y="138778"/>
                </a:lnTo>
                <a:lnTo>
                  <a:pt x="1115868" y="135173"/>
                </a:lnTo>
                <a:cubicBezTo>
                  <a:pt x="1120006" y="135039"/>
                  <a:pt x="1123077" y="133838"/>
                  <a:pt x="1125080" y="131568"/>
                </a:cubicBezTo>
                <a:cubicBezTo>
                  <a:pt x="1126415" y="130033"/>
                  <a:pt x="1127082" y="125961"/>
                  <a:pt x="1127082" y="119353"/>
                </a:cubicBezTo>
                <a:lnTo>
                  <a:pt x="1127082" y="22429"/>
                </a:lnTo>
                <a:cubicBezTo>
                  <a:pt x="1127082" y="15845"/>
                  <a:pt x="1126314" y="11630"/>
                  <a:pt x="1124779" y="9784"/>
                </a:cubicBezTo>
                <a:cubicBezTo>
                  <a:pt x="1123244" y="7936"/>
                  <a:pt x="1120273" y="6878"/>
                  <a:pt x="1115868" y="6608"/>
                </a:cubicBezTo>
                <a:lnTo>
                  <a:pt x="1115868" y="3004"/>
                </a:lnTo>
                <a:lnTo>
                  <a:pt x="1155118" y="3004"/>
                </a:lnTo>
                <a:close/>
                <a:moveTo>
                  <a:pt x="1345421" y="3004"/>
                </a:moveTo>
                <a:lnTo>
                  <a:pt x="1345421" y="39851"/>
                </a:lnTo>
                <a:lnTo>
                  <a:pt x="1341816" y="39851"/>
                </a:lnTo>
                <a:cubicBezTo>
                  <a:pt x="1339680" y="31344"/>
                  <a:pt x="1337310" y="25232"/>
                  <a:pt x="1334707" y="21515"/>
                </a:cubicBezTo>
                <a:cubicBezTo>
                  <a:pt x="1332104" y="17798"/>
                  <a:pt x="1328533" y="14834"/>
                  <a:pt x="1323993" y="12622"/>
                </a:cubicBezTo>
                <a:cubicBezTo>
                  <a:pt x="1321457" y="11417"/>
                  <a:pt x="1317018" y="10814"/>
                  <a:pt x="1310676" y="10814"/>
                </a:cubicBezTo>
                <a:lnTo>
                  <a:pt x="1300563" y="10814"/>
                </a:lnTo>
                <a:lnTo>
                  <a:pt x="1300563" y="115548"/>
                </a:lnTo>
                <a:cubicBezTo>
                  <a:pt x="1300563" y="122525"/>
                  <a:pt x="1300947" y="126887"/>
                  <a:pt x="1301715" y="128633"/>
                </a:cubicBezTo>
                <a:cubicBezTo>
                  <a:pt x="1302483" y="130377"/>
                  <a:pt x="1303984" y="131903"/>
                  <a:pt x="1306221" y="133211"/>
                </a:cubicBezTo>
                <a:cubicBezTo>
                  <a:pt x="1308457" y="134519"/>
                  <a:pt x="1311511" y="135173"/>
                  <a:pt x="1315382" y="135173"/>
                </a:cubicBezTo>
                <a:lnTo>
                  <a:pt x="1319888" y="135173"/>
                </a:lnTo>
                <a:lnTo>
                  <a:pt x="1319888" y="138778"/>
                </a:lnTo>
                <a:lnTo>
                  <a:pt x="1248797" y="138778"/>
                </a:lnTo>
                <a:lnTo>
                  <a:pt x="1248797" y="135173"/>
                </a:lnTo>
                <a:lnTo>
                  <a:pt x="1253303" y="135173"/>
                </a:lnTo>
                <a:cubicBezTo>
                  <a:pt x="1257241" y="135173"/>
                  <a:pt x="1260412" y="134469"/>
                  <a:pt x="1262815" y="133061"/>
                </a:cubicBezTo>
                <a:cubicBezTo>
                  <a:pt x="1264551" y="132120"/>
                  <a:pt x="1265919" y="130510"/>
                  <a:pt x="1266920" y="128230"/>
                </a:cubicBezTo>
                <a:cubicBezTo>
                  <a:pt x="1267655" y="126619"/>
                  <a:pt x="1268022" y="122392"/>
                  <a:pt x="1268022" y="115548"/>
                </a:cubicBezTo>
                <a:lnTo>
                  <a:pt x="1268022" y="10814"/>
                </a:lnTo>
                <a:lnTo>
                  <a:pt x="1258209" y="10814"/>
                </a:lnTo>
                <a:cubicBezTo>
                  <a:pt x="1249064" y="10814"/>
                  <a:pt x="1242422" y="12756"/>
                  <a:pt x="1238284" y="16640"/>
                </a:cubicBezTo>
                <a:cubicBezTo>
                  <a:pt x="1232476" y="22066"/>
                  <a:pt x="1228805" y="29803"/>
                  <a:pt x="1227270" y="39851"/>
                </a:cubicBezTo>
                <a:lnTo>
                  <a:pt x="1223465" y="39851"/>
                </a:lnTo>
                <a:lnTo>
                  <a:pt x="1223465" y="3004"/>
                </a:lnTo>
                <a:lnTo>
                  <a:pt x="1345421" y="3004"/>
                </a:lnTo>
                <a:close/>
                <a:moveTo>
                  <a:pt x="1420217" y="88513"/>
                </a:moveTo>
                <a:lnTo>
                  <a:pt x="1368851" y="88513"/>
                </a:lnTo>
                <a:cubicBezTo>
                  <a:pt x="1369452" y="100962"/>
                  <a:pt x="1372756" y="110801"/>
                  <a:pt x="1378764" y="118029"/>
                </a:cubicBezTo>
                <a:cubicBezTo>
                  <a:pt x="1383369" y="123584"/>
                  <a:pt x="1388910" y="126362"/>
                  <a:pt x="1395385" y="126362"/>
                </a:cubicBezTo>
                <a:cubicBezTo>
                  <a:pt x="1399390" y="126362"/>
                  <a:pt x="1403028" y="125244"/>
                  <a:pt x="1406299" y="123007"/>
                </a:cubicBezTo>
                <a:cubicBezTo>
                  <a:pt x="1409570" y="120771"/>
                  <a:pt x="1413074" y="116749"/>
                  <a:pt x="1416812" y="110942"/>
                </a:cubicBezTo>
                <a:lnTo>
                  <a:pt x="1420217" y="113145"/>
                </a:lnTo>
                <a:cubicBezTo>
                  <a:pt x="1415143" y="123491"/>
                  <a:pt x="1409536" y="130817"/>
                  <a:pt x="1403395" y="135123"/>
                </a:cubicBezTo>
                <a:cubicBezTo>
                  <a:pt x="1397254" y="139428"/>
                  <a:pt x="1390145" y="141581"/>
                  <a:pt x="1382068" y="141581"/>
                </a:cubicBezTo>
                <a:cubicBezTo>
                  <a:pt x="1368183" y="141581"/>
                  <a:pt x="1357670" y="136236"/>
                  <a:pt x="1350527" y="125545"/>
                </a:cubicBezTo>
                <a:cubicBezTo>
                  <a:pt x="1344787" y="116926"/>
                  <a:pt x="1341916" y="106235"/>
                  <a:pt x="1341916" y="93473"/>
                </a:cubicBezTo>
                <a:cubicBezTo>
                  <a:pt x="1341916" y="77836"/>
                  <a:pt x="1346138" y="65391"/>
                  <a:pt x="1354583" y="56137"/>
                </a:cubicBezTo>
                <a:cubicBezTo>
                  <a:pt x="1363027" y="46882"/>
                  <a:pt x="1372923" y="42254"/>
                  <a:pt x="1384271" y="42254"/>
                </a:cubicBezTo>
                <a:cubicBezTo>
                  <a:pt x="1393749" y="42254"/>
                  <a:pt x="1401977" y="46142"/>
                  <a:pt x="1408952" y="53919"/>
                </a:cubicBezTo>
                <a:cubicBezTo>
                  <a:pt x="1415928" y="61696"/>
                  <a:pt x="1419683" y="73227"/>
                  <a:pt x="1420217" y="88513"/>
                </a:cubicBezTo>
                <a:moveTo>
                  <a:pt x="1395585" y="81905"/>
                </a:moveTo>
                <a:cubicBezTo>
                  <a:pt x="1395585" y="71158"/>
                  <a:pt x="1395001" y="63782"/>
                  <a:pt x="1393833" y="59776"/>
                </a:cubicBezTo>
                <a:cubicBezTo>
                  <a:pt x="1392665" y="55771"/>
                  <a:pt x="1390846" y="52734"/>
                  <a:pt x="1388376" y="50665"/>
                </a:cubicBezTo>
                <a:cubicBezTo>
                  <a:pt x="1386974" y="49463"/>
                  <a:pt x="1385105" y="48862"/>
                  <a:pt x="1382769" y="48862"/>
                </a:cubicBezTo>
                <a:cubicBezTo>
                  <a:pt x="1379298" y="48862"/>
                  <a:pt x="1376461" y="50565"/>
                  <a:pt x="1374258" y="53969"/>
                </a:cubicBezTo>
                <a:cubicBezTo>
                  <a:pt x="1370319" y="59910"/>
                  <a:pt x="1368350" y="68054"/>
                  <a:pt x="1368350" y="78400"/>
                </a:cubicBezTo>
                <a:lnTo>
                  <a:pt x="1368350" y="81905"/>
                </a:lnTo>
                <a:lnTo>
                  <a:pt x="1395585" y="81905"/>
                </a:lnTo>
                <a:close/>
                <a:moveTo>
                  <a:pt x="1486911" y="81348"/>
                </a:moveTo>
                <a:lnTo>
                  <a:pt x="1503554" y="112250"/>
                </a:lnTo>
                <a:cubicBezTo>
                  <a:pt x="1509162" y="122995"/>
                  <a:pt x="1513601" y="129801"/>
                  <a:pt x="1516871" y="132670"/>
                </a:cubicBezTo>
                <a:cubicBezTo>
                  <a:pt x="1518674" y="134205"/>
                  <a:pt x="1521144" y="135039"/>
                  <a:pt x="1524281" y="135173"/>
                </a:cubicBezTo>
                <a:lnTo>
                  <a:pt x="1524281" y="138778"/>
                </a:lnTo>
                <a:lnTo>
                  <a:pt x="1472114" y="138778"/>
                </a:lnTo>
                <a:lnTo>
                  <a:pt x="1472114" y="135173"/>
                </a:lnTo>
                <a:cubicBezTo>
                  <a:pt x="1476186" y="134839"/>
                  <a:pt x="1478706" y="134305"/>
                  <a:pt x="1479674" y="133571"/>
                </a:cubicBezTo>
                <a:cubicBezTo>
                  <a:pt x="1480642" y="132834"/>
                  <a:pt x="1481126" y="131831"/>
                  <a:pt x="1481126" y="130561"/>
                </a:cubicBezTo>
                <a:cubicBezTo>
                  <a:pt x="1481126" y="128690"/>
                  <a:pt x="1480058" y="125748"/>
                  <a:pt x="1477922" y="121737"/>
                </a:cubicBezTo>
                <a:lnTo>
                  <a:pt x="1469749" y="106561"/>
                </a:lnTo>
                <a:lnTo>
                  <a:pt x="1462902" y="116624"/>
                </a:lnTo>
                <a:cubicBezTo>
                  <a:pt x="1459765" y="121236"/>
                  <a:pt x="1457996" y="123977"/>
                  <a:pt x="1457596" y="124847"/>
                </a:cubicBezTo>
                <a:cubicBezTo>
                  <a:pt x="1457062" y="126115"/>
                  <a:pt x="1456795" y="127251"/>
                  <a:pt x="1456795" y="128255"/>
                </a:cubicBezTo>
                <a:cubicBezTo>
                  <a:pt x="1456795" y="129792"/>
                  <a:pt x="1457112" y="131079"/>
                  <a:pt x="1457746" y="132116"/>
                </a:cubicBezTo>
                <a:cubicBezTo>
                  <a:pt x="1458380" y="133151"/>
                  <a:pt x="1459248" y="133919"/>
                  <a:pt x="1460349" y="134422"/>
                </a:cubicBezTo>
                <a:cubicBezTo>
                  <a:pt x="1461451" y="134923"/>
                  <a:pt x="1463470" y="135173"/>
                  <a:pt x="1466407" y="135173"/>
                </a:cubicBezTo>
                <a:lnTo>
                  <a:pt x="1466407" y="138778"/>
                </a:lnTo>
                <a:lnTo>
                  <a:pt x="1429760" y="138778"/>
                </a:lnTo>
                <a:lnTo>
                  <a:pt x="1429760" y="135173"/>
                </a:lnTo>
                <a:cubicBezTo>
                  <a:pt x="1434299" y="135173"/>
                  <a:pt x="1438454" y="133920"/>
                  <a:pt x="1442226" y="131415"/>
                </a:cubicBezTo>
                <a:cubicBezTo>
                  <a:pt x="1445997" y="128908"/>
                  <a:pt x="1451488" y="122342"/>
                  <a:pt x="1458697" y="111718"/>
                </a:cubicBezTo>
                <a:lnTo>
                  <a:pt x="1466423" y="100382"/>
                </a:lnTo>
                <a:lnTo>
                  <a:pt x="1450286" y="70418"/>
                </a:lnTo>
                <a:cubicBezTo>
                  <a:pt x="1445013" y="60614"/>
                  <a:pt x="1441075" y="54604"/>
                  <a:pt x="1438471" y="52389"/>
                </a:cubicBezTo>
                <a:cubicBezTo>
                  <a:pt x="1435868" y="50174"/>
                  <a:pt x="1432964" y="48931"/>
                  <a:pt x="1429760" y="48662"/>
                </a:cubicBezTo>
                <a:lnTo>
                  <a:pt x="1429760" y="45058"/>
                </a:lnTo>
                <a:lnTo>
                  <a:pt x="1481626" y="45058"/>
                </a:lnTo>
                <a:lnTo>
                  <a:pt x="1481626" y="48662"/>
                </a:lnTo>
                <a:lnTo>
                  <a:pt x="1478923" y="48762"/>
                </a:lnTo>
                <a:lnTo>
                  <a:pt x="1473716" y="50583"/>
                </a:lnTo>
                <a:cubicBezTo>
                  <a:pt x="1473182" y="51055"/>
                  <a:pt x="1472915" y="51830"/>
                  <a:pt x="1472915" y="52908"/>
                </a:cubicBezTo>
                <a:cubicBezTo>
                  <a:pt x="1472915" y="53918"/>
                  <a:pt x="1473082" y="54962"/>
                  <a:pt x="1473416" y="56040"/>
                </a:cubicBezTo>
                <a:cubicBezTo>
                  <a:pt x="1473616" y="56512"/>
                  <a:pt x="1474551" y="58331"/>
                  <a:pt x="1476219" y="61497"/>
                </a:cubicBezTo>
                <a:lnTo>
                  <a:pt x="1483591" y="75184"/>
                </a:lnTo>
                <a:lnTo>
                  <a:pt x="1487334" y="69689"/>
                </a:lnTo>
                <a:cubicBezTo>
                  <a:pt x="1492674" y="62311"/>
                  <a:pt x="1495344" y="57146"/>
                  <a:pt x="1495344" y="54194"/>
                </a:cubicBezTo>
                <a:cubicBezTo>
                  <a:pt x="1495344" y="52786"/>
                  <a:pt x="1494760" y="51596"/>
                  <a:pt x="1493592" y="50624"/>
                </a:cubicBezTo>
                <a:cubicBezTo>
                  <a:pt x="1492424" y="49652"/>
                  <a:pt x="1490338" y="48998"/>
                  <a:pt x="1487334" y="48662"/>
                </a:cubicBezTo>
                <a:lnTo>
                  <a:pt x="1487334" y="45058"/>
                </a:lnTo>
                <a:lnTo>
                  <a:pt x="1520476" y="45058"/>
                </a:lnTo>
                <a:lnTo>
                  <a:pt x="1520476" y="48662"/>
                </a:lnTo>
                <a:cubicBezTo>
                  <a:pt x="1516404" y="48796"/>
                  <a:pt x="1512599" y="50056"/>
                  <a:pt x="1509061" y="52442"/>
                </a:cubicBezTo>
                <a:cubicBezTo>
                  <a:pt x="1505524" y="54828"/>
                  <a:pt x="1501552" y="59450"/>
                  <a:pt x="1497146" y="66307"/>
                </a:cubicBezTo>
                <a:lnTo>
                  <a:pt x="1486911" y="81348"/>
                </a:lnTo>
                <a:close/>
                <a:moveTo>
                  <a:pt x="1571641" y="10614"/>
                </a:moveTo>
                <a:lnTo>
                  <a:pt x="1571641" y="45058"/>
                </a:lnTo>
                <a:lnTo>
                  <a:pt x="1593870" y="45058"/>
                </a:lnTo>
                <a:lnTo>
                  <a:pt x="1593870" y="54870"/>
                </a:lnTo>
                <a:lnTo>
                  <a:pt x="1571641" y="54870"/>
                </a:lnTo>
                <a:lnTo>
                  <a:pt x="1571641" y="112801"/>
                </a:lnTo>
                <a:cubicBezTo>
                  <a:pt x="1571641" y="118222"/>
                  <a:pt x="1571892" y="121719"/>
                  <a:pt x="1572392" y="123292"/>
                </a:cubicBezTo>
                <a:cubicBezTo>
                  <a:pt x="1572893" y="124865"/>
                  <a:pt x="1573778" y="126137"/>
                  <a:pt x="1575046" y="127109"/>
                </a:cubicBezTo>
                <a:cubicBezTo>
                  <a:pt x="1576314" y="128079"/>
                  <a:pt x="1577482" y="128564"/>
                  <a:pt x="1578550" y="128564"/>
                </a:cubicBezTo>
                <a:cubicBezTo>
                  <a:pt x="1582889" y="128564"/>
                  <a:pt x="1586994" y="125227"/>
                  <a:pt x="1590866" y="118552"/>
                </a:cubicBezTo>
                <a:lnTo>
                  <a:pt x="1593870" y="120776"/>
                </a:lnTo>
                <a:cubicBezTo>
                  <a:pt x="1588463" y="133712"/>
                  <a:pt x="1579685" y="140179"/>
                  <a:pt x="1567536" y="140179"/>
                </a:cubicBezTo>
                <a:cubicBezTo>
                  <a:pt x="1561595" y="140179"/>
                  <a:pt x="1556572" y="138522"/>
                  <a:pt x="1552467" y="135207"/>
                </a:cubicBezTo>
                <a:cubicBezTo>
                  <a:pt x="1548362" y="131891"/>
                  <a:pt x="1545742" y="128189"/>
                  <a:pt x="1544607" y="124102"/>
                </a:cubicBezTo>
                <a:cubicBezTo>
                  <a:pt x="1543939" y="121825"/>
                  <a:pt x="1543606" y="115661"/>
                  <a:pt x="1543606" y="105613"/>
                </a:cubicBezTo>
                <a:lnTo>
                  <a:pt x="1543606" y="54870"/>
                </a:lnTo>
                <a:lnTo>
                  <a:pt x="1531390" y="54870"/>
                </a:lnTo>
                <a:lnTo>
                  <a:pt x="1531390" y="51356"/>
                </a:lnTo>
                <a:cubicBezTo>
                  <a:pt x="1539801" y="45403"/>
                  <a:pt x="1546960" y="39148"/>
                  <a:pt x="1552867" y="32592"/>
                </a:cubicBezTo>
                <a:cubicBezTo>
                  <a:pt x="1558775" y="26035"/>
                  <a:pt x="1563932" y="18709"/>
                  <a:pt x="1568337" y="10614"/>
                </a:cubicBezTo>
                <a:lnTo>
                  <a:pt x="1571641" y="10614"/>
                </a:lnTo>
                <a:close/>
                <a:moveTo>
                  <a:pt x="1702507" y="77299"/>
                </a:moveTo>
                <a:lnTo>
                  <a:pt x="1702507" y="114947"/>
                </a:lnTo>
                <a:cubicBezTo>
                  <a:pt x="1702507" y="122327"/>
                  <a:pt x="1702958" y="126974"/>
                  <a:pt x="1703859" y="128887"/>
                </a:cubicBezTo>
                <a:cubicBezTo>
                  <a:pt x="1704760" y="130798"/>
                  <a:pt x="1706362" y="132323"/>
                  <a:pt x="1708665" y="133464"/>
                </a:cubicBezTo>
                <a:cubicBezTo>
                  <a:pt x="1710968" y="134603"/>
                  <a:pt x="1715190" y="135173"/>
                  <a:pt x="1721331" y="135173"/>
                </a:cubicBezTo>
                <a:lnTo>
                  <a:pt x="1721331" y="138778"/>
                </a:lnTo>
                <a:lnTo>
                  <a:pt x="1652343" y="138778"/>
                </a:lnTo>
                <a:lnTo>
                  <a:pt x="1652343" y="135173"/>
                </a:lnTo>
                <a:cubicBezTo>
                  <a:pt x="1658618" y="135173"/>
                  <a:pt x="1662873" y="134586"/>
                  <a:pt x="1665110" y="133411"/>
                </a:cubicBezTo>
                <a:cubicBezTo>
                  <a:pt x="1667346" y="132237"/>
                  <a:pt x="1668914" y="130711"/>
                  <a:pt x="1669816" y="128834"/>
                </a:cubicBezTo>
                <a:cubicBezTo>
                  <a:pt x="1670717" y="126956"/>
                  <a:pt x="1671167" y="122327"/>
                  <a:pt x="1671167" y="114947"/>
                </a:cubicBezTo>
                <a:lnTo>
                  <a:pt x="1671167" y="26834"/>
                </a:lnTo>
                <a:cubicBezTo>
                  <a:pt x="1671167" y="19454"/>
                  <a:pt x="1670717" y="14809"/>
                  <a:pt x="1669816" y="12898"/>
                </a:cubicBezTo>
                <a:cubicBezTo>
                  <a:pt x="1668914" y="10985"/>
                  <a:pt x="1667329" y="9459"/>
                  <a:pt x="1665060" y="8320"/>
                </a:cubicBezTo>
                <a:cubicBezTo>
                  <a:pt x="1662790" y="7179"/>
                  <a:pt x="1658551" y="6608"/>
                  <a:pt x="1652343" y="6608"/>
                </a:cubicBezTo>
                <a:lnTo>
                  <a:pt x="1652343" y="3004"/>
                </a:lnTo>
                <a:lnTo>
                  <a:pt x="1711519" y="3004"/>
                </a:lnTo>
                <a:cubicBezTo>
                  <a:pt x="1731011" y="3004"/>
                  <a:pt x="1744995" y="6475"/>
                  <a:pt x="1753473" y="13417"/>
                </a:cubicBezTo>
                <a:cubicBezTo>
                  <a:pt x="1761950" y="20359"/>
                  <a:pt x="1766189" y="29037"/>
                  <a:pt x="1766189" y="39450"/>
                </a:cubicBezTo>
                <a:cubicBezTo>
                  <a:pt x="1766189" y="48262"/>
                  <a:pt x="1763452" y="55805"/>
                  <a:pt x="1757978" y="62079"/>
                </a:cubicBezTo>
                <a:cubicBezTo>
                  <a:pt x="1752505" y="68354"/>
                  <a:pt x="1744962" y="72626"/>
                  <a:pt x="1735349" y="74896"/>
                </a:cubicBezTo>
                <a:cubicBezTo>
                  <a:pt x="1728874" y="76498"/>
                  <a:pt x="1717927" y="77299"/>
                  <a:pt x="1702507" y="77299"/>
                </a:cubicBezTo>
                <a:moveTo>
                  <a:pt x="1702507" y="10814"/>
                </a:moveTo>
                <a:lnTo>
                  <a:pt x="1702507" y="69489"/>
                </a:lnTo>
                <a:cubicBezTo>
                  <a:pt x="1704710" y="69622"/>
                  <a:pt x="1706379" y="69689"/>
                  <a:pt x="1707514" y="69689"/>
                </a:cubicBezTo>
                <a:cubicBezTo>
                  <a:pt x="1715658" y="69689"/>
                  <a:pt x="1721932" y="67269"/>
                  <a:pt x="1726338" y="62430"/>
                </a:cubicBezTo>
                <a:cubicBezTo>
                  <a:pt x="1730744" y="57590"/>
                  <a:pt x="1732946" y="50097"/>
                  <a:pt x="1732946" y="39951"/>
                </a:cubicBezTo>
                <a:cubicBezTo>
                  <a:pt x="1732946" y="29872"/>
                  <a:pt x="1730744" y="22495"/>
                  <a:pt x="1726338" y="17823"/>
                </a:cubicBezTo>
                <a:cubicBezTo>
                  <a:pt x="1721932" y="13150"/>
                  <a:pt x="1715357" y="10814"/>
                  <a:pt x="1706613" y="10814"/>
                </a:cubicBezTo>
                <a:lnTo>
                  <a:pt x="1702507" y="10814"/>
                </a:lnTo>
                <a:close/>
                <a:moveTo>
                  <a:pt x="1818188" y="45058"/>
                </a:moveTo>
                <a:lnTo>
                  <a:pt x="1818188" y="66285"/>
                </a:lnTo>
                <a:cubicBezTo>
                  <a:pt x="1824396" y="56606"/>
                  <a:pt x="1829836" y="50181"/>
                  <a:pt x="1834509" y="47010"/>
                </a:cubicBezTo>
                <a:cubicBezTo>
                  <a:pt x="1839182" y="43839"/>
                  <a:pt x="1843688" y="42254"/>
                  <a:pt x="1848026" y="42254"/>
                </a:cubicBezTo>
                <a:cubicBezTo>
                  <a:pt x="1851765" y="42254"/>
                  <a:pt x="1854752" y="43410"/>
                  <a:pt x="1856988" y="45721"/>
                </a:cubicBezTo>
                <a:cubicBezTo>
                  <a:pt x="1859224" y="48032"/>
                  <a:pt x="1860342" y="51298"/>
                  <a:pt x="1860342" y="55518"/>
                </a:cubicBezTo>
                <a:cubicBezTo>
                  <a:pt x="1860342" y="60007"/>
                  <a:pt x="1859257" y="63492"/>
                  <a:pt x="1857088" y="65972"/>
                </a:cubicBezTo>
                <a:cubicBezTo>
                  <a:pt x="1854919" y="68450"/>
                  <a:pt x="1852299" y="69689"/>
                  <a:pt x="1849228" y="69689"/>
                </a:cubicBezTo>
                <a:cubicBezTo>
                  <a:pt x="1845690" y="69689"/>
                  <a:pt x="1842619" y="68554"/>
                  <a:pt x="1840016" y="66285"/>
                </a:cubicBezTo>
                <a:cubicBezTo>
                  <a:pt x="1837413" y="64015"/>
                  <a:pt x="1835878" y="62747"/>
                  <a:pt x="1835410" y="62480"/>
                </a:cubicBezTo>
                <a:cubicBezTo>
                  <a:pt x="1834743" y="62079"/>
                  <a:pt x="1833975" y="61879"/>
                  <a:pt x="1833107" y="61879"/>
                </a:cubicBezTo>
                <a:cubicBezTo>
                  <a:pt x="1831172" y="61879"/>
                  <a:pt x="1829336" y="62613"/>
                  <a:pt x="1827600" y="64082"/>
                </a:cubicBezTo>
                <a:cubicBezTo>
                  <a:pt x="1824863" y="66352"/>
                  <a:pt x="1822794" y="69589"/>
                  <a:pt x="1821392" y="73794"/>
                </a:cubicBezTo>
                <a:cubicBezTo>
                  <a:pt x="1819256" y="80269"/>
                  <a:pt x="1818188" y="87412"/>
                  <a:pt x="1818188" y="95222"/>
                </a:cubicBezTo>
                <a:lnTo>
                  <a:pt x="1818188" y="116749"/>
                </a:lnTo>
                <a:lnTo>
                  <a:pt x="1818288" y="122356"/>
                </a:lnTo>
                <a:cubicBezTo>
                  <a:pt x="1818288" y="126161"/>
                  <a:pt x="1818522" y="128598"/>
                  <a:pt x="1818989" y="129666"/>
                </a:cubicBezTo>
                <a:cubicBezTo>
                  <a:pt x="1819790" y="131468"/>
                  <a:pt x="1820975" y="132787"/>
                  <a:pt x="1822544" y="133621"/>
                </a:cubicBezTo>
                <a:cubicBezTo>
                  <a:pt x="1824112" y="134455"/>
                  <a:pt x="1826766" y="134973"/>
                  <a:pt x="1830504" y="135173"/>
                </a:cubicBezTo>
                <a:lnTo>
                  <a:pt x="1830504" y="138778"/>
                </a:lnTo>
                <a:lnTo>
                  <a:pt x="1779939" y="138778"/>
                </a:lnTo>
                <a:lnTo>
                  <a:pt x="1779939" y="135173"/>
                </a:lnTo>
                <a:cubicBezTo>
                  <a:pt x="1784011" y="134839"/>
                  <a:pt x="1786765" y="133721"/>
                  <a:pt x="1788200" y="131819"/>
                </a:cubicBezTo>
                <a:cubicBezTo>
                  <a:pt x="1789635" y="129916"/>
                  <a:pt x="1790353" y="124893"/>
                  <a:pt x="1790353" y="116749"/>
                </a:cubicBezTo>
                <a:lnTo>
                  <a:pt x="1790353" y="64883"/>
                </a:lnTo>
                <a:cubicBezTo>
                  <a:pt x="1790353" y="59509"/>
                  <a:pt x="1790086" y="56084"/>
                  <a:pt x="1789552" y="54607"/>
                </a:cubicBezTo>
                <a:cubicBezTo>
                  <a:pt x="1788884" y="52726"/>
                  <a:pt x="1787916" y="51349"/>
                  <a:pt x="1786648" y="50477"/>
                </a:cubicBezTo>
                <a:cubicBezTo>
                  <a:pt x="1785380" y="49603"/>
                  <a:pt x="1783143" y="48998"/>
                  <a:pt x="1779939" y="48662"/>
                </a:cubicBezTo>
                <a:lnTo>
                  <a:pt x="1779939" y="45058"/>
                </a:lnTo>
                <a:lnTo>
                  <a:pt x="1818188" y="45058"/>
                </a:lnTo>
                <a:close/>
                <a:moveTo>
                  <a:pt x="1910744" y="42254"/>
                </a:moveTo>
                <a:cubicBezTo>
                  <a:pt x="1918888" y="42254"/>
                  <a:pt x="1926464" y="44359"/>
                  <a:pt x="1933473" y="48568"/>
                </a:cubicBezTo>
                <a:cubicBezTo>
                  <a:pt x="1940482" y="52778"/>
                  <a:pt x="1945806" y="58758"/>
                  <a:pt x="1949444" y="66510"/>
                </a:cubicBezTo>
                <a:cubicBezTo>
                  <a:pt x="1953082" y="74262"/>
                  <a:pt x="1954901" y="82748"/>
                  <a:pt x="1954901" y="91968"/>
                </a:cubicBezTo>
                <a:cubicBezTo>
                  <a:pt x="1954901" y="105264"/>
                  <a:pt x="1951530" y="116389"/>
                  <a:pt x="1944788" y="125345"/>
                </a:cubicBezTo>
                <a:cubicBezTo>
                  <a:pt x="1936644" y="136169"/>
                  <a:pt x="1925396" y="141581"/>
                  <a:pt x="1911045" y="141581"/>
                </a:cubicBezTo>
                <a:cubicBezTo>
                  <a:pt x="1896960" y="141581"/>
                  <a:pt x="1886113" y="136636"/>
                  <a:pt x="1878503" y="126746"/>
                </a:cubicBezTo>
                <a:cubicBezTo>
                  <a:pt x="1870893" y="116857"/>
                  <a:pt x="1867088" y="105397"/>
                  <a:pt x="1867088" y="92368"/>
                </a:cubicBezTo>
                <a:cubicBezTo>
                  <a:pt x="1867088" y="78938"/>
                  <a:pt x="1870977" y="67229"/>
                  <a:pt x="1878753" y="57239"/>
                </a:cubicBezTo>
                <a:cubicBezTo>
                  <a:pt x="1886530" y="47249"/>
                  <a:pt x="1897193" y="42254"/>
                  <a:pt x="1910744" y="42254"/>
                </a:cubicBezTo>
                <a:moveTo>
                  <a:pt x="1911145" y="49263"/>
                </a:moveTo>
                <a:cubicBezTo>
                  <a:pt x="1907740" y="49263"/>
                  <a:pt x="1904820" y="50550"/>
                  <a:pt x="1902383" y="53124"/>
                </a:cubicBezTo>
                <a:cubicBezTo>
                  <a:pt x="1899947" y="55696"/>
                  <a:pt x="1898345" y="60775"/>
                  <a:pt x="1897577" y="68359"/>
                </a:cubicBezTo>
                <a:cubicBezTo>
                  <a:pt x="1896810" y="75944"/>
                  <a:pt x="1896426" y="86487"/>
                  <a:pt x="1896426" y="99987"/>
                </a:cubicBezTo>
                <a:cubicBezTo>
                  <a:pt x="1896426" y="107138"/>
                  <a:pt x="1896893" y="113822"/>
                  <a:pt x="1897828" y="120038"/>
                </a:cubicBezTo>
                <a:cubicBezTo>
                  <a:pt x="1898562" y="124781"/>
                  <a:pt x="1900131" y="128390"/>
                  <a:pt x="1902534" y="130864"/>
                </a:cubicBezTo>
                <a:cubicBezTo>
                  <a:pt x="1904937" y="133336"/>
                  <a:pt x="1907674" y="134572"/>
                  <a:pt x="1910744" y="134572"/>
                </a:cubicBezTo>
                <a:cubicBezTo>
                  <a:pt x="1913748" y="134572"/>
                  <a:pt x="1916251" y="133737"/>
                  <a:pt x="1918254" y="132066"/>
                </a:cubicBezTo>
                <a:cubicBezTo>
                  <a:pt x="1920857" y="129794"/>
                  <a:pt x="1922593" y="126619"/>
                  <a:pt x="1923460" y="122541"/>
                </a:cubicBezTo>
                <a:cubicBezTo>
                  <a:pt x="1924795" y="116193"/>
                  <a:pt x="1925463" y="103362"/>
                  <a:pt x="1925463" y="84048"/>
                </a:cubicBezTo>
                <a:cubicBezTo>
                  <a:pt x="1925463" y="72688"/>
                  <a:pt x="1924829" y="64886"/>
                  <a:pt x="1923561" y="60643"/>
                </a:cubicBezTo>
                <a:cubicBezTo>
                  <a:pt x="1922292" y="56398"/>
                  <a:pt x="1920423" y="53307"/>
                  <a:pt x="1917953" y="51369"/>
                </a:cubicBezTo>
                <a:cubicBezTo>
                  <a:pt x="1916218" y="49965"/>
                  <a:pt x="1913948" y="49263"/>
                  <a:pt x="1911145" y="49263"/>
                </a:cubicBezTo>
                <a:close/>
                <a:moveTo>
                  <a:pt x="2045516" y="114568"/>
                </a:moveTo>
                <a:lnTo>
                  <a:pt x="2048620" y="116968"/>
                </a:lnTo>
                <a:cubicBezTo>
                  <a:pt x="2044215" y="125273"/>
                  <a:pt x="2038724" y="131451"/>
                  <a:pt x="2032149" y="135505"/>
                </a:cubicBezTo>
                <a:cubicBezTo>
                  <a:pt x="2025574" y="139556"/>
                  <a:pt x="2018582" y="141581"/>
                  <a:pt x="2011172" y="141581"/>
                </a:cubicBezTo>
                <a:cubicBezTo>
                  <a:pt x="1998690" y="141581"/>
                  <a:pt x="1988710" y="136871"/>
                  <a:pt x="1981234" y="127451"/>
                </a:cubicBezTo>
                <a:cubicBezTo>
                  <a:pt x="1973758" y="118028"/>
                  <a:pt x="1970020" y="106702"/>
                  <a:pt x="1970020" y="93473"/>
                </a:cubicBezTo>
                <a:cubicBezTo>
                  <a:pt x="1970020" y="80708"/>
                  <a:pt x="1973424" y="69483"/>
                  <a:pt x="1980233" y="59795"/>
                </a:cubicBezTo>
                <a:cubicBezTo>
                  <a:pt x="1988443" y="48101"/>
                  <a:pt x="1999758" y="42254"/>
                  <a:pt x="2014176" y="42254"/>
                </a:cubicBezTo>
                <a:cubicBezTo>
                  <a:pt x="2023855" y="42254"/>
                  <a:pt x="2031548" y="44698"/>
                  <a:pt x="2037256" y="49585"/>
                </a:cubicBezTo>
                <a:cubicBezTo>
                  <a:pt x="2042963" y="54471"/>
                  <a:pt x="2045817" y="59926"/>
                  <a:pt x="2045817" y="65950"/>
                </a:cubicBezTo>
                <a:cubicBezTo>
                  <a:pt x="2045817" y="69765"/>
                  <a:pt x="2044665" y="72811"/>
                  <a:pt x="2042362" y="75087"/>
                </a:cubicBezTo>
                <a:cubicBezTo>
                  <a:pt x="2040059" y="77362"/>
                  <a:pt x="2037039" y="78500"/>
                  <a:pt x="2033301" y="78500"/>
                </a:cubicBezTo>
                <a:cubicBezTo>
                  <a:pt x="2029362" y="78500"/>
                  <a:pt x="2026108" y="77195"/>
                  <a:pt x="2023538" y="74583"/>
                </a:cubicBezTo>
                <a:cubicBezTo>
                  <a:pt x="2020968" y="71969"/>
                  <a:pt x="2019383" y="67313"/>
                  <a:pt x="2018782" y="60615"/>
                </a:cubicBezTo>
                <a:cubicBezTo>
                  <a:pt x="2018382" y="56395"/>
                  <a:pt x="2017414" y="53448"/>
                  <a:pt x="2015878" y="51772"/>
                </a:cubicBezTo>
                <a:cubicBezTo>
                  <a:pt x="2014343" y="50099"/>
                  <a:pt x="2012541" y="49263"/>
                  <a:pt x="2010471" y="49263"/>
                </a:cubicBezTo>
                <a:cubicBezTo>
                  <a:pt x="2007267" y="49263"/>
                  <a:pt x="2004531" y="50965"/>
                  <a:pt x="2002261" y="54370"/>
                </a:cubicBezTo>
                <a:cubicBezTo>
                  <a:pt x="1998790" y="59509"/>
                  <a:pt x="1997054" y="67386"/>
                  <a:pt x="1997054" y="78000"/>
                </a:cubicBezTo>
                <a:cubicBezTo>
                  <a:pt x="1997054" y="86811"/>
                  <a:pt x="1998456" y="95238"/>
                  <a:pt x="2001260" y="103282"/>
                </a:cubicBezTo>
                <a:cubicBezTo>
                  <a:pt x="2004063" y="111326"/>
                  <a:pt x="2007902" y="117317"/>
                  <a:pt x="2012774" y="121255"/>
                </a:cubicBezTo>
                <a:cubicBezTo>
                  <a:pt x="2016446" y="124125"/>
                  <a:pt x="2020785" y="125561"/>
                  <a:pt x="2025791" y="125561"/>
                </a:cubicBezTo>
                <a:cubicBezTo>
                  <a:pt x="2029062" y="125561"/>
                  <a:pt x="2032166" y="124795"/>
                  <a:pt x="2035103" y="123264"/>
                </a:cubicBezTo>
                <a:cubicBezTo>
                  <a:pt x="2038040" y="121731"/>
                  <a:pt x="2041511" y="118832"/>
                  <a:pt x="2045516" y="114568"/>
                </a:cubicBezTo>
                <a:close/>
                <a:moveTo>
                  <a:pt x="2139468" y="88513"/>
                </a:moveTo>
                <a:lnTo>
                  <a:pt x="2088102" y="88513"/>
                </a:lnTo>
                <a:cubicBezTo>
                  <a:pt x="2088703" y="100962"/>
                  <a:pt x="2092007" y="110801"/>
                  <a:pt x="2098015" y="118029"/>
                </a:cubicBezTo>
                <a:cubicBezTo>
                  <a:pt x="2102621" y="123584"/>
                  <a:pt x="2108161" y="126362"/>
                  <a:pt x="2114636" y="126362"/>
                </a:cubicBezTo>
                <a:cubicBezTo>
                  <a:pt x="2118641" y="126362"/>
                  <a:pt x="2122279" y="125244"/>
                  <a:pt x="2125550" y="123007"/>
                </a:cubicBezTo>
                <a:cubicBezTo>
                  <a:pt x="2128821" y="120771"/>
                  <a:pt x="2132325" y="116749"/>
                  <a:pt x="2136063" y="110942"/>
                </a:cubicBezTo>
                <a:lnTo>
                  <a:pt x="2139468" y="113145"/>
                </a:lnTo>
                <a:cubicBezTo>
                  <a:pt x="2134394" y="123491"/>
                  <a:pt x="2128787" y="130817"/>
                  <a:pt x="2122646" y="135123"/>
                </a:cubicBezTo>
                <a:cubicBezTo>
                  <a:pt x="2116505" y="139428"/>
                  <a:pt x="2109396" y="141581"/>
                  <a:pt x="2101319" y="141581"/>
                </a:cubicBezTo>
                <a:cubicBezTo>
                  <a:pt x="2087434" y="141581"/>
                  <a:pt x="2076921" y="136236"/>
                  <a:pt x="2069779" y="125545"/>
                </a:cubicBezTo>
                <a:cubicBezTo>
                  <a:pt x="2064038" y="116926"/>
                  <a:pt x="2061168" y="106235"/>
                  <a:pt x="2061168" y="93473"/>
                </a:cubicBezTo>
                <a:cubicBezTo>
                  <a:pt x="2061168" y="77836"/>
                  <a:pt x="2065390" y="65391"/>
                  <a:pt x="2073834" y="56137"/>
                </a:cubicBezTo>
                <a:cubicBezTo>
                  <a:pt x="2082278" y="46882"/>
                  <a:pt x="2092174" y="42254"/>
                  <a:pt x="2103522" y="42254"/>
                </a:cubicBezTo>
                <a:cubicBezTo>
                  <a:pt x="2113000" y="42254"/>
                  <a:pt x="2121228" y="46142"/>
                  <a:pt x="2128203" y="53919"/>
                </a:cubicBezTo>
                <a:cubicBezTo>
                  <a:pt x="2135179" y="61696"/>
                  <a:pt x="2138934" y="73227"/>
                  <a:pt x="2139468" y="88513"/>
                </a:cubicBezTo>
                <a:moveTo>
                  <a:pt x="2114836" y="81905"/>
                </a:moveTo>
                <a:cubicBezTo>
                  <a:pt x="2114836" y="71158"/>
                  <a:pt x="2114252" y="63782"/>
                  <a:pt x="2113084" y="59776"/>
                </a:cubicBezTo>
                <a:cubicBezTo>
                  <a:pt x="2111916" y="55771"/>
                  <a:pt x="2110097" y="52734"/>
                  <a:pt x="2107627" y="50665"/>
                </a:cubicBezTo>
                <a:cubicBezTo>
                  <a:pt x="2106225" y="49463"/>
                  <a:pt x="2104356" y="48862"/>
                  <a:pt x="2102020" y="48862"/>
                </a:cubicBezTo>
                <a:cubicBezTo>
                  <a:pt x="2098549" y="48862"/>
                  <a:pt x="2095712" y="50565"/>
                  <a:pt x="2093509" y="53969"/>
                </a:cubicBezTo>
                <a:cubicBezTo>
                  <a:pt x="2089571" y="59910"/>
                  <a:pt x="2087601" y="68054"/>
                  <a:pt x="2087601" y="78400"/>
                </a:cubicBezTo>
                <a:lnTo>
                  <a:pt x="2087601" y="81905"/>
                </a:lnTo>
                <a:lnTo>
                  <a:pt x="2114836" y="81905"/>
                </a:lnTo>
                <a:close/>
                <a:moveTo>
                  <a:pt x="2210390" y="42655"/>
                </a:moveTo>
                <a:lnTo>
                  <a:pt x="2211892" y="74696"/>
                </a:lnTo>
                <a:lnTo>
                  <a:pt x="2208487" y="74696"/>
                </a:lnTo>
                <a:cubicBezTo>
                  <a:pt x="2204415" y="65140"/>
                  <a:pt x="2200193" y="58612"/>
                  <a:pt x="2195821" y="55114"/>
                </a:cubicBezTo>
                <a:cubicBezTo>
                  <a:pt x="2191449" y="51614"/>
                  <a:pt x="2187093" y="49864"/>
                  <a:pt x="2182754" y="49864"/>
                </a:cubicBezTo>
                <a:cubicBezTo>
                  <a:pt x="2180017" y="49864"/>
                  <a:pt x="2177681" y="50782"/>
                  <a:pt x="2175745" y="52617"/>
                </a:cubicBezTo>
                <a:cubicBezTo>
                  <a:pt x="2173809" y="54453"/>
                  <a:pt x="2172842" y="56572"/>
                  <a:pt x="2172842" y="58975"/>
                </a:cubicBezTo>
                <a:cubicBezTo>
                  <a:pt x="2172842" y="60778"/>
                  <a:pt x="2173509" y="62513"/>
                  <a:pt x="2174844" y="64182"/>
                </a:cubicBezTo>
                <a:cubicBezTo>
                  <a:pt x="2176980" y="66919"/>
                  <a:pt x="2182954" y="71608"/>
                  <a:pt x="2192767" y="78250"/>
                </a:cubicBezTo>
                <a:cubicBezTo>
                  <a:pt x="2202580" y="84892"/>
                  <a:pt x="2209038" y="90532"/>
                  <a:pt x="2212142" y="95172"/>
                </a:cubicBezTo>
                <a:cubicBezTo>
                  <a:pt x="2215246" y="99811"/>
                  <a:pt x="2216798" y="105001"/>
                  <a:pt x="2216798" y="110742"/>
                </a:cubicBezTo>
                <a:cubicBezTo>
                  <a:pt x="2216798" y="115948"/>
                  <a:pt x="2215496" y="121055"/>
                  <a:pt x="2212893" y="126061"/>
                </a:cubicBezTo>
                <a:cubicBezTo>
                  <a:pt x="2210289" y="131068"/>
                  <a:pt x="2206618" y="134906"/>
                  <a:pt x="2201879" y="137576"/>
                </a:cubicBezTo>
                <a:cubicBezTo>
                  <a:pt x="2197139" y="140246"/>
                  <a:pt x="2191899" y="141581"/>
                  <a:pt x="2186159" y="141581"/>
                </a:cubicBezTo>
                <a:cubicBezTo>
                  <a:pt x="2181686" y="141581"/>
                  <a:pt x="2175712" y="140153"/>
                  <a:pt x="2168236" y="137297"/>
                </a:cubicBezTo>
                <a:cubicBezTo>
                  <a:pt x="2166233" y="136549"/>
                  <a:pt x="2164865" y="136174"/>
                  <a:pt x="2164130" y="136174"/>
                </a:cubicBezTo>
                <a:cubicBezTo>
                  <a:pt x="2161928" y="136174"/>
                  <a:pt x="2160092" y="137843"/>
                  <a:pt x="2158623" y="141181"/>
                </a:cubicBezTo>
                <a:lnTo>
                  <a:pt x="2155319" y="141181"/>
                </a:lnTo>
                <a:lnTo>
                  <a:pt x="2153717" y="107538"/>
                </a:lnTo>
                <a:lnTo>
                  <a:pt x="2157121" y="107538"/>
                </a:lnTo>
                <a:cubicBezTo>
                  <a:pt x="2160125" y="116349"/>
                  <a:pt x="2164247" y="122957"/>
                  <a:pt x="2169487" y="127363"/>
                </a:cubicBezTo>
                <a:cubicBezTo>
                  <a:pt x="2174727" y="131769"/>
                  <a:pt x="2179684" y="133971"/>
                  <a:pt x="2184356" y="133971"/>
                </a:cubicBezTo>
                <a:cubicBezTo>
                  <a:pt x="2187560" y="133971"/>
                  <a:pt x="2190180" y="132987"/>
                  <a:pt x="2192216" y="131018"/>
                </a:cubicBezTo>
                <a:cubicBezTo>
                  <a:pt x="2194252" y="129048"/>
                  <a:pt x="2195270" y="126662"/>
                  <a:pt x="2195270" y="123858"/>
                </a:cubicBezTo>
                <a:cubicBezTo>
                  <a:pt x="2195270" y="120654"/>
                  <a:pt x="2194269" y="117884"/>
                  <a:pt x="2192266" y="115548"/>
                </a:cubicBezTo>
                <a:cubicBezTo>
                  <a:pt x="2190264" y="113211"/>
                  <a:pt x="2185791" y="109674"/>
                  <a:pt x="2178849" y="104934"/>
                </a:cubicBezTo>
                <a:cubicBezTo>
                  <a:pt x="2168636" y="97858"/>
                  <a:pt x="2162028" y="92452"/>
                  <a:pt x="2159024" y="88713"/>
                </a:cubicBezTo>
                <a:cubicBezTo>
                  <a:pt x="2154618" y="83240"/>
                  <a:pt x="2152415" y="77199"/>
                  <a:pt x="2152415" y="70590"/>
                </a:cubicBezTo>
                <a:cubicBezTo>
                  <a:pt x="2152415" y="63381"/>
                  <a:pt x="2154902" y="56856"/>
                  <a:pt x="2159875" y="51015"/>
                </a:cubicBezTo>
                <a:cubicBezTo>
                  <a:pt x="2164848" y="45174"/>
                  <a:pt x="2172041" y="42254"/>
                  <a:pt x="2181453" y="42254"/>
                </a:cubicBezTo>
                <a:cubicBezTo>
                  <a:pt x="2186526" y="42254"/>
                  <a:pt x="2191432" y="43537"/>
                  <a:pt x="2196171" y="46103"/>
                </a:cubicBezTo>
                <a:cubicBezTo>
                  <a:pt x="2197974" y="47142"/>
                  <a:pt x="2199442" y="47661"/>
                  <a:pt x="2200577" y="47661"/>
                </a:cubicBezTo>
                <a:cubicBezTo>
                  <a:pt x="2201779" y="47661"/>
                  <a:pt x="2202746" y="47411"/>
                  <a:pt x="2203481" y="46910"/>
                </a:cubicBezTo>
                <a:cubicBezTo>
                  <a:pt x="2204215" y="46409"/>
                  <a:pt x="2205383" y="44991"/>
                  <a:pt x="2206985" y="42655"/>
                </a:cubicBezTo>
                <a:lnTo>
                  <a:pt x="2210390" y="42655"/>
                </a:lnTo>
                <a:close/>
                <a:moveTo>
                  <a:pt x="2290159" y="42655"/>
                </a:moveTo>
                <a:lnTo>
                  <a:pt x="2291661" y="74696"/>
                </a:lnTo>
                <a:lnTo>
                  <a:pt x="2288257" y="74696"/>
                </a:lnTo>
                <a:cubicBezTo>
                  <a:pt x="2284185" y="65140"/>
                  <a:pt x="2279963" y="58612"/>
                  <a:pt x="2275590" y="55114"/>
                </a:cubicBezTo>
                <a:cubicBezTo>
                  <a:pt x="2271218" y="51614"/>
                  <a:pt x="2266862" y="49864"/>
                  <a:pt x="2262524" y="49864"/>
                </a:cubicBezTo>
                <a:cubicBezTo>
                  <a:pt x="2259787" y="49864"/>
                  <a:pt x="2257450" y="50782"/>
                  <a:pt x="2255515" y="52617"/>
                </a:cubicBezTo>
                <a:cubicBezTo>
                  <a:pt x="2253579" y="54453"/>
                  <a:pt x="2252611" y="56572"/>
                  <a:pt x="2252611" y="58975"/>
                </a:cubicBezTo>
                <a:cubicBezTo>
                  <a:pt x="2252611" y="60778"/>
                  <a:pt x="2253278" y="62513"/>
                  <a:pt x="2254613" y="64182"/>
                </a:cubicBezTo>
                <a:cubicBezTo>
                  <a:pt x="2256750" y="66919"/>
                  <a:pt x="2262724" y="71608"/>
                  <a:pt x="2272536" y="78250"/>
                </a:cubicBezTo>
                <a:cubicBezTo>
                  <a:pt x="2282349" y="84892"/>
                  <a:pt x="2288807" y="90532"/>
                  <a:pt x="2291911" y="95172"/>
                </a:cubicBezTo>
                <a:cubicBezTo>
                  <a:pt x="2295015" y="99811"/>
                  <a:pt x="2296567" y="105001"/>
                  <a:pt x="2296567" y="110742"/>
                </a:cubicBezTo>
                <a:cubicBezTo>
                  <a:pt x="2296567" y="115948"/>
                  <a:pt x="2295265" y="121055"/>
                  <a:pt x="2292662" y="126061"/>
                </a:cubicBezTo>
                <a:cubicBezTo>
                  <a:pt x="2290059" y="131068"/>
                  <a:pt x="2286387" y="134906"/>
                  <a:pt x="2281648" y="137576"/>
                </a:cubicBezTo>
                <a:cubicBezTo>
                  <a:pt x="2276909" y="140246"/>
                  <a:pt x="2271669" y="141581"/>
                  <a:pt x="2265928" y="141581"/>
                </a:cubicBezTo>
                <a:cubicBezTo>
                  <a:pt x="2261456" y="141581"/>
                  <a:pt x="2255481" y="140153"/>
                  <a:pt x="2248005" y="137297"/>
                </a:cubicBezTo>
                <a:cubicBezTo>
                  <a:pt x="2246002" y="136549"/>
                  <a:pt x="2244634" y="136174"/>
                  <a:pt x="2243900" y="136174"/>
                </a:cubicBezTo>
                <a:cubicBezTo>
                  <a:pt x="2241697" y="136174"/>
                  <a:pt x="2239861" y="137843"/>
                  <a:pt x="2238393" y="141181"/>
                </a:cubicBezTo>
                <a:lnTo>
                  <a:pt x="2235089" y="141181"/>
                </a:lnTo>
                <a:lnTo>
                  <a:pt x="2233486" y="107538"/>
                </a:lnTo>
                <a:lnTo>
                  <a:pt x="2236891" y="107538"/>
                </a:lnTo>
                <a:cubicBezTo>
                  <a:pt x="2239895" y="116349"/>
                  <a:pt x="2244017" y="122957"/>
                  <a:pt x="2249257" y="127363"/>
                </a:cubicBezTo>
                <a:cubicBezTo>
                  <a:pt x="2254497" y="131769"/>
                  <a:pt x="2259453" y="133971"/>
                  <a:pt x="2264126" y="133971"/>
                </a:cubicBezTo>
                <a:cubicBezTo>
                  <a:pt x="2267330" y="133971"/>
                  <a:pt x="2269950" y="132987"/>
                  <a:pt x="2271986" y="131018"/>
                </a:cubicBezTo>
                <a:cubicBezTo>
                  <a:pt x="2274022" y="129048"/>
                  <a:pt x="2275040" y="126662"/>
                  <a:pt x="2275040" y="123858"/>
                </a:cubicBezTo>
                <a:cubicBezTo>
                  <a:pt x="2275040" y="120654"/>
                  <a:pt x="2274038" y="117884"/>
                  <a:pt x="2272036" y="115548"/>
                </a:cubicBezTo>
                <a:cubicBezTo>
                  <a:pt x="2270033" y="113211"/>
                  <a:pt x="2265561" y="109674"/>
                  <a:pt x="2258619" y="104934"/>
                </a:cubicBezTo>
                <a:cubicBezTo>
                  <a:pt x="2248406" y="97858"/>
                  <a:pt x="2241797" y="92452"/>
                  <a:pt x="2238793" y="88713"/>
                </a:cubicBezTo>
                <a:cubicBezTo>
                  <a:pt x="2234388" y="83240"/>
                  <a:pt x="2232185" y="77199"/>
                  <a:pt x="2232185" y="70590"/>
                </a:cubicBezTo>
                <a:cubicBezTo>
                  <a:pt x="2232185" y="63381"/>
                  <a:pt x="2234671" y="56856"/>
                  <a:pt x="2239644" y="51015"/>
                </a:cubicBezTo>
                <a:cubicBezTo>
                  <a:pt x="2244617" y="45174"/>
                  <a:pt x="2251810" y="42254"/>
                  <a:pt x="2261222" y="42254"/>
                </a:cubicBezTo>
                <a:cubicBezTo>
                  <a:pt x="2266295" y="42254"/>
                  <a:pt x="2271201" y="43537"/>
                  <a:pt x="2275941" y="46103"/>
                </a:cubicBezTo>
                <a:cubicBezTo>
                  <a:pt x="2277743" y="47142"/>
                  <a:pt x="2279212" y="47661"/>
                  <a:pt x="2280346" y="47661"/>
                </a:cubicBezTo>
                <a:cubicBezTo>
                  <a:pt x="2281548" y="47661"/>
                  <a:pt x="2282516" y="47411"/>
                  <a:pt x="2283250" y="46910"/>
                </a:cubicBezTo>
                <a:cubicBezTo>
                  <a:pt x="2283984" y="46409"/>
                  <a:pt x="2285153" y="44991"/>
                  <a:pt x="2286755" y="42655"/>
                </a:cubicBezTo>
                <a:lnTo>
                  <a:pt x="2290159" y="42655"/>
                </a:lnTo>
                <a:close/>
                <a:moveTo>
                  <a:pt x="2333281" y="0"/>
                </a:moveTo>
                <a:cubicBezTo>
                  <a:pt x="2337620" y="0"/>
                  <a:pt x="2341292" y="1524"/>
                  <a:pt x="2344296" y="4571"/>
                </a:cubicBezTo>
                <a:cubicBezTo>
                  <a:pt x="2347299" y="7617"/>
                  <a:pt x="2348801" y="11283"/>
                  <a:pt x="2348801" y="15570"/>
                </a:cubicBezTo>
                <a:cubicBezTo>
                  <a:pt x="2348801" y="19857"/>
                  <a:pt x="2347283" y="23507"/>
                  <a:pt x="2344245" y="26521"/>
                </a:cubicBezTo>
                <a:cubicBezTo>
                  <a:pt x="2341208" y="29534"/>
                  <a:pt x="2337554" y="31040"/>
                  <a:pt x="2333281" y="31040"/>
                </a:cubicBezTo>
                <a:cubicBezTo>
                  <a:pt x="2329009" y="31040"/>
                  <a:pt x="2325371" y="29534"/>
                  <a:pt x="2322368" y="26521"/>
                </a:cubicBezTo>
                <a:cubicBezTo>
                  <a:pt x="2319364" y="23507"/>
                  <a:pt x="2317862" y="19857"/>
                  <a:pt x="2317862" y="15570"/>
                </a:cubicBezTo>
                <a:cubicBezTo>
                  <a:pt x="2317862" y="11283"/>
                  <a:pt x="2319364" y="7617"/>
                  <a:pt x="2322368" y="4571"/>
                </a:cubicBezTo>
                <a:cubicBezTo>
                  <a:pt x="2325371" y="1524"/>
                  <a:pt x="2329009" y="0"/>
                  <a:pt x="2333281" y="0"/>
                </a:cubicBezTo>
                <a:moveTo>
                  <a:pt x="2347299" y="45058"/>
                </a:moveTo>
                <a:lnTo>
                  <a:pt x="2347299" y="119353"/>
                </a:lnTo>
                <a:cubicBezTo>
                  <a:pt x="2347299" y="125961"/>
                  <a:pt x="2348067" y="130183"/>
                  <a:pt x="2349602" y="132019"/>
                </a:cubicBezTo>
                <a:cubicBezTo>
                  <a:pt x="2351138" y="133855"/>
                  <a:pt x="2354141" y="134906"/>
                  <a:pt x="2358614" y="135173"/>
                </a:cubicBezTo>
                <a:lnTo>
                  <a:pt x="2358614" y="138778"/>
                </a:lnTo>
                <a:lnTo>
                  <a:pt x="2308049" y="138778"/>
                </a:lnTo>
                <a:lnTo>
                  <a:pt x="2308049" y="135173"/>
                </a:lnTo>
                <a:cubicBezTo>
                  <a:pt x="2312188" y="135039"/>
                  <a:pt x="2315258" y="133838"/>
                  <a:pt x="2317261" y="131568"/>
                </a:cubicBezTo>
                <a:cubicBezTo>
                  <a:pt x="2318596" y="130033"/>
                  <a:pt x="2319264" y="125961"/>
                  <a:pt x="2319264" y="119353"/>
                </a:cubicBezTo>
                <a:lnTo>
                  <a:pt x="2319264" y="64683"/>
                </a:lnTo>
                <a:cubicBezTo>
                  <a:pt x="2319264" y="57991"/>
                  <a:pt x="2318496" y="53716"/>
                  <a:pt x="2316961" y="51857"/>
                </a:cubicBezTo>
                <a:cubicBezTo>
                  <a:pt x="2315425" y="49998"/>
                  <a:pt x="2312455" y="48933"/>
                  <a:pt x="2308049" y="48662"/>
                </a:cubicBezTo>
                <a:lnTo>
                  <a:pt x="2308049" y="45058"/>
                </a:lnTo>
                <a:lnTo>
                  <a:pt x="2347299" y="45058"/>
                </a:lnTo>
                <a:close/>
                <a:moveTo>
                  <a:pt x="2406009" y="45058"/>
                </a:moveTo>
                <a:lnTo>
                  <a:pt x="2406009" y="57273"/>
                </a:lnTo>
                <a:cubicBezTo>
                  <a:pt x="2410815" y="52031"/>
                  <a:pt x="2415421" y="48218"/>
                  <a:pt x="2419826" y="45834"/>
                </a:cubicBezTo>
                <a:cubicBezTo>
                  <a:pt x="2424232" y="43447"/>
                  <a:pt x="2428971" y="42254"/>
                  <a:pt x="2434045" y="42254"/>
                </a:cubicBezTo>
                <a:cubicBezTo>
                  <a:pt x="2440119" y="42254"/>
                  <a:pt x="2445159" y="43942"/>
                  <a:pt x="2449164" y="47317"/>
                </a:cubicBezTo>
                <a:cubicBezTo>
                  <a:pt x="2453169" y="50692"/>
                  <a:pt x="2455839" y="54886"/>
                  <a:pt x="2457174" y="59898"/>
                </a:cubicBezTo>
                <a:cubicBezTo>
                  <a:pt x="2458242" y="63710"/>
                  <a:pt x="2458776" y="71029"/>
                  <a:pt x="2458776" y="81858"/>
                </a:cubicBezTo>
                <a:lnTo>
                  <a:pt x="2458776" y="118351"/>
                </a:lnTo>
                <a:cubicBezTo>
                  <a:pt x="2458776" y="125561"/>
                  <a:pt x="2459427" y="130050"/>
                  <a:pt x="2460729" y="131819"/>
                </a:cubicBezTo>
                <a:cubicBezTo>
                  <a:pt x="2462030" y="133588"/>
                  <a:pt x="2464751" y="134706"/>
                  <a:pt x="2468889" y="135173"/>
                </a:cubicBezTo>
                <a:lnTo>
                  <a:pt x="2468889" y="138778"/>
                </a:lnTo>
                <a:lnTo>
                  <a:pt x="2421529" y="138778"/>
                </a:lnTo>
                <a:lnTo>
                  <a:pt x="2421529" y="135173"/>
                </a:lnTo>
                <a:cubicBezTo>
                  <a:pt x="2425066" y="134706"/>
                  <a:pt x="2427603" y="133237"/>
                  <a:pt x="2429138" y="130767"/>
                </a:cubicBezTo>
                <a:cubicBezTo>
                  <a:pt x="2430206" y="129098"/>
                  <a:pt x="2430740" y="124960"/>
                  <a:pt x="2430740" y="118351"/>
                </a:cubicBezTo>
                <a:lnTo>
                  <a:pt x="2430740" y="76698"/>
                </a:lnTo>
                <a:cubicBezTo>
                  <a:pt x="2430740" y="69022"/>
                  <a:pt x="2430440" y="64182"/>
                  <a:pt x="2429839" y="62180"/>
                </a:cubicBezTo>
                <a:cubicBezTo>
                  <a:pt x="2429238" y="60177"/>
                  <a:pt x="2428220" y="58625"/>
                  <a:pt x="2426785" y="57524"/>
                </a:cubicBezTo>
                <a:cubicBezTo>
                  <a:pt x="2425350" y="56422"/>
                  <a:pt x="2423765" y="55871"/>
                  <a:pt x="2422029" y="55871"/>
                </a:cubicBezTo>
                <a:cubicBezTo>
                  <a:pt x="2416289" y="55871"/>
                  <a:pt x="2410948" y="60010"/>
                  <a:pt x="2406009" y="68287"/>
                </a:cubicBezTo>
                <a:lnTo>
                  <a:pt x="2406009" y="118351"/>
                </a:lnTo>
                <a:cubicBezTo>
                  <a:pt x="2406009" y="125360"/>
                  <a:pt x="2406660" y="129799"/>
                  <a:pt x="2407961" y="131668"/>
                </a:cubicBezTo>
                <a:cubicBezTo>
                  <a:pt x="2409263" y="133537"/>
                  <a:pt x="2411683" y="134706"/>
                  <a:pt x="2415221" y="135173"/>
                </a:cubicBezTo>
                <a:lnTo>
                  <a:pt x="2415221" y="138778"/>
                </a:lnTo>
                <a:lnTo>
                  <a:pt x="2367860" y="138778"/>
                </a:lnTo>
                <a:lnTo>
                  <a:pt x="2367860" y="135173"/>
                </a:lnTo>
                <a:cubicBezTo>
                  <a:pt x="2371798" y="134772"/>
                  <a:pt x="2374602" y="133504"/>
                  <a:pt x="2376271" y="131368"/>
                </a:cubicBezTo>
                <a:cubicBezTo>
                  <a:pt x="2377405" y="129899"/>
                  <a:pt x="2377973" y="125561"/>
                  <a:pt x="2377973" y="118351"/>
                </a:cubicBezTo>
                <a:lnTo>
                  <a:pt x="2377973" y="65484"/>
                </a:lnTo>
                <a:cubicBezTo>
                  <a:pt x="2377973" y="58323"/>
                  <a:pt x="2377322" y="53864"/>
                  <a:pt x="2376020" y="52107"/>
                </a:cubicBezTo>
                <a:cubicBezTo>
                  <a:pt x="2374719" y="50351"/>
                  <a:pt x="2371999" y="49203"/>
                  <a:pt x="2367860" y="48662"/>
                </a:cubicBezTo>
                <a:lnTo>
                  <a:pt x="2367860" y="45058"/>
                </a:lnTo>
                <a:lnTo>
                  <a:pt x="2406009" y="45058"/>
                </a:lnTo>
                <a:close/>
                <a:moveTo>
                  <a:pt x="2541851" y="46259"/>
                </a:moveTo>
                <a:lnTo>
                  <a:pt x="2573392" y="46259"/>
                </a:lnTo>
                <a:lnTo>
                  <a:pt x="2573392" y="57273"/>
                </a:lnTo>
                <a:lnTo>
                  <a:pt x="2555469" y="57273"/>
                </a:lnTo>
                <a:cubicBezTo>
                  <a:pt x="2558739" y="60544"/>
                  <a:pt x="2561009" y="63515"/>
                  <a:pt x="2562277" y="66185"/>
                </a:cubicBezTo>
                <a:cubicBezTo>
                  <a:pt x="2563879" y="69789"/>
                  <a:pt x="2564680" y="73561"/>
                  <a:pt x="2564680" y="77499"/>
                </a:cubicBezTo>
                <a:cubicBezTo>
                  <a:pt x="2564680" y="84174"/>
                  <a:pt x="2562828" y="89965"/>
                  <a:pt x="2559123" y="94871"/>
                </a:cubicBezTo>
                <a:cubicBezTo>
                  <a:pt x="2555419" y="99778"/>
                  <a:pt x="2550379" y="103616"/>
                  <a:pt x="2544004" y="106386"/>
                </a:cubicBezTo>
                <a:cubicBezTo>
                  <a:pt x="2537629" y="109156"/>
                  <a:pt x="2531972" y="110541"/>
                  <a:pt x="2527032" y="110541"/>
                </a:cubicBezTo>
                <a:cubicBezTo>
                  <a:pt x="2526632" y="110541"/>
                  <a:pt x="2522627" y="110375"/>
                  <a:pt x="2515017" y="110041"/>
                </a:cubicBezTo>
                <a:cubicBezTo>
                  <a:pt x="2512013" y="110041"/>
                  <a:pt x="2509493" y="111020"/>
                  <a:pt x="2507457" y="112979"/>
                </a:cubicBezTo>
                <a:cubicBezTo>
                  <a:pt x="2505421" y="114938"/>
                  <a:pt x="2504403" y="117277"/>
                  <a:pt x="2504403" y="119997"/>
                </a:cubicBezTo>
                <a:cubicBezTo>
                  <a:pt x="2504403" y="122388"/>
                  <a:pt x="2505321" y="124347"/>
                  <a:pt x="2507157" y="125873"/>
                </a:cubicBezTo>
                <a:cubicBezTo>
                  <a:pt x="2508992" y="127400"/>
                  <a:pt x="2511980" y="128164"/>
                  <a:pt x="2516118" y="128164"/>
                </a:cubicBezTo>
                <a:lnTo>
                  <a:pt x="2533440" y="127964"/>
                </a:lnTo>
                <a:cubicBezTo>
                  <a:pt x="2547458" y="127964"/>
                  <a:pt x="2557104" y="129502"/>
                  <a:pt x="2562377" y="132579"/>
                </a:cubicBezTo>
                <a:cubicBezTo>
                  <a:pt x="2569920" y="136857"/>
                  <a:pt x="2573692" y="143444"/>
                  <a:pt x="2573692" y="152339"/>
                </a:cubicBezTo>
                <a:cubicBezTo>
                  <a:pt x="2573692" y="158023"/>
                  <a:pt x="2571956" y="163189"/>
                  <a:pt x="2568485" y="167837"/>
                </a:cubicBezTo>
                <a:cubicBezTo>
                  <a:pt x="2565014" y="172484"/>
                  <a:pt x="2560442" y="175911"/>
                  <a:pt x="2554768" y="178118"/>
                </a:cubicBezTo>
                <a:cubicBezTo>
                  <a:pt x="2546157" y="181396"/>
                  <a:pt x="2536244" y="183034"/>
                  <a:pt x="2525030" y="183034"/>
                </a:cubicBezTo>
                <a:cubicBezTo>
                  <a:pt x="2516619" y="183034"/>
                  <a:pt x="2508942" y="182216"/>
                  <a:pt x="2502000" y="180581"/>
                </a:cubicBezTo>
                <a:cubicBezTo>
                  <a:pt x="2495058" y="178946"/>
                  <a:pt x="2490085" y="176675"/>
                  <a:pt x="2487081" y="173769"/>
                </a:cubicBezTo>
                <a:cubicBezTo>
                  <a:pt x="2484077" y="170865"/>
                  <a:pt x="2482575" y="167810"/>
                  <a:pt x="2482575" y="164604"/>
                </a:cubicBezTo>
                <a:cubicBezTo>
                  <a:pt x="2482575" y="161534"/>
                  <a:pt x="2483727" y="158779"/>
                  <a:pt x="2486030" y="156341"/>
                </a:cubicBezTo>
                <a:cubicBezTo>
                  <a:pt x="2488333" y="153904"/>
                  <a:pt x="2492622" y="151852"/>
                  <a:pt x="2498896" y="150183"/>
                </a:cubicBezTo>
                <a:cubicBezTo>
                  <a:pt x="2490218" y="145911"/>
                  <a:pt x="2485880" y="139971"/>
                  <a:pt x="2485880" y="132363"/>
                </a:cubicBezTo>
                <a:cubicBezTo>
                  <a:pt x="2485880" y="127757"/>
                  <a:pt x="2487649" y="123286"/>
                  <a:pt x="2491186" y="118949"/>
                </a:cubicBezTo>
                <a:cubicBezTo>
                  <a:pt x="2494724" y="114610"/>
                  <a:pt x="2500331" y="110839"/>
                  <a:pt x="2508008" y="107635"/>
                </a:cubicBezTo>
                <a:cubicBezTo>
                  <a:pt x="2499063" y="104360"/>
                  <a:pt x="2492588" y="100048"/>
                  <a:pt x="2488583" y="94699"/>
                </a:cubicBezTo>
                <a:cubicBezTo>
                  <a:pt x="2484578" y="89351"/>
                  <a:pt x="2482575" y="83167"/>
                  <a:pt x="2482575" y="76147"/>
                </a:cubicBezTo>
                <a:cubicBezTo>
                  <a:pt x="2482575" y="66990"/>
                  <a:pt x="2486313" y="59052"/>
                  <a:pt x="2493790" y="52333"/>
                </a:cubicBezTo>
                <a:cubicBezTo>
                  <a:pt x="2501266" y="45614"/>
                  <a:pt x="2510878" y="42254"/>
                  <a:pt x="2522627" y="42254"/>
                </a:cubicBezTo>
                <a:cubicBezTo>
                  <a:pt x="2528835" y="42254"/>
                  <a:pt x="2535243" y="43589"/>
                  <a:pt x="2541851" y="46259"/>
                </a:cubicBezTo>
                <a:moveTo>
                  <a:pt x="2524529" y="48662"/>
                </a:moveTo>
                <a:cubicBezTo>
                  <a:pt x="2520657" y="48662"/>
                  <a:pt x="2517387" y="50612"/>
                  <a:pt x="2514716" y="54510"/>
                </a:cubicBezTo>
                <a:cubicBezTo>
                  <a:pt x="2512046" y="58407"/>
                  <a:pt x="2510711" y="66486"/>
                  <a:pt x="2510711" y="78748"/>
                </a:cubicBezTo>
                <a:cubicBezTo>
                  <a:pt x="2510711" y="88675"/>
                  <a:pt x="2512030" y="95488"/>
                  <a:pt x="2514666" y="99186"/>
                </a:cubicBezTo>
                <a:cubicBezTo>
                  <a:pt x="2517303" y="102885"/>
                  <a:pt x="2520424" y="104734"/>
                  <a:pt x="2524028" y="104734"/>
                </a:cubicBezTo>
                <a:cubicBezTo>
                  <a:pt x="2528034" y="104734"/>
                  <a:pt x="2531371" y="102901"/>
                  <a:pt x="2534041" y="99236"/>
                </a:cubicBezTo>
                <a:cubicBezTo>
                  <a:pt x="2536711" y="95571"/>
                  <a:pt x="2538046" y="88441"/>
                  <a:pt x="2538046" y="77846"/>
                </a:cubicBezTo>
                <a:cubicBezTo>
                  <a:pt x="2538046" y="65921"/>
                  <a:pt x="2536544" y="57792"/>
                  <a:pt x="2533541" y="53459"/>
                </a:cubicBezTo>
                <a:cubicBezTo>
                  <a:pt x="2531404" y="50261"/>
                  <a:pt x="2528401" y="48662"/>
                  <a:pt x="2524529" y="48662"/>
                </a:cubicBezTo>
                <a:moveTo>
                  <a:pt x="2518621" y="152595"/>
                </a:moveTo>
                <a:cubicBezTo>
                  <a:pt x="2511813" y="152595"/>
                  <a:pt x="2507307" y="153160"/>
                  <a:pt x="2505104" y="154291"/>
                </a:cubicBezTo>
                <a:cubicBezTo>
                  <a:pt x="2501299" y="156350"/>
                  <a:pt x="2499397" y="159141"/>
                  <a:pt x="2499397" y="162664"/>
                </a:cubicBezTo>
                <a:cubicBezTo>
                  <a:pt x="2499397" y="166054"/>
                  <a:pt x="2501366" y="169128"/>
                  <a:pt x="2505304" y="171885"/>
                </a:cubicBezTo>
                <a:cubicBezTo>
                  <a:pt x="2509243" y="174645"/>
                  <a:pt x="2516652" y="176025"/>
                  <a:pt x="2527533" y="176025"/>
                </a:cubicBezTo>
                <a:cubicBezTo>
                  <a:pt x="2536811" y="176025"/>
                  <a:pt x="2544104" y="174795"/>
                  <a:pt x="2549411" y="172336"/>
                </a:cubicBezTo>
                <a:cubicBezTo>
                  <a:pt x="2554718" y="169877"/>
                  <a:pt x="2557371" y="166420"/>
                  <a:pt x="2557371" y="161967"/>
                </a:cubicBezTo>
                <a:cubicBezTo>
                  <a:pt x="2557371" y="160306"/>
                  <a:pt x="2556870" y="158911"/>
                  <a:pt x="2555869" y="157780"/>
                </a:cubicBezTo>
                <a:cubicBezTo>
                  <a:pt x="2554067" y="155786"/>
                  <a:pt x="2551347" y="154423"/>
                  <a:pt x="2547709" y="153690"/>
                </a:cubicBezTo>
                <a:cubicBezTo>
                  <a:pt x="2544071" y="152960"/>
                  <a:pt x="2534375" y="152595"/>
                  <a:pt x="2518621" y="1525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2C964-FC8E-4EA0-BC1A-81094A2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41" y="3905325"/>
            <a:ext cx="2153154" cy="410125"/>
          </a:xfrm>
          <a:custGeom xmlns:a="http://schemas.openxmlformats.org/drawingml/2006/main">
            <a:pathLst>
              <a:path w="2153154" h="410125">
                <a:moveTo>
                  <a:pt x="61519" y="0"/>
                </a:moveTo>
                <a:lnTo>
                  <a:pt x="2091635" y="0"/>
                </a:lnTo>
                <a:cubicBezTo>
                  <a:pt x="2095675" y="0"/>
                  <a:pt x="2099675" y="394"/>
                  <a:pt x="2103637" y="1182"/>
                </a:cubicBezTo>
                <a:cubicBezTo>
                  <a:pt x="2107599" y="1970"/>
                  <a:pt x="2111445" y="3136"/>
                  <a:pt x="2115177" y="4682"/>
                </a:cubicBezTo>
                <a:cubicBezTo>
                  <a:pt x="2118909" y="6229"/>
                  <a:pt x="2122455" y="8124"/>
                  <a:pt x="2125813" y="10367"/>
                </a:cubicBezTo>
                <a:cubicBezTo>
                  <a:pt x="2129172" y="12611"/>
                  <a:pt x="2132280" y="15161"/>
                  <a:pt x="2135136" y="18018"/>
                </a:cubicBezTo>
                <a:cubicBezTo>
                  <a:pt x="2137992" y="20873"/>
                  <a:pt x="2140542" y="23981"/>
                  <a:pt x="2142786" y="27340"/>
                </a:cubicBezTo>
                <a:cubicBezTo>
                  <a:pt x="2145030" y="30698"/>
                  <a:pt x="2146925" y="34243"/>
                  <a:pt x="2148471" y="37975"/>
                </a:cubicBezTo>
                <a:cubicBezTo>
                  <a:pt x="2150017" y="41708"/>
                  <a:pt x="2151184" y="45555"/>
                  <a:pt x="2151972" y="49516"/>
                </a:cubicBezTo>
                <a:cubicBezTo>
                  <a:pt x="2152760" y="53478"/>
                  <a:pt x="2153154" y="57479"/>
                  <a:pt x="2153154" y="61519"/>
                </a:cubicBezTo>
                <a:lnTo>
                  <a:pt x="2153154" y="348606"/>
                </a:lnTo>
                <a:cubicBezTo>
                  <a:pt x="2153154" y="352645"/>
                  <a:pt x="2152760" y="356645"/>
                  <a:pt x="2151972" y="360607"/>
                </a:cubicBezTo>
                <a:cubicBezTo>
                  <a:pt x="2151184" y="364569"/>
                  <a:pt x="2150017" y="368416"/>
                  <a:pt x="2148471" y="372148"/>
                </a:cubicBezTo>
                <a:cubicBezTo>
                  <a:pt x="2146925" y="375880"/>
                  <a:pt x="2145030" y="379424"/>
                  <a:pt x="2142786" y="382783"/>
                </a:cubicBezTo>
                <a:cubicBezTo>
                  <a:pt x="2140542" y="386142"/>
                  <a:pt x="2137992" y="389248"/>
                  <a:pt x="2135136" y="392106"/>
                </a:cubicBezTo>
                <a:cubicBezTo>
                  <a:pt x="2132280" y="394961"/>
                  <a:pt x="2129172" y="397512"/>
                  <a:pt x="2125814" y="399756"/>
                </a:cubicBezTo>
                <a:cubicBezTo>
                  <a:pt x="2122455" y="402001"/>
                  <a:pt x="2118909" y="403896"/>
                  <a:pt x="2115177" y="405441"/>
                </a:cubicBezTo>
                <a:cubicBezTo>
                  <a:pt x="2111445" y="406986"/>
                  <a:pt x="2107599" y="408154"/>
                  <a:pt x="2103637" y="408942"/>
                </a:cubicBezTo>
                <a:cubicBezTo>
                  <a:pt x="2099675" y="409730"/>
                  <a:pt x="2095675" y="410124"/>
                  <a:pt x="2091635" y="410125"/>
                </a:cubicBezTo>
                <a:lnTo>
                  <a:pt x="61519" y="410125"/>
                </a:lnTo>
                <a:cubicBezTo>
                  <a:pt x="57479" y="410124"/>
                  <a:pt x="53479" y="409729"/>
                  <a:pt x="49517" y="408941"/>
                </a:cubicBezTo>
                <a:cubicBezTo>
                  <a:pt x="45555" y="408154"/>
                  <a:pt x="41708" y="406986"/>
                  <a:pt x="37977" y="405441"/>
                </a:cubicBezTo>
                <a:cubicBezTo>
                  <a:pt x="34245" y="403896"/>
                  <a:pt x="30699" y="402001"/>
                  <a:pt x="27341" y="399756"/>
                </a:cubicBezTo>
                <a:cubicBezTo>
                  <a:pt x="23982" y="397512"/>
                  <a:pt x="20875" y="394961"/>
                  <a:pt x="18018" y="392106"/>
                </a:cubicBezTo>
                <a:cubicBezTo>
                  <a:pt x="15162" y="389248"/>
                  <a:pt x="12612" y="386142"/>
                  <a:pt x="10368" y="382783"/>
                </a:cubicBezTo>
                <a:cubicBezTo>
                  <a:pt x="8124" y="379424"/>
                  <a:pt x="6229" y="375879"/>
                  <a:pt x="4683" y="372147"/>
                </a:cubicBezTo>
                <a:cubicBezTo>
                  <a:pt x="3137" y="368416"/>
                  <a:pt x="1970" y="364569"/>
                  <a:pt x="1182" y="360607"/>
                </a:cubicBezTo>
                <a:cubicBezTo>
                  <a:pt x="394" y="356645"/>
                  <a:pt x="0" y="352645"/>
                  <a:pt x="0" y="348606"/>
                </a:cubicBezTo>
                <a:lnTo>
                  <a:pt x="0" y="61519"/>
                </a:lnTo>
                <a:cubicBezTo>
                  <a:pt x="0" y="57479"/>
                  <a:pt x="394" y="53478"/>
                  <a:pt x="1182" y="49516"/>
                </a:cubicBezTo>
                <a:cubicBezTo>
                  <a:pt x="1970" y="45555"/>
                  <a:pt x="3137" y="41708"/>
                  <a:pt x="4683" y="37975"/>
                </a:cubicBezTo>
                <a:cubicBezTo>
                  <a:pt x="6229" y="34243"/>
                  <a:pt x="8124" y="30698"/>
                  <a:pt x="10368" y="27340"/>
                </a:cubicBezTo>
                <a:cubicBezTo>
                  <a:pt x="12612" y="23981"/>
                  <a:pt x="15162" y="20873"/>
                  <a:pt x="18018" y="18018"/>
                </a:cubicBezTo>
                <a:cubicBezTo>
                  <a:pt x="20875" y="15161"/>
                  <a:pt x="23982" y="12611"/>
                  <a:pt x="27341" y="10367"/>
                </a:cubicBezTo>
                <a:cubicBezTo>
                  <a:pt x="30699" y="8123"/>
                  <a:pt x="34245" y="6229"/>
                  <a:pt x="37977" y="4682"/>
                </a:cubicBezTo>
                <a:cubicBezTo>
                  <a:pt x="41708" y="3136"/>
                  <a:pt x="45555" y="1970"/>
                  <a:pt x="49517" y="1182"/>
                </a:cubicBezTo>
                <a:cubicBezTo>
                  <a:pt x="53479" y="394"/>
                  <a:pt x="57479" y="0"/>
                  <a:pt x="61519" y="0"/>
                </a:cubicBez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PromptEngineering">
            <a:extLst xmlns:a="http://schemas.openxmlformats.org/drawingml/2006/main">
              <a:ext uri="{FF2B5EF4-FFF2-40B4-BE49-F238E27FC236}">
                <a16:creationId xmlns:a16="http://schemas.microsoft.com/office/drawing/2014/main" id="{0E2E9937-CB09-4FAD-9185-3DA8ACB8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600" y="4053635"/>
            <a:ext cx="1781615" cy="183034"/>
          </a:xfrm>
          <a:custGeom xmlns:a="http://schemas.openxmlformats.org/drawingml/2006/main">
            <a:pathLst>
              <a:path w="1781615" h="183034">
                <a:moveTo>
                  <a:pt x="50164" y="77299"/>
                </a:moveTo>
                <a:lnTo>
                  <a:pt x="50164" y="114947"/>
                </a:lnTo>
                <a:cubicBezTo>
                  <a:pt x="50164" y="122327"/>
                  <a:pt x="50615" y="126974"/>
                  <a:pt x="51516" y="128887"/>
                </a:cubicBezTo>
                <a:cubicBezTo>
                  <a:pt x="52417" y="130798"/>
                  <a:pt x="54019" y="132323"/>
                  <a:pt x="56322" y="133464"/>
                </a:cubicBezTo>
                <a:cubicBezTo>
                  <a:pt x="58625" y="134603"/>
                  <a:pt x="62847" y="135173"/>
                  <a:pt x="68988" y="135173"/>
                </a:cubicBezTo>
                <a:lnTo>
                  <a:pt x="68988" y="138778"/>
                </a:lnTo>
                <a:lnTo>
                  <a:pt x="0" y="138778"/>
                </a:lnTo>
                <a:lnTo>
                  <a:pt x="0" y="135173"/>
                </a:lnTo>
                <a:cubicBezTo>
                  <a:pt x="6275" y="135173"/>
                  <a:pt x="10530" y="134586"/>
                  <a:pt x="12766" y="133411"/>
                </a:cubicBezTo>
                <a:cubicBezTo>
                  <a:pt x="15003" y="132237"/>
                  <a:pt x="16571" y="130711"/>
                  <a:pt x="17472" y="128834"/>
                </a:cubicBezTo>
                <a:cubicBezTo>
                  <a:pt x="18374" y="126956"/>
                  <a:pt x="18824" y="122327"/>
                  <a:pt x="18824" y="114947"/>
                </a:cubicBezTo>
                <a:lnTo>
                  <a:pt x="18824" y="26834"/>
                </a:lnTo>
                <a:cubicBezTo>
                  <a:pt x="18824" y="19454"/>
                  <a:pt x="18374" y="14809"/>
                  <a:pt x="17472" y="12898"/>
                </a:cubicBezTo>
                <a:cubicBezTo>
                  <a:pt x="16571" y="10985"/>
                  <a:pt x="14986" y="9459"/>
                  <a:pt x="12716" y="8320"/>
                </a:cubicBezTo>
                <a:cubicBezTo>
                  <a:pt x="10447" y="7179"/>
                  <a:pt x="6208" y="6608"/>
                  <a:pt x="0" y="6608"/>
                </a:cubicBezTo>
                <a:lnTo>
                  <a:pt x="0" y="3004"/>
                </a:lnTo>
                <a:lnTo>
                  <a:pt x="59176" y="3004"/>
                </a:lnTo>
                <a:cubicBezTo>
                  <a:pt x="78667" y="3004"/>
                  <a:pt x="92652" y="6475"/>
                  <a:pt x="101129" y="13417"/>
                </a:cubicBezTo>
                <a:cubicBezTo>
                  <a:pt x="109607" y="20359"/>
                  <a:pt x="113846" y="29037"/>
                  <a:pt x="113846" y="39450"/>
                </a:cubicBezTo>
                <a:cubicBezTo>
                  <a:pt x="113846" y="48262"/>
                  <a:pt x="111109" y="55805"/>
                  <a:pt x="105635" y="62079"/>
                </a:cubicBezTo>
                <a:cubicBezTo>
                  <a:pt x="100161" y="68354"/>
                  <a:pt x="92618" y="72626"/>
                  <a:pt x="83006" y="74896"/>
                </a:cubicBezTo>
                <a:cubicBezTo>
                  <a:pt x="76531" y="76498"/>
                  <a:pt x="65584" y="77299"/>
                  <a:pt x="50164" y="77299"/>
                </a:cubicBezTo>
                <a:moveTo>
                  <a:pt x="50164" y="10814"/>
                </a:moveTo>
                <a:lnTo>
                  <a:pt x="50164" y="69489"/>
                </a:lnTo>
                <a:cubicBezTo>
                  <a:pt x="52367" y="69622"/>
                  <a:pt x="54036" y="69689"/>
                  <a:pt x="55171" y="69689"/>
                </a:cubicBezTo>
                <a:cubicBezTo>
                  <a:pt x="63314" y="69689"/>
                  <a:pt x="69589" y="67269"/>
                  <a:pt x="73995" y="62430"/>
                </a:cubicBezTo>
                <a:cubicBezTo>
                  <a:pt x="78400" y="57590"/>
                  <a:pt x="80603" y="50097"/>
                  <a:pt x="80603" y="39951"/>
                </a:cubicBezTo>
                <a:cubicBezTo>
                  <a:pt x="80603" y="29872"/>
                  <a:pt x="78400" y="22495"/>
                  <a:pt x="73995" y="17823"/>
                </a:cubicBezTo>
                <a:cubicBezTo>
                  <a:pt x="69589" y="13150"/>
                  <a:pt x="63014" y="10814"/>
                  <a:pt x="54269" y="10814"/>
                </a:cubicBezTo>
                <a:lnTo>
                  <a:pt x="50164" y="10814"/>
                </a:lnTo>
                <a:close/>
                <a:moveTo>
                  <a:pt x="165845" y="45058"/>
                </a:moveTo>
                <a:lnTo>
                  <a:pt x="165845" y="66285"/>
                </a:lnTo>
                <a:cubicBezTo>
                  <a:pt x="172053" y="56606"/>
                  <a:pt x="177493" y="50181"/>
                  <a:pt x="182166" y="47010"/>
                </a:cubicBezTo>
                <a:cubicBezTo>
                  <a:pt x="186839" y="43839"/>
                  <a:pt x="191344" y="42254"/>
                  <a:pt x="195683" y="42254"/>
                </a:cubicBezTo>
                <a:cubicBezTo>
                  <a:pt x="199421" y="42254"/>
                  <a:pt x="202408" y="43410"/>
                  <a:pt x="204645" y="45721"/>
                </a:cubicBezTo>
                <a:cubicBezTo>
                  <a:pt x="206881" y="48032"/>
                  <a:pt x="207999" y="51298"/>
                  <a:pt x="207999" y="55518"/>
                </a:cubicBezTo>
                <a:cubicBezTo>
                  <a:pt x="207999" y="60007"/>
                  <a:pt x="206914" y="63492"/>
                  <a:pt x="204745" y="65972"/>
                </a:cubicBezTo>
                <a:cubicBezTo>
                  <a:pt x="202575" y="68450"/>
                  <a:pt x="199955" y="69689"/>
                  <a:pt x="196885" y="69689"/>
                </a:cubicBezTo>
                <a:cubicBezTo>
                  <a:pt x="193347" y="69689"/>
                  <a:pt x="190276" y="68554"/>
                  <a:pt x="187673" y="66285"/>
                </a:cubicBezTo>
                <a:cubicBezTo>
                  <a:pt x="185070" y="64015"/>
                  <a:pt x="183534" y="62747"/>
                  <a:pt x="183067" y="62480"/>
                </a:cubicBezTo>
                <a:cubicBezTo>
                  <a:pt x="182400" y="62079"/>
                  <a:pt x="181632" y="61879"/>
                  <a:pt x="180764" y="61879"/>
                </a:cubicBezTo>
                <a:cubicBezTo>
                  <a:pt x="178828" y="61879"/>
                  <a:pt x="176993" y="62613"/>
                  <a:pt x="175257" y="64082"/>
                </a:cubicBezTo>
                <a:cubicBezTo>
                  <a:pt x="172520" y="66352"/>
                  <a:pt x="170451" y="69589"/>
                  <a:pt x="169049" y="73794"/>
                </a:cubicBezTo>
                <a:cubicBezTo>
                  <a:pt x="166913" y="80269"/>
                  <a:pt x="165845" y="87412"/>
                  <a:pt x="165845" y="95222"/>
                </a:cubicBezTo>
                <a:lnTo>
                  <a:pt x="165845" y="116749"/>
                </a:lnTo>
                <a:lnTo>
                  <a:pt x="165945" y="122356"/>
                </a:lnTo>
                <a:cubicBezTo>
                  <a:pt x="165945" y="126161"/>
                  <a:pt x="166179" y="128598"/>
                  <a:pt x="166646" y="129666"/>
                </a:cubicBezTo>
                <a:cubicBezTo>
                  <a:pt x="167447" y="131468"/>
                  <a:pt x="168632" y="132787"/>
                  <a:pt x="170201" y="133621"/>
                </a:cubicBezTo>
                <a:cubicBezTo>
                  <a:pt x="171769" y="134455"/>
                  <a:pt x="174423" y="134973"/>
                  <a:pt x="178161" y="135173"/>
                </a:cubicBezTo>
                <a:lnTo>
                  <a:pt x="178161" y="138778"/>
                </a:lnTo>
                <a:lnTo>
                  <a:pt x="127596" y="138778"/>
                </a:lnTo>
                <a:lnTo>
                  <a:pt x="127596" y="135173"/>
                </a:lnTo>
                <a:cubicBezTo>
                  <a:pt x="131668" y="134839"/>
                  <a:pt x="134422" y="133721"/>
                  <a:pt x="135857" y="131819"/>
                </a:cubicBezTo>
                <a:cubicBezTo>
                  <a:pt x="137292" y="129916"/>
                  <a:pt x="138009" y="124893"/>
                  <a:pt x="138009" y="116749"/>
                </a:cubicBezTo>
                <a:lnTo>
                  <a:pt x="138009" y="64883"/>
                </a:lnTo>
                <a:cubicBezTo>
                  <a:pt x="138009" y="59509"/>
                  <a:pt x="137742" y="56084"/>
                  <a:pt x="137208" y="54607"/>
                </a:cubicBezTo>
                <a:cubicBezTo>
                  <a:pt x="136541" y="52726"/>
                  <a:pt x="135573" y="51349"/>
                  <a:pt x="134305" y="50477"/>
                </a:cubicBezTo>
                <a:cubicBezTo>
                  <a:pt x="133036" y="49603"/>
                  <a:pt x="130800" y="48998"/>
                  <a:pt x="127596" y="48662"/>
                </a:cubicBezTo>
                <a:lnTo>
                  <a:pt x="127596" y="45058"/>
                </a:lnTo>
                <a:lnTo>
                  <a:pt x="165845" y="45058"/>
                </a:lnTo>
                <a:close/>
                <a:moveTo>
                  <a:pt x="258431" y="42254"/>
                </a:moveTo>
                <a:cubicBezTo>
                  <a:pt x="266574" y="42254"/>
                  <a:pt x="274151" y="44359"/>
                  <a:pt x="281160" y="48568"/>
                </a:cubicBezTo>
                <a:cubicBezTo>
                  <a:pt x="288169" y="52778"/>
                  <a:pt x="293492" y="58758"/>
                  <a:pt x="297130" y="66510"/>
                </a:cubicBezTo>
                <a:cubicBezTo>
                  <a:pt x="300768" y="74262"/>
                  <a:pt x="302587" y="82748"/>
                  <a:pt x="302587" y="91968"/>
                </a:cubicBezTo>
                <a:cubicBezTo>
                  <a:pt x="302587" y="105264"/>
                  <a:pt x="299216" y="116389"/>
                  <a:pt x="292474" y="125345"/>
                </a:cubicBezTo>
                <a:cubicBezTo>
                  <a:pt x="284330" y="136169"/>
                  <a:pt x="273083" y="141581"/>
                  <a:pt x="258731" y="141581"/>
                </a:cubicBezTo>
                <a:cubicBezTo>
                  <a:pt x="244646" y="141581"/>
                  <a:pt x="233799" y="136636"/>
                  <a:pt x="226189" y="126746"/>
                </a:cubicBezTo>
                <a:cubicBezTo>
                  <a:pt x="218580" y="116857"/>
                  <a:pt x="214775" y="105397"/>
                  <a:pt x="214775" y="92368"/>
                </a:cubicBezTo>
                <a:cubicBezTo>
                  <a:pt x="214775" y="78938"/>
                  <a:pt x="218663" y="67229"/>
                  <a:pt x="226440" y="57239"/>
                </a:cubicBezTo>
                <a:cubicBezTo>
                  <a:pt x="234216" y="47249"/>
                  <a:pt x="244880" y="42254"/>
                  <a:pt x="258431" y="42254"/>
                </a:cubicBezTo>
                <a:moveTo>
                  <a:pt x="258831" y="49263"/>
                </a:moveTo>
                <a:cubicBezTo>
                  <a:pt x="255427" y="49263"/>
                  <a:pt x="252506" y="50550"/>
                  <a:pt x="250070" y="53124"/>
                </a:cubicBezTo>
                <a:cubicBezTo>
                  <a:pt x="247633" y="55696"/>
                  <a:pt x="246031" y="60775"/>
                  <a:pt x="245264" y="68359"/>
                </a:cubicBezTo>
                <a:cubicBezTo>
                  <a:pt x="244496" y="75944"/>
                  <a:pt x="244112" y="86487"/>
                  <a:pt x="244112" y="99987"/>
                </a:cubicBezTo>
                <a:cubicBezTo>
                  <a:pt x="244112" y="107138"/>
                  <a:pt x="244579" y="113822"/>
                  <a:pt x="245514" y="120038"/>
                </a:cubicBezTo>
                <a:cubicBezTo>
                  <a:pt x="246248" y="124781"/>
                  <a:pt x="247817" y="128390"/>
                  <a:pt x="250220" y="130864"/>
                </a:cubicBezTo>
                <a:cubicBezTo>
                  <a:pt x="252623" y="133336"/>
                  <a:pt x="255360" y="134572"/>
                  <a:pt x="258431" y="134572"/>
                </a:cubicBezTo>
                <a:cubicBezTo>
                  <a:pt x="261434" y="134572"/>
                  <a:pt x="263938" y="133737"/>
                  <a:pt x="265940" y="132066"/>
                </a:cubicBezTo>
                <a:cubicBezTo>
                  <a:pt x="268543" y="129794"/>
                  <a:pt x="270279" y="126619"/>
                  <a:pt x="271147" y="122541"/>
                </a:cubicBezTo>
                <a:cubicBezTo>
                  <a:pt x="272482" y="116193"/>
                  <a:pt x="273149" y="103362"/>
                  <a:pt x="273149" y="84048"/>
                </a:cubicBezTo>
                <a:cubicBezTo>
                  <a:pt x="273149" y="72688"/>
                  <a:pt x="272515" y="64886"/>
                  <a:pt x="271247" y="60643"/>
                </a:cubicBezTo>
                <a:cubicBezTo>
                  <a:pt x="269979" y="56398"/>
                  <a:pt x="268110" y="53307"/>
                  <a:pt x="265640" y="51369"/>
                </a:cubicBezTo>
                <a:cubicBezTo>
                  <a:pt x="263904" y="49965"/>
                  <a:pt x="261635" y="49263"/>
                  <a:pt x="258831" y="49263"/>
                </a:cubicBezTo>
                <a:close/>
                <a:moveTo>
                  <a:pt x="355655" y="45058"/>
                </a:moveTo>
                <a:lnTo>
                  <a:pt x="355655" y="57474"/>
                </a:lnTo>
                <a:cubicBezTo>
                  <a:pt x="360795" y="51829"/>
                  <a:pt x="365551" y="47881"/>
                  <a:pt x="369923" y="45630"/>
                </a:cubicBezTo>
                <a:cubicBezTo>
                  <a:pt x="374296" y="43379"/>
                  <a:pt x="379085" y="42254"/>
                  <a:pt x="384292" y="42254"/>
                </a:cubicBezTo>
                <a:cubicBezTo>
                  <a:pt x="390299" y="42254"/>
                  <a:pt x="395339" y="43664"/>
                  <a:pt x="399411" y="46484"/>
                </a:cubicBezTo>
                <a:cubicBezTo>
                  <a:pt x="403483" y="49305"/>
                  <a:pt x="406620" y="53602"/>
                  <a:pt x="408823" y="59376"/>
                </a:cubicBezTo>
                <a:cubicBezTo>
                  <a:pt x="414163" y="53333"/>
                  <a:pt x="419286" y="48969"/>
                  <a:pt x="424193" y="46284"/>
                </a:cubicBezTo>
                <a:cubicBezTo>
                  <a:pt x="429099" y="43597"/>
                  <a:pt x="434222" y="42254"/>
                  <a:pt x="439562" y="42254"/>
                </a:cubicBezTo>
                <a:cubicBezTo>
                  <a:pt x="446037" y="42254"/>
                  <a:pt x="451194" y="43741"/>
                  <a:pt x="455032" y="46716"/>
                </a:cubicBezTo>
                <a:cubicBezTo>
                  <a:pt x="458870" y="49691"/>
                  <a:pt x="461540" y="53467"/>
                  <a:pt x="463042" y="58046"/>
                </a:cubicBezTo>
                <a:cubicBezTo>
                  <a:pt x="464544" y="62625"/>
                  <a:pt x="465295" y="69927"/>
                  <a:pt x="465295" y="79952"/>
                </a:cubicBezTo>
                <a:lnTo>
                  <a:pt x="465295" y="118351"/>
                </a:lnTo>
                <a:cubicBezTo>
                  <a:pt x="465295" y="125561"/>
                  <a:pt x="465946" y="130033"/>
                  <a:pt x="467248" y="131769"/>
                </a:cubicBezTo>
                <a:cubicBezTo>
                  <a:pt x="468549" y="133504"/>
                  <a:pt x="471270" y="134639"/>
                  <a:pt x="475408" y="135173"/>
                </a:cubicBezTo>
                <a:lnTo>
                  <a:pt x="475408" y="138778"/>
                </a:lnTo>
                <a:lnTo>
                  <a:pt x="427046" y="138778"/>
                </a:lnTo>
                <a:lnTo>
                  <a:pt x="427046" y="135173"/>
                </a:lnTo>
                <a:cubicBezTo>
                  <a:pt x="430851" y="134839"/>
                  <a:pt x="433655" y="133371"/>
                  <a:pt x="435457" y="130767"/>
                </a:cubicBezTo>
                <a:cubicBezTo>
                  <a:pt x="436659" y="128965"/>
                  <a:pt x="437259" y="124826"/>
                  <a:pt x="437259" y="118351"/>
                </a:cubicBezTo>
                <a:lnTo>
                  <a:pt x="437259" y="78100"/>
                </a:lnTo>
                <a:cubicBezTo>
                  <a:pt x="437259" y="69756"/>
                  <a:pt x="436926" y="64449"/>
                  <a:pt x="436258" y="62180"/>
                </a:cubicBezTo>
                <a:cubicBezTo>
                  <a:pt x="435591" y="59910"/>
                  <a:pt x="434539" y="58224"/>
                  <a:pt x="433104" y="57123"/>
                </a:cubicBezTo>
                <a:cubicBezTo>
                  <a:pt x="431669" y="56022"/>
                  <a:pt x="429983" y="55471"/>
                  <a:pt x="428048" y="55471"/>
                </a:cubicBezTo>
                <a:cubicBezTo>
                  <a:pt x="425177" y="55471"/>
                  <a:pt x="422274" y="56522"/>
                  <a:pt x="419336" y="58625"/>
                </a:cubicBezTo>
                <a:cubicBezTo>
                  <a:pt x="416399" y="60728"/>
                  <a:pt x="413429" y="63882"/>
                  <a:pt x="410425" y="68087"/>
                </a:cubicBezTo>
                <a:lnTo>
                  <a:pt x="410425" y="118351"/>
                </a:lnTo>
                <a:cubicBezTo>
                  <a:pt x="410425" y="125093"/>
                  <a:pt x="410992" y="129332"/>
                  <a:pt x="412127" y="131068"/>
                </a:cubicBezTo>
                <a:cubicBezTo>
                  <a:pt x="413663" y="133537"/>
                  <a:pt x="416600" y="134906"/>
                  <a:pt x="420938" y="135173"/>
                </a:cubicBezTo>
                <a:lnTo>
                  <a:pt x="420938" y="138778"/>
                </a:lnTo>
                <a:lnTo>
                  <a:pt x="372477" y="138778"/>
                </a:lnTo>
                <a:lnTo>
                  <a:pt x="372477" y="135173"/>
                </a:lnTo>
                <a:cubicBezTo>
                  <a:pt x="375080" y="135039"/>
                  <a:pt x="377132" y="134389"/>
                  <a:pt x="378634" y="133220"/>
                </a:cubicBezTo>
                <a:cubicBezTo>
                  <a:pt x="380136" y="132052"/>
                  <a:pt x="381138" y="130650"/>
                  <a:pt x="381638" y="129015"/>
                </a:cubicBezTo>
                <a:cubicBezTo>
                  <a:pt x="382139" y="127380"/>
                  <a:pt x="382389" y="123825"/>
                  <a:pt x="382389" y="118351"/>
                </a:cubicBezTo>
                <a:lnTo>
                  <a:pt x="382389" y="78037"/>
                </a:lnTo>
                <a:cubicBezTo>
                  <a:pt x="382389" y="69545"/>
                  <a:pt x="382055" y="64230"/>
                  <a:pt x="381388" y="62092"/>
                </a:cubicBezTo>
                <a:cubicBezTo>
                  <a:pt x="380720" y="59952"/>
                  <a:pt x="379602" y="58280"/>
                  <a:pt x="378034" y="57076"/>
                </a:cubicBezTo>
                <a:cubicBezTo>
                  <a:pt x="376465" y="55873"/>
                  <a:pt x="374779" y="55271"/>
                  <a:pt x="372977" y="55271"/>
                </a:cubicBezTo>
                <a:cubicBezTo>
                  <a:pt x="370307" y="55271"/>
                  <a:pt x="367871" y="55977"/>
                  <a:pt x="365668" y="57389"/>
                </a:cubicBezTo>
                <a:cubicBezTo>
                  <a:pt x="362530" y="59475"/>
                  <a:pt x="359193" y="63041"/>
                  <a:pt x="355655" y="68087"/>
                </a:cubicBezTo>
                <a:lnTo>
                  <a:pt x="355655" y="118351"/>
                </a:lnTo>
                <a:cubicBezTo>
                  <a:pt x="355655" y="124960"/>
                  <a:pt x="356306" y="129315"/>
                  <a:pt x="357607" y="131418"/>
                </a:cubicBezTo>
                <a:cubicBezTo>
                  <a:pt x="358909" y="133521"/>
                  <a:pt x="361629" y="134772"/>
                  <a:pt x="365768" y="135173"/>
                </a:cubicBezTo>
                <a:lnTo>
                  <a:pt x="365768" y="138778"/>
                </a:lnTo>
                <a:lnTo>
                  <a:pt x="317506" y="138778"/>
                </a:lnTo>
                <a:lnTo>
                  <a:pt x="317506" y="135173"/>
                </a:lnTo>
                <a:cubicBezTo>
                  <a:pt x="321445" y="134772"/>
                  <a:pt x="324248" y="133504"/>
                  <a:pt x="325917" y="131368"/>
                </a:cubicBezTo>
                <a:cubicBezTo>
                  <a:pt x="327052" y="129899"/>
                  <a:pt x="327619" y="125561"/>
                  <a:pt x="327619" y="118351"/>
                </a:cubicBezTo>
                <a:lnTo>
                  <a:pt x="327619" y="65484"/>
                </a:lnTo>
                <a:cubicBezTo>
                  <a:pt x="327619" y="58323"/>
                  <a:pt x="326968" y="53864"/>
                  <a:pt x="325667" y="52107"/>
                </a:cubicBezTo>
                <a:cubicBezTo>
                  <a:pt x="324365" y="50351"/>
                  <a:pt x="321645" y="49203"/>
                  <a:pt x="317506" y="48662"/>
                </a:cubicBezTo>
                <a:lnTo>
                  <a:pt x="317506" y="45058"/>
                </a:lnTo>
                <a:lnTo>
                  <a:pt x="355655" y="45058"/>
                </a:lnTo>
                <a:close/>
                <a:moveTo>
                  <a:pt x="523869" y="129265"/>
                </a:moveTo>
                <a:lnTo>
                  <a:pt x="523869" y="164010"/>
                </a:lnTo>
                <a:cubicBezTo>
                  <a:pt x="523869" y="168881"/>
                  <a:pt x="524252" y="172195"/>
                  <a:pt x="525020" y="173954"/>
                </a:cubicBezTo>
                <a:cubicBezTo>
                  <a:pt x="525788" y="175714"/>
                  <a:pt x="526973" y="177000"/>
                  <a:pt x="528575" y="177812"/>
                </a:cubicBezTo>
                <a:cubicBezTo>
                  <a:pt x="530177" y="178623"/>
                  <a:pt x="533314" y="179029"/>
                  <a:pt x="537987" y="179029"/>
                </a:cubicBezTo>
                <a:lnTo>
                  <a:pt x="537987" y="182634"/>
                </a:lnTo>
                <a:lnTo>
                  <a:pt x="484618" y="182634"/>
                </a:lnTo>
                <a:lnTo>
                  <a:pt x="484618" y="179029"/>
                </a:lnTo>
                <a:cubicBezTo>
                  <a:pt x="488757" y="178893"/>
                  <a:pt x="491828" y="177710"/>
                  <a:pt x="493830" y="175478"/>
                </a:cubicBezTo>
                <a:cubicBezTo>
                  <a:pt x="495165" y="173923"/>
                  <a:pt x="495833" y="169901"/>
                  <a:pt x="495833" y="163409"/>
                </a:cubicBezTo>
                <a:lnTo>
                  <a:pt x="495833" y="64683"/>
                </a:lnTo>
                <a:cubicBezTo>
                  <a:pt x="495833" y="57991"/>
                  <a:pt x="495065" y="53716"/>
                  <a:pt x="493530" y="51857"/>
                </a:cubicBezTo>
                <a:cubicBezTo>
                  <a:pt x="491994" y="49998"/>
                  <a:pt x="489024" y="48933"/>
                  <a:pt x="484618" y="48662"/>
                </a:cubicBezTo>
                <a:lnTo>
                  <a:pt x="484618" y="45058"/>
                </a:lnTo>
                <a:lnTo>
                  <a:pt x="523869" y="45058"/>
                </a:lnTo>
                <a:lnTo>
                  <a:pt x="523869" y="57373"/>
                </a:lnTo>
                <a:cubicBezTo>
                  <a:pt x="527139" y="52567"/>
                  <a:pt x="530477" y="49096"/>
                  <a:pt x="533881" y="46960"/>
                </a:cubicBezTo>
                <a:cubicBezTo>
                  <a:pt x="538754" y="43823"/>
                  <a:pt x="544061" y="42254"/>
                  <a:pt x="549802" y="42254"/>
                </a:cubicBezTo>
                <a:cubicBezTo>
                  <a:pt x="556677" y="42254"/>
                  <a:pt x="562935" y="44426"/>
                  <a:pt x="568576" y="48769"/>
                </a:cubicBezTo>
                <a:cubicBezTo>
                  <a:pt x="574216" y="53112"/>
                  <a:pt x="578505" y="59109"/>
                  <a:pt x="581442" y="66760"/>
                </a:cubicBezTo>
                <a:cubicBezTo>
                  <a:pt x="584379" y="74412"/>
                  <a:pt x="585848" y="82647"/>
                  <a:pt x="585848" y="91467"/>
                </a:cubicBezTo>
                <a:cubicBezTo>
                  <a:pt x="585848" y="100954"/>
                  <a:pt x="584329" y="109624"/>
                  <a:pt x="581292" y="117475"/>
                </a:cubicBezTo>
                <a:cubicBezTo>
                  <a:pt x="578255" y="125327"/>
                  <a:pt x="573849" y="131308"/>
                  <a:pt x="568075" y="135417"/>
                </a:cubicBezTo>
                <a:cubicBezTo>
                  <a:pt x="562301" y="139526"/>
                  <a:pt x="555876" y="141581"/>
                  <a:pt x="548800" y="141581"/>
                </a:cubicBezTo>
                <a:cubicBezTo>
                  <a:pt x="543661" y="141581"/>
                  <a:pt x="538854" y="140446"/>
                  <a:pt x="534382" y="138177"/>
                </a:cubicBezTo>
                <a:cubicBezTo>
                  <a:pt x="531044" y="136441"/>
                  <a:pt x="527540" y="133471"/>
                  <a:pt x="523869" y="129265"/>
                </a:cubicBezTo>
                <a:moveTo>
                  <a:pt x="523869" y="119137"/>
                </a:moveTo>
                <a:cubicBezTo>
                  <a:pt x="529609" y="127291"/>
                  <a:pt x="535750" y="131368"/>
                  <a:pt x="542292" y="131368"/>
                </a:cubicBezTo>
                <a:cubicBezTo>
                  <a:pt x="545897" y="131368"/>
                  <a:pt x="548867" y="129464"/>
                  <a:pt x="551204" y="125654"/>
                </a:cubicBezTo>
                <a:cubicBezTo>
                  <a:pt x="554675" y="120039"/>
                  <a:pt x="556410" y="109344"/>
                  <a:pt x="556410" y="93570"/>
                </a:cubicBezTo>
                <a:cubicBezTo>
                  <a:pt x="556410" y="77395"/>
                  <a:pt x="554508" y="66333"/>
                  <a:pt x="550703" y="60383"/>
                </a:cubicBezTo>
                <a:cubicBezTo>
                  <a:pt x="548166" y="56441"/>
                  <a:pt x="544762" y="54470"/>
                  <a:pt x="540490" y="54470"/>
                </a:cubicBezTo>
                <a:cubicBezTo>
                  <a:pt x="533748" y="54470"/>
                  <a:pt x="528207" y="59349"/>
                  <a:pt x="523869" y="69107"/>
                </a:cubicBezTo>
                <a:lnTo>
                  <a:pt x="523869" y="119137"/>
                </a:lnTo>
                <a:close/>
                <a:moveTo>
                  <a:pt x="638784" y="10614"/>
                </a:moveTo>
                <a:lnTo>
                  <a:pt x="638784" y="45058"/>
                </a:lnTo>
                <a:lnTo>
                  <a:pt x="661013" y="45058"/>
                </a:lnTo>
                <a:lnTo>
                  <a:pt x="661013" y="54870"/>
                </a:lnTo>
                <a:lnTo>
                  <a:pt x="638784" y="54870"/>
                </a:lnTo>
                <a:lnTo>
                  <a:pt x="638784" y="112801"/>
                </a:lnTo>
                <a:cubicBezTo>
                  <a:pt x="638784" y="118222"/>
                  <a:pt x="639035" y="121719"/>
                  <a:pt x="639535" y="123292"/>
                </a:cubicBezTo>
                <a:cubicBezTo>
                  <a:pt x="640036" y="124865"/>
                  <a:pt x="640920" y="126137"/>
                  <a:pt x="642189" y="127109"/>
                </a:cubicBezTo>
                <a:cubicBezTo>
                  <a:pt x="643457" y="128079"/>
                  <a:pt x="644625" y="128564"/>
                  <a:pt x="645693" y="128564"/>
                </a:cubicBezTo>
                <a:cubicBezTo>
                  <a:pt x="650032" y="128564"/>
                  <a:pt x="654137" y="125227"/>
                  <a:pt x="658009" y="118552"/>
                </a:cubicBezTo>
                <a:lnTo>
                  <a:pt x="661013" y="120776"/>
                </a:lnTo>
                <a:cubicBezTo>
                  <a:pt x="655606" y="133712"/>
                  <a:pt x="646828" y="140179"/>
                  <a:pt x="634679" y="140179"/>
                </a:cubicBezTo>
                <a:cubicBezTo>
                  <a:pt x="628738" y="140179"/>
                  <a:pt x="623715" y="138522"/>
                  <a:pt x="619610" y="135207"/>
                </a:cubicBezTo>
                <a:cubicBezTo>
                  <a:pt x="615504" y="131891"/>
                  <a:pt x="612884" y="128189"/>
                  <a:pt x="611750" y="124102"/>
                </a:cubicBezTo>
                <a:cubicBezTo>
                  <a:pt x="611082" y="121825"/>
                  <a:pt x="610748" y="115661"/>
                  <a:pt x="610748" y="105613"/>
                </a:cubicBezTo>
                <a:lnTo>
                  <a:pt x="610748" y="54870"/>
                </a:lnTo>
                <a:lnTo>
                  <a:pt x="598533" y="54870"/>
                </a:lnTo>
                <a:lnTo>
                  <a:pt x="598533" y="51356"/>
                </a:lnTo>
                <a:cubicBezTo>
                  <a:pt x="606944" y="45403"/>
                  <a:pt x="614103" y="39148"/>
                  <a:pt x="620010" y="32592"/>
                </a:cubicBezTo>
                <a:cubicBezTo>
                  <a:pt x="625918" y="26035"/>
                  <a:pt x="631074" y="18709"/>
                  <a:pt x="635480" y="10614"/>
                </a:cubicBezTo>
                <a:lnTo>
                  <a:pt x="638784" y="10614"/>
                </a:lnTo>
                <a:close/>
                <a:moveTo>
                  <a:pt x="770151" y="10814"/>
                </a:moveTo>
                <a:lnTo>
                  <a:pt x="770151" y="65884"/>
                </a:lnTo>
                <a:lnTo>
                  <a:pt x="772854" y="65884"/>
                </a:lnTo>
                <a:cubicBezTo>
                  <a:pt x="781465" y="65884"/>
                  <a:pt x="787707" y="63181"/>
                  <a:pt x="791578" y="57774"/>
                </a:cubicBezTo>
                <a:cubicBezTo>
                  <a:pt x="795450" y="52367"/>
                  <a:pt x="797920" y="44390"/>
                  <a:pt x="798988" y="33843"/>
                </a:cubicBezTo>
                <a:lnTo>
                  <a:pt x="802793" y="33843"/>
                </a:lnTo>
                <a:lnTo>
                  <a:pt x="802793" y="105134"/>
                </a:lnTo>
                <a:lnTo>
                  <a:pt x="798988" y="105134"/>
                </a:lnTo>
                <a:cubicBezTo>
                  <a:pt x="798187" y="97366"/>
                  <a:pt x="796501" y="91005"/>
                  <a:pt x="793931" y="86051"/>
                </a:cubicBezTo>
                <a:cubicBezTo>
                  <a:pt x="791361" y="81094"/>
                  <a:pt x="788374" y="77763"/>
                  <a:pt x="784970" y="76057"/>
                </a:cubicBezTo>
                <a:cubicBezTo>
                  <a:pt x="781565" y="74348"/>
                  <a:pt x="776626" y="73494"/>
                  <a:pt x="770151" y="73494"/>
                </a:cubicBezTo>
                <a:lnTo>
                  <a:pt x="770151" y="111743"/>
                </a:lnTo>
                <a:cubicBezTo>
                  <a:pt x="770151" y="119219"/>
                  <a:pt x="770468" y="123792"/>
                  <a:pt x="771102" y="125460"/>
                </a:cubicBezTo>
                <a:cubicBezTo>
                  <a:pt x="771736" y="127129"/>
                  <a:pt x="772921" y="128498"/>
                  <a:pt x="774657" y="129566"/>
                </a:cubicBezTo>
                <a:cubicBezTo>
                  <a:pt x="776392" y="130634"/>
                  <a:pt x="779196" y="131168"/>
                  <a:pt x="783067" y="131168"/>
                </a:cubicBezTo>
                <a:lnTo>
                  <a:pt x="791178" y="131168"/>
                </a:lnTo>
                <a:cubicBezTo>
                  <a:pt x="803861" y="131168"/>
                  <a:pt x="814024" y="128247"/>
                  <a:pt x="821667" y="122407"/>
                </a:cubicBezTo>
                <a:cubicBezTo>
                  <a:pt x="829310" y="116566"/>
                  <a:pt x="834800" y="107638"/>
                  <a:pt x="838138" y="95622"/>
                </a:cubicBezTo>
                <a:lnTo>
                  <a:pt x="841842" y="95622"/>
                </a:lnTo>
                <a:lnTo>
                  <a:pt x="835735" y="138778"/>
                </a:lnTo>
                <a:lnTo>
                  <a:pt x="718385" y="138778"/>
                </a:lnTo>
                <a:lnTo>
                  <a:pt x="718385" y="135173"/>
                </a:lnTo>
                <a:lnTo>
                  <a:pt x="722890" y="135173"/>
                </a:lnTo>
                <a:cubicBezTo>
                  <a:pt x="726829" y="135173"/>
                  <a:pt x="729999" y="134469"/>
                  <a:pt x="732402" y="133061"/>
                </a:cubicBezTo>
                <a:cubicBezTo>
                  <a:pt x="734138" y="132120"/>
                  <a:pt x="735473" y="130510"/>
                  <a:pt x="736408" y="128230"/>
                </a:cubicBezTo>
                <a:cubicBezTo>
                  <a:pt x="737142" y="126619"/>
                  <a:pt x="737509" y="122392"/>
                  <a:pt x="737509" y="115548"/>
                </a:cubicBezTo>
                <a:lnTo>
                  <a:pt x="737509" y="26234"/>
                </a:lnTo>
                <a:cubicBezTo>
                  <a:pt x="737509" y="20061"/>
                  <a:pt x="737342" y="16270"/>
                  <a:pt x="737008" y="14860"/>
                </a:cubicBezTo>
                <a:cubicBezTo>
                  <a:pt x="736341" y="12513"/>
                  <a:pt x="735106" y="10702"/>
                  <a:pt x="733304" y="9428"/>
                </a:cubicBezTo>
                <a:cubicBezTo>
                  <a:pt x="730767" y="7548"/>
                  <a:pt x="727296" y="6608"/>
                  <a:pt x="722890" y="6608"/>
                </a:cubicBezTo>
                <a:lnTo>
                  <a:pt x="718385" y="6608"/>
                </a:lnTo>
                <a:lnTo>
                  <a:pt x="718385" y="3004"/>
                </a:lnTo>
                <a:lnTo>
                  <a:pt x="832030" y="3004"/>
                </a:lnTo>
                <a:lnTo>
                  <a:pt x="832030" y="43255"/>
                </a:lnTo>
                <a:lnTo>
                  <a:pt x="828225" y="43255"/>
                </a:lnTo>
                <a:cubicBezTo>
                  <a:pt x="826289" y="33411"/>
                  <a:pt x="823569" y="26347"/>
                  <a:pt x="820065" y="22063"/>
                </a:cubicBezTo>
                <a:cubicBezTo>
                  <a:pt x="816560" y="17778"/>
                  <a:pt x="811604" y="14631"/>
                  <a:pt x="805196" y="12622"/>
                </a:cubicBezTo>
                <a:cubicBezTo>
                  <a:pt x="801457" y="11417"/>
                  <a:pt x="794449" y="10814"/>
                  <a:pt x="784169" y="10814"/>
                </a:cubicBezTo>
                <a:lnTo>
                  <a:pt x="770151" y="10814"/>
                </a:lnTo>
                <a:close/>
                <a:moveTo>
                  <a:pt x="896214" y="45058"/>
                </a:moveTo>
                <a:lnTo>
                  <a:pt x="896214" y="57273"/>
                </a:lnTo>
                <a:cubicBezTo>
                  <a:pt x="901020" y="52031"/>
                  <a:pt x="905626" y="48218"/>
                  <a:pt x="910031" y="45834"/>
                </a:cubicBezTo>
                <a:cubicBezTo>
                  <a:pt x="914437" y="43447"/>
                  <a:pt x="919176" y="42254"/>
                  <a:pt x="924249" y="42254"/>
                </a:cubicBezTo>
                <a:cubicBezTo>
                  <a:pt x="930324" y="42254"/>
                  <a:pt x="935364" y="43942"/>
                  <a:pt x="939369" y="47317"/>
                </a:cubicBezTo>
                <a:cubicBezTo>
                  <a:pt x="943374" y="50692"/>
                  <a:pt x="946044" y="54886"/>
                  <a:pt x="947379" y="59898"/>
                </a:cubicBezTo>
                <a:cubicBezTo>
                  <a:pt x="948447" y="63710"/>
                  <a:pt x="948981" y="71029"/>
                  <a:pt x="948981" y="81858"/>
                </a:cubicBezTo>
                <a:lnTo>
                  <a:pt x="948981" y="118351"/>
                </a:lnTo>
                <a:cubicBezTo>
                  <a:pt x="948981" y="125561"/>
                  <a:pt x="949632" y="130050"/>
                  <a:pt x="950934" y="131819"/>
                </a:cubicBezTo>
                <a:cubicBezTo>
                  <a:pt x="952235" y="133588"/>
                  <a:pt x="954955" y="134706"/>
                  <a:pt x="959094" y="135173"/>
                </a:cubicBezTo>
                <a:lnTo>
                  <a:pt x="959094" y="138778"/>
                </a:lnTo>
                <a:lnTo>
                  <a:pt x="911733" y="138778"/>
                </a:lnTo>
                <a:lnTo>
                  <a:pt x="911733" y="135173"/>
                </a:lnTo>
                <a:cubicBezTo>
                  <a:pt x="915271" y="134706"/>
                  <a:pt x="917808" y="133237"/>
                  <a:pt x="919343" y="130767"/>
                </a:cubicBezTo>
                <a:cubicBezTo>
                  <a:pt x="920411" y="129098"/>
                  <a:pt x="920945" y="124960"/>
                  <a:pt x="920945" y="118351"/>
                </a:cubicBezTo>
                <a:lnTo>
                  <a:pt x="920945" y="76698"/>
                </a:lnTo>
                <a:cubicBezTo>
                  <a:pt x="920945" y="69022"/>
                  <a:pt x="920645" y="64182"/>
                  <a:pt x="920044" y="62180"/>
                </a:cubicBezTo>
                <a:cubicBezTo>
                  <a:pt x="919443" y="60177"/>
                  <a:pt x="918425" y="58625"/>
                  <a:pt x="916990" y="57524"/>
                </a:cubicBezTo>
                <a:cubicBezTo>
                  <a:pt x="915555" y="56422"/>
                  <a:pt x="913970" y="55871"/>
                  <a:pt x="912234" y="55871"/>
                </a:cubicBezTo>
                <a:cubicBezTo>
                  <a:pt x="906493" y="55871"/>
                  <a:pt x="901153" y="60010"/>
                  <a:pt x="896214" y="68287"/>
                </a:cubicBezTo>
                <a:lnTo>
                  <a:pt x="896214" y="118351"/>
                </a:lnTo>
                <a:cubicBezTo>
                  <a:pt x="896214" y="125360"/>
                  <a:pt x="896864" y="129799"/>
                  <a:pt x="898166" y="131668"/>
                </a:cubicBezTo>
                <a:cubicBezTo>
                  <a:pt x="899468" y="133537"/>
                  <a:pt x="901887" y="134706"/>
                  <a:pt x="905425" y="135173"/>
                </a:cubicBezTo>
                <a:lnTo>
                  <a:pt x="905425" y="138778"/>
                </a:lnTo>
                <a:lnTo>
                  <a:pt x="858065" y="138778"/>
                </a:lnTo>
                <a:lnTo>
                  <a:pt x="858065" y="135173"/>
                </a:lnTo>
                <a:cubicBezTo>
                  <a:pt x="862003" y="134772"/>
                  <a:pt x="864807" y="133504"/>
                  <a:pt x="866476" y="131368"/>
                </a:cubicBezTo>
                <a:cubicBezTo>
                  <a:pt x="867610" y="129899"/>
                  <a:pt x="868178" y="125561"/>
                  <a:pt x="868178" y="118351"/>
                </a:cubicBezTo>
                <a:lnTo>
                  <a:pt x="868178" y="65484"/>
                </a:lnTo>
                <a:cubicBezTo>
                  <a:pt x="868178" y="58323"/>
                  <a:pt x="867527" y="53864"/>
                  <a:pt x="866225" y="52107"/>
                </a:cubicBezTo>
                <a:cubicBezTo>
                  <a:pt x="864924" y="50351"/>
                  <a:pt x="862203" y="49203"/>
                  <a:pt x="858065" y="48662"/>
                </a:cubicBezTo>
                <a:lnTo>
                  <a:pt x="858065" y="45058"/>
                </a:lnTo>
                <a:lnTo>
                  <a:pt x="896214" y="45058"/>
                </a:lnTo>
                <a:close/>
                <a:moveTo>
                  <a:pt x="1032056" y="46259"/>
                </a:moveTo>
                <a:lnTo>
                  <a:pt x="1063596" y="46259"/>
                </a:lnTo>
                <a:lnTo>
                  <a:pt x="1063596" y="57273"/>
                </a:lnTo>
                <a:lnTo>
                  <a:pt x="1045673" y="57273"/>
                </a:lnTo>
                <a:cubicBezTo>
                  <a:pt x="1048944" y="60544"/>
                  <a:pt x="1051214" y="63515"/>
                  <a:pt x="1052482" y="66185"/>
                </a:cubicBezTo>
                <a:cubicBezTo>
                  <a:pt x="1054084" y="69789"/>
                  <a:pt x="1054885" y="73561"/>
                  <a:pt x="1054885" y="77499"/>
                </a:cubicBezTo>
                <a:cubicBezTo>
                  <a:pt x="1054885" y="84174"/>
                  <a:pt x="1053033" y="89965"/>
                  <a:pt x="1049328" y="94871"/>
                </a:cubicBezTo>
                <a:cubicBezTo>
                  <a:pt x="1045623" y="99778"/>
                  <a:pt x="1040584" y="103616"/>
                  <a:pt x="1034209" y="106386"/>
                </a:cubicBezTo>
                <a:cubicBezTo>
                  <a:pt x="1027834" y="109156"/>
                  <a:pt x="1022177" y="110541"/>
                  <a:pt x="1017237" y="110541"/>
                </a:cubicBezTo>
                <a:cubicBezTo>
                  <a:pt x="1016837" y="110541"/>
                  <a:pt x="1012831" y="110375"/>
                  <a:pt x="1005222" y="110041"/>
                </a:cubicBezTo>
                <a:cubicBezTo>
                  <a:pt x="1002218" y="110041"/>
                  <a:pt x="999698" y="111020"/>
                  <a:pt x="997662" y="112979"/>
                </a:cubicBezTo>
                <a:cubicBezTo>
                  <a:pt x="995626" y="114938"/>
                  <a:pt x="994608" y="117277"/>
                  <a:pt x="994608" y="119997"/>
                </a:cubicBezTo>
                <a:cubicBezTo>
                  <a:pt x="994608" y="122388"/>
                  <a:pt x="995526" y="124347"/>
                  <a:pt x="997362" y="125873"/>
                </a:cubicBezTo>
                <a:cubicBezTo>
                  <a:pt x="999197" y="127400"/>
                  <a:pt x="1002184" y="128164"/>
                  <a:pt x="1006323" y="128164"/>
                </a:cubicBezTo>
                <a:lnTo>
                  <a:pt x="1023645" y="127964"/>
                </a:lnTo>
                <a:cubicBezTo>
                  <a:pt x="1037663" y="127964"/>
                  <a:pt x="1047309" y="129502"/>
                  <a:pt x="1052582" y="132579"/>
                </a:cubicBezTo>
                <a:cubicBezTo>
                  <a:pt x="1060125" y="136857"/>
                  <a:pt x="1063897" y="143444"/>
                  <a:pt x="1063897" y="152339"/>
                </a:cubicBezTo>
                <a:cubicBezTo>
                  <a:pt x="1063897" y="158023"/>
                  <a:pt x="1062161" y="163189"/>
                  <a:pt x="1058690" y="167837"/>
                </a:cubicBezTo>
                <a:cubicBezTo>
                  <a:pt x="1055219" y="172484"/>
                  <a:pt x="1050646" y="175911"/>
                  <a:pt x="1044972" y="178118"/>
                </a:cubicBezTo>
                <a:cubicBezTo>
                  <a:pt x="1036361" y="181396"/>
                  <a:pt x="1026449" y="183034"/>
                  <a:pt x="1015234" y="183034"/>
                </a:cubicBezTo>
                <a:cubicBezTo>
                  <a:pt x="1006824" y="183034"/>
                  <a:pt x="999147" y="182216"/>
                  <a:pt x="992205" y="180581"/>
                </a:cubicBezTo>
                <a:cubicBezTo>
                  <a:pt x="985263" y="178946"/>
                  <a:pt x="980290" y="176675"/>
                  <a:pt x="977286" y="173769"/>
                </a:cubicBezTo>
                <a:cubicBezTo>
                  <a:pt x="974282" y="170865"/>
                  <a:pt x="972780" y="167810"/>
                  <a:pt x="972780" y="164604"/>
                </a:cubicBezTo>
                <a:cubicBezTo>
                  <a:pt x="972780" y="161534"/>
                  <a:pt x="973932" y="158779"/>
                  <a:pt x="976235" y="156341"/>
                </a:cubicBezTo>
                <a:cubicBezTo>
                  <a:pt x="978538" y="153904"/>
                  <a:pt x="982826" y="151852"/>
                  <a:pt x="989101" y="150183"/>
                </a:cubicBezTo>
                <a:cubicBezTo>
                  <a:pt x="980423" y="145911"/>
                  <a:pt x="976084" y="139971"/>
                  <a:pt x="976084" y="132363"/>
                </a:cubicBezTo>
                <a:cubicBezTo>
                  <a:pt x="976084" y="127757"/>
                  <a:pt x="977853" y="123286"/>
                  <a:pt x="981391" y="118949"/>
                </a:cubicBezTo>
                <a:cubicBezTo>
                  <a:pt x="984929" y="114610"/>
                  <a:pt x="990536" y="110839"/>
                  <a:pt x="998213" y="107635"/>
                </a:cubicBezTo>
                <a:cubicBezTo>
                  <a:pt x="989268" y="104360"/>
                  <a:pt x="982793" y="100048"/>
                  <a:pt x="978788" y="94699"/>
                </a:cubicBezTo>
                <a:cubicBezTo>
                  <a:pt x="974783" y="89351"/>
                  <a:pt x="972780" y="83167"/>
                  <a:pt x="972780" y="76147"/>
                </a:cubicBezTo>
                <a:cubicBezTo>
                  <a:pt x="972780" y="66990"/>
                  <a:pt x="976518" y="59052"/>
                  <a:pt x="983995" y="52333"/>
                </a:cubicBezTo>
                <a:cubicBezTo>
                  <a:pt x="991471" y="45614"/>
                  <a:pt x="1001083" y="42254"/>
                  <a:pt x="1012831" y="42254"/>
                </a:cubicBezTo>
                <a:cubicBezTo>
                  <a:pt x="1019039" y="42254"/>
                  <a:pt x="1025448" y="43589"/>
                  <a:pt x="1032056" y="46259"/>
                </a:cubicBezTo>
                <a:moveTo>
                  <a:pt x="1014734" y="48662"/>
                </a:moveTo>
                <a:cubicBezTo>
                  <a:pt x="1010862" y="48662"/>
                  <a:pt x="1007591" y="50612"/>
                  <a:pt x="1004921" y="54510"/>
                </a:cubicBezTo>
                <a:cubicBezTo>
                  <a:pt x="1002251" y="58407"/>
                  <a:pt x="1000916" y="66486"/>
                  <a:pt x="1000916" y="78748"/>
                </a:cubicBezTo>
                <a:cubicBezTo>
                  <a:pt x="1000916" y="88675"/>
                  <a:pt x="1002234" y="95488"/>
                  <a:pt x="1004871" y="99186"/>
                </a:cubicBezTo>
                <a:cubicBezTo>
                  <a:pt x="1007508" y="102885"/>
                  <a:pt x="1010629" y="104734"/>
                  <a:pt x="1014233" y="104734"/>
                </a:cubicBezTo>
                <a:cubicBezTo>
                  <a:pt x="1018238" y="104734"/>
                  <a:pt x="1021576" y="102901"/>
                  <a:pt x="1024246" y="99236"/>
                </a:cubicBezTo>
                <a:cubicBezTo>
                  <a:pt x="1026916" y="95571"/>
                  <a:pt x="1028251" y="88441"/>
                  <a:pt x="1028251" y="77846"/>
                </a:cubicBezTo>
                <a:cubicBezTo>
                  <a:pt x="1028251" y="65921"/>
                  <a:pt x="1026749" y="57792"/>
                  <a:pt x="1023745" y="53459"/>
                </a:cubicBezTo>
                <a:cubicBezTo>
                  <a:pt x="1021609" y="50261"/>
                  <a:pt x="1018605" y="48662"/>
                  <a:pt x="1014734" y="48662"/>
                </a:cubicBezTo>
                <a:moveTo>
                  <a:pt x="1008826" y="152595"/>
                </a:moveTo>
                <a:cubicBezTo>
                  <a:pt x="1002018" y="152595"/>
                  <a:pt x="997512" y="153160"/>
                  <a:pt x="995309" y="154291"/>
                </a:cubicBezTo>
                <a:cubicBezTo>
                  <a:pt x="991504" y="156350"/>
                  <a:pt x="989602" y="159141"/>
                  <a:pt x="989602" y="162664"/>
                </a:cubicBezTo>
                <a:cubicBezTo>
                  <a:pt x="989602" y="166054"/>
                  <a:pt x="991571" y="169128"/>
                  <a:pt x="995509" y="171885"/>
                </a:cubicBezTo>
                <a:cubicBezTo>
                  <a:pt x="999448" y="174645"/>
                  <a:pt x="1006857" y="176025"/>
                  <a:pt x="1017738" y="176025"/>
                </a:cubicBezTo>
                <a:cubicBezTo>
                  <a:pt x="1027016" y="176025"/>
                  <a:pt x="1034309" y="174795"/>
                  <a:pt x="1039616" y="172336"/>
                </a:cubicBezTo>
                <a:cubicBezTo>
                  <a:pt x="1044922" y="169877"/>
                  <a:pt x="1047576" y="166420"/>
                  <a:pt x="1047576" y="161967"/>
                </a:cubicBezTo>
                <a:cubicBezTo>
                  <a:pt x="1047576" y="160306"/>
                  <a:pt x="1047075" y="158911"/>
                  <a:pt x="1046074" y="157780"/>
                </a:cubicBezTo>
                <a:cubicBezTo>
                  <a:pt x="1044272" y="155786"/>
                  <a:pt x="1041551" y="154423"/>
                  <a:pt x="1037913" y="153690"/>
                </a:cubicBezTo>
                <a:cubicBezTo>
                  <a:pt x="1034275" y="152960"/>
                  <a:pt x="1024580" y="152595"/>
                  <a:pt x="1008826" y="152595"/>
                </a:cubicBezTo>
                <a:close/>
                <a:moveTo>
                  <a:pt x="1097039" y="0"/>
                </a:moveTo>
                <a:cubicBezTo>
                  <a:pt x="1101378" y="0"/>
                  <a:pt x="1105049" y="1524"/>
                  <a:pt x="1108053" y="4571"/>
                </a:cubicBezTo>
                <a:cubicBezTo>
                  <a:pt x="1111057" y="7617"/>
                  <a:pt x="1112559" y="11283"/>
                  <a:pt x="1112559" y="15570"/>
                </a:cubicBezTo>
                <a:cubicBezTo>
                  <a:pt x="1112559" y="19857"/>
                  <a:pt x="1111040" y="23507"/>
                  <a:pt x="1108003" y="26521"/>
                </a:cubicBezTo>
                <a:cubicBezTo>
                  <a:pt x="1104966" y="29534"/>
                  <a:pt x="1101311" y="31040"/>
                  <a:pt x="1097039" y="31040"/>
                </a:cubicBezTo>
                <a:cubicBezTo>
                  <a:pt x="1092767" y="31040"/>
                  <a:pt x="1089129" y="29534"/>
                  <a:pt x="1086125" y="26521"/>
                </a:cubicBezTo>
                <a:cubicBezTo>
                  <a:pt x="1083121" y="23507"/>
                  <a:pt x="1081619" y="19857"/>
                  <a:pt x="1081619" y="15570"/>
                </a:cubicBezTo>
                <a:cubicBezTo>
                  <a:pt x="1081619" y="11283"/>
                  <a:pt x="1083121" y="7617"/>
                  <a:pt x="1086125" y="4571"/>
                </a:cubicBezTo>
                <a:cubicBezTo>
                  <a:pt x="1089129" y="1524"/>
                  <a:pt x="1092767" y="0"/>
                  <a:pt x="1097039" y="0"/>
                </a:cubicBezTo>
                <a:moveTo>
                  <a:pt x="1111057" y="45058"/>
                </a:moveTo>
                <a:lnTo>
                  <a:pt x="1111057" y="119353"/>
                </a:lnTo>
                <a:cubicBezTo>
                  <a:pt x="1111057" y="125961"/>
                  <a:pt x="1111825" y="130183"/>
                  <a:pt x="1113360" y="132019"/>
                </a:cubicBezTo>
                <a:cubicBezTo>
                  <a:pt x="1114895" y="133855"/>
                  <a:pt x="1117899" y="134906"/>
                  <a:pt x="1122372" y="135173"/>
                </a:cubicBezTo>
                <a:lnTo>
                  <a:pt x="1122372" y="138778"/>
                </a:lnTo>
                <a:lnTo>
                  <a:pt x="1071807" y="138778"/>
                </a:lnTo>
                <a:lnTo>
                  <a:pt x="1071807" y="135173"/>
                </a:lnTo>
                <a:cubicBezTo>
                  <a:pt x="1075946" y="135039"/>
                  <a:pt x="1079016" y="133838"/>
                  <a:pt x="1081019" y="131568"/>
                </a:cubicBezTo>
                <a:cubicBezTo>
                  <a:pt x="1082354" y="130033"/>
                  <a:pt x="1083021" y="125961"/>
                  <a:pt x="1083021" y="119353"/>
                </a:cubicBezTo>
                <a:lnTo>
                  <a:pt x="1083021" y="64683"/>
                </a:lnTo>
                <a:cubicBezTo>
                  <a:pt x="1083021" y="57991"/>
                  <a:pt x="1082254" y="53716"/>
                  <a:pt x="1080718" y="51857"/>
                </a:cubicBezTo>
                <a:cubicBezTo>
                  <a:pt x="1079183" y="49998"/>
                  <a:pt x="1076213" y="48933"/>
                  <a:pt x="1071807" y="48662"/>
                </a:cubicBezTo>
                <a:lnTo>
                  <a:pt x="1071807" y="45058"/>
                </a:lnTo>
                <a:lnTo>
                  <a:pt x="1111057" y="45058"/>
                </a:lnTo>
                <a:close/>
                <a:moveTo>
                  <a:pt x="1169767" y="45058"/>
                </a:moveTo>
                <a:lnTo>
                  <a:pt x="1169767" y="57273"/>
                </a:lnTo>
                <a:cubicBezTo>
                  <a:pt x="1174573" y="52031"/>
                  <a:pt x="1179179" y="48218"/>
                  <a:pt x="1183584" y="45834"/>
                </a:cubicBezTo>
                <a:cubicBezTo>
                  <a:pt x="1187990" y="43447"/>
                  <a:pt x="1192729" y="42254"/>
                  <a:pt x="1197803" y="42254"/>
                </a:cubicBezTo>
                <a:cubicBezTo>
                  <a:pt x="1203877" y="42254"/>
                  <a:pt x="1208917" y="43942"/>
                  <a:pt x="1212922" y="47317"/>
                </a:cubicBezTo>
                <a:cubicBezTo>
                  <a:pt x="1216927" y="50692"/>
                  <a:pt x="1219597" y="54886"/>
                  <a:pt x="1220932" y="59898"/>
                </a:cubicBezTo>
                <a:cubicBezTo>
                  <a:pt x="1222000" y="63710"/>
                  <a:pt x="1222534" y="71029"/>
                  <a:pt x="1222534" y="81858"/>
                </a:cubicBezTo>
                <a:lnTo>
                  <a:pt x="1222534" y="118351"/>
                </a:lnTo>
                <a:cubicBezTo>
                  <a:pt x="1222534" y="125561"/>
                  <a:pt x="1223185" y="130050"/>
                  <a:pt x="1224487" y="131819"/>
                </a:cubicBezTo>
                <a:cubicBezTo>
                  <a:pt x="1225788" y="133588"/>
                  <a:pt x="1228509" y="134706"/>
                  <a:pt x="1232647" y="135173"/>
                </a:cubicBezTo>
                <a:lnTo>
                  <a:pt x="1232647" y="138778"/>
                </a:lnTo>
                <a:lnTo>
                  <a:pt x="1185287" y="138778"/>
                </a:lnTo>
                <a:lnTo>
                  <a:pt x="1185287" y="135173"/>
                </a:lnTo>
                <a:cubicBezTo>
                  <a:pt x="1188824" y="134706"/>
                  <a:pt x="1191361" y="133237"/>
                  <a:pt x="1192896" y="130767"/>
                </a:cubicBezTo>
                <a:cubicBezTo>
                  <a:pt x="1193964" y="129098"/>
                  <a:pt x="1194498" y="124960"/>
                  <a:pt x="1194498" y="118351"/>
                </a:cubicBezTo>
                <a:lnTo>
                  <a:pt x="1194498" y="76698"/>
                </a:lnTo>
                <a:cubicBezTo>
                  <a:pt x="1194498" y="69022"/>
                  <a:pt x="1194198" y="64182"/>
                  <a:pt x="1193597" y="62180"/>
                </a:cubicBezTo>
                <a:cubicBezTo>
                  <a:pt x="1192996" y="60177"/>
                  <a:pt x="1191978" y="58625"/>
                  <a:pt x="1190543" y="57524"/>
                </a:cubicBezTo>
                <a:cubicBezTo>
                  <a:pt x="1189108" y="56422"/>
                  <a:pt x="1187523" y="55871"/>
                  <a:pt x="1185787" y="55871"/>
                </a:cubicBezTo>
                <a:cubicBezTo>
                  <a:pt x="1180047" y="55871"/>
                  <a:pt x="1174706" y="60010"/>
                  <a:pt x="1169767" y="68287"/>
                </a:cubicBezTo>
                <a:lnTo>
                  <a:pt x="1169767" y="118351"/>
                </a:lnTo>
                <a:cubicBezTo>
                  <a:pt x="1169767" y="125360"/>
                  <a:pt x="1170418" y="129799"/>
                  <a:pt x="1171719" y="131668"/>
                </a:cubicBezTo>
                <a:cubicBezTo>
                  <a:pt x="1173021" y="133537"/>
                  <a:pt x="1175441" y="134706"/>
                  <a:pt x="1178978" y="135173"/>
                </a:cubicBezTo>
                <a:lnTo>
                  <a:pt x="1178978" y="138778"/>
                </a:lnTo>
                <a:lnTo>
                  <a:pt x="1131618" y="138778"/>
                </a:lnTo>
                <a:lnTo>
                  <a:pt x="1131618" y="135173"/>
                </a:lnTo>
                <a:cubicBezTo>
                  <a:pt x="1135556" y="134772"/>
                  <a:pt x="1138360" y="133504"/>
                  <a:pt x="1140029" y="131368"/>
                </a:cubicBezTo>
                <a:cubicBezTo>
                  <a:pt x="1141163" y="129899"/>
                  <a:pt x="1141731" y="125561"/>
                  <a:pt x="1141731" y="118351"/>
                </a:cubicBezTo>
                <a:lnTo>
                  <a:pt x="1141731" y="65484"/>
                </a:lnTo>
                <a:cubicBezTo>
                  <a:pt x="1141731" y="58323"/>
                  <a:pt x="1141080" y="53864"/>
                  <a:pt x="1139778" y="52107"/>
                </a:cubicBezTo>
                <a:cubicBezTo>
                  <a:pt x="1138477" y="50351"/>
                  <a:pt x="1135757" y="49203"/>
                  <a:pt x="1131618" y="48662"/>
                </a:cubicBezTo>
                <a:lnTo>
                  <a:pt x="1131618" y="45058"/>
                </a:lnTo>
                <a:lnTo>
                  <a:pt x="1169767" y="45058"/>
                </a:lnTo>
                <a:close/>
                <a:moveTo>
                  <a:pt x="1324834" y="88513"/>
                </a:moveTo>
                <a:lnTo>
                  <a:pt x="1273468" y="88513"/>
                </a:lnTo>
                <a:cubicBezTo>
                  <a:pt x="1274069" y="100962"/>
                  <a:pt x="1277373" y="110801"/>
                  <a:pt x="1283381" y="118029"/>
                </a:cubicBezTo>
                <a:cubicBezTo>
                  <a:pt x="1287987" y="123584"/>
                  <a:pt x="1293527" y="126362"/>
                  <a:pt x="1300002" y="126362"/>
                </a:cubicBezTo>
                <a:cubicBezTo>
                  <a:pt x="1304007" y="126362"/>
                  <a:pt x="1307645" y="125244"/>
                  <a:pt x="1310916" y="123007"/>
                </a:cubicBezTo>
                <a:cubicBezTo>
                  <a:pt x="1314187" y="120771"/>
                  <a:pt x="1317691" y="116749"/>
                  <a:pt x="1321429" y="110942"/>
                </a:cubicBezTo>
                <a:lnTo>
                  <a:pt x="1324834" y="113145"/>
                </a:lnTo>
                <a:cubicBezTo>
                  <a:pt x="1319761" y="123491"/>
                  <a:pt x="1314153" y="130817"/>
                  <a:pt x="1308012" y="135123"/>
                </a:cubicBezTo>
                <a:cubicBezTo>
                  <a:pt x="1301871" y="139428"/>
                  <a:pt x="1294762" y="141581"/>
                  <a:pt x="1286685" y="141581"/>
                </a:cubicBezTo>
                <a:cubicBezTo>
                  <a:pt x="1272801" y="141581"/>
                  <a:pt x="1262287" y="136236"/>
                  <a:pt x="1255145" y="125545"/>
                </a:cubicBezTo>
                <a:cubicBezTo>
                  <a:pt x="1249404" y="116926"/>
                  <a:pt x="1246534" y="106235"/>
                  <a:pt x="1246534" y="93473"/>
                </a:cubicBezTo>
                <a:cubicBezTo>
                  <a:pt x="1246534" y="77836"/>
                  <a:pt x="1250756" y="65391"/>
                  <a:pt x="1259200" y="56137"/>
                </a:cubicBezTo>
                <a:cubicBezTo>
                  <a:pt x="1267644" y="46882"/>
                  <a:pt x="1277540" y="42254"/>
                  <a:pt x="1288888" y="42254"/>
                </a:cubicBezTo>
                <a:cubicBezTo>
                  <a:pt x="1298367" y="42254"/>
                  <a:pt x="1306594" y="46142"/>
                  <a:pt x="1313569" y="53919"/>
                </a:cubicBezTo>
                <a:cubicBezTo>
                  <a:pt x="1320545" y="61696"/>
                  <a:pt x="1324300" y="73227"/>
                  <a:pt x="1324834" y="88513"/>
                </a:cubicBezTo>
                <a:moveTo>
                  <a:pt x="1300202" y="81905"/>
                </a:moveTo>
                <a:cubicBezTo>
                  <a:pt x="1300202" y="71158"/>
                  <a:pt x="1299618" y="63782"/>
                  <a:pt x="1298450" y="59776"/>
                </a:cubicBezTo>
                <a:cubicBezTo>
                  <a:pt x="1297282" y="55771"/>
                  <a:pt x="1295463" y="52734"/>
                  <a:pt x="1292993" y="50665"/>
                </a:cubicBezTo>
                <a:cubicBezTo>
                  <a:pt x="1291591" y="49463"/>
                  <a:pt x="1289722" y="48862"/>
                  <a:pt x="1287386" y="48862"/>
                </a:cubicBezTo>
                <a:cubicBezTo>
                  <a:pt x="1283915" y="48862"/>
                  <a:pt x="1281078" y="50565"/>
                  <a:pt x="1278875" y="53969"/>
                </a:cubicBezTo>
                <a:cubicBezTo>
                  <a:pt x="1274937" y="59910"/>
                  <a:pt x="1272967" y="68054"/>
                  <a:pt x="1272967" y="78400"/>
                </a:cubicBezTo>
                <a:lnTo>
                  <a:pt x="1272967" y="81905"/>
                </a:lnTo>
                <a:lnTo>
                  <a:pt x="1300202" y="81905"/>
                </a:lnTo>
                <a:close/>
                <a:moveTo>
                  <a:pt x="1415881" y="88513"/>
                </a:moveTo>
                <a:lnTo>
                  <a:pt x="1364515" y="88513"/>
                </a:lnTo>
                <a:cubicBezTo>
                  <a:pt x="1365116" y="100962"/>
                  <a:pt x="1368420" y="110801"/>
                  <a:pt x="1374428" y="118029"/>
                </a:cubicBezTo>
                <a:cubicBezTo>
                  <a:pt x="1379034" y="123584"/>
                  <a:pt x="1384574" y="126362"/>
                  <a:pt x="1391049" y="126362"/>
                </a:cubicBezTo>
                <a:cubicBezTo>
                  <a:pt x="1395055" y="126362"/>
                  <a:pt x="1398693" y="125244"/>
                  <a:pt x="1401963" y="123007"/>
                </a:cubicBezTo>
                <a:cubicBezTo>
                  <a:pt x="1405234" y="120771"/>
                  <a:pt x="1408739" y="116749"/>
                  <a:pt x="1412477" y="110942"/>
                </a:cubicBezTo>
                <a:lnTo>
                  <a:pt x="1415881" y="113145"/>
                </a:lnTo>
                <a:cubicBezTo>
                  <a:pt x="1410808" y="123491"/>
                  <a:pt x="1405201" y="130817"/>
                  <a:pt x="1399060" y="135123"/>
                </a:cubicBezTo>
                <a:cubicBezTo>
                  <a:pt x="1392918" y="139428"/>
                  <a:pt x="1385809" y="141581"/>
                  <a:pt x="1377732" y="141581"/>
                </a:cubicBezTo>
                <a:cubicBezTo>
                  <a:pt x="1363848" y="141581"/>
                  <a:pt x="1353334" y="136236"/>
                  <a:pt x="1346192" y="125545"/>
                </a:cubicBezTo>
                <a:cubicBezTo>
                  <a:pt x="1340451" y="116926"/>
                  <a:pt x="1337581" y="106235"/>
                  <a:pt x="1337581" y="93473"/>
                </a:cubicBezTo>
                <a:cubicBezTo>
                  <a:pt x="1337581" y="77836"/>
                  <a:pt x="1341803" y="65391"/>
                  <a:pt x="1350247" y="56137"/>
                </a:cubicBezTo>
                <a:cubicBezTo>
                  <a:pt x="1358691" y="46882"/>
                  <a:pt x="1368587" y="42254"/>
                  <a:pt x="1379935" y="42254"/>
                </a:cubicBezTo>
                <a:cubicBezTo>
                  <a:pt x="1389414" y="42254"/>
                  <a:pt x="1397641" y="46142"/>
                  <a:pt x="1404617" y="53919"/>
                </a:cubicBezTo>
                <a:cubicBezTo>
                  <a:pt x="1411592" y="61696"/>
                  <a:pt x="1415347" y="73227"/>
                  <a:pt x="1415881" y="88513"/>
                </a:cubicBezTo>
                <a:moveTo>
                  <a:pt x="1391250" y="81905"/>
                </a:moveTo>
                <a:cubicBezTo>
                  <a:pt x="1391250" y="71158"/>
                  <a:pt x="1390666" y="63782"/>
                  <a:pt x="1389497" y="59776"/>
                </a:cubicBezTo>
                <a:cubicBezTo>
                  <a:pt x="1388329" y="55771"/>
                  <a:pt x="1386510" y="52734"/>
                  <a:pt x="1384040" y="50665"/>
                </a:cubicBezTo>
                <a:cubicBezTo>
                  <a:pt x="1382639" y="49463"/>
                  <a:pt x="1380770" y="48862"/>
                  <a:pt x="1378433" y="48862"/>
                </a:cubicBezTo>
                <a:cubicBezTo>
                  <a:pt x="1374962" y="48862"/>
                  <a:pt x="1372125" y="50565"/>
                  <a:pt x="1369922" y="53969"/>
                </a:cubicBezTo>
                <a:cubicBezTo>
                  <a:pt x="1365984" y="59910"/>
                  <a:pt x="1364015" y="68054"/>
                  <a:pt x="1364015" y="78400"/>
                </a:cubicBezTo>
                <a:lnTo>
                  <a:pt x="1364015" y="81905"/>
                </a:lnTo>
                <a:lnTo>
                  <a:pt x="1391250" y="81905"/>
                </a:lnTo>
                <a:close/>
                <a:moveTo>
                  <a:pt x="1466477" y="45058"/>
                </a:moveTo>
                <a:lnTo>
                  <a:pt x="1466477" y="66285"/>
                </a:lnTo>
                <a:cubicBezTo>
                  <a:pt x="1472685" y="56606"/>
                  <a:pt x="1478126" y="50181"/>
                  <a:pt x="1482798" y="47010"/>
                </a:cubicBezTo>
                <a:cubicBezTo>
                  <a:pt x="1487471" y="43839"/>
                  <a:pt x="1491977" y="42254"/>
                  <a:pt x="1496315" y="42254"/>
                </a:cubicBezTo>
                <a:cubicBezTo>
                  <a:pt x="1500054" y="42254"/>
                  <a:pt x="1503041" y="43410"/>
                  <a:pt x="1505277" y="45721"/>
                </a:cubicBezTo>
                <a:cubicBezTo>
                  <a:pt x="1507513" y="48032"/>
                  <a:pt x="1508631" y="51298"/>
                  <a:pt x="1508631" y="55518"/>
                </a:cubicBezTo>
                <a:cubicBezTo>
                  <a:pt x="1508631" y="60007"/>
                  <a:pt x="1507547" y="63492"/>
                  <a:pt x="1505377" y="65972"/>
                </a:cubicBezTo>
                <a:cubicBezTo>
                  <a:pt x="1503208" y="68450"/>
                  <a:pt x="1500588" y="69689"/>
                  <a:pt x="1497517" y="69689"/>
                </a:cubicBezTo>
                <a:cubicBezTo>
                  <a:pt x="1493979" y="69689"/>
                  <a:pt x="1490909" y="68554"/>
                  <a:pt x="1488305" y="66285"/>
                </a:cubicBezTo>
                <a:cubicBezTo>
                  <a:pt x="1485702" y="64015"/>
                  <a:pt x="1484167" y="62747"/>
                  <a:pt x="1483699" y="62480"/>
                </a:cubicBezTo>
                <a:cubicBezTo>
                  <a:pt x="1483032" y="62079"/>
                  <a:pt x="1482264" y="61879"/>
                  <a:pt x="1481396" y="61879"/>
                </a:cubicBezTo>
                <a:cubicBezTo>
                  <a:pt x="1479461" y="61879"/>
                  <a:pt x="1477625" y="62613"/>
                  <a:pt x="1475889" y="64082"/>
                </a:cubicBezTo>
                <a:cubicBezTo>
                  <a:pt x="1473153" y="66352"/>
                  <a:pt x="1471083" y="69589"/>
                  <a:pt x="1469681" y="73794"/>
                </a:cubicBezTo>
                <a:cubicBezTo>
                  <a:pt x="1467545" y="80269"/>
                  <a:pt x="1466477" y="87412"/>
                  <a:pt x="1466477" y="95222"/>
                </a:cubicBezTo>
                <a:lnTo>
                  <a:pt x="1466477" y="116749"/>
                </a:lnTo>
                <a:lnTo>
                  <a:pt x="1466577" y="122356"/>
                </a:lnTo>
                <a:cubicBezTo>
                  <a:pt x="1466577" y="126161"/>
                  <a:pt x="1466811" y="128598"/>
                  <a:pt x="1467278" y="129666"/>
                </a:cubicBezTo>
                <a:cubicBezTo>
                  <a:pt x="1468079" y="131468"/>
                  <a:pt x="1469264" y="132787"/>
                  <a:pt x="1470833" y="133621"/>
                </a:cubicBezTo>
                <a:cubicBezTo>
                  <a:pt x="1472402" y="134455"/>
                  <a:pt x="1475055" y="134973"/>
                  <a:pt x="1478793" y="135173"/>
                </a:cubicBezTo>
                <a:lnTo>
                  <a:pt x="1478793" y="138778"/>
                </a:lnTo>
                <a:lnTo>
                  <a:pt x="1428228" y="138778"/>
                </a:lnTo>
                <a:lnTo>
                  <a:pt x="1428228" y="135173"/>
                </a:lnTo>
                <a:cubicBezTo>
                  <a:pt x="1432300" y="134839"/>
                  <a:pt x="1435054" y="133721"/>
                  <a:pt x="1436489" y="131819"/>
                </a:cubicBezTo>
                <a:cubicBezTo>
                  <a:pt x="1437924" y="129916"/>
                  <a:pt x="1438642" y="124893"/>
                  <a:pt x="1438642" y="116749"/>
                </a:cubicBezTo>
                <a:lnTo>
                  <a:pt x="1438642" y="64883"/>
                </a:lnTo>
                <a:cubicBezTo>
                  <a:pt x="1438642" y="59509"/>
                  <a:pt x="1438375" y="56084"/>
                  <a:pt x="1437841" y="54607"/>
                </a:cubicBezTo>
                <a:cubicBezTo>
                  <a:pt x="1437173" y="52726"/>
                  <a:pt x="1436205" y="51349"/>
                  <a:pt x="1434937" y="50477"/>
                </a:cubicBezTo>
                <a:cubicBezTo>
                  <a:pt x="1433669" y="49603"/>
                  <a:pt x="1431432" y="48998"/>
                  <a:pt x="1428228" y="48662"/>
                </a:cubicBezTo>
                <a:lnTo>
                  <a:pt x="1428228" y="45058"/>
                </a:lnTo>
                <a:lnTo>
                  <a:pt x="1466477" y="45058"/>
                </a:lnTo>
                <a:close/>
                <a:moveTo>
                  <a:pt x="1541204" y="0"/>
                </a:moveTo>
                <a:cubicBezTo>
                  <a:pt x="1545543" y="0"/>
                  <a:pt x="1549214" y="1524"/>
                  <a:pt x="1552218" y="4571"/>
                </a:cubicBezTo>
                <a:cubicBezTo>
                  <a:pt x="1555222" y="7617"/>
                  <a:pt x="1556724" y="11283"/>
                  <a:pt x="1556724" y="15570"/>
                </a:cubicBezTo>
                <a:cubicBezTo>
                  <a:pt x="1556724" y="19857"/>
                  <a:pt x="1555205" y="23507"/>
                  <a:pt x="1552168" y="26521"/>
                </a:cubicBezTo>
                <a:cubicBezTo>
                  <a:pt x="1549131" y="29534"/>
                  <a:pt x="1545476" y="31040"/>
                  <a:pt x="1541204" y="31040"/>
                </a:cubicBezTo>
                <a:cubicBezTo>
                  <a:pt x="1536932" y="31040"/>
                  <a:pt x="1533294" y="29534"/>
                  <a:pt x="1530290" y="26521"/>
                </a:cubicBezTo>
                <a:cubicBezTo>
                  <a:pt x="1527286" y="23507"/>
                  <a:pt x="1525784" y="19857"/>
                  <a:pt x="1525784" y="15570"/>
                </a:cubicBezTo>
                <a:cubicBezTo>
                  <a:pt x="1525784" y="11283"/>
                  <a:pt x="1527286" y="7617"/>
                  <a:pt x="1530290" y="4571"/>
                </a:cubicBezTo>
                <a:cubicBezTo>
                  <a:pt x="1533294" y="1524"/>
                  <a:pt x="1536932" y="0"/>
                  <a:pt x="1541204" y="0"/>
                </a:cubicBezTo>
                <a:moveTo>
                  <a:pt x="1555222" y="45058"/>
                </a:moveTo>
                <a:lnTo>
                  <a:pt x="1555222" y="119353"/>
                </a:lnTo>
                <a:cubicBezTo>
                  <a:pt x="1555222" y="125961"/>
                  <a:pt x="1555990" y="130183"/>
                  <a:pt x="1557525" y="132019"/>
                </a:cubicBezTo>
                <a:cubicBezTo>
                  <a:pt x="1559060" y="133855"/>
                  <a:pt x="1562064" y="134906"/>
                  <a:pt x="1566537" y="135173"/>
                </a:cubicBezTo>
                <a:lnTo>
                  <a:pt x="1566537" y="138778"/>
                </a:lnTo>
                <a:lnTo>
                  <a:pt x="1515972" y="138778"/>
                </a:lnTo>
                <a:lnTo>
                  <a:pt x="1515972" y="135173"/>
                </a:lnTo>
                <a:cubicBezTo>
                  <a:pt x="1520111" y="135039"/>
                  <a:pt x="1523181" y="133838"/>
                  <a:pt x="1525184" y="131568"/>
                </a:cubicBezTo>
                <a:cubicBezTo>
                  <a:pt x="1526519" y="130033"/>
                  <a:pt x="1527186" y="125961"/>
                  <a:pt x="1527186" y="119353"/>
                </a:cubicBezTo>
                <a:lnTo>
                  <a:pt x="1527186" y="64683"/>
                </a:lnTo>
                <a:cubicBezTo>
                  <a:pt x="1527186" y="57991"/>
                  <a:pt x="1526419" y="53716"/>
                  <a:pt x="1524883" y="51857"/>
                </a:cubicBezTo>
                <a:cubicBezTo>
                  <a:pt x="1523348" y="49998"/>
                  <a:pt x="1520378" y="48933"/>
                  <a:pt x="1515972" y="48662"/>
                </a:cubicBezTo>
                <a:lnTo>
                  <a:pt x="1515972" y="45058"/>
                </a:lnTo>
                <a:lnTo>
                  <a:pt x="1555222" y="45058"/>
                </a:lnTo>
                <a:close/>
                <a:moveTo>
                  <a:pt x="1613932" y="45058"/>
                </a:moveTo>
                <a:lnTo>
                  <a:pt x="1613932" y="57273"/>
                </a:lnTo>
                <a:cubicBezTo>
                  <a:pt x="1618738" y="52031"/>
                  <a:pt x="1623344" y="48218"/>
                  <a:pt x="1627749" y="45834"/>
                </a:cubicBezTo>
                <a:cubicBezTo>
                  <a:pt x="1632155" y="43447"/>
                  <a:pt x="1636894" y="42254"/>
                  <a:pt x="1641968" y="42254"/>
                </a:cubicBezTo>
                <a:cubicBezTo>
                  <a:pt x="1648042" y="42254"/>
                  <a:pt x="1653082" y="43942"/>
                  <a:pt x="1657087" y="47317"/>
                </a:cubicBezTo>
                <a:cubicBezTo>
                  <a:pt x="1661092" y="50692"/>
                  <a:pt x="1663762" y="54886"/>
                  <a:pt x="1665097" y="59898"/>
                </a:cubicBezTo>
                <a:cubicBezTo>
                  <a:pt x="1666165" y="63710"/>
                  <a:pt x="1666699" y="71029"/>
                  <a:pt x="1666699" y="81858"/>
                </a:cubicBezTo>
                <a:lnTo>
                  <a:pt x="1666699" y="118351"/>
                </a:lnTo>
                <a:cubicBezTo>
                  <a:pt x="1666699" y="125561"/>
                  <a:pt x="1667350" y="130050"/>
                  <a:pt x="1668652" y="131819"/>
                </a:cubicBezTo>
                <a:cubicBezTo>
                  <a:pt x="1669953" y="133588"/>
                  <a:pt x="1672673" y="134706"/>
                  <a:pt x="1676812" y="135173"/>
                </a:cubicBezTo>
                <a:lnTo>
                  <a:pt x="1676812" y="138778"/>
                </a:lnTo>
                <a:lnTo>
                  <a:pt x="1629452" y="138778"/>
                </a:lnTo>
                <a:lnTo>
                  <a:pt x="1629452" y="135173"/>
                </a:lnTo>
                <a:cubicBezTo>
                  <a:pt x="1632989" y="134706"/>
                  <a:pt x="1635526" y="133237"/>
                  <a:pt x="1637061" y="130767"/>
                </a:cubicBezTo>
                <a:cubicBezTo>
                  <a:pt x="1638129" y="129098"/>
                  <a:pt x="1638663" y="124960"/>
                  <a:pt x="1638663" y="118351"/>
                </a:cubicBezTo>
                <a:lnTo>
                  <a:pt x="1638663" y="76698"/>
                </a:lnTo>
                <a:cubicBezTo>
                  <a:pt x="1638663" y="69022"/>
                  <a:pt x="1638363" y="64182"/>
                  <a:pt x="1637762" y="62180"/>
                </a:cubicBezTo>
                <a:cubicBezTo>
                  <a:pt x="1637161" y="60177"/>
                  <a:pt x="1636143" y="58625"/>
                  <a:pt x="1634708" y="57524"/>
                </a:cubicBezTo>
                <a:cubicBezTo>
                  <a:pt x="1633273" y="56422"/>
                  <a:pt x="1631688" y="55871"/>
                  <a:pt x="1629952" y="55871"/>
                </a:cubicBezTo>
                <a:cubicBezTo>
                  <a:pt x="1624211" y="55871"/>
                  <a:pt x="1618871" y="60010"/>
                  <a:pt x="1613932" y="68287"/>
                </a:cubicBezTo>
                <a:lnTo>
                  <a:pt x="1613932" y="118351"/>
                </a:lnTo>
                <a:cubicBezTo>
                  <a:pt x="1613932" y="125360"/>
                  <a:pt x="1614583" y="129799"/>
                  <a:pt x="1615884" y="131668"/>
                </a:cubicBezTo>
                <a:cubicBezTo>
                  <a:pt x="1617186" y="133537"/>
                  <a:pt x="1619606" y="134706"/>
                  <a:pt x="1623143" y="135173"/>
                </a:cubicBezTo>
                <a:lnTo>
                  <a:pt x="1623143" y="138778"/>
                </a:lnTo>
                <a:lnTo>
                  <a:pt x="1575783" y="138778"/>
                </a:lnTo>
                <a:lnTo>
                  <a:pt x="1575783" y="135173"/>
                </a:lnTo>
                <a:cubicBezTo>
                  <a:pt x="1579721" y="134772"/>
                  <a:pt x="1582525" y="133504"/>
                  <a:pt x="1584194" y="131368"/>
                </a:cubicBezTo>
                <a:cubicBezTo>
                  <a:pt x="1585328" y="129899"/>
                  <a:pt x="1585896" y="125561"/>
                  <a:pt x="1585896" y="118351"/>
                </a:cubicBezTo>
                <a:lnTo>
                  <a:pt x="1585896" y="65484"/>
                </a:lnTo>
                <a:cubicBezTo>
                  <a:pt x="1585896" y="58323"/>
                  <a:pt x="1585245" y="53864"/>
                  <a:pt x="1583943" y="52107"/>
                </a:cubicBezTo>
                <a:cubicBezTo>
                  <a:pt x="1582642" y="50351"/>
                  <a:pt x="1579922" y="49203"/>
                  <a:pt x="1575783" y="48662"/>
                </a:cubicBezTo>
                <a:lnTo>
                  <a:pt x="1575783" y="45058"/>
                </a:lnTo>
                <a:lnTo>
                  <a:pt x="1613932" y="45058"/>
                </a:lnTo>
                <a:close/>
                <a:moveTo>
                  <a:pt x="1749774" y="46259"/>
                </a:moveTo>
                <a:lnTo>
                  <a:pt x="1781314" y="46259"/>
                </a:lnTo>
                <a:lnTo>
                  <a:pt x="1781314" y="57273"/>
                </a:lnTo>
                <a:lnTo>
                  <a:pt x="1763392" y="57273"/>
                </a:lnTo>
                <a:cubicBezTo>
                  <a:pt x="1766662" y="60544"/>
                  <a:pt x="1768932" y="63515"/>
                  <a:pt x="1770200" y="66185"/>
                </a:cubicBezTo>
                <a:cubicBezTo>
                  <a:pt x="1771802" y="69789"/>
                  <a:pt x="1772603" y="73561"/>
                  <a:pt x="1772603" y="77499"/>
                </a:cubicBezTo>
                <a:cubicBezTo>
                  <a:pt x="1772603" y="84174"/>
                  <a:pt x="1770751" y="89965"/>
                  <a:pt x="1767046" y="94871"/>
                </a:cubicBezTo>
                <a:cubicBezTo>
                  <a:pt x="1763341" y="99778"/>
                  <a:pt x="1758302" y="103616"/>
                  <a:pt x="1751927" y="106386"/>
                </a:cubicBezTo>
                <a:cubicBezTo>
                  <a:pt x="1745552" y="109156"/>
                  <a:pt x="1739895" y="110541"/>
                  <a:pt x="1734955" y="110541"/>
                </a:cubicBezTo>
                <a:cubicBezTo>
                  <a:pt x="1734555" y="110541"/>
                  <a:pt x="1730550" y="110375"/>
                  <a:pt x="1722940" y="110041"/>
                </a:cubicBezTo>
                <a:cubicBezTo>
                  <a:pt x="1719936" y="110041"/>
                  <a:pt x="1717416" y="111020"/>
                  <a:pt x="1715380" y="112979"/>
                </a:cubicBezTo>
                <a:cubicBezTo>
                  <a:pt x="1713344" y="114938"/>
                  <a:pt x="1712326" y="117277"/>
                  <a:pt x="1712326" y="119997"/>
                </a:cubicBezTo>
                <a:cubicBezTo>
                  <a:pt x="1712326" y="122388"/>
                  <a:pt x="1713244" y="124347"/>
                  <a:pt x="1715080" y="125873"/>
                </a:cubicBezTo>
                <a:cubicBezTo>
                  <a:pt x="1716915" y="127400"/>
                  <a:pt x="1719903" y="128164"/>
                  <a:pt x="1724041" y="128164"/>
                </a:cubicBezTo>
                <a:lnTo>
                  <a:pt x="1741363" y="127964"/>
                </a:lnTo>
                <a:cubicBezTo>
                  <a:pt x="1755381" y="127964"/>
                  <a:pt x="1765027" y="129502"/>
                  <a:pt x="1770300" y="132579"/>
                </a:cubicBezTo>
                <a:cubicBezTo>
                  <a:pt x="1777843" y="136857"/>
                  <a:pt x="1781615" y="143444"/>
                  <a:pt x="1781615" y="152339"/>
                </a:cubicBezTo>
                <a:cubicBezTo>
                  <a:pt x="1781615" y="158023"/>
                  <a:pt x="1779879" y="163189"/>
                  <a:pt x="1776408" y="167837"/>
                </a:cubicBezTo>
                <a:cubicBezTo>
                  <a:pt x="1772937" y="172484"/>
                  <a:pt x="1768365" y="175911"/>
                  <a:pt x="1762691" y="178118"/>
                </a:cubicBezTo>
                <a:cubicBezTo>
                  <a:pt x="1754080" y="181396"/>
                  <a:pt x="1744167" y="183034"/>
                  <a:pt x="1732953" y="183034"/>
                </a:cubicBezTo>
                <a:cubicBezTo>
                  <a:pt x="1724542" y="183034"/>
                  <a:pt x="1716865" y="182216"/>
                  <a:pt x="1709923" y="180581"/>
                </a:cubicBezTo>
                <a:cubicBezTo>
                  <a:pt x="1702981" y="178946"/>
                  <a:pt x="1698008" y="176675"/>
                  <a:pt x="1695004" y="173769"/>
                </a:cubicBezTo>
                <a:cubicBezTo>
                  <a:pt x="1692000" y="170865"/>
                  <a:pt x="1690498" y="167810"/>
                  <a:pt x="1690498" y="164604"/>
                </a:cubicBezTo>
                <a:cubicBezTo>
                  <a:pt x="1690498" y="161534"/>
                  <a:pt x="1691650" y="158779"/>
                  <a:pt x="1693953" y="156341"/>
                </a:cubicBezTo>
                <a:cubicBezTo>
                  <a:pt x="1696256" y="153904"/>
                  <a:pt x="1700545" y="151852"/>
                  <a:pt x="1706819" y="150183"/>
                </a:cubicBezTo>
                <a:cubicBezTo>
                  <a:pt x="1698141" y="145911"/>
                  <a:pt x="1693803" y="139971"/>
                  <a:pt x="1693803" y="132363"/>
                </a:cubicBezTo>
                <a:cubicBezTo>
                  <a:pt x="1693803" y="127757"/>
                  <a:pt x="1695571" y="123286"/>
                  <a:pt x="1699109" y="118949"/>
                </a:cubicBezTo>
                <a:cubicBezTo>
                  <a:pt x="1702647" y="114610"/>
                  <a:pt x="1708254" y="110839"/>
                  <a:pt x="1715931" y="107635"/>
                </a:cubicBezTo>
                <a:cubicBezTo>
                  <a:pt x="1706986" y="104360"/>
                  <a:pt x="1700511" y="100048"/>
                  <a:pt x="1696506" y="94699"/>
                </a:cubicBezTo>
                <a:cubicBezTo>
                  <a:pt x="1692501" y="89351"/>
                  <a:pt x="1690498" y="83167"/>
                  <a:pt x="1690498" y="76147"/>
                </a:cubicBezTo>
                <a:cubicBezTo>
                  <a:pt x="1690498" y="66990"/>
                  <a:pt x="1694236" y="59052"/>
                  <a:pt x="1701713" y="52333"/>
                </a:cubicBezTo>
                <a:cubicBezTo>
                  <a:pt x="1709189" y="45614"/>
                  <a:pt x="1718801" y="42254"/>
                  <a:pt x="1730550" y="42254"/>
                </a:cubicBezTo>
                <a:cubicBezTo>
                  <a:pt x="1736757" y="42254"/>
                  <a:pt x="1743166" y="43589"/>
                  <a:pt x="1749774" y="46259"/>
                </a:cubicBezTo>
                <a:moveTo>
                  <a:pt x="1732452" y="48662"/>
                </a:moveTo>
                <a:cubicBezTo>
                  <a:pt x="1728580" y="48662"/>
                  <a:pt x="1725310" y="50612"/>
                  <a:pt x="1722639" y="54510"/>
                </a:cubicBezTo>
                <a:cubicBezTo>
                  <a:pt x="1719969" y="58407"/>
                  <a:pt x="1718634" y="66486"/>
                  <a:pt x="1718634" y="78748"/>
                </a:cubicBezTo>
                <a:cubicBezTo>
                  <a:pt x="1718634" y="88675"/>
                  <a:pt x="1719953" y="95488"/>
                  <a:pt x="1722589" y="99186"/>
                </a:cubicBezTo>
                <a:cubicBezTo>
                  <a:pt x="1725226" y="102885"/>
                  <a:pt x="1728347" y="104734"/>
                  <a:pt x="1731951" y="104734"/>
                </a:cubicBezTo>
                <a:cubicBezTo>
                  <a:pt x="1735956" y="104734"/>
                  <a:pt x="1739294" y="102901"/>
                  <a:pt x="1741964" y="99236"/>
                </a:cubicBezTo>
                <a:cubicBezTo>
                  <a:pt x="1744634" y="95571"/>
                  <a:pt x="1745969" y="88441"/>
                  <a:pt x="1745969" y="77846"/>
                </a:cubicBezTo>
                <a:cubicBezTo>
                  <a:pt x="1745969" y="65921"/>
                  <a:pt x="1744467" y="57792"/>
                  <a:pt x="1741464" y="53459"/>
                </a:cubicBezTo>
                <a:cubicBezTo>
                  <a:pt x="1739327" y="50261"/>
                  <a:pt x="1736324" y="48662"/>
                  <a:pt x="1732452" y="48662"/>
                </a:cubicBezTo>
                <a:moveTo>
                  <a:pt x="1726544" y="152595"/>
                </a:moveTo>
                <a:cubicBezTo>
                  <a:pt x="1719736" y="152595"/>
                  <a:pt x="1715230" y="153160"/>
                  <a:pt x="1713027" y="154291"/>
                </a:cubicBezTo>
                <a:cubicBezTo>
                  <a:pt x="1709222" y="156350"/>
                  <a:pt x="1707320" y="159141"/>
                  <a:pt x="1707320" y="162664"/>
                </a:cubicBezTo>
                <a:cubicBezTo>
                  <a:pt x="1707320" y="166054"/>
                  <a:pt x="1709289" y="169128"/>
                  <a:pt x="1713227" y="171885"/>
                </a:cubicBezTo>
                <a:cubicBezTo>
                  <a:pt x="1717166" y="174645"/>
                  <a:pt x="1724575" y="176025"/>
                  <a:pt x="1735456" y="176025"/>
                </a:cubicBezTo>
                <a:cubicBezTo>
                  <a:pt x="1744734" y="176025"/>
                  <a:pt x="1752027" y="174795"/>
                  <a:pt x="1757334" y="172336"/>
                </a:cubicBezTo>
                <a:cubicBezTo>
                  <a:pt x="1762641" y="169877"/>
                  <a:pt x="1765294" y="166420"/>
                  <a:pt x="1765294" y="161967"/>
                </a:cubicBezTo>
                <a:cubicBezTo>
                  <a:pt x="1765294" y="160306"/>
                  <a:pt x="1764793" y="158911"/>
                  <a:pt x="1763792" y="157780"/>
                </a:cubicBezTo>
                <a:cubicBezTo>
                  <a:pt x="1761990" y="155786"/>
                  <a:pt x="1759270" y="154423"/>
                  <a:pt x="1755632" y="153690"/>
                </a:cubicBezTo>
                <a:cubicBezTo>
                  <a:pt x="1751994" y="152960"/>
                  <a:pt x="1742298" y="152595"/>
                  <a:pt x="1726544" y="1525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Role-playing">
            <a:extLst xmlns:a="http://schemas.openxmlformats.org/drawingml/2006/main">
              <a:ext uri="{FF2B5EF4-FFF2-40B4-BE49-F238E27FC236}">
                <a16:creationId xmlns:a16="http://schemas.microsoft.com/office/drawing/2014/main" id="{D2033891-06DE-44C7-8D59-D03A74A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20" y="4604299"/>
            <a:ext cx="887243" cy="146427"/>
          </a:xfrm>
          <a:custGeom xmlns:a="http://schemas.openxmlformats.org/drawingml/2006/main">
            <a:pathLst>
              <a:path w="887243" h="146427">
                <a:moveTo>
                  <a:pt x="40532" y="61519"/>
                </a:moveTo>
                <a:lnTo>
                  <a:pt x="40532" y="92118"/>
                </a:lnTo>
                <a:cubicBezTo>
                  <a:pt x="40532" y="97962"/>
                  <a:pt x="40892" y="101642"/>
                  <a:pt x="41613" y="103157"/>
                </a:cubicBezTo>
                <a:cubicBezTo>
                  <a:pt x="42334" y="104671"/>
                  <a:pt x="43602" y="105880"/>
                  <a:pt x="45418" y="106784"/>
                </a:cubicBezTo>
                <a:cubicBezTo>
                  <a:pt x="47234" y="107687"/>
                  <a:pt x="50625" y="108138"/>
                  <a:pt x="55591" y="108138"/>
                </a:cubicBezTo>
                <a:lnTo>
                  <a:pt x="55591" y="111022"/>
                </a:lnTo>
                <a:lnTo>
                  <a:pt x="0" y="111022"/>
                </a:lnTo>
                <a:lnTo>
                  <a:pt x="0" y="108138"/>
                </a:lnTo>
                <a:cubicBezTo>
                  <a:pt x="5020" y="108138"/>
                  <a:pt x="8424" y="107674"/>
                  <a:pt x="10213" y="106744"/>
                </a:cubicBezTo>
                <a:cubicBezTo>
                  <a:pt x="12002" y="105815"/>
                  <a:pt x="13257" y="104605"/>
                  <a:pt x="13978" y="103117"/>
                </a:cubicBezTo>
                <a:cubicBezTo>
                  <a:pt x="14699" y="101628"/>
                  <a:pt x="15059" y="97962"/>
                  <a:pt x="15059" y="92118"/>
                </a:cubicBezTo>
                <a:lnTo>
                  <a:pt x="15059" y="21307"/>
                </a:lnTo>
                <a:cubicBezTo>
                  <a:pt x="15059" y="15463"/>
                  <a:pt x="14699" y="11784"/>
                  <a:pt x="13978" y="10271"/>
                </a:cubicBezTo>
                <a:cubicBezTo>
                  <a:pt x="13257" y="8755"/>
                  <a:pt x="11989" y="7546"/>
                  <a:pt x="10173" y="6643"/>
                </a:cubicBezTo>
                <a:cubicBezTo>
                  <a:pt x="8357" y="5739"/>
                  <a:pt x="4966" y="5287"/>
                  <a:pt x="0" y="5287"/>
                </a:cubicBezTo>
                <a:lnTo>
                  <a:pt x="0" y="2403"/>
                </a:lnTo>
                <a:lnTo>
                  <a:pt x="50465" y="2403"/>
                </a:lnTo>
                <a:cubicBezTo>
                  <a:pt x="63601" y="2403"/>
                  <a:pt x="73214" y="3310"/>
                  <a:pt x="79301" y="5124"/>
                </a:cubicBezTo>
                <a:cubicBezTo>
                  <a:pt x="85389" y="6938"/>
                  <a:pt x="90356" y="10286"/>
                  <a:pt x="94200" y="15167"/>
                </a:cubicBezTo>
                <a:cubicBezTo>
                  <a:pt x="98045" y="20048"/>
                  <a:pt x="99968" y="25770"/>
                  <a:pt x="99968" y="32331"/>
                </a:cubicBezTo>
                <a:cubicBezTo>
                  <a:pt x="99968" y="40335"/>
                  <a:pt x="97084" y="46951"/>
                  <a:pt x="91317" y="52179"/>
                </a:cubicBezTo>
                <a:cubicBezTo>
                  <a:pt x="87632" y="55487"/>
                  <a:pt x="82479" y="57967"/>
                  <a:pt x="75857" y="59621"/>
                </a:cubicBezTo>
                <a:lnTo>
                  <a:pt x="101970" y="96478"/>
                </a:lnTo>
                <a:cubicBezTo>
                  <a:pt x="105388" y="101184"/>
                  <a:pt x="107818" y="104119"/>
                  <a:pt x="109260" y="105282"/>
                </a:cubicBezTo>
                <a:cubicBezTo>
                  <a:pt x="111449" y="106921"/>
                  <a:pt x="113986" y="107820"/>
                  <a:pt x="116869" y="107978"/>
                </a:cubicBezTo>
                <a:lnTo>
                  <a:pt x="116869" y="111022"/>
                </a:lnTo>
                <a:lnTo>
                  <a:pt x="82666" y="111022"/>
                </a:lnTo>
                <a:lnTo>
                  <a:pt x="47661" y="61519"/>
                </a:lnTo>
                <a:lnTo>
                  <a:pt x="40532" y="61519"/>
                </a:lnTo>
                <a:moveTo>
                  <a:pt x="40532" y="8491"/>
                </a:moveTo>
                <a:lnTo>
                  <a:pt x="40532" y="55751"/>
                </a:lnTo>
                <a:lnTo>
                  <a:pt x="45098" y="55751"/>
                </a:lnTo>
                <a:cubicBezTo>
                  <a:pt x="52521" y="55751"/>
                  <a:pt x="58074" y="55075"/>
                  <a:pt x="61759" y="53724"/>
                </a:cubicBezTo>
                <a:cubicBezTo>
                  <a:pt x="65444" y="52370"/>
                  <a:pt x="68341" y="49931"/>
                  <a:pt x="70450" y="46404"/>
                </a:cubicBezTo>
                <a:cubicBezTo>
                  <a:pt x="72559" y="42877"/>
                  <a:pt x="73614" y="38275"/>
                  <a:pt x="73614" y="32599"/>
                </a:cubicBezTo>
                <a:cubicBezTo>
                  <a:pt x="73614" y="24377"/>
                  <a:pt x="71678" y="18303"/>
                  <a:pt x="67807" y="14378"/>
                </a:cubicBezTo>
                <a:cubicBezTo>
                  <a:pt x="63935" y="10453"/>
                  <a:pt x="57700" y="8491"/>
                  <a:pt x="49103" y="8491"/>
                </a:cubicBezTo>
                <a:lnTo>
                  <a:pt x="40532" y="8491"/>
                </a:lnTo>
                <a:close/>
                <a:moveTo>
                  <a:pt x="156252" y="33803"/>
                </a:moveTo>
                <a:cubicBezTo>
                  <a:pt x="162767" y="33803"/>
                  <a:pt x="168829" y="35487"/>
                  <a:pt x="174436" y="38855"/>
                </a:cubicBezTo>
                <a:cubicBezTo>
                  <a:pt x="180043" y="42222"/>
                  <a:pt x="184302" y="47007"/>
                  <a:pt x="187212" y="53208"/>
                </a:cubicBezTo>
                <a:cubicBezTo>
                  <a:pt x="190122" y="59409"/>
                  <a:pt x="191578" y="66198"/>
                  <a:pt x="191578" y="73574"/>
                </a:cubicBezTo>
                <a:cubicBezTo>
                  <a:pt x="191578" y="84211"/>
                  <a:pt x="188881" y="93112"/>
                  <a:pt x="183487" y="100276"/>
                </a:cubicBezTo>
                <a:cubicBezTo>
                  <a:pt x="176972" y="108935"/>
                  <a:pt x="167974" y="113265"/>
                  <a:pt x="156493" y="113265"/>
                </a:cubicBezTo>
                <a:cubicBezTo>
                  <a:pt x="145225" y="113265"/>
                  <a:pt x="136547" y="109309"/>
                  <a:pt x="130459" y="101397"/>
                </a:cubicBezTo>
                <a:cubicBezTo>
                  <a:pt x="124372" y="93485"/>
                  <a:pt x="121328" y="84318"/>
                  <a:pt x="121328" y="73895"/>
                </a:cubicBezTo>
                <a:cubicBezTo>
                  <a:pt x="121328" y="63151"/>
                  <a:pt x="124438" y="53783"/>
                  <a:pt x="130660" y="45791"/>
                </a:cubicBezTo>
                <a:cubicBezTo>
                  <a:pt x="136881" y="37799"/>
                  <a:pt x="145412" y="33803"/>
                  <a:pt x="156252" y="33803"/>
                </a:cubicBezTo>
                <a:moveTo>
                  <a:pt x="156573" y="39410"/>
                </a:moveTo>
                <a:cubicBezTo>
                  <a:pt x="153849" y="39410"/>
                  <a:pt x="151513" y="40440"/>
                  <a:pt x="149564" y="42499"/>
                </a:cubicBezTo>
                <a:cubicBezTo>
                  <a:pt x="147615" y="44557"/>
                  <a:pt x="146333" y="48620"/>
                  <a:pt x="145719" y="54687"/>
                </a:cubicBezTo>
                <a:cubicBezTo>
                  <a:pt x="145105" y="60755"/>
                  <a:pt x="144798" y="69189"/>
                  <a:pt x="144798" y="79990"/>
                </a:cubicBezTo>
                <a:cubicBezTo>
                  <a:pt x="144798" y="85710"/>
                  <a:pt x="145172" y="91057"/>
                  <a:pt x="145919" y="96030"/>
                </a:cubicBezTo>
                <a:cubicBezTo>
                  <a:pt x="146507" y="99825"/>
                  <a:pt x="147762" y="102712"/>
                  <a:pt x="149684" y="104691"/>
                </a:cubicBezTo>
                <a:cubicBezTo>
                  <a:pt x="151607" y="106669"/>
                  <a:pt x="153796" y="107658"/>
                  <a:pt x="156252" y="107658"/>
                </a:cubicBezTo>
                <a:cubicBezTo>
                  <a:pt x="158656" y="107658"/>
                  <a:pt x="160658" y="106989"/>
                  <a:pt x="162260" y="105653"/>
                </a:cubicBezTo>
                <a:cubicBezTo>
                  <a:pt x="164343" y="103835"/>
                  <a:pt x="165731" y="101295"/>
                  <a:pt x="166425" y="98033"/>
                </a:cubicBezTo>
                <a:cubicBezTo>
                  <a:pt x="167493" y="92955"/>
                  <a:pt x="168028" y="82690"/>
                  <a:pt x="168028" y="67239"/>
                </a:cubicBezTo>
                <a:cubicBezTo>
                  <a:pt x="168028" y="58150"/>
                  <a:pt x="167520" y="51909"/>
                  <a:pt x="166506" y="48515"/>
                </a:cubicBezTo>
                <a:cubicBezTo>
                  <a:pt x="165491" y="45119"/>
                  <a:pt x="163996" y="42645"/>
                  <a:pt x="162020" y="41095"/>
                </a:cubicBezTo>
                <a:cubicBezTo>
                  <a:pt x="160631" y="39972"/>
                  <a:pt x="158816" y="39410"/>
                  <a:pt x="156573" y="39410"/>
                </a:cubicBezTo>
                <a:close/>
                <a:moveTo>
                  <a:pt x="232270" y="2403"/>
                </a:moveTo>
                <a:lnTo>
                  <a:pt x="232270" y="95482"/>
                </a:lnTo>
                <a:cubicBezTo>
                  <a:pt x="232270" y="100769"/>
                  <a:pt x="232884" y="104147"/>
                  <a:pt x="234112" y="105615"/>
                </a:cubicBezTo>
                <a:cubicBezTo>
                  <a:pt x="235340" y="107084"/>
                  <a:pt x="237743" y="107925"/>
                  <a:pt x="241321" y="108138"/>
                </a:cubicBezTo>
                <a:lnTo>
                  <a:pt x="241321" y="111022"/>
                </a:lnTo>
                <a:lnTo>
                  <a:pt x="200870" y="111022"/>
                </a:lnTo>
                <a:lnTo>
                  <a:pt x="200870" y="108138"/>
                </a:lnTo>
                <a:cubicBezTo>
                  <a:pt x="204180" y="108032"/>
                  <a:pt x="206637" y="107070"/>
                  <a:pt x="208239" y="105255"/>
                </a:cubicBezTo>
                <a:cubicBezTo>
                  <a:pt x="209307" y="104026"/>
                  <a:pt x="209841" y="100769"/>
                  <a:pt x="209841" y="95482"/>
                </a:cubicBezTo>
                <a:lnTo>
                  <a:pt x="209841" y="17943"/>
                </a:lnTo>
                <a:cubicBezTo>
                  <a:pt x="209841" y="12676"/>
                  <a:pt x="209227" y="9304"/>
                  <a:pt x="207999" y="7828"/>
                </a:cubicBezTo>
                <a:cubicBezTo>
                  <a:pt x="206770" y="6349"/>
                  <a:pt x="204394" y="5502"/>
                  <a:pt x="200870" y="5287"/>
                </a:cubicBezTo>
                <a:lnTo>
                  <a:pt x="200870" y="2403"/>
                </a:lnTo>
                <a:lnTo>
                  <a:pt x="232270" y="2403"/>
                </a:lnTo>
                <a:close/>
                <a:moveTo>
                  <a:pt x="311999" y="70811"/>
                </a:moveTo>
                <a:lnTo>
                  <a:pt x="270907" y="70811"/>
                </a:lnTo>
                <a:cubicBezTo>
                  <a:pt x="271387" y="80770"/>
                  <a:pt x="274031" y="88641"/>
                  <a:pt x="278837" y="94423"/>
                </a:cubicBezTo>
                <a:cubicBezTo>
                  <a:pt x="282521" y="98867"/>
                  <a:pt x="286954" y="101089"/>
                  <a:pt x="292134" y="101089"/>
                </a:cubicBezTo>
                <a:cubicBezTo>
                  <a:pt x="295338" y="101089"/>
                  <a:pt x="298248" y="100195"/>
                  <a:pt x="300865" y="98406"/>
                </a:cubicBezTo>
                <a:cubicBezTo>
                  <a:pt x="303482" y="96617"/>
                  <a:pt x="306285" y="93399"/>
                  <a:pt x="309276" y="88754"/>
                </a:cubicBezTo>
                <a:lnTo>
                  <a:pt x="311999" y="90516"/>
                </a:lnTo>
                <a:cubicBezTo>
                  <a:pt x="307941" y="98793"/>
                  <a:pt x="303455" y="104654"/>
                  <a:pt x="298542" y="108098"/>
                </a:cubicBezTo>
                <a:cubicBezTo>
                  <a:pt x="293629" y="111543"/>
                  <a:pt x="287942" y="113265"/>
                  <a:pt x="281480" y="113265"/>
                </a:cubicBezTo>
                <a:cubicBezTo>
                  <a:pt x="270373" y="113265"/>
                  <a:pt x="261962" y="108989"/>
                  <a:pt x="256248" y="100436"/>
                </a:cubicBezTo>
                <a:cubicBezTo>
                  <a:pt x="251655" y="93540"/>
                  <a:pt x="249359" y="84988"/>
                  <a:pt x="249359" y="74778"/>
                </a:cubicBezTo>
                <a:cubicBezTo>
                  <a:pt x="249359" y="62269"/>
                  <a:pt x="252737" y="52313"/>
                  <a:pt x="259492" y="44910"/>
                </a:cubicBezTo>
                <a:cubicBezTo>
                  <a:pt x="266247" y="37505"/>
                  <a:pt x="274164" y="33803"/>
                  <a:pt x="283242" y="33803"/>
                </a:cubicBezTo>
                <a:cubicBezTo>
                  <a:pt x="290825" y="33803"/>
                  <a:pt x="297407" y="36914"/>
                  <a:pt x="302988" y="43135"/>
                </a:cubicBezTo>
                <a:cubicBezTo>
                  <a:pt x="308568" y="49356"/>
                  <a:pt x="311572" y="58582"/>
                  <a:pt x="311999" y="70811"/>
                </a:cubicBezTo>
                <a:moveTo>
                  <a:pt x="292294" y="65524"/>
                </a:moveTo>
                <a:cubicBezTo>
                  <a:pt x="292294" y="56926"/>
                  <a:pt x="291827" y="51025"/>
                  <a:pt x="290892" y="47821"/>
                </a:cubicBezTo>
                <a:cubicBezTo>
                  <a:pt x="289958" y="44617"/>
                  <a:pt x="288502" y="42187"/>
                  <a:pt x="286526" y="40532"/>
                </a:cubicBezTo>
                <a:cubicBezTo>
                  <a:pt x="285405" y="39571"/>
                  <a:pt x="283910" y="39090"/>
                  <a:pt x="282041" y="39090"/>
                </a:cubicBezTo>
                <a:cubicBezTo>
                  <a:pt x="279264" y="39090"/>
                  <a:pt x="276994" y="40452"/>
                  <a:pt x="275232" y="43175"/>
                </a:cubicBezTo>
                <a:cubicBezTo>
                  <a:pt x="272081" y="47928"/>
                  <a:pt x="270506" y="54443"/>
                  <a:pt x="270506" y="62720"/>
                </a:cubicBezTo>
                <a:lnTo>
                  <a:pt x="270506" y="65524"/>
                </a:lnTo>
                <a:lnTo>
                  <a:pt x="292294" y="65524"/>
                </a:lnTo>
                <a:close/>
                <a:moveTo>
                  <a:pt x="366574" y="81544"/>
                </a:moveTo>
                <a:lnTo>
                  <a:pt x="319874" y="81544"/>
                </a:lnTo>
                <a:lnTo>
                  <a:pt x="319874" y="64883"/>
                </a:lnTo>
                <a:lnTo>
                  <a:pt x="366574" y="64883"/>
                </a:lnTo>
                <a:lnTo>
                  <a:pt x="366574" y="81544"/>
                </a:lnTo>
                <a:close/>
                <a:moveTo>
                  <a:pt x="405022" y="103412"/>
                </a:moveTo>
                <a:lnTo>
                  <a:pt x="405022" y="131208"/>
                </a:lnTo>
                <a:cubicBezTo>
                  <a:pt x="405022" y="135104"/>
                  <a:pt x="405329" y="137756"/>
                  <a:pt x="405943" y="139163"/>
                </a:cubicBezTo>
                <a:cubicBezTo>
                  <a:pt x="406557" y="140571"/>
                  <a:pt x="407505" y="141600"/>
                  <a:pt x="408787" y="142249"/>
                </a:cubicBezTo>
                <a:cubicBezTo>
                  <a:pt x="410068" y="142899"/>
                  <a:pt x="412578" y="143223"/>
                  <a:pt x="416316" y="143223"/>
                </a:cubicBezTo>
                <a:lnTo>
                  <a:pt x="416316" y="146107"/>
                </a:lnTo>
                <a:lnTo>
                  <a:pt x="373622" y="146107"/>
                </a:lnTo>
                <a:lnTo>
                  <a:pt x="373622" y="143223"/>
                </a:lnTo>
                <a:cubicBezTo>
                  <a:pt x="376933" y="143115"/>
                  <a:pt x="379389" y="142168"/>
                  <a:pt x="380991" y="140382"/>
                </a:cubicBezTo>
                <a:cubicBezTo>
                  <a:pt x="382059" y="139139"/>
                  <a:pt x="382593" y="135921"/>
                  <a:pt x="382593" y="130727"/>
                </a:cubicBezTo>
                <a:lnTo>
                  <a:pt x="382593" y="51746"/>
                </a:lnTo>
                <a:cubicBezTo>
                  <a:pt x="382593" y="46393"/>
                  <a:pt x="381979" y="42972"/>
                  <a:pt x="380751" y="41486"/>
                </a:cubicBezTo>
                <a:cubicBezTo>
                  <a:pt x="379523" y="39999"/>
                  <a:pt x="377146" y="39147"/>
                  <a:pt x="373622" y="38930"/>
                </a:cubicBezTo>
                <a:lnTo>
                  <a:pt x="373622" y="36046"/>
                </a:lnTo>
                <a:lnTo>
                  <a:pt x="405022" y="36046"/>
                </a:lnTo>
                <a:lnTo>
                  <a:pt x="405022" y="45899"/>
                </a:lnTo>
                <a:cubicBezTo>
                  <a:pt x="407639" y="42054"/>
                  <a:pt x="410309" y="39277"/>
                  <a:pt x="413032" y="37568"/>
                </a:cubicBezTo>
                <a:cubicBezTo>
                  <a:pt x="416930" y="35058"/>
                  <a:pt x="421176" y="33803"/>
                  <a:pt x="425768" y="33803"/>
                </a:cubicBezTo>
                <a:cubicBezTo>
                  <a:pt x="431269" y="33803"/>
                  <a:pt x="436275" y="35540"/>
                  <a:pt x="440788" y="39015"/>
                </a:cubicBezTo>
                <a:cubicBezTo>
                  <a:pt x="445300" y="42489"/>
                  <a:pt x="448731" y="47287"/>
                  <a:pt x="451081" y="53408"/>
                </a:cubicBezTo>
                <a:cubicBezTo>
                  <a:pt x="453431" y="59529"/>
                  <a:pt x="454605" y="66118"/>
                  <a:pt x="454605" y="73174"/>
                </a:cubicBezTo>
                <a:cubicBezTo>
                  <a:pt x="454605" y="80763"/>
                  <a:pt x="453390" y="87699"/>
                  <a:pt x="450961" y="93980"/>
                </a:cubicBezTo>
                <a:cubicBezTo>
                  <a:pt x="448531" y="100262"/>
                  <a:pt x="445006" y="105046"/>
                  <a:pt x="440387" y="108334"/>
                </a:cubicBezTo>
                <a:cubicBezTo>
                  <a:pt x="435768" y="111621"/>
                  <a:pt x="430628" y="113265"/>
                  <a:pt x="424967" y="113265"/>
                </a:cubicBezTo>
                <a:cubicBezTo>
                  <a:pt x="420856" y="113265"/>
                  <a:pt x="417011" y="112357"/>
                  <a:pt x="413433" y="110541"/>
                </a:cubicBezTo>
                <a:cubicBezTo>
                  <a:pt x="410763" y="109153"/>
                  <a:pt x="407959" y="106777"/>
                  <a:pt x="405022" y="103412"/>
                </a:cubicBezTo>
                <a:moveTo>
                  <a:pt x="405022" y="95309"/>
                </a:moveTo>
                <a:cubicBezTo>
                  <a:pt x="409614" y="101833"/>
                  <a:pt x="414527" y="105094"/>
                  <a:pt x="419761" y="105094"/>
                </a:cubicBezTo>
                <a:cubicBezTo>
                  <a:pt x="422644" y="105094"/>
                  <a:pt x="425021" y="103571"/>
                  <a:pt x="426890" y="100524"/>
                </a:cubicBezTo>
                <a:cubicBezTo>
                  <a:pt x="429667" y="96031"/>
                  <a:pt x="431055" y="87475"/>
                  <a:pt x="431055" y="74856"/>
                </a:cubicBezTo>
                <a:cubicBezTo>
                  <a:pt x="431055" y="61916"/>
                  <a:pt x="429533" y="53066"/>
                  <a:pt x="426489" y="48307"/>
                </a:cubicBezTo>
                <a:cubicBezTo>
                  <a:pt x="424460" y="45153"/>
                  <a:pt x="421737" y="43576"/>
                  <a:pt x="418319" y="43576"/>
                </a:cubicBezTo>
                <a:cubicBezTo>
                  <a:pt x="412925" y="43576"/>
                  <a:pt x="408493" y="47479"/>
                  <a:pt x="405022" y="55286"/>
                </a:cubicBezTo>
                <a:lnTo>
                  <a:pt x="405022" y="95309"/>
                </a:lnTo>
                <a:close/>
                <a:moveTo>
                  <a:pt x="496554" y="2403"/>
                </a:moveTo>
                <a:lnTo>
                  <a:pt x="496554" y="95482"/>
                </a:lnTo>
                <a:cubicBezTo>
                  <a:pt x="496554" y="100769"/>
                  <a:pt x="497168" y="104147"/>
                  <a:pt x="498396" y="105615"/>
                </a:cubicBezTo>
                <a:cubicBezTo>
                  <a:pt x="499625" y="107084"/>
                  <a:pt x="502028" y="107925"/>
                  <a:pt x="505605" y="108138"/>
                </a:cubicBezTo>
                <a:lnTo>
                  <a:pt x="505605" y="111022"/>
                </a:lnTo>
                <a:lnTo>
                  <a:pt x="465154" y="111022"/>
                </a:lnTo>
                <a:lnTo>
                  <a:pt x="465154" y="108138"/>
                </a:lnTo>
                <a:cubicBezTo>
                  <a:pt x="468465" y="108032"/>
                  <a:pt x="470921" y="107070"/>
                  <a:pt x="472523" y="105255"/>
                </a:cubicBezTo>
                <a:cubicBezTo>
                  <a:pt x="473591" y="104026"/>
                  <a:pt x="474125" y="100769"/>
                  <a:pt x="474125" y="95482"/>
                </a:cubicBezTo>
                <a:lnTo>
                  <a:pt x="474125" y="17943"/>
                </a:lnTo>
                <a:cubicBezTo>
                  <a:pt x="474125" y="12676"/>
                  <a:pt x="473511" y="9304"/>
                  <a:pt x="472283" y="7828"/>
                </a:cubicBezTo>
                <a:cubicBezTo>
                  <a:pt x="471055" y="6349"/>
                  <a:pt x="468678" y="5502"/>
                  <a:pt x="465154" y="5287"/>
                </a:cubicBezTo>
                <a:lnTo>
                  <a:pt x="465154" y="2403"/>
                </a:lnTo>
                <a:lnTo>
                  <a:pt x="496554" y="2403"/>
                </a:lnTo>
                <a:close/>
                <a:moveTo>
                  <a:pt x="554175" y="99968"/>
                </a:moveTo>
                <a:cubicBezTo>
                  <a:pt x="545044" y="108085"/>
                  <a:pt x="536846" y="112143"/>
                  <a:pt x="529584" y="112143"/>
                </a:cubicBezTo>
                <a:cubicBezTo>
                  <a:pt x="525312" y="112143"/>
                  <a:pt x="521760" y="110737"/>
                  <a:pt x="518930" y="107926"/>
                </a:cubicBezTo>
                <a:cubicBezTo>
                  <a:pt x="516100" y="105112"/>
                  <a:pt x="514685" y="101589"/>
                  <a:pt x="514685" y="97357"/>
                </a:cubicBezTo>
                <a:cubicBezTo>
                  <a:pt x="514685" y="91623"/>
                  <a:pt x="517141" y="86466"/>
                  <a:pt x="522054" y="81885"/>
                </a:cubicBezTo>
                <a:cubicBezTo>
                  <a:pt x="526967" y="77304"/>
                  <a:pt x="537674" y="71209"/>
                  <a:pt x="554175" y="63601"/>
                </a:cubicBezTo>
                <a:lnTo>
                  <a:pt x="554175" y="56072"/>
                </a:lnTo>
                <a:cubicBezTo>
                  <a:pt x="554175" y="50411"/>
                  <a:pt x="553868" y="46847"/>
                  <a:pt x="553254" y="45378"/>
                </a:cubicBezTo>
                <a:cubicBezTo>
                  <a:pt x="552640" y="43909"/>
                  <a:pt x="551478" y="42628"/>
                  <a:pt x="549770" y="41533"/>
                </a:cubicBezTo>
                <a:cubicBezTo>
                  <a:pt x="548061" y="40438"/>
                  <a:pt x="546138" y="39891"/>
                  <a:pt x="544002" y="39891"/>
                </a:cubicBezTo>
                <a:cubicBezTo>
                  <a:pt x="540531" y="39891"/>
                  <a:pt x="537674" y="40665"/>
                  <a:pt x="535431" y="42214"/>
                </a:cubicBezTo>
                <a:cubicBezTo>
                  <a:pt x="534043" y="43175"/>
                  <a:pt x="533349" y="44297"/>
                  <a:pt x="533349" y="45578"/>
                </a:cubicBezTo>
                <a:cubicBezTo>
                  <a:pt x="533349" y="46700"/>
                  <a:pt x="534096" y="48088"/>
                  <a:pt x="535591" y="49744"/>
                </a:cubicBezTo>
                <a:cubicBezTo>
                  <a:pt x="537621" y="52040"/>
                  <a:pt x="538635" y="54256"/>
                  <a:pt x="538635" y="56392"/>
                </a:cubicBezTo>
                <a:cubicBezTo>
                  <a:pt x="538635" y="59009"/>
                  <a:pt x="537661" y="61238"/>
                  <a:pt x="535712" y="63081"/>
                </a:cubicBezTo>
                <a:cubicBezTo>
                  <a:pt x="533762" y="64923"/>
                  <a:pt x="531212" y="65844"/>
                  <a:pt x="528062" y="65844"/>
                </a:cubicBezTo>
                <a:cubicBezTo>
                  <a:pt x="524697" y="65844"/>
                  <a:pt x="521881" y="64830"/>
                  <a:pt x="519611" y="62800"/>
                </a:cubicBezTo>
                <a:cubicBezTo>
                  <a:pt x="517341" y="60771"/>
                  <a:pt x="516207" y="58395"/>
                  <a:pt x="516207" y="55671"/>
                </a:cubicBezTo>
                <a:cubicBezTo>
                  <a:pt x="516207" y="51826"/>
                  <a:pt x="517729" y="48155"/>
                  <a:pt x="520772" y="44657"/>
                </a:cubicBezTo>
                <a:cubicBezTo>
                  <a:pt x="523816" y="41159"/>
                  <a:pt x="528062" y="38476"/>
                  <a:pt x="533509" y="36607"/>
                </a:cubicBezTo>
                <a:cubicBezTo>
                  <a:pt x="538956" y="34738"/>
                  <a:pt x="544616" y="33803"/>
                  <a:pt x="550490" y="33803"/>
                </a:cubicBezTo>
                <a:cubicBezTo>
                  <a:pt x="557593" y="33803"/>
                  <a:pt x="563213" y="35316"/>
                  <a:pt x="567352" y="38342"/>
                </a:cubicBezTo>
                <a:cubicBezTo>
                  <a:pt x="571491" y="41365"/>
                  <a:pt x="574174" y="44644"/>
                  <a:pt x="575402" y="48177"/>
                </a:cubicBezTo>
                <a:cubicBezTo>
                  <a:pt x="576150" y="50424"/>
                  <a:pt x="576524" y="55589"/>
                  <a:pt x="576524" y="63671"/>
                </a:cubicBezTo>
                <a:lnTo>
                  <a:pt x="576524" y="92816"/>
                </a:lnTo>
                <a:cubicBezTo>
                  <a:pt x="576524" y="96242"/>
                  <a:pt x="576657" y="98398"/>
                  <a:pt x="576924" y="99282"/>
                </a:cubicBezTo>
                <a:cubicBezTo>
                  <a:pt x="577191" y="100165"/>
                  <a:pt x="577592" y="100821"/>
                  <a:pt x="578126" y="101250"/>
                </a:cubicBezTo>
                <a:cubicBezTo>
                  <a:pt x="578660" y="101677"/>
                  <a:pt x="579274" y="101890"/>
                  <a:pt x="579968" y="101890"/>
                </a:cubicBezTo>
                <a:cubicBezTo>
                  <a:pt x="581357" y="101890"/>
                  <a:pt x="582772" y="100902"/>
                  <a:pt x="584214" y="98927"/>
                </a:cubicBezTo>
                <a:lnTo>
                  <a:pt x="586617" y="100849"/>
                </a:lnTo>
                <a:cubicBezTo>
                  <a:pt x="583947" y="104801"/>
                  <a:pt x="581183" y="107671"/>
                  <a:pt x="578326" y="109460"/>
                </a:cubicBezTo>
                <a:cubicBezTo>
                  <a:pt x="575469" y="111249"/>
                  <a:pt x="572225" y="112143"/>
                  <a:pt x="568594" y="112143"/>
                </a:cubicBezTo>
                <a:cubicBezTo>
                  <a:pt x="564322" y="112143"/>
                  <a:pt x="560984" y="111135"/>
                  <a:pt x="558581" y="109120"/>
                </a:cubicBezTo>
                <a:cubicBezTo>
                  <a:pt x="556178" y="107104"/>
                  <a:pt x="554709" y="104053"/>
                  <a:pt x="554175" y="99968"/>
                </a:cubicBezTo>
                <a:moveTo>
                  <a:pt x="554175" y="94040"/>
                </a:moveTo>
                <a:lnTo>
                  <a:pt x="554175" y="68983"/>
                </a:lnTo>
                <a:cubicBezTo>
                  <a:pt x="547714" y="72793"/>
                  <a:pt x="542907" y="76872"/>
                  <a:pt x="539757" y="81219"/>
                </a:cubicBezTo>
                <a:cubicBezTo>
                  <a:pt x="537674" y="84116"/>
                  <a:pt x="536633" y="87040"/>
                  <a:pt x="536633" y="89993"/>
                </a:cubicBezTo>
                <a:cubicBezTo>
                  <a:pt x="536633" y="92461"/>
                  <a:pt x="537514" y="94634"/>
                  <a:pt x="539276" y="96513"/>
                </a:cubicBezTo>
                <a:cubicBezTo>
                  <a:pt x="540611" y="97962"/>
                  <a:pt x="542480" y="98686"/>
                  <a:pt x="544883" y="98686"/>
                </a:cubicBezTo>
                <a:cubicBezTo>
                  <a:pt x="547553" y="98686"/>
                  <a:pt x="550651" y="97138"/>
                  <a:pt x="554175" y="94040"/>
                </a:cubicBezTo>
                <a:close/>
                <a:moveTo>
                  <a:pt x="629231" y="114138"/>
                </a:moveTo>
                <a:lnTo>
                  <a:pt x="605040" y="58497"/>
                </a:lnTo>
                <a:cubicBezTo>
                  <a:pt x="601409" y="50070"/>
                  <a:pt x="598725" y="44890"/>
                  <a:pt x="596990" y="42957"/>
                </a:cubicBezTo>
                <a:cubicBezTo>
                  <a:pt x="595254" y="41023"/>
                  <a:pt x="593158" y="39681"/>
                  <a:pt x="590702" y="38930"/>
                </a:cubicBezTo>
                <a:lnTo>
                  <a:pt x="590702" y="36046"/>
                </a:lnTo>
                <a:lnTo>
                  <a:pt x="630513" y="36046"/>
                </a:lnTo>
                <a:lnTo>
                  <a:pt x="630513" y="38930"/>
                </a:lnTo>
                <a:cubicBezTo>
                  <a:pt x="627896" y="39037"/>
                  <a:pt x="626054" y="39546"/>
                  <a:pt x="624986" y="40459"/>
                </a:cubicBezTo>
                <a:cubicBezTo>
                  <a:pt x="623918" y="41370"/>
                  <a:pt x="623384" y="42470"/>
                  <a:pt x="623384" y="43758"/>
                </a:cubicBezTo>
                <a:cubicBezTo>
                  <a:pt x="623384" y="45796"/>
                  <a:pt x="624719" y="49820"/>
                  <a:pt x="627389" y="55829"/>
                </a:cubicBezTo>
                <a:lnTo>
                  <a:pt x="640205" y="85284"/>
                </a:lnTo>
                <a:lnTo>
                  <a:pt x="648936" y="62522"/>
                </a:lnTo>
                <a:cubicBezTo>
                  <a:pt x="652087" y="54417"/>
                  <a:pt x="653662" y="48781"/>
                  <a:pt x="653662" y="45613"/>
                </a:cubicBezTo>
                <a:cubicBezTo>
                  <a:pt x="653662" y="43627"/>
                  <a:pt x="653008" y="42044"/>
                  <a:pt x="651700" y="40862"/>
                </a:cubicBezTo>
                <a:cubicBezTo>
                  <a:pt x="650392" y="39681"/>
                  <a:pt x="648082" y="39037"/>
                  <a:pt x="644771" y="38930"/>
                </a:cubicBezTo>
                <a:lnTo>
                  <a:pt x="644771" y="36046"/>
                </a:lnTo>
                <a:lnTo>
                  <a:pt x="669843" y="36046"/>
                </a:lnTo>
                <a:lnTo>
                  <a:pt x="669843" y="38930"/>
                </a:lnTo>
                <a:cubicBezTo>
                  <a:pt x="667387" y="39198"/>
                  <a:pt x="665384" y="40151"/>
                  <a:pt x="663835" y="41788"/>
                </a:cubicBezTo>
                <a:cubicBezTo>
                  <a:pt x="662287" y="43426"/>
                  <a:pt x="659697" y="48995"/>
                  <a:pt x="656065" y="58497"/>
                </a:cubicBezTo>
                <a:lnTo>
                  <a:pt x="634678" y="114066"/>
                </a:lnTo>
                <a:cubicBezTo>
                  <a:pt x="629285" y="127950"/>
                  <a:pt x="625279" y="136495"/>
                  <a:pt x="622663" y="139699"/>
                </a:cubicBezTo>
                <a:cubicBezTo>
                  <a:pt x="618978" y="144184"/>
                  <a:pt x="614359" y="146427"/>
                  <a:pt x="608805" y="146427"/>
                </a:cubicBezTo>
                <a:cubicBezTo>
                  <a:pt x="604373" y="146427"/>
                  <a:pt x="600781" y="145159"/>
                  <a:pt x="598031" y="142622"/>
                </a:cubicBezTo>
                <a:cubicBezTo>
                  <a:pt x="595281" y="140086"/>
                  <a:pt x="593906" y="137029"/>
                  <a:pt x="593906" y="133451"/>
                </a:cubicBezTo>
                <a:cubicBezTo>
                  <a:pt x="593906" y="130353"/>
                  <a:pt x="594854" y="127790"/>
                  <a:pt x="596750" y="125761"/>
                </a:cubicBezTo>
                <a:cubicBezTo>
                  <a:pt x="598645" y="123732"/>
                  <a:pt x="600982" y="122717"/>
                  <a:pt x="603759" y="122717"/>
                </a:cubicBezTo>
                <a:cubicBezTo>
                  <a:pt x="606429" y="122717"/>
                  <a:pt x="608578" y="123566"/>
                  <a:pt x="610207" y="125265"/>
                </a:cubicBezTo>
                <a:cubicBezTo>
                  <a:pt x="611836" y="126966"/>
                  <a:pt x="612677" y="129596"/>
                  <a:pt x="612730" y="133155"/>
                </a:cubicBezTo>
                <a:cubicBezTo>
                  <a:pt x="612783" y="135175"/>
                  <a:pt x="613024" y="136476"/>
                  <a:pt x="613451" y="137060"/>
                </a:cubicBezTo>
                <a:cubicBezTo>
                  <a:pt x="613878" y="137644"/>
                  <a:pt x="614492" y="137936"/>
                  <a:pt x="615293" y="137936"/>
                </a:cubicBezTo>
                <a:cubicBezTo>
                  <a:pt x="616575" y="137936"/>
                  <a:pt x="617937" y="137165"/>
                  <a:pt x="619379" y="135623"/>
                </a:cubicBezTo>
                <a:cubicBezTo>
                  <a:pt x="621515" y="133391"/>
                  <a:pt x="624025" y="128287"/>
                  <a:pt x="626908" y="120314"/>
                </a:cubicBezTo>
                <a:lnTo>
                  <a:pt x="629231" y="114138"/>
                </a:lnTo>
                <a:close/>
                <a:moveTo>
                  <a:pt x="694915" y="0"/>
                </a:moveTo>
                <a:cubicBezTo>
                  <a:pt x="698386" y="0"/>
                  <a:pt x="701323" y="1219"/>
                  <a:pt x="703727" y="3657"/>
                </a:cubicBezTo>
                <a:cubicBezTo>
                  <a:pt x="706130" y="6094"/>
                  <a:pt x="707331" y="9027"/>
                  <a:pt x="707331" y="12456"/>
                </a:cubicBezTo>
                <a:cubicBezTo>
                  <a:pt x="707331" y="15885"/>
                  <a:pt x="706116" y="18806"/>
                  <a:pt x="703686" y="21217"/>
                </a:cubicBezTo>
                <a:cubicBezTo>
                  <a:pt x="701257" y="23627"/>
                  <a:pt x="698333" y="24832"/>
                  <a:pt x="694915" y="24832"/>
                </a:cubicBezTo>
                <a:cubicBezTo>
                  <a:pt x="691498" y="24832"/>
                  <a:pt x="688587" y="23627"/>
                  <a:pt x="686184" y="21217"/>
                </a:cubicBezTo>
                <a:cubicBezTo>
                  <a:pt x="683781" y="18806"/>
                  <a:pt x="682579" y="15885"/>
                  <a:pt x="682579" y="12456"/>
                </a:cubicBezTo>
                <a:cubicBezTo>
                  <a:pt x="682579" y="9027"/>
                  <a:pt x="683781" y="6094"/>
                  <a:pt x="686184" y="3657"/>
                </a:cubicBezTo>
                <a:cubicBezTo>
                  <a:pt x="688587" y="1219"/>
                  <a:pt x="691498" y="0"/>
                  <a:pt x="694915" y="0"/>
                </a:cubicBezTo>
                <a:moveTo>
                  <a:pt x="706130" y="36046"/>
                </a:moveTo>
                <a:lnTo>
                  <a:pt x="706130" y="95482"/>
                </a:lnTo>
                <a:cubicBezTo>
                  <a:pt x="706130" y="100769"/>
                  <a:pt x="706744" y="104147"/>
                  <a:pt x="707972" y="105615"/>
                </a:cubicBezTo>
                <a:cubicBezTo>
                  <a:pt x="709200" y="107084"/>
                  <a:pt x="711603" y="107925"/>
                  <a:pt x="715181" y="108138"/>
                </a:cubicBezTo>
                <a:lnTo>
                  <a:pt x="715181" y="111022"/>
                </a:lnTo>
                <a:lnTo>
                  <a:pt x="674729" y="111022"/>
                </a:lnTo>
                <a:lnTo>
                  <a:pt x="674729" y="108138"/>
                </a:lnTo>
                <a:cubicBezTo>
                  <a:pt x="678040" y="108032"/>
                  <a:pt x="680497" y="107070"/>
                  <a:pt x="682099" y="105255"/>
                </a:cubicBezTo>
                <a:cubicBezTo>
                  <a:pt x="683167" y="104026"/>
                  <a:pt x="683701" y="100769"/>
                  <a:pt x="683701" y="95482"/>
                </a:cubicBezTo>
                <a:lnTo>
                  <a:pt x="683701" y="51746"/>
                </a:lnTo>
                <a:cubicBezTo>
                  <a:pt x="683701" y="46393"/>
                  <a:pt x="683087" y="42972"/>
                  <a:pt x="681859" y="41486"/>
                </a:cubicBezTo>
                <a:cubicBezTo>
                  <a:pt x="680630" y="39999"/>
                  <a:pt x="678254" y="39147"/>
                  <a:pt x="674729" y="38930"/>
                </a:cubicBezTo>
                <a:lnTo>
                  <a:pt x="674729" y="36046"/>
                </a:lnTo>
                <a:lnTo>
                  <a:pt x="706130" y="36046"/>
                </a:lnTo>
                <a:close/>
                <a:moveTo>
                  <a:pt x="753097" y="36046"/>
                </a:moveTo>
                <a:lnTo>
                  <a:pt x="753097" y="45819"/>
                </a:lnTo>
                <a:cubicBezTo>
                  <a:pt x="756942" y="41625"/>
                  <a:pt x="760627" y="38574"/>
                  <a:pt x="764151" y="36667"/>
                </a:cubicBezTo>
                <a:cubicBezTo>
                  <a:pt x="767676" y="34758"/>
                  <a:pt x="771467" y="33803"/>
                  <a:pt x="775526" y="33803"/>
                </a:cubicBezTo>
                <a:cubicBezTo>
                  <a:pt x="780385" y="33803"/>
                  <a:pt x="784417" y="35153"/>
                  <a:pt x="787621" y="37853"/>
                </a:cubicBezTo>
                <a:cubicBezTo>
                  <a:pt x="790825" y="40554"/>
                  <a:pt x="792961" y="43909"/>
                  <a:pt x="794029" y="47919"/>
                </a:cubicBezTo>
                <a:cubicBezTo>
                  <a:pt x="794884" y="50968"/>
                  <a:pt x="795311" y="56824"/>
                  <a:pt x="795311" y="65486"/>
                </a:cubicBezTo>
                <a:lnTo>
                  <a:pt x="795311" y="94681"/>
                </a:lnTo>
                <a:cubicBezTo>
                  <a:pt x="795311" y="100448"/>
                  <a:pt x="795832" y="104040"/>
                  <a:pt x="796873" y="105455"/>
                </a:cubicBezTo>
                <a:cubicBezTo>
                  <a:pt x="797914" y="106870"/>
                  <a:pt x="800090" y="107765"/>
                  <a:pt x="803401" y="108138"/>
                </a:cubicBezTo>
                <a:lnTo>
                  <a:pt x="803401" y="111022"/>
                </a:lnTo>
                <a:lnTo>
                  <a:pt x="765513" y="111022"/>
                </a:lnTo>
                <a:lnTo>
                  <a:pt x="765513" y="108138"/>
                </a:lnTo>
                <a:cubicBezTo>
                  <a:pt x="768343" y="107765"/>
                  <a:pt x="770372" y="106590"/>
                  <a:pt x="771601" y="104614"/>
                </a:cubicBezTo>
                <a:cubicBezTo>
                  <a:pt x="772455" y="103279"/>
                  <a:pt x="772882" y="99968"/>
                  <a:pt x="772882" y="94681"/>
                </a:cubicBezTo>
                <a:lnTo>
                  <a:pt x="772882" y="61358"/>
                </a:lnTo>
                <a:cubicBezTo>
                  <a:pt x="772882" y="55217"/>
                  <a:pt x="772642" y="51346"/>
                  <a:pt x="772161" y="49744"/>
                </a:cubicBezTo>
                <a:cubicBezTo>
                  <a:pt x="771681" y="48142"/>
                  <a:pt x="770866" y="46900"/>
                  <a:pt x="769718" y="46019"/>
                </a:cubicBezTo>
                <a:cubicBezTo>
                  <a:pt x="768570" y="45138"/>
                  <a:pt x="767302" y="44697"/>
                  <a:pt x="765913" y="44697"/>
                </a:cubicBezTo>
                <a:cubicBezTo>
                  <a:pt x="761321" y="44697"/>
                  <a:pt x="757049" y="48008"/>
                  <a:pt x="753097" y="54630"/>
                </a:cubicBezTo>
                <a:lnTo>
                  <a:pt x="753097" y="94681"/>
                </a:lnTo>
                <a:cubicBezTo>
                  <a:pt x="753097" y="100288"/>
                  <a:pt x="753618" y="103839"/>
                  <a:pt x="754659" y="105335"/>
                </a:cubicBezTo>
                <a:cubicBezTo>
                  <a:pt x="755700" y="106830"/>
                  <a:pt x="757636" y="107765"/>
                  <a:pt x="760466" y="108138"/>
                </a:cubicBezTo>
                <a:lnTo>
                  <a:pt x="760466" y="111022"/>
                </a:lnTo>
                <a:lnTo>
                  <a:pt x="722578" y="111022"/>
                </a:lnTo>
                <a:lnTo>
                  <a:pt x="722578" y="108138"/>
                </a:lnTo>
                <a:cubicBezTo>
                  <a:pt x="725729" y="107818"/>
                  <a:pt x="727972" y="106803"/>
                  <a:pt x="729307" y="105094"/>
                </a:cubicBezTo>
                <a:cubicBezTo>
                  <a:pt x="730214" y="103920"/>
                  <a:pt x="730668" y="100448"/>
                  <a:pt x="730668" y="94681"/>
                </a:cubicBezTo>
                <a:lnTo>
                  <a:pt x="730668" y="52387"/>
                </a:lnTo>
                <a:cubicBezTo>
                  <a:pt x="730668" y="46658"/>
                  <a:pt x="730148" y="43091"/>
                  <a:pt x="729106" y="41686"/>
                </a:cubicBezTo>
                <a:cubicBezTo>
                  <a:pt x="728065" y="40281"/>
                  <a:pt x="725889" y="39362"/>
                  <a:pt x="722578" y="38930"/>
                </a:cubicBezTo>
                <a:lnTo>
                  <a:pt x="722578" y="36046"/>
                </a:lnTo>
                <a:lnTo>
                  <a:pt x="753097" y="36046"/>
                </a:lnTo>
                <a:close/>
                <a:moveTo>
                  <a:pt x="861771" y="37007"/>
                </a:moveTo>
                <a:lnTo>
                  <a:pt x="887003" y="37007"/>
                </a:lnTo>
                <a:lnTo>
                  <a:pt x="887003" y="45819"/>
                </a:lnTo>
                <a:lnTo>
                  <a:pt x="872665" y="45819"/>
                </a:lnTo>
                <a:cubicBezTo>
                  <a:pt x="875282" y="48435"/>
                  <a:pt x="877097" y="50812"/>
                  <a:pt x="878112" y="52948"/>
                </a:cubicBezTo>
                <a:cubicBezTo>
                  <a:pt x="879393" y="55831"/>
                  <a:pt x="880034" y="58849"/>
                  <a:pt x="880034" y="61999"/>
                </a:cubicBezTo>
                <a:cubicBezTo>
                  <a:pt x="880034" y="67339"/>
                  <a:pt x="878552" y="71972"/>
                  <a:pt x="875589" y="75897"/>
                </a:cubicBezTo>
                <a:cubicBezTo>
                  <a:pt x="872625" y="79822"/>
                  <a:pt x="868593" y="82893"/>
                  <a:pt x="863493" y="85109"/>
                </a:cubicBezTo>
                <a:cubicBezTo>
                  <a:pt x="858393" y="87325"/>
                  <a:pt x="853867" y="88433"/>
                  <a:pt x="849916" y="88433"/>
                </a:cubicBezTo>
                <a:cubicBezTo>
                  <a:pt x="849595" y="88433"/>
                  <a:pt x="846391" y="88300"/>
                  <a:pt x="840303" y="88033"/>
                </a:cubicBezTo>
                <a:cubicBezTo>
                  <a:pt x="837900" y="88033"/>
                  <a:pt x="835884" y="88816"/>
                  <a:pt x="834256" y="90383"/>
                </a:cubicBezTo>
                <a:cubicBezTo>
                  <a:pt x="832627" y="91950"/>
                  <a:pt x="831813" y="93822"/>
                  <a:pt x="831813" y="95998"/>
                </a:cubicBezTo>
                <a:cubicBezTo>
                  <a:pt x="831813" y="97910"/>
                  <a:pt x="832547" y="99477"/>
                  <a:pt x="834015" y="100699"/>
                </a:cubicBezTo>
                <a:cubicBezTo>
                  <a:pt x="835484" y="101920"/>
                  <a:pt x="837874" y="102531"/>
                  <a:pt x="841185" y="102531"/>
                </a:cubicBezTo>
                <a:lnTo>
                  <a:pt x="855042" y="102371"/>
                </a:lnTo>
                <a:cubicBezTo>
                  <a:pt x="866257" y="102371"/>
                  <a:pt x="873973" y="103602"/>
                  <a:pt x="878192" y="106063"/>
                </a:cubicBezTo>
                <a:cubicBezTo>
                  <a:pt x="884226" y="109486"/>
                  <a:pt x="887243" y="114755"/>
                  <a:pt x="887243" y="121871"/>
                </a:cubicBezTo>
                <a:cubicBezTo>
                  <a:pt x="887243" y="126418"/>
                  <a:pt x="885855" y="130551"/>
                  <a:pt x="883078" y="134269"/>
                </a:cubicBezTo>
                <a:cubicBezTo>
                  <a:pt x="880301" y="137987"/>
                  <a:pt x="876643" y="140729"/>
                  <a:pt x="872104" y="142495"/>
                </a:cubicBezTo>
                <a:cubicBezTo>
                  <a:pt x="865215" y="145116"/>
                  <a:pt x="857285" y="146427"/>
                  <a:pt x="848314" y="146427"/>
                </a:cubicBezTo>
                <a:cubicBezTo>
                  <a:pt x="841585" y="146427"/>
                  <a:pt x="835444" y="145773"/>
                  <a:pt x="829890" y="144465"/>
                </a:cubicBezTo>
                <a:cubicBezTo>
                  <a:pt x="824336" y="143156"/>
                  <a:pt x="820358" y="141340"/>
                  <a:pt x="817955" y="139015"/>
                </a:cubicBezTo>
                <a:cubicBezTo>
                  <a:pt x="815552" y="136692"/>
                  <a:pt x="814350" y="134248"/>
                  <a:pt x="814350" y="131683"/>
                </a:cubicBezTo>
                <a:cubicBezTo>
                  <a:pt x="814350" y="129227"/>
                  <a:pt x="815271" y="127023"/>
                  <a:pt x="817114" y="125072"/>
                </a:cubicBezTo>
                <a:cubicBezTo>
                  <a:pt x="818956" y="123123"/>
                  <a:pt x="822387" y="121481"/>
                  <a:pt x="827407" y="120146"/>
                </a:cubicBezTo>
                <a:cubicBezTo>
                  <a:pt x="820465" y="116728"/>
                  <a:pt x="816994" y="111977"/>
                  <a:pt x="816994" y="105890"/>
                </a:cubicBezTo>
                <a:cubicBezTo>
                  <a:pt x="816994" y="102206"/>
                  <a:pt x="818409" y="98629"/>
                  <a:pt x="821239" y="95159"/>
                </a:cubicBezTo>
                <a:cubicBezTo>
                  <a:pt x="824069" y="91688"/>
                  <a:pt x="828555" y="88671"/>
                  <a:pt x="834696" y="86108"/>
                </a:cubicBezTo>
                <a:cubicBezTo>
                  <a:pt x="827540" y="83488"/>
                  <a:pt x="822360" y="80038"/>
                  <a:pt x="819156" y="75759"/>
                </a:cubicBezTo>
                <a:cubicBezTo>
                  <a:pt x="815952" y="71481"/>
                  <a:pt x="814350" y="66533"/>
                  <a:pt x="814350" y="60918"/>
                </a:cubicBezTo>
                <a:cubicBezTo>
                  <a:pt x="814350" y="53592"/>
                  <a:pt x="817341" y="47241"/>
                  <a:pt x="823322" y="41866"/>
                </a:cubicBezTo>
                <a:cubicBezTo>
                  <a:pt x="829303" y="36491"/>
                  <a:pt x="836993" y="33803"/>
                  <a:pt x="846391" y="33803"/>
                </a:cubicBezTo>
                <a:cubicBezTo>
                  <a:pt x="851358" y="33803"/>
                  <a:pt x="856484" y="34871"/>
                  <a:pt x="861771" y="37007"/>
                </a:cubicBezTo>
                <a:moveTo>
                  <a:pt x="847913" y="38930"/>
                </a:moveTo>
                <a:cubicBezTo>
                  <a:pt x="844816" y="38930"/>
                  <a:pt x="842199" y="40489"/>
                  <a:pt x="840063" y="43608"/>
                </a:cubicBezTo>
                <a:cubicBezTo>
                  <a:pt x="837927" y="46726"/>
                  <a:pt x="836859" y="53189"/>
                  <a:pt x="836859" y="62998"/>
                </a:cubicBezTo>
                <a:cubicBezTo>
                  <a:pt x="836859" y="70940"/>
                  <a:pt x="837914" y="76390"/>
                  <a:pt x="840023" y="79349"/>
                </a:cubicBezTo>
                <a:cubicBezTo>
                  <a:pt x="842132" y="82308"/>
                  <a:pt x="844629" y="83787"/>
                  <a:pt x="847513" y="83787"/>
                </a:cubicBezTo>
                <a:cubicBezTo>
                  <a:pt x="850717" y="83787"/>
                  <a:pt x="853387" y="82321"/>
                  <a:pt x="855523" y="79389"/>
                </a:cubicBezTo>
                <a:cubicBezTo>
                  <a:pt x="857659" y="76457"/>
                  <a:pt x="858727" y="70753"/>
                  <a:pt x="858727" y="62277"/>
                </a:cubicBezTo>
                <a:cubicBezTo>
                  <a:pt x="858727" y="52737"/>
                  <a:pt x="857525" y="46233"/>
                  <a:pt x="855122" y="42767"/>
                </a:cubicBezTo>
                <a:cubicBezTo>
                  <a:pt x="853414" y="40209"/>
                  <a:pt x="851010" y="38930"/>
                  <a:pt x="847913" y="38930"/>
                </a:cubicBezTo>
                <a:moveTo>
                  <a:pt x="843187" y="122076"/>
                </a:moveTo>
                <a:cubicBezTo>
                  <a:pt x="837740" y="122076"/>
                  <a:pt x="834136" y="122528"/>
                  <a:pt x="832373" y="123433"/>
                </a:cubicBezTo>
                <a:cubicBezTo>
                  <a:pt x="829329" y="125080"/>
                  <a:pt x="827807" y="127313"/>
                  <a:pt x="827807" y="130131"/>
                </a:cubicBezTo>
                <a:cubicBezTo>
                  <a:pt x="827807" y="132843"/>
                  <a:pt x="829383" y="135302"/>
                  <a:pt x="832534" y="137508"/>
                </a:cubicBezTo>
                <a:cubicBezTo>
                  <a:pt x="835684" y="139716"/>
                  <a:pt x="841612" y="140820"/>
                  <a:pt x="850316" y="140820"/>
                </a:cubicBezTo>
                <a:cubicBezTo>
                  <a:pt x="857739" y="140820"/>
                  <a:pt x="863573" y="139836"/>
                  <a:pt x="867819" y="137869"/>
                </a:cubicBezTo>
                <a:cubicBezTo>
                  <a:pt x="872064" y="135901"/>
                  <a:pt x="874187" y="133136"/>
                  <a:pt x="874187" y="129573"/>
                </a:cubicBezTo>
                <a:cubicBezTo>
                  <a:pt x="874187" y="128245"/>
                  <a:pt x="873786" y="127128"/>
                  <a:pt x="872985" y="126224"/>
                </a:cubicBezTo>
                <a:cubicBezTo>
                  <a:pt x="871543" y="124629"/>
                  <a:pt x="869367" y="123538"/>
                  <a:pt x="866457" y="122952"/>
                </a:cubicBezTo>
                <a:cubicBezTo>
                  <a:pt x="863547" y="122368"/>
                  <a:pt x="855790" y="122076"/>
                  <a:pt x="843187" y="1220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A8090-53A1-4B4F-8E8C-D221A3D4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72" y="5814967"/>
            <a:ext cx="1666131" cy="384492"/>
          </a:xfrm>
          <a:custGeom xmlns:a="http://schemas.openxmlformats.org/drawingml/2006/main">
            <a:pathLst>
              <a:path w="1666131" h="384492">
                <a:moveTo>
                  <a:pt x="0" y="0"/>
                </a:moveTo>
                <a:lnTo>
                  <a:pt x="1666131" y="0"/>
                </a:lnTo>
                <a:lnTo>
                  <a:pt x="1666131" y="384492"/>
                </a:lnTo>
                <a:lnTo>
                  <a:pt x="0" y="3844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9CD5A-4925-4B7E-B553-10C50AE9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72" y="5814967"/>
            <a:ext cx="1666131" cy="384492"/>
          </a:xfrm>
          <a:custGeom xmlns:a="http://schemas.openxmlformats.org/drawingml/2006/main">
            <a:pathLst>
              <a:path w="1666131" h="384492" fill="none">
                <a:moveTo>
                  <a:pt x="0" y="0"/>
                </a:moveTo>
                <a:lnTo>
                  <a:pt x="1666131" y="0"/>
                </a:lnTo>
                <a:lnTo>
                  <a:pt x="1666131" y="384492"/>
                </a:lnTo>
                <a:lnTo>
                  <a:pt x="0" y="3844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83" name="Text Let'sthinkstepbystep.">
            <a:extLst xmlns:a="http://schemas.openxmlformats.org/drawingml/2006/main">
              <a:ext uri="{FF2B5EF4-FFF2-40B4-BE49-F238E27FC236}">
                <a16:creationId xmlns:a16="http://schemas.microsoft.com/office/drawing/2014/main" id="{19B364C8-1F97-4B5D-8B58-FDC3DDFB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43" y="5954826"/>
            <a:ext cx="1532091" cy="149311"/>
          </a:xfrm>
          <a:custGeom xmlns:a="http://schemas.openxmlformats.org/drawingml/2006/main">
            <a:pathLst>
              <a:path w="1532091" h="149311">
                <a:moveTo>
                  <a:pt x="90756" y="83787"/>
                </a:moveTo>
                <a:lnTo>
                  <a:pt x="93399" y="84350"/>
                </a:lnTo>
                <a:lnTo>
                  <a:pt x="84108" y="113906"/>
                </a:lnTo>
                <a:lnTo>
                  <a:pt x="0" y="113906"/>
                </a:lnTo>
                <a:lnTo>
                  <a:pt x="0" y="110942"/>
                </a:lnTo>
                <a:lnTo>
                  <a:pt x="4085" y="110942"/>
                </a:lnTo>
                <a:cubicBezTo>
                  <a:pt x="8678" y="110942"/>
                  <a:pt x="11962" y="109447"/>
                  <a:pt x="13938" y="106456"/>
                </a:cubicBezTo>
                <a:cubicBezTo>
                  <a:pt x="15059" y="104747"/>
                  <a:pt x="15620" y="100796"/>
                  <a:pt x="15620" y="94601"/>
                </a:cubicBezTo>
                <a:lnTo>
                  <a:pt x="15620" y="24511"/>
                </a:lnTo>
                <a:cubicBezTo>
                  <a:pt x="15620" y="17729"/>
                  <a:pt x="14872" y="13484"/>
                  <a:pt x="13377" y="11775"/>
                </a:cubicBezTo>
                <a:cubicBezTo>
                  <a:pt x="11294" y="9425"/>
                  <a:pt x="8197" y="8251"/>
                  <a:pt x="4085" y="8251"/>
                </a:cubicBezTo>
                <a:lnTo>
                  <a:pt x="0" y="8251"/>
                </a:lnTo>
                <a:lnTo>
                  <a:pt x="0" y="5287"/>
                </a:lnTo>
                <a:lnTo>
                  <a:pt x="49183" y="5287"/>
                </a:lnTo>
                <a:lnTo>
                  <a:pt x="49183" y="8251"/>
                </a:lnTo>
                <a:cubicBezTo>
                  <a:pt x="43416" y="8197"/>
                  <a:pt x="39370" y="8732"/>
                  <a:pt x="37047" y="9855"/>
                </a:cubicBezTo>
                <a:cubicBezTo>
                  <a:pt x="34724" y="10977"/>
                  <a:pt x="33136" y="12393"/>
                  <a:pt x="32281" y="14103"/>
                </a:cubicBezTo>
                <a:cubicBezTo>
                  <a:pt x="31427" y="15814"/>
                  <a:pt x="31000" y="19902"/>
                  <a:pt x="31000" y="26369"/>
                </a:cubicBezTo>
                <a:lnTo>
                  <a:pt x="31000" y="94671"/>
                </a:lnTo>
                <a:cubicBezTo>
                  <a:pt x="31000" y="99107"/>
                  <a:pt x="31427" y="102153"/>
                  <a:pt x="32281" y="103810"/>
                </a:cubicBezTo>
                <a:cubicBezTo>
                  <a:pt x="32922" y="104932"/>
                  <a:pt x="33910" y="105760"/>
                  <a:pt x="35245" y="106296"/>
                </a:cubicBezTo>
                <a:cubicBezTo>
                  <a:pt x="36580" y="106830"/>
                  <a:pt x="40745" y="107097"/>
                  <a:pt x="47741" y="107097"/>
                </a:cubicBezTo>
                <a:lnTo>
                  <a:pt x="55671" y="107097"/>
                </a:lnTo>
                <a:cubicBezTo>
                  <a:pt x="64002" y="107097"/>
                  <a:pt x="69849" y="106479"/>
                  <a:pt x="73214" y="105242"/>
                </a:cubicBezTo>
                <a:cubicBezTo>
                  <a:pt x="76578" y="104006"/>
                  <a:pt x="79649" y="101814"/>
                  <a:pt x="82425" y="98669"/>
                </a:cubicBezTo>
                <a:cubicBezTo>
                  <a:pt x="85202" y="95523"/>
                  <a:pt x="87979" y="90563"/>
                  <a:pt x="90756" y="83787"/>
                </a:cubicBezTo>
                <a:close/>
                <a:moveTo>
                  <a:pt x="114413" y="68247"/>
                </a:moveTo>
                <a:cubicBezTo>
                  <a:pt x="114359" y="79116"/>
                  <a:pt x="117003" y="87641"/>
                  <a:pt x="122343" y="93823"/>
                </a:cubicBezTo>
                <a:cubicBezTo>
                  <a:pt x="127683" y="100002"/>
                  <a:pt x="133958" y="103092"/>
                  <a:pt x="141167" y="103092"/>
                </a:cubicBezTo>
                <a:cubicBezTo>
                  <a:pt x="145973" y="103092"/>
                  <a:pt x="150152" y="101770"/>
                  <a:pt x="153703" y="99127"/>
                </a:cubicBezTo>
                <a:cubicBezTo>
                  <a:pt x="157254" y="96483"/>
                  <a:pt x="160231" y="91958"/>
                  <a:pt x="162634" y="85549"/>
                </a:cubicBezTo>
                <a:lnTo>
                  <a:pt x="165117" y="87151"/>
                </a:lnTo>
                <a:cubicBezTo>
                  <a:pt x="163996" y="94468"/>
                  <a:pt x="160738" y="101129"/>
                  <a:pt x="155345" y="107137"/>
                </a:cubicBezTo>
                <a:cubicBezTo>
                  <a:pt x="149951" y="113145"/>
                  <a:pt x="143196" y="116149"/>
                  <a:pt x="135079" y="116149"/>
                </a:cubicBezTo>
                <a:cubicBezTo>
                  <a:pt x="126268" y="116149"/>
                  <a:pt x="118725" y="112725"/>
                  <a:pt x="112450" y="105878"/>
                </a:cubicBezTo>
                <a:cubicBezTo>
                  <a:pt x="106175" y="99029"/>
                  <a:pt x="103038" y="89822"/>
                  <a:pt x="103038" y="78258"/>
                </a:cubicBezTo>
                <a:cubicBezTo>
                  <a:pt x="103038" y="65735"/>
                  <a:pt x="106255" y="55970"/>
                  <a:pt x="112690" y="48963"/>
                </a:cubicBezTo>
                <a:cubicBezTo>
                  <a:pt x="119125" y="41954"/>
                  <a:pt x="127202" y="38449"/>
                  <a:pt x="136921" y="38449"/>
                </a:cubicBezTo>
                <a:cubicBezTo>
                  <a:pt x="145145" y="38449"/>
                  <a:pt x="151901" y="41153"/>
                  <a:pt x="157187" y="46560"/>
                </a:cubicBezTo>
                <a:cubicBezTo>
                  <a:pt x="162474" y="51965"/>
                  <a:pt x="165117" y="59194"/>
                  <a:pt x="165117" y="68247"/>
                </a:cubicBezTo>
                <a:lnTo>
                  <a:pt x="114413" y="68247"/>
                </a:lnTo>
                <a:moveTo>
                  <a:pt x="114413" y="63601"/>
                </a:moveTo>
                <a:lnTo>
                  <a:pt x="148376" y="63601"/>
                </a:lnTo>
                <a:cubicBezTo>
                  <a:pt x="148109" y="58902"/>
                  <a:pt x="147548" y="55591"/>
                  <a:pt x="146694" y="53669"/>
                </a:cubicBezTo>
                <a:cubicBezTo>
                  <a:pt x="145359" y="50678"/>
                  <a:pt x="143370" y="48328"/>
                  <a:pt x="140726" y="46620"/>
                </a:cubicBezTo>
                <a:cubicBezTo>
                  <a:pt x="138083" y="44911"/>
                  <a:pt x="135319" y="44056"/>
                  <a:pt x="132436" y="44056"/>
                </a:cubicBezTo>
                <a:cubicBezTo>
                  <a:pt x="128003" y="44056"/>
                  <a:pt x="124038" y="45779"/>
                  <a:pt x="120540" y="49223"/>
                </a:cubicBezTo>
                <a:cubicBezTo>
                  <a:pt x="117043" y="52667"/>
                  <a:pt x="115000" y="57460"/>
                  <a:pt x="114413" y="63601"/>
                </a:cubicBezTo>
                <a:close/>
                <a:moveTo>
                  <a:pt x="196222" y="16341"/>
                </a:moveTo>
                <a:lnTo>
                  <a:pt x="196222" y="40532"/>
                </a:lnTo>
                <a:lnTo>
                  <a:pt x="213364" y="40532"/>
                </a:lnTo>
                <a:lnTo>
                  <a:pt x="213364" y="46139"/>
                </a:lnTo>
                <a:lnTo>
                  <a:pt x="196222" y="46139"/>
                </a:lnTo>
                <a:lnTo>
                  <a:pt x="196222" y="93655"/>
                </a:lnTo>
                <a:cubicBezTo>
                  <a:pt x="196222" y="98403"/>
                  <a:pt x="196903" y="101603"/>
                  <a:pt x="198265" y="103257"/>
                </a:cubicBezTo>
                <a:cubicBezTo>
                  <a:pt x="199627" y="104909"/>
                  <a:pt x="201376" y="105735"/>
                  <a:pt x="203512" y="105735"/>
                </a:cubicBezTo>
                <a:cubicBezTo>
                  <a:pt x="205274" y="105735"/>
                  <a:pt x="206983" y="105188"/>
                  <a:pt x="208638" y="104093"/>
                </a:cubicBezTo>
                <a:cubicBezTo>
                  <a:pt x="210294" y="102998"/>
                  <a:pt x="211575" y="101383"/>
                  <a:pt x="212483" y="99247"/>
                </a:cubicBezTo>
                <a:lnTo>
                  <a:pt x="215607" y="99247"/>
                </a:lnTo>
                <a:cubicBezTo>
                  <a:pt x="213738" y="104495"/>
                  <a:pt x="211095" y="108465"/>
                  <a:pt x="207677" y="111155"/>
                </a:cubicBezTo>
                <a:cubicBezTo>
                  <a:pt x="204259" y="113843"/>
                  <a:pt x="200735" y="115187"/>
                  <a:pt x="197103" y="115187"/>
                </a:cubicBezTo>
                <a:cubicBezTo>
                  <a:pt x="194647" y="115187"/>
                  <a:pt x="192244" y="114506"/>
                  <a:pt x="189894" y="113142"/>
                </a:cubicBezTo>
                <a:cubicBezTo>
                  <a:pt x="187545" y="111779"/>
                  <a:pt x="185809" y="109828"/>
                  <a:pt x="184688" y="107290"/>
                </a:cubicBezTo>
                <a:cubicBezTo>
                  <a:pt x="183566" y="104750"/>
                  <a:pt x="183005" y="100833"/>
                  <a:pt x="183005" y="95540"/>
                </a:cubicBezTo>
                <a:lnTo>
                  <a:pt x="183005" y="46139"/>
                </a:lnTo>
                <a:lnTo>
                  <a:pt x="171391" y="46139"/>
                </a:lnTo>
                <a:lnTo>
                  <a:pt x="171391" y="43496"/>
                </a:lnTo>
                <a:cubicBezTo>
                  <a:pt x="174328" y="42317"/>
                  <a:pt x="177331" y="40322"/>
                  <a:pt x="180402" y="37510"/>
                </a:cubicBezTo>
                <a:cubicBezTo>
                  <a:pt x="183473" y="34699"/>
                  <a:pt x="186209" y="31364"/>
                  <a:pt x="188613" y="27508"/>
                </a:cubicBezTo>
                <a:cubicBezTo>
                  <a:pt x="189841" y="25473"/>
                  <a:pt x="191550" y="21751"/>
                  <a:pt x="193739" y="16341"/>
                </a:cubicBezTo>
                <a:lnTo>
                  <a:pt x="196222" y="16341"/>
                </a:lnTo>
                <a:close/>
                <a:moveTo>
                  <a:pt x="228050" y="49664"/>
                </a:moveTo>
                <a:lnTo>
                  <a:pt x="223725" y="25953"/>
                </a:lnTo>
                <a:cubicBezTo>
                  <a:pt x="222497" y="19385"/>
                  <a:pt x="221883" y="14952"/>
                  <a:pt x="221883" y="12656"/>
                </a:cubicBezTo>
                <a:cubicBezTo>
                  <a:pt x="221883" y="9238"/>
                  <a:pt x="222577" y="6755"/>
                  <a:pt x="223965" y="5207"/>
                </a:cubicBezTo>
                <a:cubicBezTo>
                  <a:pt x="225354" y="3658"/>
                  <a:pt x="227249" y="2884"/>
                  <a:pt x="229652" y="2884"/>
                </a:cubicBezTo>
                <a:cubicBezTo>
                  <a:pt x="232056" y="2884"/>
                  <a:pt x="234045" y="3671"/>
                  <a:pt x="235620" y="5247"/>
                </a:cubicBezTo>
                <a:cubicBezTo>
                  <a:pt x="237195" y="6822"/>
                  <a:pt x="237983" y="8891"/>
                  <a:pt x="237983" y="11455"/>
                </a:cubicBezTo>
                <a:cubicBezTo>
                  <a:pt x="237983" y="13431"/>
                  <a:pt x="237289" y="18290"/>
                  <a:pt x="235900" y="26033"/>
                </a:cubicBezTo>
                <a:lnTo>
                  <a:pt x="231575" y="49664"/>
                </a:lnTo>
                <a:lnTo>
                  <a:pt x="228050" y="49664"/>
                </a:lnTo>
                <a:close/>
                <a:moveTo>
                  <a:pt x="297470" y="38449"/>
                </a:moveTo>
                <a:lnTo>
                  <a:pt x="297470" y="63281"/>
                </a:lnTo>
                <a:lnTo>
                  <a:pt x="294827" y="63281"/>
                </a:lnTo>
                <a:cubicBezTo>
                  <a:pt x="292798" y="55493"/>
                  <a:pt x="290194" y="50195"/>
                  <a:pt x="287017" y="47388"/>
                </a:cubicBezTo>
                <a:cubicBezTo>
                  <a:pt x="283840" y="44580"/>
                  <a:pt x="279794" y="43175"/>
                  <a:pt x="274882" y="43175"/>
                </a:cubicBezTo>
                <a:cubicBezTo>
                  <a:pt x="271143" y="43175"/>
                  <a:pt x="268126" y="44162"/>
                  <a:pt x="265830" y="46137"/>
                </a:cubicBezTo>
                <a:cubicBezTo>
                  <a:pt x="263534" y="48109"/>
                  <a:pt x="262386" y="50296"/>
                  <a:pt x="262386" y="52697"/>
                </a:cubicBezTo>
                <a:cubicBezTo>
                  <a:pt x="262386" y="55685"/>
                  <a:pt x="263240" y="58245"/>
                  <a:pt x="264949" y="60377"/>
                </a:cubicBezTo>
                <a:cubicBezTo>
                  <a:pt x="266604" y="62565"/>
                  <a:pt x="269969" y="64885"/>
                  <a:pt x="275042" y="67339"/>
                </a:cubicBezTo>
                <a:lnTo>
                  <a:pt x="286737" y="73021"/>
                </a:lnTo>
                <a:cubicBezTo>
                  <a:pt x="297577" y="78301"/>
                  <a:pt x="302997" y="85262"/>
                  <a:pt x="302997" y="93905"/>
                </a:cubicBezTo>
                <a:cubicBezTo>
                  <a:pt x="302997" y="100572"/>
                  <a:pt x="300474" y="105946"/>
                  <a:pt x="295428" y="110028"/>
                </a:cubicBezTo>
                <a:cubicBezTo>
                  <a:pt x="290381" y="114108"/>
                  <a:pt x="284734" y="116149"/>
                  <a:pt x="278486" y="116149"/>
                </a:cubicBezTo>
                <a:cubicBezTo>
                  <a:pt x="274000" y="116149"/>
                  <a:pt x="268874" y="115348"/>
                  <a:pt x="263106" y="113745"/>
                </a:cubicBezTo>
                <a:cubicBezTo>
                  <a:pt x="261344" y="113211"/>
                  <a:pt x="259902" y="112944"/>
                  <a:pt x="258781" y="112944"/>
                </a:cubicBezTo>
                <a:cubicBezTo>
                  <a:pt x="257553" y="112944"/>
                  <a:pt x="256591" y="113639"/>
                  <a:pt x="255897" y="115027"/>
                </a:cubicBezTo>
                <a:lnTo>
                  <a:pt x="253254" y="115027"/>
                </a:lnTo>
                <a:lnTo>
                  <a:pt x="253254" y="88754"/>
                </a:lnTo>
                <a:lnTo>
                  <a:pt x="255897" y="88754"/>
                </a:lnTo>
                <a:cubicBezTo>
                  <a:pt x="257392" y="96256"/>
                  <a:pt x="260249" y="101910"/>
                  <a:pt x="264468" y="105715"/>
                </a:cubicBezTo>
                <a:cubicBezTo>
                  <a:pt x="268687" y="109520"/>
                  <a:pt x="273413" y="111423"/>
                  <a:pt x="278646" y="111423"/>
                </a:cubicBezTo>
                <a:cubicBezTo>
                  <a:pt x="282331" y="111423"/>
                  <a:pt x="285335" y="110343"/>
                  <a:pt x="287658" y="108183"/>
                </a:cubicBezTo>
                <a:cubicBezTo>
                  <a:pt x="289981" y="106022"/>
                  <a:pt x="291142" y="103421"/>
                  <a:pt x="291142" y="100381"/>
                </a:cubicBezTo>
                <a:cubicBezTo>
                  <a:pt x="291142" y="96700"/>
                  <a:pt x="289847" y="93606"/>
                  <a:pt x="287257" y="91099"/>
                </a:cubicBezTo>
                <a:cubicBezTo>
                  <a:pt x="284667" y="88592"/>
                  <a:pt x="279501" y="85419"/>
                  <a:pt x="271758" y="81579"/>
                </a:cubicBezTo>
                <a:cubicBezTo>
                  <a:pt x="264014" y="77738"/>
                  <a:pt x="258941" y="74270"/>
                  <a:pt x="256538" y="71176"/>
                </a:cubicBezTo>
                <a:cubicBezTo>
                  <a:pt x="254135" y="68135"/>
                  <a:pt x="252933" y="64295"/>
                  <a:pt x="252933" y="59654"/>
                </a:cubicBezTo>
                <a:cubicBezTo>
                  <a:pt x="252933" y="53626"/>
                  <a:pt x="255003" y="48585"/>
                  <a:pt x="259141" y="44532"/>
                </a:cubicBezTo>
                <a:cubicBezTo>
                  <a:pt x="263280" y="40477"/>
                  <a:pt x="268634" y="38449"/>
                  <a:pt x="275202" y="38449"/>
                </a:cubicBezTo>
                <a:cubicBezTo>
                  <a:pt x="278086" y="38449"/>
                  <a:pt x="281583" y="39063"/>
                  <a:pt x="285695" y="40292"/>
                </a:cubicBezTo>
                <a:cubicBezTo>
                  <a:pt x="288419" y="41093"/>
                  <a:pt x="290234" y="41493"/>
                  <a:pt x="291142" y="41493"/>
                </a:cubicBezTo>
                <a:cubicBezTo>
                  <a:pt x="291997" y="41493"/>
                  <a:pt x="292664" y="41306"/>
                  <a:pt x="293145" y="40932"/>
                </a:cubicBezTo>
                <a:cubicBezTo>
                  <a:pt x="293625" y="40559"/>
                  <a:pt x="294186" y="39731"/>
                  <a:pt x="294827" y="38449"/>
                </a:cubicBezTo>
                <a:lnTo>
                  <a:pt x="297470" y="38449"/>
                </a:lnTo>
                <a:close/>
                <a:moveTo>
                  <a:pt x="376185" y="16341"/>
                </a:moveTo>
                <a:lnTo>
                  <a:pt x="376185" y="40532"/>
                </a:lnTo>
                <a:lnTo>
                  <a:pt x="393327" y="40532"/>
                </a:lnTo>
                <a:lnTo>
                  <a:pt x="393327" y="46139"/>
                </a:lnTo>
                <a:lnTo>
                  <a:pt x="376185" y="46139"/>
                </a:lnTo>
                <a:lnTo>
                  <a:pt x="376185" y="93655"/>
                </a:lnTo>
                <a:cubicBezTo>
                  <a:pt x="376185" y="98403"/>
                  <a:pt x="376866" y="101603"/>
                  <a:pt x="378227" y="103257"/>
                </a:cubicBezTo>
                <a:cubicBezTo>
                  <a:pt x="379589" y="104909"/>
                  <a:pt x="381338" y="105735"/>
                  <a:pt x="383474" y="105735"/>
                </a:cubicBezTo>
                <a:cubicBezTo>
                  <a:pt x="385236" y="105735"/>
                  <a:pt x="386945" y="105188"/>
                  <a:pt x="388601" y="104093"/>
                </a:cubicBezTo>
                <a:cubicBezTo>
                  <a:pt x="390256" y="102998"/>
                  <a:pt x="391538" y="101383"/>
                  <a:pt x="392446" y="99247"/>
                </a:cubicBezTo>
                <a:lnTo>
                  <a:pt x="395570" y="99247"/>
                </a:lnTo>
                <a:cubicBezTo>
                  <a:pt x="393701" y="104495"/>
                  <a:pt x="391057" y="108465"/>
                  <a:pt x="387639" y="111155"/>
                </a:cubicBezTo>
                <a:cubicBezTo>
                  <a:pt x="384222" y="113843"/>
                  <a:pt x="380697" y="115187"/>
                  <a:pt x="377066" y="115187"/>
                </a:cubicBezTo>
                <a:cubicBezTo>
                  <a:pt x="374609" y="115187"/>
                  <a:pt x="372206" y="114506"/>
                  <a:pt x="369857" y="113142"/>
                </a:cubicBezTo>
                <a:cubicBezTo>
                  <a:pt x="367507" y="111779"/>
                  <a:pt x="365771" y="109828"/>
                  <a:pt x="364650" y="107290"/>
                </a:cubicBezTo>
                <a:cubicBezTo>
                  <a:pt x="363529" y="104750"/>
                  <a:pt x="362968" y="100833"/>
                  <a:pt x="362968" y="95540"/>
                </a:cubicBezTo>
                <a:lnTo>
                  <a:pt x="362968" y="46139"/>
                </a:lnTo>
                <a:lnTo>
                  <a:pt x="351353" y="46139"/>
                </a:lnTo>
                <a:lnTo>
                  <a:pt x="351353" y="43496"/>
                </a:lnTo>
                <a:cubicBezTo>
                  <a:pt x="354290" y="42317"/>
                  <a:pt x="357294" y="40322"/>
                  <a:pt x="360365" y="37510"/>
                </a:cubicBezTo>
                <a:cubicBezTo>
                  <a:pt x="363435" y="34699"/>
                  <a:pt x="366172" y="31364"/>
                  <a:pt x="368575" y="27508"/>
                </a:cubicBezTo>
                <a:cubicBezTo>
                  <a:pt x="369803" y="25473"/>
                  <a:pt x="371512" y="21751"/>
                  <a:pt x="373702" y="16341"/>
                </a:cubicBezTo>
                <a:lnTo>
                  <a:pt x="376185" y="16341"/>
                </a:lnTo>
                <a:close/>
                <a:moveTo>
                  <a:pt x="422031" y="0"/>
                </a:moveTo>
                <a:lnTo>
                  <a:pt x="422031" y="53749"/>
                </a:lnTo>
                <a:cubicBezTo>
                  <a:pt x="427959" y="47234"/>
                  <a:pt x="432658" y="43055"/>
                  <a:pt x="436129" y="41213"/>
                </a:cubicBezTo>
                <a:cubicBezTo>
                  <a:pt x="439600" y="39370"/>
                  <a:pt x="443071" y="38449"/>
                  <a:pt x="446542" y="38449"/>
                </a:cubicBezTo>
                <a:cubicBezTo>
                  <a:pt x="450708" y="38449"/>
                  <a:pt x="454286" y="39595"/>
                  <a:pt x="457276" y="41886"/>
                </a:cubicBezTo>
                <a:cubicBezTo>
                  <a:pt x="460267" y="44177"/>
                  <a:pt x="462483" y="47774"/>
                  <a:pt x="463925" y="52675"/>
                </a:cubicBezTo>
                <a:cubicBezTo>
                  <a:pt x="464939" y="56086"/>
                  <a:pt x="465446" y="62321"/>
                  <a:pt x="465446" y="71379"/>
                </a:cubicBezTo>
                <a:lnTo>
                  <a:pt x="465446" y="97274"/>
                </a:lnTo>
                <a:cubicBezTo>
                  <a:pt x="465446" y="101910"/>
                  <a:pt x="465820" y="105081"/>
                  <a:pt x="466568" y="106787"/>
                </a:cubicBezTo>
                <a:cubicBezTo>
                  <a:pt x="467102" y="108065"/>
                  <a:pt x="468010" y="109077"/>
                  <a:pt x="469291" y="109823"/>
                </a:cubicBezTo>
                <a:cubicBezTo>
                  <a:pt x="470573" y="110569"/>
                  <a:pt x="472923" y="110942"/>
                  <a:pt x="476340" y="110942"/>
                </a:cubicBezTo>
                <a:lnTo>
                  <a:pt x="476340" y="113906"/>
                </a:lnTo>
                <a:lnTo>
                  <a:pt x="440294" y="113906"/>
                </a:lnTo>
                <a:lnTo>
                  <a:pt x="440294" y="110942"/>
                </a:lnTo>
                <a:lnTo>
                  <a:pt x="441976" y="110942"/>
                </a:lnTo>
                <a:cubicBezTo>
                  <a:pt x="445394" y="110942"/>
                  <a:pt x="447771" y="110421"/>
                  <a:pt x="449106" y="109380"/>
                </a:cubicBezTo>
                <a:cubicBezTo>
                  <a:pt x="450441" y="108339"/>
                  <a:pt x="451375" y="106803"/>
                  <a:pt x="451909" y="104774"/>
                </a:cubicBezTo>
                <a:cubicBezTo>
                  <a:pt x="452069" y="103920"/>
                  <a:pt x="452149" y="101410"/>
                  <a:pt x="452149" y="97244"/>
                </a:cubicBezTo>
                <a:lnTo>
                  <a:pt x="452149" y="71291"/>
                </a:lnTo>
                <a:cubicBezTo>
                  <a:pt x="452149" y="63281"/>
                  <a:pt x="451736" y="58021"/>
                  <a:pt x="450908" y="55511"/>
                </a:cubicBezTo>
                <a:cubicBezTo>
                  <a:pt x="450080" y="53001"/>
                  <a:pt x="448758" y="51119"/>
                  <a:pt x="446943" y="49864"/>
                </a:cubicBezTo>
                <a:cubicBezTo>
                  <a:pt x="445127" y="48609"/>
                  <a:pt x="442938" y="47981"/>
                  <a:pt x="440374" y="47981"/>
                </a:cubicBezTo>
                <a:cubicBezTo>
                  <a:pt x="437758" y="47981"/>
                  <a:pt x="435034" y="48676"/>
                  <a:pt x="432204" y="50064"/>
                </a:cubicBezTo>
                <a:cubicBezTo>
                  <a:pt x="429374" y="51452"/>
                  <a:pt x="425983" y="54256"/>
                  <a:pt x="422031" y="58475"/>
                </a:cubicBezTo>
                <a:lnTo>
                  <a:pt x="422031" y="97244"/>
                </a:lnTo>
                <a:cubicBezTo>
                  <a:pt x="422031" y="102264"/>
                  <a:pt x="422311" y="105388"/>
                  <a:pt x="422872" y="106616"/>
                </a:cubicBezTo>
                <a:cubicBezTo>
                  <a:pt x="423433" y="107845"/>
                  <a:pt x="424474" y="108873"/>
                  <a:pt x="425996" y="109700"/>
                </a:cubicBezTo>
                <a:cubicBezTo>
                  <a:pt x="427518" y="110528"/>
                  <a:pt x="430148" y="110942"/>
                  <a:pt x="433886" y="110942"/>
                </a:cubicBezTo>
                <a:lnTo>
                  <a:pt x="433886" y="113906"/>
                </a:lnTo>
                <a:lnTo>
                  <a:pt x="397520" y="113906"/>
                </a:lnTo>
                <a:lnTo>
                  <a:pt x="397520" y="110942"/>
                </a:lnTo>
                <a:cubicBezTo>
                  <a:pt x="400777" y="110942"/>
                  <a:pt x="403340" y="110435"/>
                  <a:pt x="405209" y="109420"/>
                </a:cubicBezTo>
                <a:cubicBezTo>
                  <a:pt x="406277" y="108888"/>
                  <a:pt x="407132" y="107875"/>
                  <a:pt x="407773" y="106381"/>
                </a:cubicBezTo>
                <a:cubicBezTo>
                  <a:pt x="408414" y="104886"/>
                  <a:pt x="408734" y="101844"/>
                  <a:pt x="408734" y="97254"/>
                </a:cubicBezTo>
                <a:lnTo>
                  <a:pt x="408734" y="30897"/>
                </a:lnTo>
                <a:cubicBezTo>
                  <a:pt x="408734" y="22520"/>
                  <a:pt x="408534" y="17371"/>
                  <a:pt x="408133" y="15450"/>
                </a:cubicBezTo>
                <a:cubicBezTo>
                  <a:pt x="407733" y="13527"/>
                  <a:pt x="407119" y="12220"/>
                  <a:pt x="406291" y="11527"/>
                </a:cubicBezTo>
                <a:cubicBezTo>
                  <a:pt x="405463" y="10833"/>
                  <a:pt x="404355" y="10486"/>
                  <a:pt x="402967" y="10486"/>
                </a:cubicBezTo>
                <a:cubicBezTo>
                  <a:pt x="401845" y="10486"/>
                  <a:pt x="400029" y="10913"/>
                  <a:pt x="397520" y="11768"/>
                </a:cubicBezTo>
                <a:lnTo>
                  <a:pt x="396398" y="8964"/>
                </a:lnTo>
                <a:lnTo>
                  <a:pt x="418346" y="0"/>
                </a:lnTo>
                <a:lnTo>
                  <a:pt x="422031" y="0"/>
                </a:lnTo>
                <a:close/>
                <a:moveTo>
                  <a:pt x="501172" y="0"/>
                </a:moveTo>
                <a:cubicBezTo>
                  <a:pt x="503415" y="0"/>
                  <a:pt x="505324" y="792"/>
                  <a:pt x="506900" y="2376"/>
                </a:cubicBezTo>
                <a:cubicBezTo>
                  <a:pt x="508475" y="3958"/>
                  <a:pt x="509263" y="5876"/>
                  <a:pt x="509263" y="8130"/>
                </a:cubicBezTo>
                <a:cubicBezTo>
                  <a:pt x="509263" y="10385"/>
                  <a:pt x="508475" y="12317"/>
                  <a:pt x="506900" y="13928"/>
                </a:cubicBezTo>
                <a:cubicBezTo>
                  <a:pt x="505324" y="15537"/>
                  <a:pt x="503415" y="16341"/>
                  <a:pt x="501172" y="16341"/>
                </a:cubicBezTo>
                <a:cubicBezTo>
                  <a:pt x="498929" y="16341"/>
                  <a:pt x="497007" y="15537"/>
                  <a:pt x="495405" y="13928"/>
                </a:cubicBezTo>
                <a:cubicBezTo>
                  <a:pt x="493803" y="12317"/>
                  <a:pt x="493002" y="10385"/>
                  <a:pt x="493002" y="8130"/>
                </a:cubicBezTo>
                <a:cubicBezTo>
                  <a:pt x="493002" y="5876"/>
                  <a:pt x="493789" y="3958"/>
                  <a:pt x="495365" y="2376"/>
                </a:cubicBezTo>
                <a:cubicBezTo>
                  <a:pt x="496940" y="792"/>
                  <a:pt x="498876" y="0"/>
                  <a:pt x="501172" y="0"/>
                </a:cubicBezTo>
                <a:moveTo>
                  <a:pt x="507821" y="38449"/>
                </a:moveTo>
                <a:lnTo>
                  <a:pt x="507821" y="97274"/>
                </a:lnTo>
                <a:cubicBezTo>
                  <a:pt x="507821" y="101857"/>
                  <a:pt x="508155" y="104908"/>
                  <a:pt x="508822" y="106426"/>
                </a:cubicBezTo>
                <a:cubicBezTo>
                  <a:pt x="509490" y="107945"/>
                  <a:pt x="510477" y="109077"/>
                  <a:pt x="511786" y="109823"/>
                </a:cubicBezTo>
                <a:cubicBezTo>
                  <a:pt x="513094" y="110569"/>
                  <a:pt x="515484" y="110942"/>
                  <a:pt x="518955" y="110942"/>
                </a:cubicBezTo>
                <a:lnTo>
                  <a:pt x="518955" y="113906"/>
                </a:lnTo>
                <a:lnTo>
                  <a:pt x="483309" y="113906"/>
                </a:lnTo>
                <a:lnTo>
                  <a:pt x="483309" y="110942"/>
                </a:lnTo>
                <a:cubicBezTo>
                  <a:pt x="486887" y="110942"/>
                  <a:pt x="489290" y="110596"/>
                  <a:pt x="490519" y="109903"/>
                </a:cubicBezTo>
                <a:cubicBezTo>
                  <a:pt x="491747" y="109211"/>
                  <a:pt x="492721" y="108065"/>
                  <a:pt x="493442" y="106466"/>
                </a:cubicBezTo>
                <a:cubicBezTo>
                  <a:pt x="494163" y="104867"/>
                  <a:pt x="494524" y="101804"/>
                  <a:pt x="494524" y="97274"/>
                </a:cubicBezTo>
                <a:lnTo>
                  <a:pt x="494524" y="69061"/>
                </a:lnTo>
                <a:cubicBezTo>
                  <a:pt x="494524" y="61121"/>
                  <a:pt x="494283" y="55979"/>
                  <a:pt x="493803" y="53636"/>
                </a:cubicBezTo>
                <a:cubicBezTo>
                  <a:pt x="493429" y="51931"/>
                  <a:pt x="492842" y="50745"/>
                  <a:pt x="492041" y="50079"/>
                </a:cubicBezTo>
                <a:cubicBezTo>
                  <a:pt x="491240" y="49413"/>
                  <a:pt x="490145" y="49080"/>
                  <a:pt x="488756" y="49080"/>
                </a:cubicBezTo>
                <a:cubicBezTo>
                  <a:pt x="487261" y="49080"/>
                  <a:pt x="485445" y="49480"/>
                  <a:pt x="483309" y="50279"/>
                </a:cubicBezTo>
                <a:lnTo>
                  <a:pt x="482188" y="47401"/>
                </a:lnTo>
                <a:lnTo>
                  <a:pt x="504296" y="38449"/>
                </a:lnTo>
                <a:lnTo>
                  <a:pt x="507821" y="38449"/>
                </a:lnTo>
                <a:close/>
                <a:moveTo>
                  <a:pt x="549502" y="53989"/>
                </a:moveTo>
                <a:cubicBezTo>
                  <a:pt x="558099" y="43629"/>
                  <a:pt x="566296" y="38449"/>
                  <a:pt x="574093" y="38449"/>
                </a:cubicBezTo>
                <a:cubicBezTo>
                  <a:pt x="578098" y="38449"/>
                  <a:pt x="581543" y="39449"/>
                  <a:pt x="584426" y="41448"/>
                </a:cubicBezTo>
                <a:cubicBezTo>
                  <a:pt x="587310" y="43446"/>
                  <a:pt x="589606" y="46736"/>
                  <a:pt x="591315" y="51318"/>
                </a:cubicBezTo>
                <a:cubicBezTo>
                  <a:pt x="592490" y="54514"/>
                  <a:pt x="593077" y="59416"/>
                  <a:pt x="593077" y="66024"/>
                </a:cubicBezTo>
                <a:lnTo>
                  <a:pt x="593077" y="97274"/>
                </a:lnTo>
                <a:cubicBezTo>
                  <a:pt x="593077" y="101910"/>
                  <a:pt x="593451" y="105054"/>
                  <a:pt x="594199" y="106706"/>
                </a:cubicBezTo>
                <a:cubicBezTo>
                  <a:pt x="594786" y="108038"/>
                  <a:pt x="595734" y="109077"/>
                  <a:pt x="597042" y="109823"/>
                </a:cubicBezTo>
                <a:cubicBezTo>
                  <a:pt x="598351" y="110569"/>
                  <a:pt x="600767" y="110942"/>
                  <a:pt x="604292" y="110942"/>
                </a:cubicBezTo>
                <a:lnTo>
                  <a:pt x="604292" y="113906"/>
                </a:lnTo>
                <a:lnTo>
                  <a:pt x="568005" y="113906"/>
                </a:lnTo>
                <a:lnTo>
                  <a:pt x="568005" y="110942"/>
                </a:lnTo>
                <a:lnTo>
                  <a:pt x="569527" y="110942"/>
                </a:lnTo>
                <a:cubicBezTo>
                  <a:pt x="572945" y="110942"/>
                  <a:pt x="575335" y="110424"/>
                  <a:pt x="576696" y="109387"/>
                </a:cubicBezTo>
                <a:cubicBezTo>
                  <a:pt x="578058" y="108351"/>
                  <a:pt x="579006" y="106824"/>
                  <a:pt x="579540" y="104807"/>
                </a:cubicBezTo>
                <a:cubicBezTo>
                  <a:pt x="579754" y="104009"/>
                  <a:pt x="579860" y="101512"/>
                  <a:pt x="579860" y="97314"/>
                </a:cubicBezTo>
                <a:lnTo>
                  <a:pt x="579860" y="67429"/>
                </a:lnTo>
                <a:cubicBezTo>
                  <a:pt x="579860" y="60789"/>
                  <a:pt x="578993" y="55967"/>
                  <a:pt x="577257" y="52965"/>
                </a:cubicBezTo>
                <a:cubicBezTo>
                  <a:pt x="575522" y="49963"/>
                  <a:pt x="572598" y="48462"/>
                  <a:pt x="568486" y="48462"/>
                </a:cubicBezTo>
                <a:cubicBezTo>
                  <a:pt x="562131" y="48462"/>
                  <a:pt x="555803" y="51916"/>
                  <a:pt x="549502" y="58823"/>
                </a:cubicBezTo>
                <a:lnTo>
                  <a:pt x="549502" y="97314"/>
                </a:lnTo>
                <a:cubicBezTo>
                  <a:pt x="549502" y="102256"/>
                  <a:pt x="549795" y="105311"/>
                  <a:pt x="550383" y="106479"/>
                </a:cubicBezTo>
                <a:cubicBezTo>
                  <a:pt x="551130" y="108019"/>
                  <a:pt x="552158" y="109148"/>
                  <a:pt x="553467" y="109866"/>
                </a:cubicBezTo>
                <a:cubicBezTo>
                  <a:pt x="554775" y="110583"/>
                  <a:pt x="557432" y="110942"/>
                  <a:pt x="561437" y="110942"/>
                </a:cubicBezTo>
                <a:lnTo>
                  <a:pt x="561437" y="113906"/>
                </a:lnTo>
                <a:lnTo>
                  <a:pt x="525150" y="113906"/>
                </a:lnTo>
                <a:lnTo>
                  <a:pt x="525150" y="110942"/>
                </a:lnTo>
                <a:lnTo>
                  <a:pt x="526753" y="110942"/>
                </a:lnTo>
                <a:cubicBezTo>
                  <a:pt x="530491" y="110942"/>
                  <a:pt x="533014" y="109997"/>
                  <a:pt x="534322" y="108106"/>
                </a:cubicBezTo>
                <a:cubicBezTo>
                  <a:pt x="535631" y="106213"/>
                  <a:pt x="536285" y="102603"/>
                  <a:pt x="536285" y="97274"/>
                </a:cubicBezTo>
                <a:lnTo>
                  <a:pt x="536285" y="70100"/>
                </a:lnTo>
                <a:cubicBezTo>
                  <a:pt x="536285" y="61308"/>
                  <a:pt x="536084" y="55954"/>
                  <a:pt x="535684" y="54037"/>
                </a:cubicBezTo>
                <a:cubicBezTo>
                  <a:pt x="535283" y="52118"/>
                  <a:pt x="534669" y="50812"/>
                  <a:pt x="533842" y="50119"/>
                </a:cubicBezTo>
                <a:cubicBezTo>
                  <a:pt x="533014" y="49427"/>
                  <a:pt x="531906" y="49080"/>
                  <a:pt x="530517" y="49080"/>
                </a:cubicBezTo>
                <a:cubicBezTo>
                  <a:pt x="529022" y="49080"/>
                  <a:pt x="527233" y="49480"/>
                  <a:pt x="525150" y="50279"/>
                </a:cubicBezTo>
                <a:lnTo>
                  <a:pt x="523949" y="47401"/>
                </a:lnTo>
                <a:lnTo>
                  <a:pt x="546057" y="38449"/>
                </a:lnTo>
                <a:lnTo>
                  <a:pt x="549502" y="38449"/>
                </a:lnTo>
                <a:lnTo>
                  <a:pt x="549502" y="53989"/>
                </a:lnTo>
                <a:close/>
                <a:moveTo>
                  <a:pt x="631847" y="0"/>
                </a:moveTo>
                <a:lnTo>
                  <a:pt x="631847" y="72973"/>
                </a:lnTo>
                <a:lnTo>
                  <a:pt x="650511" y="55992"/>
                </a:lnTo>
                <a:cubicBezTo>
                  <a:pt x="654463" y="52360"/>
                  <a:pt x="656759" y="50064"/>
                  <a:pt x="657400" y="49103"/>
                </a:cubicBezTo>
                <a:cubicBezTo>
                  <a:pt x="657827" y="48462"/>
                  <a:pt x="658040" y="47821"/>
                  <a:pt x="658040" y="47180"/>
                </a:cubicBezTo>
                <a:cubicBezTo>
                  <a:pt x="658040" y="46112"/>
                  <a:pt x="657600" y="45191"/>
                  <a:pt x="656719" y="44417"/>
                </a:cubicBezTo>
                <a:cubicBezTo>
                  <a:pt x="655838" y="43642"/>
                  <a:pt x="654382" y="43202"/>
                  <a:pt x="652353" y="43095"/>
                </a:cubicBezTo>
                <a:lnTo>
                  <a:pt x="652353" y="40532"/>
                </a:lnTo>
                <a:lnTo>
                  <a:pt x="684234" y="40532"/>
                </a:lnTo>
                <a:lnTo>
                  <a:pt x="684234" y="43095"/>
                </a:lnTo>
                <a:cubicBezTo>
                  <a:pt x="679855" y="43202"/>
                  <a:pt x="676210" y="43869"/>
                  <a:pt x="673300" y="45098"/>
                </a:cubicBezTo>
                <a:cubicBezTo>
                  <a:pt x="670390" y="46326"/>
                  <a:pt x="667199" y="48515"/>
                  <a:pt x="663728" y="51666"/>
                </a:cubicBezTo>
                <a:lnTo>
                  <a:pt x="644904" y="69048"/>
                </a:lnTo>
                <a:lnTo>
                  <a:pt x="663728" y="92794"/>
                </a:lnTo>
                <a:cubicBezTo>
                  <a:pt x="668961" y="99349"/>
                  <a:pt x="672486" y="103506"/>
                  <a:pt x="674301" y="105265"/>
                </a:cubicBezTo>
                <a:cubicBezTo>
                  <a:pt x="676865" y="107770"/>
                  <a:pt x="679107" y="109396"/>
                  <a:pt x="681030" y="110143"/>
                </a:cubicBezTo>
                <a:cubicBezTo>
                  <a:pt x="682365" y="110676"/>
                  <a:pt x="684688" y="110942"/>
                  <a:pt x="687999" y="110942"/>
                </a:cubicBezTo>
                <a:lnTo>
                  <a:pt x="687999" y="113906"/>
                </a:lnTo>
                <a:lnTo>
                  <a:pt x="652353" y="113906"/>
                </a:lnTo>
                <a:lnTo>
                  <a:pt x="652353" y="110942"/>
                </a:lnTo>
                <a:cubicBezTo>
                  <a:pt x="654382" y="110889"/>
                  <a:pt x="655758" y="110582"/>
                  <a:pt x="656478" y="110023"/>
                </a:cubicBezTo>
                <a:cubicBezTo>
                  <a:pt x="657199" y="109463"/>
                  <a:pt x="657560" y="108677"/>
                  <a:pt x="657560" y="107665"/>
                </a:cubicBezTo>
                <a:cubicBezTo>
                  <a:pt x="657560" y="106439"/>
                  <a:pt x="656492" y="104467"/>
                  <a:pt x="654356" y="101750"/>
                </a:cubicBezTo>
                <a:lnTo>
                  <a:pt x="631847" y="73053"/>
                </a:lnTo>
                <a:lnTo>
                  <a:pt x="631847" y="97352"/>
                </a:lnTo>
                <a:cubicBezTo>
                  <a:pt x="631847" y="102095"/>
                  <a:pt x="632181" y="105213"/>
                  <a:pt x="632848" y="106706"/>
                </a:cubicBezTo>
                <a:cubicBezTo>
                  <a:pt x="633516" y="108198"/>
                  <a:pt x="634464" y="109264"/>
                  <a:pt x="635692" y="109903"/>
                </a:cubicBezTo>
                <a:cubicBezTo>
                  <a:pt x="636920" y="110542"/>
                  <a:pt x="639590" y="110889"/>
                  <a:pt x="643702" y="110942"/>
                </a:cubicBezTo>
                <a:lnTo>
                  <a:pt x="643702" y="113906"/>
                </a:lnTo>
                <a:lnTo>
                  <a:pt x="606374" y="113906"/>
                </a:lnTo>
                <a:lnTo>
                  <a:pt x="606374" y="110942"/>
                </a:lnTo>
                <a:cubicBezTo>
                  <a:pt x="610112" y="110942"/>
                  <a:pt x="612916" y="110488"/>
                  <a:pt x="614785" y="109580"/>
                </a:cubicBezTo>
                <a:cubicBezTo>
                  <a:pt x="615907" y="108994"/>
                  <a:pt x="616761" y="108087"/>
                  <a:pt x="617348" y="106859"/>
                </a:cubicBezTo>
                <a:cubicBezTo>
                  <a:pt x="618149" y="105099"/>
                  <a:pt x="618550" y="102057"/>
                  <a:pt x="618550" y="97735"/>
                </a:cubicBezTo>
                <a:lnTo>
                  <a:pt x="618550" y="30977"/>
                </a:lnTo>
                <a:cubicBezTo>
                  <a:pt x="618550" y="22493"/>
                  <a:pt x="618363" y="17304"/>
                  <a:pt x="617989" y="15410"/>
                </a:cubicBezTo>
                <a:cubicBezTo>
                  <a:pt x="617615" y="13514"/>
                  <a:pt x="617001" y="12206"/>
                  <a:pt x="616147" y="11487"/>
                </a:cubicBezTo>
                <a:cubicBezTo>
                  <a:pt x="615292" y="10766"/>
                  <a:pt x="614171" y="10406"/>
                  <a:pt x="612783" y="10406"/>
                </a:cubicBezTo>
                <a:cubicBezTo>
                  <a:pt x="611661" y="10406"/>
                  <a:pt x="609979" y="10860"/>
                  <a:pt x="607736" y="11768"/>
                </a:cubicBezTo>
                <a:lnTo>
                  <a:pt x="606374" y="8964"/>
                </a:lnTo>
                <a:lnTo>
                  <a:pt x="628162" y="0"/>
                </a:lnTo>
                <a:lnTo>
                  <a:pt x="631847" y="0"/>
                </a:lnTo>
                <a:close/>
                <a:moveTo>
                  <a:pt x="780597" y="38449"/>
                </a:moveTo>
                <a:lnTo>
                  <a:pt x="780597" y="63281"/>
                </a:lnTo>
                <a:lnTo>
                  <a:pt x="777954" y="63281"/>
                </a:lnTo>
                <a:cubicBezTo>
                  <a:pt x="775924" y="55493"/>
                  <a:pt x="773321" y="50195"/>
                  <a:pt x="770144" y="47388"/>
                </a:cubicBezTo>
                <a:cubicBezTo>
                  <a:pt x="766966" y="44580"/>
                  <a:pt x="762921" y="43175"/>
                  <a:pt x="758008" y="43175"/>
                </a:cubicBezTo>
                <a:cubicBezTo>
                  <a:pt x="754270" y="43175"/>
                  <a:pt x="751253" y="44162"/>
                  <a:pt x="748957" y="46137"/>
                </a:cubicBezTo>
                <a:cubicBezTo>
                  <a:pt x="746660" y="48109"/>
                  <a:pt x="745512" y="50296"/>
                  <a:pt x="745512" y="52697"/>
                </a:cubicBezTo>
                <a:cubicBezTo>
                  <a:pt x="745512" y="55685"/>
                  <a:pt x="746367" y="58245"/>
                  <a:pt x="748076" y="60377"/>
                </a:cubicBezTo>
                <a:cubicBezTo>
                  <a:pt x="749731" y="62565"/>
                  <a:pt x="753095" y="64885"/>
                  <a:pt x="758168" y="67339"/>
                </a:cubicBezTo>
                <a:lnTo>
                  <a:pt x="769863" y="73021"/>
                </a:lnTo>
                <a:cubicBezTo>
                  <a:pt x="780704" y="78301"/>
                  <a:pt x="786124" y="85262"/>
                  <a:pt x="786124" y="93905"/>
                </a:cubicBezTo>
                <a:cubicBezTo>
                  <a:pt x="786124" y="100572"/>
                  <a:pt x="783601" y="105946"/>
                  <a:pt x="778555" y="110028"/>
                </a:cubicBezTo>
                <a:cubicBezTo>
                  <a:pt x="773508" y="114108"/>
                  <a:pt x="767861" y="116149"/>
                  <a:pt x="761613" y="116149"/>
                </a:cubicBezTo>
                <a:cubicBezTo>
                  <a:pt x="757127" y="116149"/>
                  <a:pt x="752001" y="115348"/>
                  <a:pt x="746233" y="113745"/>
                </a:cubicBezTo>
                <a:cubicBezTo>
                  <a:pt x="744471" y="113211"/>
                  <a:pt x="743029" y="112944"/>
                  <a:pt x="741908" y="112944"/>
                </a:cubicBezTo>
                <a:cubicBezTo>
                  <a:pt x="740679" y="112944"/>
                  <a:pt x="739718" y="113639"/>
                  <a:pt x="739024" y="115027"/>
                </a:cubicBezTo>
                <a:lnTo>
                  <a:pt x="736381" y="115027"/>
                </a:lnTo>
                <a:lnTo>
                  <a:pt x="736381" y="88754"/>
                </a:lnTo>
                <a:lnTo>
                  <a:pt x="739024" y="88754"/>
                </a:lnTo>
                <a:cubicBezTo>
                  <a:pt x="740519" y="96256"/>
                  <a:pt x="743376" y="101910"/>
                  <a:pt x="747595" y="105715"/>
                </a:cubicBezTo>
                <a:cubicBezTo>
                  <a:pt x="751814" y="109520"/>
                  <a:pt x="756540" y="111423"/>
                  <a:pt x="761773" y="111423"/>
                </a:cubicBezTo>
                <a:cubicBezTo>
                  <a:pt x="765458" y="111423"/>
                  <a:pt x="768462" y="110343"/>
                  <a:pt x="770785" y="108183"/>
                </a:cubicBezTo>
                <a:cubicBezTo>
                  <a:pt x="773108" y="106022"/>
                  <a:pt x="774269" y="103421"/>
                  <a:pt x="774269" y="100381"/>
                </a:cubicBezTo>
                <a:cubicBezTo>
                  <a:pt x="774269" y="96700"/>
                  <a:pt x="772974" y="93606"/>
                  <a:pt x="770384" y="91099"/>
                </a:cubicBezTo>
                <a:cubicBezTo>
                  <a:pt x="767794" y="88592"/>
                  <a:pt x="762627" y="85419"/>
                  <a:pt x="754884" y="81579"/>
                </a:cubicBezTo>
                <a:cubicBezTo>
                  <a:pt x="747141" y="77738"/>
                  <a:pt x="742068" y="74270"/>
                  <a:pt x="739665" y="71176"/>
                </a:cubicBezTo>
                <a:cubicBezTo>
                  <a:pt x="737262" y="68135"/>
                  <a:pt x="736060" y="64295"/>
                  <a:pt x="736060" y="59654"/>
                </a:cubicBezTo>
                <a:cubicBezTo>
                  <a:pt x="736060" y="53626"/>
                  <a:pt x="738129" y="48585"/>
                  <a:pt x="742268" y="44532"/>
                </a:cubicBezTo>
                <a:cubicBezTo>
                  <a:pt x="746407" y="40477"/>
                  <a:pt x="751760" y="38449"/>
                  <a:pt x="758329" y="38449"/>
                </a:cubicBezTo>
                <a:cubicBezTo>
                  <a:pt x="761212" y="38449"/>
                  <a:pt x="764710" y="39063"/>
                  <a:pt x="768822" y="40292"/>
                </a:cubicBezTo>
                <a:cubicBezTo>
                  <a:pt x="771546" y="41093"/>
                  <a:pt x="773361" y="41493"/>
                  <a:pt x="774269" y="41493"/>
                </a:cubicBezTo>
                <a:cubicBezTo>
                  <a:pt x="775123" y="41493"/>
                  <a:pt x="775791" y="41306"/>
                  <a:pt x="776272" y="40932"/>
                </a:cubicBezTo>
                <a:cubicBezTo>
                  <a:pt x="776752" y="40559"/>
                  <a:pt x="777313" y="39731"/>
                  <a:pt x="777954" y="38449"/>
                </a:cubicBezTo>
                <a:lnTo>
                  <a:pt x="780597" y="38449"/>
                </a:lnTo>
                <a:close/>
                <a:moveTo>
                  <a:pt x="818299" y="16341"/>
                </a:moveTo>
                <a:lnTo>
                  <a:pt x="818299" y="40532"/>
                </a:lnTo>
                <a:lnTo>
                  <a:pt x="835441" y="40532"/>
                </a:lnTo>
                <a:lnTo>
                  <a:pt x="835441" y="46139"/>
                </a:lnTo>
                <a:lnTo>
                  <a:pt x="818299" y="46139"/>
                </a:lnTo>
                <a:lnTo>
                  <a:pt x="818299" y="93655"/>
                </a:lnTo>
                <a:cubicBezTo>
                  <a:pt x="818299" y="98403"/>
                  <a:pt x="818980" y="101603"/>
                  <a:pt x="820342" y="103257"/>
                </a:cubicBezTo>
                <a:cubicBezTo>
                  <a:pt x="821704" y="104909"/>
                  <a:pt x="823452" y="105735"/>
                  <a:pt x="825588" y="105735"/>
                </a:cubicBezTo>
                <a:cubicBezTo>
                  <a:pt x="827351" y="105735"/>
                  <a:pt x="829060" y="105188"/>
                  <a:pt x="830715" y="104093"/>
                </a:cubicBezTo>
                <a:cubicBezTo>
                  <a:pt x="832370" y="102998"/>
                  <a:pt x="833652" y="101383"/>
                  <a:pt x="834560" y="99247"/>
                </a:cubicBezTo>
                <a:lnTo>
                  <a:pt x="837684" y="99247"/>
                </a:lnTo>
                <a:cubicBezTo>
                  <a:pt x="835815" y="104495"/>
                  <a:pt x="833172" y="108465"/>
                  <a:pt x="829754" y="111155"/>
                </a:cubicBezTo>
                <a:cubicBezTo>
                  <a:pt x="826336" y="113843"/>
                  <a:pt x="822812" y="115187"/>
                  <a:pt x="819180" y="115187"/>
                </a:cubicBezTo>
                <a:cubicBezTo>
                  <a:pt x="816724" y="115187"/>
                  <a:pt x="814321" y="114506"/>
                  <a:pt x="811971" y="113142"/>
                </a:cubicBezTo>
                <a:cubicBezTo>
                  <a:pt x="809621" y="111779"/>
                  <a:pt x="807886" y="109828"/>
                  <a:pt x="806764" y="107290"/>
                </a:cubicBezTo>
                <a:cubicBezTo>
                  <a:pt x="805643" y="104750"/>
                  <a:pt x="805082" y="100833"/>
                  <a:pt x="805082" y="95540"/>
                </a:cubicBezTo>
                <a:lnTo>
                  <a:pt x="805082" y="46139"/>
                </a:lnTo>
                <a:lnTo>
                  <a:pt x="793467" y="46139"/>
                </a:lnTo>
                <a:lnTo>
                  <a:pt x="793467" y="43496"/>
                </a:lnTo>
                <a:cubicBezTo>
                  <a:pt x="796404" y="42317"/>
                  <a:pt x="799408" y="40322"/>
                  <a:pt x="802479" y="37510"/>
                </a:cubicBezTo>
                <a:cubicBezTo>
                  <a:pt x="805550" y="34699"/>
                  <a:pt x="808286" y="31364"/>
                  <a:pt x="810689" y="27508"/>
                </a:cubicBezTo>
                <a:cubicBezTo>
                  <a:pt x="811918" y="25473"/>
                  <a:pt x="813627" y="21751"/>
                  <a:pt x="815816" y="16341"/>
                </a:cubicBezTo>
                <a:lnTo>
                  <a:pt x="818299" y="16341"/>
                </a:lnTo>
                <a:close/>
                <a:moveTo>
                  <a:pt x="854933" y="68247"/>
                </a:moveTo>
                <a:cubicBezTo>
                  <a:pt x="854880" y="79116"/>
                  <a:pt x="857523" y="87641"/>
                  <a:pt x="862864" y="93823"/>
                </a:cubicBezTo>
                <a:cubicBezTo>
                  <a:pt x="868204" y="100002"/>
                  <a:pt x="874478" y="103092"/>
                  <a:pt x="881688" y="103092"/>
                </a:cubicBezTo>
                <a:cubicBezTo>
                  <a:pt x="886494" y="103092"/>
                  <a:pt x="890672" y="101770"/>
                  <a:pt x="894224" y="99127"/>
                </a:cubicBezTo>
                <a:cubicBezTo>
                  <a:pt x="897775" y="96483"/>
                  <a:pt x="900752" y="91958"/>
                  <a:pt x="903155" y="85549"/>
                </a:cubicBezTo>
                <a:lnTo>
                  <a:pt x="905638" y="87151"/>
                </a:lnTo>
                <a:cubicBezTo>
                  <a:pt x="904517" y="94468"/>
                  <a:pt x="901259" y="101129"/>
                  <a:pt x="895866" y="107137"/>
                </a:cubicBezTo>
                <a:cubicBezTo>
                  <a:pt x="890472" y="113145"/>
                  <a:pt x="883717" y="116149"/>
                  <a:pt x="875600" y="116149"/>
                </a:cubicBezTo>
                <a:cubicBezTo>
                  <a:pt x="866789" y="116149"/>
                  <a:pt x="859246" y="112725"/>
                  <a:pt x="852971" y="105878"/>
                </a:cubicBezTo>
                <a:cubicBezTo>
                  <a:pt x="846696" y="99029"/>
                  <a:pt x="843559" y="89822"/>
                  <a:pt x="843559" y="78258"/>
                </a:cubicBezTo>
                <a:cubicBezTo>
                  <a:pt x="843559" y="65735"/>
                  <a:pt x="846776" y="55970"/>
                  <a:pt x="853211" y="48963"/>
                </a:cubicBezTo>
                <a:cubicBezTo>
                  <a:pt x="859646" y="41954"/>
                  <a:pt x="867723" y="38449"/>
                  <a:pt x="877442" y="38449"/>
                </a:cubicBezTo>
                <a:cubicBezTo>
                  <a:pt x="885666" y="38449"/>
                  <a:pt x="892421" y="41153"/>
                  <a:pt x="897708" y="46560"/>
                </a:cubicBezTo>
                <a:cubicBezTo>
                  <a:pt x="902995" y="51965"/>
                  <a:pt x="905638" y="59194"/>
                  <a:pt x="905638" y="68247"/>
                </a:cubicBezTo>
                <a:lnTo>
                  <a:pt x="854933" y="68247"/>
                </a:lnTo>
                <a:moveTo>
                  <a:pt x="854933" y="63601"/>
                </a:moveTo>
                <a:lnTo>
                  <a:pt x="888897" y="63601"/>
                </a:lnTo>
                <a:cubicBezTo>
                  <a:pt x="888630" y="58902"/>
                  <a:pt x="888069" y="55591"/>
                  <a:pt x="887215" y="53669"/>
                </a:cubicBezTo>
                <a:cubicBezTo>
                  <a:pt x="885880" y="50678"/>
                  <a:pt x="883890" y="48328"/>
                  <a:pt x="881247" y="46620"/>
                </a:cubicBezTo>
                <a:cubicBezTo>
                  <a:pt x="878604" y="44911"/>
                  <a:pt x="875840" y="44056"/>
                  <a:pt x="872956" y="44056"/>
                </a:cubicBezTo>
                <a:cubicBezTo>
                  <a:pt x="868524" y="44056"/>
                  <a:pt x="864559" y="45779"/>
                  <a:pt x="861061" y="49223"/>
                </a:cubicBezTo>
                <a:cubicBezTo>
                  <a:pt x="857563" y="52667"/>
                  <a:pt x="855521" y="57460"/>
                  <a:pt x="854933" y="63601"/>
                </a:cubicBezTo>
                <a:close/>
                <a:moveTo>
                  <a:pt x="910149" y="47749"/>
                </a:moveTo>
                <a:lnTo>
                  <a:pt x="932738" y="38609"/>
                </a:lnTo>
                <a:lnTo>
                  <a:pt x="935782" y="38609"/>
                </a:lnTo>
                <a:lnTo>
                  <a:pt x="935782" y="55751"/>
                </a:lnTo>
                <a:cubicBezTo>
                  <a:pt x="939573" y="49290"/>
                  <a:pt x="943378" y="44791"/>
                  <a:pt x="947196" y="42254"/>
                </a:cubicBezTo>
                <a:cubicBezTo>
                  <a:pt x="951015" y="39717"/>
                  <a:pt x="955033" y="38449"/>
                  <a:pt x="959252" y="38449"/>
                </a:cubicBezTo>
                <a:cubicBezTo>
                  <a:pt x="966621" y="38449"/>
                  <a:pt x="972763" y="41330"/>
                  <a:pt x="977675" y="47090"/>
                </a:cubicBezTo>
                <a:cubicBezTo>
                  <a:pt x="983710" y="54133"/>
                  <a:pt x="986727" y="63308"/>
                  <a:pt x="986727" y="74618"/>
                </a:cubicBezTo>
                <a:cubicBezTo>
                  <a:pt x="986727" y="87261"/>
                  <a:pt x="983096" y="97717"/>
                  <a:pt x="975833" y="105986"/>
                </a:cubicBezTo>
                <a:cubicBezTo>
                  <a:pt x="969852" y="112761"/>
                  <a:pt x="962322" y="116149"/>
                  <a:pt x="953244" y="116149"/>
                </a:cubicBezTo>
                <a:cubicBezTo>
                  <a:pt x="949292" y="116149"/>
                  <a:pt x="945875" y="115588"/>
                  <a:pt x="942991" y="114466"/>
                </a:cubicBezTo>
                <a:cubicBezTo>
                  <a:pt x="940855" y="113665"/>
                  <a:pt x="938452" y="112063"/>
                  <a:pt x="935782" y="109660"/>
                </a:cubicBezTo>
                <a:lnTo>
                  <a:pt x="935782" y="132009"/>
                </a:lnTo>
                <a:cubicBezTo>
                  <a:pt x="935782" y="137029"/>
                  <a:pt x="936089" y="140219"/>
                  <a:pt x="936703" y="141581"/>
                </a:cubicBezTo>
                <a:cubicBezTo>
                  <a:pt x="937317" y="142943"/>
                  <a:pt x="938385" y="144024"/>
                  <a:pt x="939907" y="144825"/>
                </a:cubicBezTo>
                <a:cubicBezTo>
                  <a:pt x="941429" y="145626"/>
                  <a:pt x="944193" y="146027"/>
                  <a:pt x="948198" y="146027"/>
                </a:cubicBezTo>
                <a:lnTo>
                  <a:pt x="948198" y="148991"/>
                </a:lnTo>
                <a:lnTo>
                  <a:pt x="909749" y="148991"/>
                </a:lnTo>
                <a:lnTo>
                  <a:pt x="909749" y="146027"/>
                </a:lnTo>
                <a:lnTo>
                  <a:pt x="911751" y="146027"/>
                </a:lnTo>
                <a:cubicBezTo>
                  <a:pt x="914688" y="146080"/>
                  <a:pt x="917198" y="145519"/>
                  <a:pt x="919281" y="144342"/>
                </a:cubicBezTo>
                <a:cubicBezTo>
                  <a:pt x="920295" y="143755"/>
                  <a:pt x="921083" y="142806"/>
                  <a:pt x="921644" y="141496"/>
                </a:cubicBezTo>
                <a:cubicBezTo>
                  <a:pt x="922205" y="140188"/>
                  <a:pt x="922485" y="136862"/>
                  <a:pt x="922485" y="131518"/>
                </a:cubicBezTo>
                <a:lnTo>
                  <a:pt x="922485" y="62097"/>
                </a:lnTo>
                <a:cubicBezTo>
                  <a:pt x="922485" y="57341"/>
                  <a:pt x="922271" y="54322"/>
                  <a:pt x="921844" y="53040"/>
                </a:cubicBezTo>
                <a:cubicBezTo>
                  <a:pt x="921417" y="51757"/>
                  <a:pt x="920736" y="50795"/>
                  <a:pt x="919801" y="50154"/>
                </a:cubicBezTo>
                <a:cubicBezTo>
                  <a:pt x="918867" y="49512"/>
                  <a:pt x="917599" y="49190"/>
                  <a:pt x="915997" y="49190"/>
                </a:cubicBezTo>
                <a:cubicBezTo>
                  <a:pt x="914715" y="49190"/>
                  <a:pt x="913086" y="49564"/>
                  <a:pt x="911110" y="50312"/>
                </a:cubicBezTo>
                <a:lnTo>
                  <a:pt x="910149" y="47749"/>
                </a:lnTo>
                <a:moveTo>
                  <a:pt x="935782" y="60623"/>
                </a:moveTo>
                <a:lnTo>
                  <a:pt x="935782" y="87983"/>
                </a:lnTo>
                <a:cubicBezTo>
                  <a:pt x="935782" y="93903"/>
                  <a:pt x="936022" y="97797"/>
                  <a:pt x="936503" y="99662"/>
                </a:cubicBezTo>
                <a:cubicBezTo>
                  <a:pt x="937250" y="102756"/>
                  <a:pt x="939079" y="105477"/>
                  <a:pt x="941990" y="107823"/>
                </a:cubicBezTo>
                <a:cubicBezTo>
                  <a:pt x="944900" y="110169"/>
                  <a:pt x="948572" y="111342"/>
                  <a:pt x="953004" y="111342"/>
                </a:cubicBezTo>
                <a:cubicBezTo>
                  <a:pt x="958344" y="111342"/>
                  <a:pt x="962670" y="109262"/>
                  <a:pt x="965981" y="105102"/>
                </a:cubicBezTo>
                <a:cubicBezTo>
                  <a:pt x="970306" y="99663"/>
                  <a:pt x="972469" y="92010"/>
                  <a:pt x="972469" y="82143"/>
                </a:cubicBezTo>
                <a:cubicBezTo>
                  <a:pt x="972469" y="70943"/>
                  <a:pt x="970012" y="62331"/>
                  <a:pt x="965099" y="56305"/>
                </a:cubicBezTo>
                <a:cubicBezTo>
                  <a:pt x="961682" y="52144"/>
                  <a:pt x="957623" y="50064"/>
                  <a:pt x="952924" y="50064"/>
                </a:cubicBezTo>
                <a:cubicBezTo>
                  <a:pt x="950361" y="50064"/>
                  <a:pt x="947824" y="50704"/>
                  <a:pt x="945314" y="51984"/>
                </a:cubicBezTo>
                <a:cubicBezTo>
                  <a:pt x="943392" y="52944"/>
                  <a:pt x="940214" y="55823"/>
                  <a:pt x="935782" y="60623"/>
                </a:cubicBezTo>
                <a:close/>
                <a:moveTo>
                  <a:pt x="1058579" y="53268"/>
                </a:moveTo>
                <a:cubicBezTo>
                  <a:pt x="1065681" y="43389"/>
                  <a:pt x="1073345" y="38449"/>
                  <a:pt x="1081568" y="38449"/>
                </a:cubicBezTo>
                <a:cubicBezTo>
                  <a:pt x="1089098" y="38449"/>
                  <a:pt x="1095666" y="41663"/>
                  <a:pt x="1101274" y="48092"/>
                </a:cubicBezTo>
                <a:cubicBezTo>
                  <a:pt x="1106881" y="54520"/>
                  <a:pt x="1109684" y="63308"/>
                  <a:pt x="1109684" y="74458"/>
                </a:cubicBezTo>
                <a:cubicBezTo>
                  <a:pt x="1109684" y="87474"/>
                  <a:pt x="1105359" y="97957"/>
                  <a:pt x="1096708" y="105905"/>
                </a:cubicBezTo>
                <a:cubicBezTo>
                  <a:pt x="1089285" y="112734"/>
                  <a:pt x="1081008" y="116149"/>
                  <a:pt x="1071876" y="116149"/>
                </a:cubicBezTo>
                <a:cubicBezTo>
                  <a:pt x="1067604" y="116149"/>
                  <a:pt x="1063265" y="115374"/>
                  <a:pt x="1058859" y="113826"/>
                </a:cubicBezTo>
                <a:cubicBezTo>
                  <a:pt x="1054454" y="112277"/>
                  <a:pt x="1049955" y="109954"/>
                  <a:pt x="1045362" y="106857"/>
                </a:cubicBezTo>
                <a:lnTo>
                  <a:pt x="1045362" y="30839"/>
                </a:lnTo>
                <a:cubicBezTo>
                  <a:pt x="1045362" y="22509"/>
                  <a:pt x="1045162" y="17382"/>
                  <a:pt x="1044761" y="15460"/>
                </a:cubicBezTo>
                <a:cubicBezTo>
                  <a:pt x="1044361" y="13537"/>
                  <a:pt x="1043733" y="12229"/>
                  <a:pt x="1042879" y="11535"/>
                </a:cubicBezTo>
                <a:cubicBezTo>
                  <a:pt x="1042024" y="10841"/>
                  <a:pt x="1040956" y="10493"/>
                  <a:pt x="1039675" y="10493"/>
                </a:cubicBezTo>
                <a:cubicBezTo>
                  <a:pt x="1038180" y="10493"/>
                  <a:pt x="1036310" y="10921"/>
                  <a:pt x="1034068" y="11775"/>
                </a:cubicBezTo>
                <a:lnTo>
                  <a:pt x="1032946" y="8971"/>
                </a:lnTo>
                <a:lnTo>
                  <a:pt x="1054974" y="0"/>
                </a:lnTo>
                <a:lnTo>
                  <a:pt x="1058579" y="0"/>
                </a:lnTo>
                <a:lnTo>
                  <a:pt x="1058579" y="53268"/>
                </a:lnTo>
                <a:moveTo>
                  <a:pt x="1058579" y="58372"/>
                </a:moveTo>
                <a:lnTo>
                  <a:pt x="1058579" y="102153"/>
                </a:lnTo>
                <a:cubicBezTo>
                  <a:pt x="1061302" y="104815"/>
                  <a:pt x="1064119" y="106825"/>
                  <a:pt x="1067030" y="108183"/>
                </a:cubicBezTo>
                <a:cubicBezTo>
                  <a:pt x="1069940" y="109542"/>
                  <a:pt x="1072917" y="110221"/>
                  <a:pt x="1075961" y="110221"/>
                </a:cubicBezTo>
                <a:cubicBezTo>
                  <a:pt x="1080821" y="110221"/>
                  <a:pt x="1085347" y="107558"/>
                  <a:pt x="1089539" y="102233"/>
                </a:cubicBezTo>
                <a:cubicBezTo>
                  <a:pt x="1093731" y="96906"/>
                  <a:pt x="1095827" y="89157"/>
                  <a:pt x="1095827" y="78984"/>
                </a:cubicBezTo>
                <a:cubicBezTo>
                  <a:pt x="1095827" y="69610"/>
                  <a:pt x="1093731" y="62406"/>
                  <a:pt x="1089539" y="57373"/>
                </a:cubicBezTo>
                <a:cubicBezTo>
                  <a:pt x="1085347" y="52340"/>
                  <a:pt x="1080580" y="49824"/>
                  <a:pt x="1075240" y="49824"/>
                </a:cubicBezTo>
                <a:cubicBezTo>
                  <a:pt x="1072410" y="49824"/>
                  <a:pt x="1069580" y="50543"/>
                  <a:pt x="1066749" y="51981"/>
                </a:cubicBezTo>
                <a:cubicBezTo>
                  <a:pt x="1064613" y="53046"/>
                  <a:pt x="1061890" y="55176"/>
                  <a:pt x="1058579" y="58372"/>
                </a:cubicBezTo>
                <a:close/>
                <a:moveTo>
                  <a:pt x="1116333" y="40532"/>
                </a:moveTo>
                <a:lnTo>
                  <a:pt x="1150537" y="40532"/>
                </a:lnTo>
                <a:lnTo>
                  <a:pt x="1150537" y="43496"/>
                </a:lnTo>
                <a:lnTo>
                  <a:pt x="1148854" y="43496"/>
                </a:lnTo>
                <a:cubicBezTo>
                  <a:pt x="1146451" y="43496"/>
                  <a:pt x="1144649" y="44016"/>
                  <a:pt x="1143447" y="45058"/>
                </a:cubicBezTo>
                <a:cubicBezTo>
                  <a:pt x="1142246" y="46099"/>
                  <a:pt x="1141645" y="47394"/>
                  <a:pt x="1141645" y="48943"/>
                </a:cubicBezTo>
                <a:cubicBezTo>
                  <a:pt x="1141645" y="51025"/>
                  <a:pt x="1142526" y="53909"/>
                  <a:pt x="1144289" y="57594"/>
                </a:cubicBezTo>
                <a:lnTo>
                  <a:pt x="1162151" y="94601"/>
                </a:lnTo>
                <a:lnTo>
                  <a:pt x="1178572" y="54069"/>
                </a:lnTo>
                <a:cubicBezTo>
                  <a:pt x="1179480" y="51880"/>
                  <a:pt x="1179934" y="49717"/>
                  <a:pt x="1179934" y="47581"/>
                </a:cubicBezTo>
                <a:cubicBezTo>
                  <a:pt x="1179934" y="46620"/>
                  <a:pt x="1179747" y="45899"/>
                  <a:pt x="1179373" y="45418"/>
                </a:cubicBezTo>
                <a:cubicBezTo>
                  <a:pt x="1178946" y="44831"/>
                  <a:pt x="1178279" y="44363"/>
                  <a:pt x="1177371" y="44016"/>
                </a:cubicBezTo>
                <a:cubicBezTo>
                  <a:pt x="1176463" y="43669"/>
                  <a:pt x="1174861" y="43496"/>
                  <a:pt x="1172565" y="43496"/>
                </a:cubicBezTo>
                <a:lnTo>
                  <a:pt x="1172565" y="40532"/>
                </a:lnTo>
                <a:lnTo>
                  <a:pt x="1196435" y="40532"/>
                </a:lnTo>
                <a:lnTo>
                  <a:pt x="1196435" y="43496"/>
                </a:lnTo>
                <a:cubicBezTo>
                  <a:pt x="1194459" y="43709"/>
                  <a:pt x="1192937" y="44136"/>
                  <a:pt x="1191869" y="44777"/>
                </a:cubicBezTo>
                <a:cubicBezTo>
                  <a:pt x="1190801" y="45418"/>
                  <a:pt x="1189627" y="46620"/>
                  <a:pt x="1188345" y="48382"/>
                </a:cubicBezTo>
                <a:cubicBezTo>
                  <a:pt x="1187864" y="49130"/>
                  <a:pt x="1186956" y="51185"/>
                  <a:pt x="1185621" y="54550"/>
                </a:cubicBezTo>
                <a:lnTo>
                  <a:pt x="1155743" y="127763"/>
                </a:lnTo>
                <a:cubicBezTo>
                  <a:pt x="1152860" y="134866"/>
                  <a:pt x="1149081" y="140233"/>
                  <a:pt x="1144409" y="143864"/>
                </a:cubicBezTo>
                <a:cubicBezTo>
                  <a:pt x="1139736" y="147495"/>
                  <a:pt x="1135237" y="149311"/>
                  <a:pt x="1130911" y="149311"/>
                </a:cubicBezTo>
                <a:cubicBezTo>
                  <a:pt x="1127761" y="149311"/>
                  <a:pt x="1125171" y="148414"/>
                  <a:pt x="1123141" y="146620"/>
                </a:cubicBezTo>
                <a:cubicBezTo>
                  <a:pt x="1121112" y="144826"/>
                  <a:pt x="1120098" y="142768"/>
                  <a:pt x="1120098" y="140447"/>
                </a:cubicBezTo>
                <a:cubicBezTo>
                  <a:pt x="1120098" y="138231"/>
                  <a:pt x="1120832" y="136444"/>
                  <a:pt x="1122300" y="135085"/>
                </a:cubicBezTo>
                <a:cubicBezTo>
                  <a:pt x="1123769" y="133729"/>
                  <a:pt x="1125785" y="133050"/>
                  <a:pt x="1128348" y="133050"/>
                </a:cubicBezTo>
                <a:cubicBezTo>
                  <a:pt x="1130110" y="133050"/>
                  <a:pt x="1132513" y="133638"/>
                  <a:pt x="1135557" y="134812"/>
                </a:cubicBezTo>
                <a:cubicBezTo>
                  <a:pt x="1137693" y="135613"/>
                  <a:pt x="1139028" y="136014"/>
                  <a:pt x="1139562" y="136014"/>
                </a:cubicBezTo>
                <a:cubicBezTo>
                  <a:pt x="1141165" y="136014"/>
                  <a:pt x="1142913" y="135180"/>
                  <a:pt x="1144809" y="133513"/>
                </a:cubicBezTo>
                <a:cubicBezTo>
                  <a:pt x="1146705" y="131848"/>
                  <a:pt x="1148614" y="128624"/>
                  <a:pt x="1150537" y="123841"/>
                </a:cubicBezTo>
                <a:lnTo>
                  <a:pt x="1155743" y="111022"/>
                </a:lnTo>
                <a:lnTo>
                  <a:pt x="1129389" y="55671"/>
                </a:lnTo>
                <a:cubicBezTo>
                  <a:pt x="1128588" y="54016"/>
                  <a:pt x="1127307" y="51960"/>
                  <a:pt x="1125545" y="49503"/>
                </a:cubicBezTo>
                <a:cubicBezTo>
                  <a:pt x="1124210" y="47634"/>
                  <a:pt x="1123115" y="46379"/>
                  <a:pt x="1122260" y="45739"/>
                </a:cubicBezTo>
                <a:cubicBezTo>
                  <a:pt x="1121032" y="44884"/>
                  <a:pt x="1119056" y="44136"/>
                  <a:pt x="1116333" y="43496"/>
                </a:cubicBezTo>
                <a:lnTo>
                  <a:pt x="1116333" y="40532"/>
                </a:lnTo>
                <a:close/>
                <a:moveTo>
                  <a:pt x="1290956" y="38449"/>
                </a:moveTo>
                <a:lnTo>
                  <a:pt x="1290956" y="63281"/>
                </a:lnTo>
                <a:lnTo>
                  <a:pt x="1288313" y="63281"/>
                </a:lnTo>
                <a:cubicBezTo>
                  <a:pt x="1286284" y="55493"/>
                  <a:pt x="1283680" y="50195"/>
                  <a:pt x="1280503" y="47388"/>
                </a:cubicBezTo>
                <a:cubicBezTo>
                  <a:pt x="1277325" y="44580"/>
                  <a:pt x="1273280" y="43175"/>
                  <a:pt x="1268367" y="43175"/>
                </a:cubicBezTo>
                <a:cubicBezTo>
                  <a:pt x="1264629" y="43175"/>
                  <a:pt x="1261612" y="44162"/>
                  <a:pt x="1259316" y="46137"/>
                </a:cubicBezTo>
                <a:cubicBezTo>
                  <a:pt x="1257019" y="48109"/>
                  <a:pt x="1255871" y="50296"/>
                  <a:pt x="1255871" y="52697"/>
                </a:cubicBezTo>
                <a:cubicBezTo>
                  <a:pt x="1255871" y="55685"/>
                  <a:pt x="1256726" y="58245"/>
                  <a:pt x="1258435" y="60377"/>
                </a:cubicBezTo>
                <a:cubicBezTo>
                  <a:pt x="1260090" y="62565"/>
                  <a:pt x="1263454" y="64885"/>
                  <a:pt x="1268527" y="67339"/>
                </a:cubicBezTo>
                <a:lnTo>
                  <a:pt x="1280222" y="73021"/>
                </a:lnTo>
                <a:cubicBezTo>
                  <a:pt x="1291063" y="78301"/>
                  <a:pt x="1296483" y="85262"/>
                  <a:pt x="1296483" y="93905"/>
                </a:cubicBezTo>
                <a:cubicBezTo>
                  <a:pt x="1296483" y="100572"/>
                  <a:pt x="1293960" y="105946"/>
                  <a:pt x="1288914" y="110028"/>
                </a:cubicBezTo>
                <a:cubicBezTo>
                  <a:pt x="1283867" y="114108"/>
                  <a:pt x="1278220" y="116149"/>
                  <a:pt x="1271972" y="116149"/>
                </a:cubicBezTo>
                <a:cubicBezTo>
                  <a:pt x="1267486" y="116149"/>
                  <a:pt x="1262360" y="115348"/>
                  <a:pt x="1256592" y="113745"/>
                </a:cubicBezTo>
                <a:cubicBezTo>
                  <a:pt x="1254830" y="113211"/>
                  <a:pt x="1253388" y="112944"/>
                  <a:pt x="1252267" y="112944"/>
                </a:cubicBezTo>
                <a:cubicBezTo>
                  <a:pt x="1251038" y="112944"/>
                  <a:pt x="1250077" y="113639"/>
                  <a:pt x="1249383" y="115027"/>
                </a:cubicBezTo>
                <a:lnTo>
                  <a:pt x="1246740" y="115027"/>
                </a:lnTo>
                <a:lnTo>
                  <a:pt x="1246740" y="88754"/>
                </a:lnTo>
                <a:lnTo>
                  <a:pt x="1249383" y="88754"/>
                </a:lnTo>
                <a:cubicBezTo>
                  <a:pt x="1250878" y="96256"/>
                  <a:pt x="1253735" y="101910"/>
                  <a:pt x="1257954" y="105715"/>
                </a:cubicBezTo>
                <a:cubicBezTo>
                  <a:pt x="1262173" y="109520"/>
                  <a:pt x="1266899" y="111423"/>
                  <a:pt x="1272132" y="111423"/>
                </a:cubicBezTo>
                <a:cubicBezTo>
                  <a:pt x="1275817" y="111423"/>
                  <a:pt x="1278821" y="110343"/>
                  <a:pt x="1281144" y="108183"/>
                </a:cubicBezTo>
                <a:cubicBezTo>
                  <a:pt x="1283467" y="106022"/>
                  <a:pt x="1284628" y="103421"/>
                  <a:pt x="1284628" y="100381"/>
                </a:cubicBezTo>
                <a:cubicBezTo>
                  <a:pt x="1284628" y="96700"/>
                  <a:pt x="1283333" y="93606"/>
                  <a:pt x="1280743" y="91099"/>
                </a:cubicBezTo>
                <a:cubicBezTo>
                  <a:pt x="1278153" y="88592"/>
                  <a:pt x="1272986" y="85419"/>
                  <a:pt x="1265243" y="81579"/>
                </a:cubicBezTo>
                <a:cubicBezTo>
                  <a:pt x="1257500" y="77738"/>
                  <a:pt x="1252427" y="74270"/>
                  <a:pt x="1250024" y="71176"/>
                </a:cubicBezTo>
                <a:cubicBezTo>
                  <a:pt x="1247621" y="68135"/>
                  <a:pt x="1246419" y="64295"/>
                  <a:pt x="1246419" y="59654"/>
                </a:cubicBezTo>
                <a:cubicBezTo>
                  <a:pt x="1246419" y="53626"/>
                  <a:pt x="1248488" y="48585"/>
                  <a:pt x="1252627" y="44532"/>
                </a:cubicBezTo>
                <a:cubicBezTo>
                  <a:pt x="1256766" y="40477"/>
                  <a:pt x="1262119" y="38449"/>
                  <a:pt x="1268688" y="38449"/>
                </a:cubicBezTo>
                <a:cubicBezTo>
                  <a:pt x="1271571" y="38449"/>
                  <a:pt x="1275069" y="39063"/>
                  <a:pt x="1279181" y="40292"/>
                </a:cubicBezTo>
                <a:cubicBezTo>
                  <a:pt x="1281905" y="41093"/>
                  <a:pt x="1283720" y="41493"/>
                  <a:pt x="1284628" y="41493"/>
                </a:cubicBezTo>
                <a:cubicBezTo>
                  <a:pt x="1285482" y="41493"/>
                  <a:pt x="1286150" y="41306"/>
                  <a:pt x="1286631" y="40932"/>
                </a:cubicBezTo>
                <a:cubicBezTo>
                  <a:pt x="1287111" y="40559"/>
                  <a:pt x="1287672" y="39731"/>
                  <a:pt x="1288313" y="38449"/>
                </a:cubicBezTo>
                <a:lnTo>
                  <a:pt x="1290956" y="38449"/>
                </a:lnTo>
                <a:close/>
                <a:moveTo>
                  <a:pt x="1328658" y="16341"/>
                </a:moveTo>
                <a:lnTo>
                  <a:pt x="1328658" y="40532"/>
                </a:lnTo>
                <a:lnTo>
                  <a:pt x="1345800" y="40532"/>
                </a:lnTo>
                <a:lnTo>
                  <a:pt x="1345800" y="46139"/>
                </a:lnTo>
                <a:lnTo>
                  <a:pt x="1328658" y="46139"/>
                </a:lnTo>
                <a:lnTo>
                  <a:pt x="1328658" y="93655"/>
                </a:lnTo>
                <a:cubicBezTo>
                  <a:pt x="1328658" y="98403"/>
                  <a:pt x="1329339" y="101603"/>
                  <a:pt x="1330701" y="103257"/>
                </a:cubicBezTo>
                <a:cubicBezTo>
                  <a:pt x="1332063" y="104909"/>
                  <a:pt x="1333811" y="105735"/>
                  <a:pt x="1335947" y="105735"/>
                </a:cubicBezTo>
                <a:cubicBezTo>
                  <a:pt x="1337710" y="105735"/>
                  <a:pt x="1339419" y="105188"/>
                  <a:pt x="1341074" y="104093"/>
                </a:cubicBezTo>
                <a:cubicBezTo>
                  <a:pt x="1342729" y="102998"/>
                  <a:pt x="1344011" y="101383"/>
                  <a:pt x="1344919" y="99247"/>
                </a:cubicBezTo>
                <a:lnTo>
                  <a:pt x="1348043" y="99247"/>
                </a:lnTo>
                <a:cubicBezTo>
                  <a:pt x="1346174" y="104495"/>
                  <a:pt x="1343531" y="108465"/>
                  <a:pt x="1340113" y="111155"/>
                </a:cubicBezTo>
                <a:cubicBezTo>
                  <a:pt x="1336695" y="113843"/>
                  <a:pt x="1333171" y="115187"/>
                  <a:pt x="1329539" y="115187"/>
                </a:cubicBezTo>
                <a:cubicBezTo>
                  <a:pt x="1327083" y="115187"/>
                  <a:pt x="1324680" y="114506"/>
                  <a:pt x="1322330" y="113142"/>
                </a:cubicBezTo>
                <a:cubicBezTo>
                  <a:pt x="1319980" y="111779"/>
                  <a:pt x="1318245" y="109828"/>
                  <a:pt x="1317123" y="107290"/>
                </a:cubicBezTo>
                <a:cubicBezTo>
                  <a:pt x="1316002" y="104750"/>
                  <a:pt x="1315441" y="100833"/>
                  <a:pt x="1315441" y="95540"/>
                </a:cubicBezTo>
                <a:lnTo>
                  <a:pt x="1315441" y="46139"/>
                </a:lnTo>
                <a:lnTo>
                  <a:pt x="1303826" y="46139"/>
                </a:lnTo>
                <a:lnTo>
                  <a:pt x="1303826" y="43496"/>
                </a:lnTo>
                <a:cubicBezTo>
                  <a:pt x="1306763" y="42317"/>
                  <a:pt x="1309767" y="40322"/>
                  <a:pt x="1312838" y="37510"/>
                </a:cubicBezTo>
                <a:cubicBezTo>
                  <a:pt x="1315909" y="34699"/>
                  <a:pt x="1318645" y="31364"/>
                  <a:pt x="1321048" y="27508"/>
                </a:cubicBezTo>
                <a:cubicBezTo>
                  <a:pt x="1322277" y="25473"/>
                  <a:pt x="1323986" y="21751"/>
                  <a:pt x="1326175" y="16341"/>
                </a:cubicBezTo>
                <a:lnTo>
                  <a:pt x="1328658" y="16341"/>
                </a:lnTo>
                <a:close/>
                <a:moveTo>
                  <a:pt x="1365292" y="68247"/>
                </a:moveTo>
                <a:cubicBezTo>
                  <a:pt x="1365239" y="79116"/>
                  <a:pt x="1367882" y="87641"/>
                  <a:pt x="1373223" y="93823"/>
                </a:cubicBezTo>
                <a:cubicBezTo>
                  <a:pt x="1378563" y="100002"/>
                  <a:pt x="1384837" y="103092"/>
                  <a:pt x="1392047" y="103092"/>
                </a:cubicBezTo>
                <a:cubicBezTo>
                  <a:pt x="1396853" y="103092"/>
                  <a:pt x="1401031" y="101770"/>
                  <a:pt x="1404583" y="99127"/>
                </a:cubicBezTo>
                <a:cubicBezTo>
                  <a:pt x="1408134" y="96483"/>
                  <a:pt x="1411111" y="91958"/>
                  <a:pt x="1413514" y="85549"/>
                </a:cubicBezTo>
                <a:lnTo>
                  <a:pt x="1415997" y="87151"/>
                </a:lnTo>
                <a:cubicBezTo>
                  <a:pt x="1414876" y="94468"/>
                  <a:pt x="1411618" y="101129"/>
                  <a:pt x="1406225" y="107137"/>
                </a:cubicBezTo>
                <a:cubicBezTo>
                  <a:pt x="1400831" y="113145"/>
                  <a:pt x="1394076" y="116149"/>
                  <a:pt x="1385959" y="116149"/>
                </a:cubicBezTo>
                <a:cubicBezTo>
                  <a:pt x="1377148" y="116149"/>
                  <a:pt x="1369605" y="112725"/>
                  <a:pt x="1363330" y="105878"/>
                </a:cubicBezTo>
                <a:cubicBezTo>
                  <a:pt x="1357055" y="99029"/>
                  <a:pt x="1353918" y="89822"/>
                  <a:pt x="1353918" y="78258"/>
                </a:cubicBezTo>
                <a:cubicBezTo>
                  <a:pt x="1353918" y="65735"/>
                  <a:pt x="1357135" y="55970"/>
                  <a:pt x="1363570" y="48963"/>
                </a:cubicBezTo>
                <a:cubicBezTo>
                  <a:pt x="1370005" y="41954"/>
                  <a:pt x="1378082" y="38449"/>
                  <a:pt x="1387801" y="38449"/>
                </a:cubicBezTo>
                <a:cubicBezTo>
                  <a:pt x="1396025" y="38449"/>
                  <a:pt x="1402780" y="41153"/>
                  <a:pt x="1408067" y="46560"/>
                </a:cubicBezTo>
                <a:cubicBezTo>
                  <a:pt x="1413354" y="51965"/>
                  <a:pt x="1415997" y="59194"/>
                  <a:pt x="1415997" y="68247"/>
                </a:cubicBezTo>
                <a:lnTo>
                  <a:pt x="1365292" y="68247"/>
                </a:lnTo>
                <a:moveTo>
                  <a:pt x="1365292" y="63601"/>
                </a:moveTo>
                <a:lnTo>
                  <a:pt x="1399256" y="63601"/>
                </a:lnTo>
                <a:cubicBezTo>
                  <a:pt x="1398989" y="58902"/>
                  <a:pt x="1398428" y="55591"/>
                  <a:pt x="1397574" y="53669"/>
                </a:cubicBezTo>
                <a:cubicBezTo>
                  <a:pt x="1396239" y="50678"/>
                  <a:pt x="1394249" y="48328"/>
                  <a:pt x="1391606" y="46620"/>
                </a:cubicBezTo>
                <a:cubicBezTo>
                  <a:pt x="1388963" y="44911"/>
                  <a:pt x="1386199" y="44056"/>
                  <a:pt x="1383315" y="44056"/>
                </a:cubicBezTo>
                <a:cubicBezTo>
                  <a:pt x="1378883" y="44056"/>
                  <a:pt x="1374918" y="45779"/>
                  <a:pt x="1371420" y="49223"/>
                </a:cubicBezTo>
                <a:cubicBezTo>
                  <a:pt x="1367922" y="52667"/>
                  <a:pt x="1365880" y="57460"/>
                  <a:pt x="1365292" y="63601"/>
                </a:cubicBezTo>
                <a:close/>
                <a:moveTo>
                  <a:pt x="1420508" y="47749"/>
                </a:moveTo>
                <a:lnTo>
                  <a:pt x="1443097" y="38609"/>
                </a:lnTo>
                <a:lnTo>
                  <a:pt x="1446141" y="38609"/>
                </a:lnTo>
                <a:lnTo>
                  <a:pt x="1446141" y="55751"/>
                </a:lnTo>
                <a:cubicBezTo>
                  <a:pt x="1449932" y="49290"/>
                  <a:pt x="1453737" y="44791"/>
                  <a:pt x="1457555" y="42254"/>
                </a:cubicBezTo>
                <a:cubicBezTo>
                  <a:pt x="1461374" y="39717"/>
                  <a:pt x="1465392" y="38449"/>
                  <a:pt x="1469611" y="38449"/>
                </a:cubicBezTo>
                <a:cubicBezTo>
                  <a:pt x="1476980" y="38449"/>
                  <a:pt x="1483122" y="41330"/>
                  <a:pt x="1488034" y="47090"/>
                </a:cubicBezTo>
                <a:cubicBezTo>
                  <a:pt x="1494069" y="54133"/>
                  <a:pt x="1497086" y="63308"/>
                  <a:pt x="1497086" y="74618"/>
                </a:cubicBezTo>
                <a:cubicBezTo>
                  <a:pt x="1497086" y="87261"/>
                  <a:pt x="1493455" y="97717"/>
                  <a:pt x="1486192" y="105986"/>
                </a:cubicBezTo>
                <a:cubicBezTo>
                  <a:pt x="1480211" y="112761"/>
                  <a:pt x="1472681" y="116149"/>
                  <a:pt x="1463603" y="116149"/>
                </a:cubicBezTo>
                <a:cubicBezTo>
                  <a:pt x="1459651" y="116149"/>
                  <a:pt x="1456234" y="115588"/>
                  <a:pt x="1453350" y="114466"/>
                </a:cubicBezTo>
                <a:cubicBezTo>
                  <a:pt x="1451214" y="113665"/>
                  <a:pt x="1448811" y="112063"/>
                  <a:pt x="1446141" y="109660"/>
                </a:cubicBezTo>
                <a:lnTo>
                  <a:pt x="1446141" y="132009"/>
                </a:lnTo>
                <a:cubicBezTo>
                  <a:pt x="1446141" y="137029"/>
                  <a:pt x="1446448" y="140219"/>
                  <a:pt x="1447062" y="141581"/>
                </a:cubicBezTo>
                <a:cubicBezTo>
                  <a:pt x="1447676" y="142943"/>
                  <a:pt x="1448744" y="144024"/>
                  <a:pt x="1450266" y="144825"/>
                </a:cubicBezTo>
                <a:cubicBezTo>
                  <a:pt x="1451788" y="145626"/>
                  <a:pt x="1454552" y="146027"/>
                  <a:pt x="1458557" y="146027"/>
                </a:cubicBezTo>
                <a:lnTo>
                  <a:pt x="1458557" y="148991"/>
                </a:lnTo>
                <a:lnTo>
                  <a:pt x="1420108" y="148991"/>
                </a:lnTo>
                <a:lnTo>
                  <a:pt x="1420108" y="146027"/>
                </a:lnTo>
                <a:lnTo>
                  <a:pt x="1422110" y="146027"/>
                </a:lnTo>
                <a:cubicBezTo>
                  <a:pt x="1425047" y="146080"/>
                  <a:pt x="1427557" y="145519"/>
                  <a:pt x="1429640" y="144342"/>
                </a:cubicBezTo>
                <a:cubicBezTo>
                  <a:pt x="1430654" y="143755"/>
                  <a:pt x="1431442" y="142806"/>
                  <a:pt x="1432003" y="141496"/>
                </a:cubicBezTo>
                <a:cubicBezTo>
                  <a:pt x="1432564" y="140188"/>
                  <a:pt x="1432844" y="136862"/>
                  <a:pt x="1432844" y="131518"/>
                </a:cubicBezTo>
                <a:lnTo>
                  <a:pt x="1432844" y="62097"/>
                </a:lnTo>
                <a:cubicBezTo>
                  <a:pt x="1432844" y="57341"/>
                  <a:pt x="1432630" y="54322"/>
                  <a:pt x="1432203" y="53040"/>
                </a:cubicBezTo>
                <a:cubicBezTo>
                  <a:pt x="1431776" y="51757"/>
                  <a:pt x="1431095" y="50795"/>
                  <a:pt x="1430160" y="50154"/>
                </a:cubicBezTo>
                <a:cubicBezTo>
                  <a:pt x="1429226" y="49512"/>
                  <a:pt x="1427958" y="49190"/>
                  <a:pt x="1426356" y="49190"/>
                </a:cubicBezTo>
                <a:cubicBezTo>
                  <a:pt x="1425074" y="49190"/>
                  <a:pt x="1423445" y="49564"/>
                  <a:pt x="1421469" y="50312"/>
                </a:cubicBezTo>
                <a:lnTo>
                  <a:pt x="1420508" y="47749"/>
                </a:lnTo>
                <a:moveTo>
                  <a:pt x="1446141" y="60623"/>
                </a:moveTo>
                <a:lnTo>
                  <a:pt x="1446141" y="87983"/>
                </a:lnTo>
                <a:cubicBezTo>
                  <a:pt x="1446141" y="93903"/>
                  <a:pt x="1446381" y="97797"/>
                  <a:pt x="1446862" y="99662"/>
                </a:cubicBezTo>
                <a:cubicBezTo>
                  <a:pt x="1447609" y="102756"/>
                  <a:pt x="1449438" y="105477"/>
                  <a:pt x="1452349" y="107823"/>
                </a:cubicBezTo>
                <a:cubicBezTo>
                  <a:pt x="1455259" y="110169"/>
                  <a:pt x="1458931" y="111342"/>
                  <a:pt x="1463363" y="111342"/>
                </a:cubicBezTo>
                <a:cubicBezTo>
                  <a:pt x="1468703" y="111342"/>
                  <a:pt x="1473029" y="109262"/>
                  <a:pt x="1476339" y="105102"/>
                </a:cubicBezTo>
                <a:cubicBezTo>
                  <a:pt x="1480665" y="99663"/>
                  <a:pt x="1482828" y="92010"/>
                  <a:pt x="1482828" y="82143"/>
                </a:cubicBezTo>
                <a:cubicBezTo>
                  <a:pt x="1482828" y="70943"/>
                  <a:pt x="1480371" y="62331"/>
                  <a:pt x="1475458" y="56305"/>
                </a:cubicBezTo>
                <a:cubicBezTo>
                  <a:pt x="1472041" y="52144"/>
                  <a:pt x="1467982" y="50064"/>
                  <a:pt x="1463283" y="50064"/>
                </a:cubicBezTo>
                <a:cubicBezTo>
                  <a:pt x="1460720" y="50064"/>
                  <a:pt x="1458183" y="50704"/>
                  <a:pt x="1455673" y="51984"/>
                </a:cubicBezTo>
                <a:cubicBezTo>
                  <a:pt x="1453751" y="52944"/>
                  <a:pt x="1450573" y="55823"/>
                  <a:pt x="1446141" y="60623"/>
                </a:cubicBezTo>
                <a:close/>
                <a:moveTo>
                  <a:pt x="1523200" y="98366"/>
                </a:moveTo>
                <a:cubicBezTo>
                  <a:pt x="1525710" y="98366"/>
                  <a:pt x="1527819" y="99234"/>
                  <a:pt x="1529528" y="100969"/>
                </a:cubicBezTo>
                <a:cubicBezTo>
                  <a:pt x="1531237" y="102705"/>
                  <a:pt x="1532091" y="104801"/>
                  <a:pt x="1532091" y="107257"/>
                </a:cubicBezTo>
                <a:cubicBezTo>
                  <a:pt x="1532091" y="109714"/>
                  <a:pt x="1531223" y="111810"/>
                  <a:pt x="1529488" y="113545"/>
                </a:cubicBezTo>
                <a:cubicBezTo>
                  <a:pt x="1527752" y="115281"/>
                  <a:pt x="1525656" y="116149"/>
                  <a:pt x="1523200" y="116149"/>
                </a:cubicBezTo>
                <a:cubicBezTo>
                  <a:pt x="1520743" y="116149"/>
                  <a:pt x="1518647" y="115281"/>
                  <a:pt x="1516912" y="113545"/>
                </a:cubicBezTo>
                <a:cubicBezTo>
                  <a:pt x="1515176" y="111810"/>
                  <a:pt x="1514308" y="109714"/>
                  <a:pt x="1514308" y="107257"/>
                </a:cubicBezTo>
                <a:cubicBezTo>
                  <a:pt x="1514308" y="104747"/>
                  <a:pt x="1515176" y="102638"/>
                  <a:pt x="1516912" y="100929"/>
                </a:cubicBezTo>
                <a:cubicBezTo>
                  <a:pt x="1518647" y="99220"/>
                  <a:pt x="1520743" y="98366"/>
                  <a:pt x="1523200" y="9836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Chainofthought">
            <a:extLst xmlns:a="http://schemas.openxmlformats.org/drawingml/2006/main">
              <a:ext uri="{FF2B5EF4-FFF2-40B4-BE49-F238E27FC236}">
                <a16:creationId xmlns:a16="http://schemas.microsoft.com/office/drawing/2014/main" id="{F645C3B8-9D40-4EBD-8BC6-BA46421A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79" y="5609104"/>
            <a:ext cx="1186030" cy="146427"/>
          </a:xfrm>
          <a:custGeom xmlns:a="http://schemas.openxmlformats.org/drawingml/2006/main">
            <a:pathLst>
              <a:path w="1186030" h="146427">
                <a:moveTo>
                  <a:pt x="103012" y="0"/>
                </a:moveTo>
                <a:lnTo>
                  <a:pt x="103012" y="37648"/>
                </a:lnTo>
                <a:lnTo>
                  <a:pt x="99888" y="37648"/>
                </a:lnTo>
                <a:cubicBezTo>
                  <a:pt x="97538" y="27771"/>
                  <a:pt x="93159" y="20202"/>
                  <a:pt x="86751" y="14942"/>
                </a:cubicBezTo>
                <a:cubicBezTo>
                  <a:pt x="80343" y="9680"/>
                  <a:pt x="73080" y="7049"/>
                  <a:pt x="64963" y="7049"/>
                </a:cubicBezTo>
                <a:cubicBezTo>
                  <a:pt x="58181" y="7049"/>
                  <a:pt x="51960" y="8998"/>
                  <a:pt x="46299" y="12896"/>
                </a:cubicBezTo>
                <a:cubicBezTo>
                  <a:pt x="40639" y="16795"/>
                  <a:pt x="36500" y="21895"/>
                  <a:pt x="33883" y="28196"/>
                </a:cubicBezTo>
                <a:cubicBezTo>
                  <a:pt x="30519" y="36260"/>
                  <a:pt x="28837" y="45231"/>
                  <a:pt x="28837" y="55110"/>
                </a:cubicBezTo>
                <a:cubicBezTo>
                  <a:pt x="28837" y="64830"/>
                  <a:pt x="30065" y="73681"/>
                  <a:pt x="32522" y="81664"/>
                </a:cubicBezTo>
                <a:cubicBezTo>
                  <a:pt x="34978" y="89648"/>
                  <a:pt x="38823" y="95682"/>
                  <a:pt x="44056" y="99768"/>
                </a:cubicBezTo>
                <a:cubicBezTo>
                  <a:pt x="49290" y="103853"/>
                  <a:pt x="56072" y="105895"/>
                  <a:pt x="64402" y="105895"/>
                </a:cubicBezTo>
                <a:cubicBezTo>
                  <a:pt x="71238" y="105895"/>
                  <a:pt x="77499" y="104400"/>
                  <a:pt x="83186" y="101410"/>
                </a:cubicBezTo>
                <a:cubicBezTo>
                  <a:pt x="88874" y="98419"/>
                  <a:pt x="94868" y="93266"/>
                  <a:pt x="101169" y="85950"/>
                </a:cubicBezTo>
                <a:lnTo>
                  <a:pt x="101169" y="95322"/>
                </a:lnTo>
                <a:cubicBezTo>
                  <a:pt x="95082" y="101677"/>
                  <a:pt x="88740" y="106283"/>
                  <a:pt x="82145" y="109140"/>
                </a:cubicBezTo>
                <a:cubicBezTo>
                  <a:pt x="75550" y="111997"/>
                  <a:pt x="67847" y="113425"/>
                  <a:pt x="59036" y="113425"/>
                </a:cubicBezTo>
                <a:cubicBezTo>
                  <a:pt x="47447" y="113425"/>
                  <a:pt x="37154" y="111105"/>
                  <a:pt x="28156" y="106466"/>
                </a:cubicBezTo>
                <a:cubicBezTo>
                  <a:pt x="19158" y="101827"/>
                  <a:pt x="12216" y="95162"/>
                  <a:pt x="7329" y="86471"/>
                </a:cubicBezTo>
                <a:cubicBezTo>
                  <a:pt x="2443" y="77778"/>
                  <a:pt x="0" y="68525"/>
                  <a:pt x="0" y="58713"/>
                </a:cubicBezTo>
                <a:cubicBezTo>
                  <a:pt x="0" y="48368"/>
                  <a:pt x="2710" y="38556"/>
                  <a:pt x="8130" y="29277"/>
                </a:cubicBezTo>
                <a:cubicBezTo>
                  <a:pt x="13551" y="19997"/>
                  <a:pt x="20867" y="12798"/>
                  <a:pt x="30078" y="7680"/>
                </a:cubicBezTo>
                <a:cubicBezTo>
                  <a:pt x="39290" y="2560"/>
                  <a:pt x="49076" y="0"/>
                  <a:pt x="59436" y="0"/>
                </a:cubicBezTo>
                <a:cubicBezTo>
                  <a:pt x="67072" y="0"/>
                  <a:pt x="75136" y="1655"/>
                  <a:pt x="83627" y="4966"/>
                </a:cubicBezTo>
                <a:cubicBezTo>
                  <a:pt x="88540" y="6889"/>
                  <a:pt x="91664" y="7850"/>
                  <a:pt x="92999" y="7850"/>
                </a:cubicBezTo>
                <a:cubicBezTo>
                  <a:pt x="94708" y="7850"/>
                  <a:pt x="96190" y="7223"/>
                  <a:pt x="97445" y="5968"/>
                </a:cubicBezTo>
                <a:cubicBezTo>
                  <a:pt x="98700" y="4713"/>
                  <a:pt x="99514" y="2723"/>
                  <a:pt x="99888" y="0"/>
                </a:cubicBezTo>
                <a:lnTo>
                  <a:pt x="103012" y="0"/>
                </a:lnTo>
                <a:close/>
                <a:moveTo>
                  <a:pt x="148082" y="2403"/>
                </a:moveTo>
                <a:lnTo>
                  <a:pt x="148082" y="45738"/>
                </a:lnTo>
                <a:cubicBezTo>
                  <a:pt x="152194" y="41383"/>
                  <a:pt x="155959" y="38305"/>
                  <a:pt x="159376" y="36504"/>
                </a:cubicBezTo>
                <a:cubicBezTo>
                  <a:pt x="162794" y="34704"/>
                  <a:pt x="166345" y="33803"/>
                  <a:pt x="170030" y="33803"/>
                </a:cubicBezTo>
                <a:cubicBezTo>
                  <a:pt x="174729" y="33803"/>
                  <a:pt x="178748" y="35138"/>
                  <a:pt x="182085" y="37808"/>
                </a:cubicBezTo>
                <a:cubicBezTo>
                  <a:pt x="185423" y="40478"/>
                  <a:pt x="187639" y="43616"/>
                  <a:pt x="188734" y="47220"/>
                </a:cubicBezTo>
                <a:cubicBezTo>
                  <a:pt x="189829" y="50825"/>
                  <a:pt x="190376" y="56899"/>
                  <a:pt x="190376" y="65444"/>
                </a:cubicBezTo>
                <a:lnTo>
                  <a:pt x="190376" y="94681"/>
                </a:lnTo>
                <a:cubicBezTo>
                  <a:pt x="190376" y="100430"/>
                  <a:pt x="190910" y="104016"/>
                  <a:pt x="191978" y="105440"/>
                </a:cubicBezTo>
                <a:cubicBezTo>
                  <a:pt x="193046" y="106863"/>
                  <a:pt x="195209" y="107763"/>
                  <a:pt x="198466" y="108138"/>
                </a:cubicBezTo>
                <a:lnTo>
                  <a:pt x="198466" y="111022"/>
                </a:lnTo>
                <a:lnTo>
                  <a:pt x="160498" y="111022"/>
                </a:lnTo>
                <a:lnTo>
                  <a:pt x="160498" y="108138"/>
                </a:lnTo>
                <a:cubicBezTo>
                  <a:pt x="163168" y="107763"/>
                  <a:pt x="165170" y="106688"/>
                  <a:pt x="166505" y="104914"/>
                </a:cubicBezTo>
                <a:cubicBezTo>
                  <a:pt x="167467" y="103517"/>
                  <a:pt x="167947" y="100106"/>
                  <a:pt x="167947" y="94681"/>
                </a:cubicBezTo>
                <a:lnTo>
                  <a:pt x="167947" y="61331"/>
                </a:lnTo>
                <a:cubicBezTo>
                  <a:pt x="167947" y="55146"/>
                  <a:pt x="167707" y="51268"/>
                  <a:pt x="167226" y="49696"/>
                </a:cubicBezTo>
                <a:cubicBezTo>
                  <a:pt x="166746" y="48122"/>
                  <a:pt x="165931" y="46896"/>
                  <a:pt x="164783" y="46016"/>
                </a:cubicBezTo>
                <a:cubicBezTo>
                  <a:pt x="163635" y="45137"/>
                  <a:pt x="162340" y="44697"/>
                  <a:pt x="160898" y="44697"/>
                </a:cubicBezTo>
                <a:cubicBezTo>
                  <a:pt x="158762" y="44697"/>
                  <a:pt x="156680" y="45431"/>
                  <a:pt x="154650" y="46900"/>
                </a:cubicBezTo>
                <a:cubicBezTo>
                  <a:pt x="152621" y="48369"/>
                  <a:pt x="150432" y="50945"/>
                  <a:pt x="148082" y="54630"/>
                </a:cubicBezTo>
                <a:lnTo>
                  <a:pt x="148082" y="94681"/>
                </a:lnTo>
                <a:cubicBezTo>
                  <a:pt x="148082" y="100053"/>
                  <a:pt x="148482" y="103411"/>
                  <a:pt x="149283" y="104754"/>
                </a:cubicBezTo>
                <a:cubicBezTo>
                  <a:pt x="150298" y="106580"/>
                  <a:pt x="152381" y="107708"/>
                  <a:pt x="155531" y="108138"/>
                </a:cubicBezTo>
                <a:lnTo>
                  <a:pt x="155531" y="111022"/>
                </a:lnTo>
                <a:lnTo>
                  <a:pt x="117563" y="111022"/>
                </a:lnTo>
                <a:lnTo>
                  <a:pt x="117563" y="108138"/>
                </a:lnTo>
                <a:cubicBezTo>
                  <a:pt x="120714" y="107816"/>
                  <a:pt x="122956" y="106796"/>
                  <a:pt x="124291" y="105077"/>
                </a:cubicBezTo>
                <a:cubicBezTo>
                  <a:pt x="125199" y="103895"/>
                  <a:pt x="125653" y="100430"/>
                  <a:pt x="125653" y="94681"/>
                </a:cubicBezTo>
                <a:lnTo>
                  <a:pt x="125653" y="18744"/>
                </a:lnTo>
                <a:cubicBezTo>
                  <a:pt x="125653" y="13015"/>
                  <a:pt x="125133" y="9448"/>
                  <a:pt x="124091" y="8043"/>
                </a:cubicBezTo>
                <a:cubicBezTo>
                  <a:pt x="123050" y="6638"/>
                  <a:pt x="120874" y="5719"/>
                  <a:pt x="117563" y="5287"/>
                </a:cubicBezTo>
                <a:lnTo>
                  <a:pt x="117563" y="2403"/>
                </a:lnTo>
                <a:lnTo>
                  <a:pt x="148082" y="2403"/>
                </a:lnTo>
                <a:close/>
                <a:moveTo>
                  <a:pt x="250027" y="99968"/>
                </a:moveTo>
                <a:cubicBezTo>
                  <a:pt x="240896" y="108085"/>
                  <a:pt x="232698" y="112143"/>
                  <a:pt x="225436" y="112143"/>
                </a:cubicBezTo>
                <a:cubicBezTo>
                  <a:pt x="221164" y="112143"/>
                  <a:pt x="217613" y="110737"/>
                  <a:pt x="214782" y="107926"/>
                </a:cubicBezTo>
                <a:cubicBezTo>
                  <a:pt x="211952" y="105112"/>
                  <a:pt x="210537" y="101589"/>
                  <a:pt x="210537" y="97357"/>
                </a:cubicBezTo>
                <a:cubicBezTo>
                  <a:pt x="210537" y="91623"/>
                  <a:pt x="212993" y="86466"/>
                  <a:pt x="217906" y="81885"/>
                </a:cubicBezTo>
                <a:cubicBezTo>
                  <a:pt x="222819" y="77304"/>
                  <a:pt x="233526" y="71209"/>
                  <a:pt x="250027" y="63601"/>
                </a:cubicBezTo>
                <a:lnTo>
                  <a:pt x="250027" y="56072"/>
                </a:lnTo>
                <a:cubicBezTo>
                  <a:pt x="250027" y="50411"/>
                  <a:pt x="249720" y="46847"/>
                  <a:pt x="249106" y="45378"/>
                </a:cubicBezTo>
                <a:cubicBezTo>
                  <a:pt x="248492" y="43909"/>
                  <a:pt x="247331" y="42628"/>
                  <a:pt x="245622" y="41533"/>
                </a:cubicBezTo>
                <a:cubicBezTo>
                  <a:pt x="243913" y="40438"/>
                  <a:pt x="241990" y="39891"/>
                  <a:pt x="239854" y="39891"/>
                </a:cubicBezTo>
                <a:cubicBezTo>
                  <a:pt x="236383" y="39891"/>
                  <a:pt x="233526" y="40665"/>
                  <a:pt x="231283" y="42214"/>
                </a:cubicBezTo>
                <a:cubicBezTo>
                  <a:pt x="229895" y="43175"/>
                  <a:pt x="229201" y="44297"/>
                  <a:pt x="229201" y="45578"/>
                </a:cubicBezTo>
                <a:cubicBezTo>
                  <a:pt x="229201" y="46700"/>
                  <a:pt x="229948" y="48088"/>
                  <a:pt x="231444" y="49744"/>
                </a:cubicBezTo>
                <a:cubicBezTo>
                  <a:pt x="233473" y="52040"/>
                  <a:pt x="234487" y="54256"/>
                  <a:pt x="234487" y="56392"/>
                </a:cubicBezTo>
                <a:cubicBezTo>
                  <a:pt x="234487" y="59009"/>
                  <a:pt x="233513" y="61238"/>
                  <a:pt x="231564" y="63081"/>
                </a:cubicBezTo>
                <a:cubicBezTo>
                  <a:pt x="229615" y="64923"/>
                  <a:pt x="227065" y="65844"/>
                  <a:pt x="223914" y="65844"/>
                </a:cubicBezTo>
                <a:cubicBezTo>
                  <a:pt x="220550" y="65844"/>
                  <a:pt x="217733" y="64830"/>
                  <a:pt x="215463" y="62800"/>
                </a:cubicBezTo>
                <a:cubicBezTo>
                  <a:pt x="213194" y="60771"/>
                  <a:pt x="212059" y="58395"/>
                  <a:pt x="212059" y="55671"/>
                </a:cubicBezTo>
                <a:cubicBezTo>
                  <a:pt x="212059" y="51826"/>
                  <a:pt x="213581" y="48155"/>
                  <a:pt x="216625" y="44657"/>
                </a:cubicBezTo>
                <a:cubicBezTo>
                  <a:pt x="219668" y="41159"/>
                  <a:pt x="223914" y="38476"/>
                  <a:pt x="229361" y="36607"/>
                </a:cubicBezTo>
                <a:cubicBezTo>
                  <a:pt x="234808" y="34738"/>
                  <a:pt x="240468" y="33803"/>
                  <a:pt x="246343" y="33803"/>
                </a:cubicBezTo>
                <a:cubicBezTo>
                  <a:pt x="253445" y="33803"/>
                  <a:pt x="259066" y="35316"/>
                  <a:pt x="263204" y="38342"/>
                </a:cubicBezTo>
                <a:cubicBezTo>
                  <a:pt x="267343" y="41365"/>
                  <a:pt x="270026" y="44644"/>
                  <a:pt x="271254" y="48177"/>
                </a:cubicBezTo>
                <a:cubicBezTo>
                  <a:pt x="272002" y="50424"/>
                  <a:pt x="272376" y="55589"/>
                  <a:pt x="272376" y="63671"/>
                </a:cubicBezTo>
                <a:lnTo>
                  <a:pt x="272376" y="92816"/>
                </a:lnTo>
                <a:cubicBezTo>
                  <a:pt x="272376" y="96242"/>
                  <a:pt x="272509" y="98398"/>
                  <a:pt x="272776" y="99282"/>
                </a:cubicBezTo>
                <a:cubicBezTo>
                  <a:pt x="273043" y="100165"/>
                  <a:pt x="273444" y="100821"/>
                  <a:pt x="273978" y="101250"/>
                </a:cubicBezTo>
                <a:cubicBezTo>
                  <a:pt x="274512" y="101677"/>
                  <a:pt x="275126" y="101890"/>
                  <a:pt x="275820" y="101890"/>
                </a:cubicBezTo>
                <a:cubicBezTo>
                  <a:pt x="277209" y="101890"/>
                  <a:pt x="278624" y="100902"/>
                  <a:pt x="280066" y="98927"/>
                </a:cubicBezTo>
                <a:lnTo>
                  <a:pt x="282469" y="100849"/>
                </a:lnTo>
                <a:cubicBezTo>
                  <a:pt x="279799" y="104801"/>
                  <a:pt x="277035" y="107671"/>
                  <a:pt x="274178" y="109460"/>
                </a:cubicBezTo>
                <a:cubicBezTo>
                  <a:pt x="271321" y="111249"/>
                  <a:pt x="268077" y="112143"/>
                  <a:pt x="264446" y="112143"/>
                </a:cubicBezTo>
                <a:cubicBezTo>
                  <a:pt x="260174" y="112143"/>
                  <a:pt x="256836" y="111135"/>
                  <a:pt x="254433" y="109120"/>
                </a:cubicBezTo>
                <a:cubicBezTo>
                  <a:pt x="252030" y="107104"/>
                  <a:pt x="250561" y="104053"/>
                  <a:pt x="250027" y="99968"/>
                </a:cubicBezTo>
                <a:moveTo>
                  <a:pt x="250027" y="94040"/>
                </a:moveTo>
                <a:lnTo>
                  <a:pt x="250027" y="68983"/>
                </a:lnTo>
                <a:cubicBezTo>
                  <a:pt x="243566" y="72793"/>
                  <a:pt x="238760" y="76872"/>
                  <a:pt x="235609" y="81219"/>
                </a:cubicBezTo>
                <a:cubicBezTo>
                  <a:pt x="233526" y="84116"/>
                  <a:pt x="232485" y="87040"/>
                  <a:pt x="232485" y="89993"/>
                </a:cubicBezTo>
                <a:cubicBezTo>
                  <a:pt x="232485" y="92461"/>
                  <a:pt x="233366" y="94634"/>
                  <a:pt x="235128" y="96513"/>
                </a:cubicBezTo>
                <a:cubicBezTo>
                  <a:pt x="236463" y="97962"/>
                  <a:pt x="238332" y="98686"/>
                  <a:pt x="240735" y="98686"/>
                </a:cubicBezTo>
                <a:cubicBezTo>
                  <a:pt x="243406" y="98686"/>
                  <a:pt x="246503" y="97138"/>
                  <a:pt x="250027" y="94040"/>
                </a:cubicBezTo>
                <a:close/>
                <a:moveTo>
                  <a:pt x="308742" y="0"/>
                </a:moveTo>
                <a:cubicBezTo>
                  <a:pt x="312213" y="0"/>
                  <a:pt x="315151" y="1219"/>
                  <a:pt x="317554" y="3657"/>
                </a:cubicBezTo>
                <a:cubicBezTo>
                  <a:pt x="319957" y="6094"/>
                  <a:pt x="321158" y="9027"/>
                  <a:pt x="321158" y="12456"/>
                </a:cubicBezTo>
                <a:cubicBezTo>
                  <a:pt x="321158" y="15885"/>
                  <a:pt x="319943" y="18806"/>
                  <a:pt x="317514" y="21217"/>
                </a:cubicBezTo>
                <a:cubicBezTo>
                  <a:pt x="315084" y="23627"/>
                  <a:pt x="312160" y="24832"/>
                  <a:pt x="308742" y="24832"/>
                </a:cubicBezTo>
                <a:cubicBezTo>
                  <a:pt x="305325" y="24832"/>
                  <a:pt x="302414" y="23627"/>
                  <a:pt x="300011" y="21217"/>
                </a:cubicBezTo>
                <a:cubicBezTo>
                  <a:pt x="297608" y="18806"/>
                  <a:pt x="296407" y="15885"/>
                  <a:pt x="296407" y="12456"/>
                </a:cubicBezTo>
                <a:cubicBezTo>
                  <a:pt x="296407" y="9027"/>
                  <a:pt x="297608" y="6094"/>
                  <a:pt x="300011" y="3657"/>
                </a:cubicBezTo>
                <a:cubicBezTo>
                  <a:pt x="302414" y="1219"/>
                  <a:pt x="305325" y="0"/>
                  <a:pt x="308742" y="0"/>
                </a:cubicBezTo>
                <a:moveTo>
                  <a:pt x="319957" y="36046"/>
                </a:moveTo>
                <a:lnTo>
                  <a:pt x="319957" y="95482"/>
                </a:lnTo>
                <a:cubicBezTo>
                  <a:pt x="319957" y="100769"/>
                  <a:pt x="320571" y="104147"/>
                  <a:pt x="321799" y="105615"/>
                </a:cubicBezTo>
                <a:cubicBezTo>
                  <a:pt x="323027" y="107084"/>
                  <a:pt x="325430" y="107925"/>
                  <a:pt x="329008" y="108138"/>
                </a:cubicBezTo>
                <a:lnTo>
                  <a:pt x="329008" y="111022"/>
                </a:lnTo>
                <a:lnTo>
                  <a:pt x="288557" y="111022"/>
                </a:lnTo>
                <a:lnTo>
                  <a:pt x="288557" y="108138"/>
                </a:lnTo>
                <a:cubicBezTo>
                  <a:pt x="291867" y="108032"/>
                  <a:pt x="294324" y="107070"/>
                  <a:pt x="295926" y="105255"/>
                </a:cubicBezTo>
                <a:cubicBezTo>
                  <a:pt x="296994" y="104026"/>
                  <a:pt x="297528" y="100769"/>
                  <a:pt x="297528" y="95482"/>
                </a:cubicBezTo>
                <a:lnTo>
                  <a:pt x="297528" y="51746"/>
                </a:lnTo>
                <a:cubicBezTo>
                  <a:pt x="297528" y="46393"/>
                  <a:pt x="296914" y="42972"/>
                  <a:pt x="295686" y="41486"/>
                </a:cubicBezTo>
                <a:cubicBezTo>
                  <a:pt x="294457" y="39999"/>
                  <a:pt x="292081" y="39147"/>
                  <a:pt x="288557" y="38930"/>
                </a:cubicBezTo>
                <a:lnTo>
                  <a:pt x="288557" y="36046"/>
                </a:lnTo>
                <a:lnTo>
                  <a:pt x="319957" y="36046"/>
                </a:lnTo>
                <a:close/>
                <a:moveTo>
                  <a:pt x="366924" y="36046"/>
                </a:moveTo>
                <a:lnTo>
                  <a:pt x="366924" y="45819"/>
                </a:lnTo>
                <a:cubicBezTo>
                  <a:pt x="370769" y="41625"/>
                  <a:pt x="374454" y="38574"/>
                  <a:pt x="377978" y="36667"/>
                </a:cubicBezTo>
                <a:cubicBezTo>
                  <a:pt x="381503" y="34758"/>
                  <a:pt x="385294" y="33803"/>
                  <a:pt x="389353" y="33803"/>
                </a:cubicBezTo>
                <a:cubicBezTo>
                  <a:pt x="394212" y="33803"/>
                  <a:pt x="398244" y="35153"/>
                  <a:pt x="401448" y="37853"/>
                </a:cubicBezTo>
                <a:cubicBezTo>
                  <a:pt x="404652" y="40554"/>
                  <a:pt x="406789" y="43909"/>
                  <a:pt x="407857" y="47919"/>
                </a:cubicBezTo>
                <a:cubicBezTo>
                  <a:pt x="408711" y="50968"/>
                  <a:pt x="409138" y="56824"/>
                  <a:pt x="409138" y="65486"/>
                </a:cubicBezTo>
                <a:lnTo>
                  <a:pt x="409138" y="94681"/>
                </a:lnTo>
                <a:cubicBezTo>
                  <a:pt x="409138" y="100448"/>
                  <a:pt x="409659" y="104040"/>
                  <a:pt x="410700" y="105455"/>
                </a:cubicBezTo>
                <a:cubicBezTo>
                  <a:pt x="411742" y="106870"/>
                  <a:pt x="413918" y="107765"/>
                  <a:pt x="417229" y="108138"/>
                </a:cubicBezTo>
                <a:lnTo>
                  <a:pt x="417229" y="111022"/>
                </a:lnTo>
                <a:lnTo>
                  <a:pt x="379340" y="111022"/>
                </a:lnTo>
                <a:lnTo>
                  <a:pt x="379340" y="108138"/>
                </a:lnTo>
                <a:cubicBezTo>
                  <a:pt x="382170" y="107765"/>
                  <a:pt x="384200" y="106590"/>
                  <a:pt x="385428" y="104614"/>
                </a:cubicBezTo>
                <a:cubicBezTo>
                  <a:pt x="386282" y="103279"/>
                  <a:pt x="386710" y="99968"/>
                  <a:pt x="386710" y="94681"/>
                </a:cubicBezTo>
                <a:lnTo>
                  <a:pt x="386710" y="61358"/>
                </a:lnTo>
                <a:cubicBezTo>
                  <a:pt x="386710" y="55217"/>
                  <a:pt x="386469" y="51346"/>
                  <a:pt x="385989" y="49744"/>
                </a:cubicBezTo>
                <a:cubicBezTo>
                  <a:pt x="385508" y="48142"/>
                  <a:pt x="384694" y="46900"/>
                  <a:pt x="383545" y="46019"/>
                </a:cubicBezTo>
                <a:cubicBezTo>
                  <a:pt x="382397" y="45138"/>
                  <a:pt x="381129" y="44697"/>
                  <a:pt x="379741" y="44697"/>
                </a:cubicBezTo>
                <a:cubicBezTo>
                  <a:pt x="375148" y="44697"/>
                  <a:pt x="370876" y="48008"/>
                  <a:pt x="366924" y="54630"/>
                </a:cubicBezTo>
                <a:lnTo>
                  <a:pt x="366924" y="94681"/>
                </a:lnTo>
                <a:cubicBezTo>
                  <a:pt x="366924" y="100288"/>
                  <a:pt x="367445" y="103839"/>
                  <a:pt x="368486" y="105335"/>
                </a:cubicBezTo>
                <a:cubicBezTo>
                  <a:pt x="369528" y="106830"/>
                  <a:pt x="371463" y="107765"/>
                  <a:pt x="374294" y="108138"/>
                </a:cubicBezTo>
                <a:lnTo>
                  <a:pt x="374294" y="111022"/>
                </a:lnTo>
                <a:lnTo>
                  <a:pt x="336405" y="111022"/>
                </a:lnTo>
                <a:lnTo>
                  <a:pt x="336405" y="108138"/>
                </a:lnTo>
                <a:cubicBezTo>
                  <a:pt x="339556" y="107818"/>
                  <a:pt x="341799" y="106803"/>
                  <a:pt x="343134" y="105094"/>
                </a:cubicBezTo>
                <a:cubicBezTo>
                  <a:pt x="344042" y="103920"/>
                  <a:pt x="344496" y="100448"/>
                  <a:pt x="344496" y="94681"/>
                </a:cubicBezTo>
                <a:lnTo>
                  <a:pt x="344496" y="52387"/>
                </a:lnTo>
                <a:cubicBezTo>
                  <a:pt x="344496" y="46658"/>
                  <a:pt x="343975" y="43091"/>
                  <a:pt x="342934" y="41686"/>
                </a:cubicBezTo>
                <a:cubicBezTo>
                  <a:pt x="341892" y="40281"/>
                  <a:pt x="339716" y="39362"/>
                  <a:pt x="336405" y="38930"/>
                </a:cubicBezTo>
                <a:lnTo>
                  <a:pt x="336405" y="36046"/>
                </a:lnTo>
                <a:lnTo>
                  <a:pt x="366924" y="36046"/>
                </a:lnTo>
                <a:close/>
                <a:moveTo>
                  <a:pt x="503874" y="33803"/>
                </a:moveTo>
                <a:cubicBezTo>
                  <a:pt x="510389" y="33803"/>
                  <a:pt x="516451" y="35487"/>
                  <a:pt x="522058" y="38855"/>
                </a:cubicBezTo>
                <a:cubicBezTo>
                  <a:pt x="527665" y="42222"/>
                  <a:pt x="531924" y="47007"/>
                  <a:pt x="534834" y="53208"/>
                </a:cubicBezTo>
                <a:cubicBezTo>
                  <a:pt x="537744" y="59409"/>
                  <a:pt x="539200" y="66198"/>
                  <a:pt x="539200" y="73574"/>
                </a:cubicBezTo>
                <a:cubicBezTo>
                  <a:pt x="539200" y="84211"/>
                  <a:pt x="536503" y="93112"/>
                  <a:pt x="531109" y="100276"/>
                </a:cubicBezTo>
                <a:cubicBezTo>
                  <a:pt x="524594" y="108935"/>
                  <a:pt x="515596" y="113265"/>
                  <a:pt x="504115" y="113265"/>
                </a:cubicBezTo>
                <a:cubicBezTo>
                  <a:pt x="492847" y="113265"/>
                  <a:pt x="484169" y="109309"/>
                  <a:pt x="478081" y="101397"/>
                </a:cubicBezTo>
                <a:cubicBezTo>
                  <a:pt x="471994" y="93485"/>
                  <a:pt x="468950" y="84318"/>
                  <a:pt x="468950" y="73895"/>
                </a:cubicBezTo>
                <a:cubicBezTo>
                  <a:pt x="468950" y="63151"/>
                  <a:pt x="472060" y="53783"/>
                  <a:pt x="478282" y="45791"/>
                </a:cubicBezTo>
                <a:cubicBezTo>
                  <a:pt x="484503" y="37799"/>
                  <a:pt x="493034" y="33803"/>
                  <a:pt x="503874" y="33803"/>
                </a:cubicBezTo>
                <a:moveTo>
                  <a:pt x="504195" y="39410"/>
                </a:moveTo>
                <a:cubicBezTo>
                  <a:pt x="501471" y="39410"/>
                  <a:pt x="499135" y="40440"/>
                  <a:pt x="497186" y="42499"/>
                </a:cubicBezTo>
                <a:cubicBezTo>
                  <a:pt x="495237" y="44557"/>
                  <a:pt x="493955" y="48620"/>
                  <a:pt x="493341" y="54687"/>
                </a:cubicBezTo>
                <a:cubicBezTo>
                  <a:pt x="492727" y="60755"/>
                  <a:pt x="492420" y="69189"/>
                  <a:pt x="492420" y="79990"/>
                </a:cubicBezTo>
                <a:cubicBezTo>
                  <a:pt x="492420" y="85710"/>
                  <a:pt x="492794" y="91057"/>
                  <a:pt x="493541" y="96030"/>
                </a:cubicBezTo>
                <a:cubicBezTo>
                  <a:pt x="494129" y="99825"/>
                  <a:pt x="495384" y="102712"/>
                  <a:pt x="497306" y="104691"/>
                </a:cubicBezTo>
                <a:cubicBezTo>
                  <a:pt x="499228" y="106669"/>
                  <a:pt x="501418" y="107658"/>
                  <a:pt x="503874" y="107658"/>
                </a:cubicBezTo>
                <a:cubicBezTo>
                  <a:pt x="506278" y="107658"/>
                  <a:pt x="508280" y="106989"/>
                  <a:pt x="509882" y="105653"/>
                </a:cubicBezTo>
                <a:cubicBezTo>
                  <a:pt x="511965" y="103835"/>
                  <a:pt x="513353" y="101295"/>
                  <a:pt x="514047" y="98033"/>
                </a:cubicBezTo>
                <a:cubicBezTo>
                  <a:pt x="515115" y="92955"/>
                  <a:pt x="515649" y="82690"/>
                  <a:pt x="515649" y="67239"/>
                </a:cubicBezTo>
                <a:cubicBezTo>
                  <a:pt x="515649" y="58150"/>
                  <a:pt x="515142" y="51909"/>
                  <a:pt x="514128" y="48515"/>
                </a:cubicBezTo>
                <a:cubicBezTo>
                  <a:pt x="513113" y="45119"/>
                  <a:pt x="511618" y="42645"/>
                  <a:pt x="509642" y="41095"/>
                </a:cubicBezTo>
                <a:cubicBezTo>
                  <a:pt x="508253" y="39972"/>
                  <a:pt x="506438" y="39410"/>
                  <a:pt x="504195" y="39410"/>
                </a:cubicBezTo>
                <a:close/>
                <a:moveTo>
                  <a:pt x="583416" y="43896"/>
                </a:moveTo>
                <a:lnTo>
                  <a:pt x="583416" y="95963"/>
                </a:lnTo>
                <a:cubicBezTo>
                  <a:pt x="583416" y="100982"/>
                  <a:pt x="583950" y="104133"/>
                  <a:pt x="585018" y="105415"/>
                </a:cubicBezTo>
                <a:cubicBezTo>
                  <a:pt x="586727" y="107391"/>
                  <a:pt x="589878" y="108299"/>
                  <a:pt x="594470" y="108138"/>
                </a:cubicBezTo>
                <a:lnTo>
                  <a:pt x="594470" y="111022"/>
                </a:lnTo>
                <a:lnTo>
                  <a:pt x="550334" y="111022"/>
                </a:lnTo>
                <a:lnTo>
                  <a:pt x="550334" y="108138"/>
                </a:lnTo>
                <a:cubicBezTo>
                  <a:pt x="553698" y="108085"/>
                  <a:pt x="556088" y="107698"/>
                  <a:pt x="557503" y="106977"/>
                </a:cubicBezTo>
                <a:cubicBezTo>
                  <a:pt x="558918" y="106256"/>
                  <a:pt x="559893" y="105255"/>
                  <a:pt x="560427" y="103973"/>
                </a:cubicBezTo>
                <a:cubicBezTo>
                  <a:pt x="560961" y="102691"/>
                  <a:pt x="561228" y="100021"/>
                  <a:pt x="561228" y="95963"/>
                </a:cubicBezTo>
                <a:lnTo>
                  <a:pt x="561228" y="43896"/>
                </a:lnTo>
                <a:lnTo>
                  <a:pt x="550334" y="43896"/>
                </a:lnTo>
                <a:lnTo>
                  <a:pt x="550334" y="36046"/>
                </a:lnTo>
                <a:lnTo>
                  <a:pt x="561228" y="36046"/>
                </a:lnTo>
                <a:lnTo>
                  <a:pt x="561228" y="30544"/>
                </a:lnTo>
                <a:lnTo>
                  <a:pt x="561148" y="26794"/>
                </a:lnTo>
                <a:cubicBezTo>
                  <a:pt x="561148" y="19139"/>
                  <a:pt x="563965" y="12760"/>
                  <a:pt x="569598" y="7657"/>
                </a:cubicBezTo>
                <a:cubicBezTo>
                  <a:pt x="575232" y="2552"/>
                  <a:pt x="582855" y="0"/>
                  <a:pt x="592468" y="0"/>
                </a:cubicBezTo>
                <a:cubicBezTo>
                  <a:pt x="599036" y="0"/>
                  <a:pt x="603909" y="1233"/>
                  <a:pt x="607086" y="3700"/>
                </a:cubicBezTo>
                <a:cubicBezTo>
                  <a:pt x="610264" y="6165"/>
                  <a:pt x="611853" y="8898"/>
                  <a:pt x="611853" y="11900"/>
                </a:cubicBezTo>
                <a:cubicBezTo>
                  <a:pt x="611853" y="14313"/>
                  <a:pt x="610865" y="16404"/>
                  <a:pt x="608889" y="18173"/>
                </a:cubicBezTo>
                <a:cubicBezTo>
                  <a:pt x="606913" y="19942"/>
                  <a:pt x="604296" y="20827"/>
                  <a:pt x="601039" y="20827"/>
                </a:cubicBezTo>
                <a:cubicBezTo>
                  <a:pt x="598262" y="20827"/>
                  <a:pt x="596059" y="20106"/>
                  <a:pt x="594430" y="18664"/>
                </a:cubicBezTo>
                <a:cubicBezTo>
                  <a:pt x="592802" y="17222"/>
                  <a:pt x="591987" y="15620"/>
                  <a:pt x="591987" y="13858"/>
                </a:cubicBezTo>
                <a:cubicBezTo>
                  <a:pt x="591987" y="13377"/>
                  <a:pt x="592147" y="12389"/>
                  <a:pt x="592468" y="10894"/>
                </a:cubicBezTo>
                <a:cubicBezTo>
                  <a:pt x="592681" y="9986"/>
                  <a:pt x="592788" y="9132"/>
                  <a:pt x="592788" y="8331"/>
                </a:cubicBezTo>
                <a:cubicBezTo>
                  <a:pt x="592788" y="7209"/>
                  <a:pt x="592468" y="6381"/>
                  <a:pt x="591827" y="5847"/>
                </a:cubicBezTo>
                <a:cubicBezTo>
                  <a:pt x="590972" y="5046"/>
                  <a:pt x="589931" y="4646"/>
                  <a:pt x="588703" y="4646"/>
                </a:cubicBezTo>
                <a:cubicBezTo>
                  <a:pt x="587154" y="4646"/>
                  <a:pt x="585859" y="5282"/>
                  <a:pt x="584818" y="6553"/>
                </a:cubicBezTo>
                <a:cubicBezTo>
                  <a:pt x="583777" y="7825"/>
                  <a:pt x="583256" y="9865"/>
                  <a:pt x="583256" y="12674"/>
                </a:cubicBezTo>
                <a:lnTo>
                  <a:pt x="583416" y="26587"/>
                </a:lnTo>
                <a:lnTo>
                  <a:pt x="583416" y="36046"/>
                </a:lnTo>
                <a:lnTo>
                  <a:pt x="594470" y="36046"/>
                </a:lnTo>
                <a:lnTo>
                  <a:pt x="594470" y="43896"/>
                </a:lnTo>
                <a:lnTo>
                  <a:pt x="583416" y="43896"/>
                </a:lnTo>
                <a:close/>
                <a:moveTo>
                  <a:pt x="675933" y="8491"/>
                </a:moveTo>
                <a:lnTo>
                  <a:pt x="675933" y="36046"/>
                </a:lnTo>
                <a:lnTo>
                  <a:pt x="693716" y="36046"/>
                </a:lnTo>
                <a:lnTo>
                  <a:pt x="693716" y="43896"/>
                </a:lnTo>
                <a:lnTo>
                  <a:pt x="675933" y="43896"/>
                </a:lnTo>
                <a:lnTo>
                  <a:pt x="675933" y="90240"/>
                </a:lnTo>
                <a:cubicBezTo>
                  <a:pt x="675933" y="94578"/>
                  <a:pt x="676134" y="97375"/>
                  <a:pt x="676534" y="98634"/>
                </a:cubicBezTo>
                <a:cubicBezTo>
                  <a:pt x="676935" y="99892"/>
                  <a:pt x="677642" y="100910"/>
                  <a:pt x="678657" y="101688"/>
                </a:cubicBezTo>
                <a:cubicBezTo>
                  <a:pt x="679671" y="102464"/>
                  <a:pt x="680606" y="102852"/>
                  <a:pt x="681460" y="102852"/>
                </a:cubicBezTo>
                <a:cubicBezTo>
                  <a:pt x="684931" y="102852"/>
                  <a:pt x="688216" y="100181"/>
                  <a:pt x="691313" y="94841"/>
                </a:cubicBezTo>
                <a:lnTo>
                  <a:pt x="693716" y="96621"/>
                </a:lnTo>
                <a:cubicBezTo>
                  <a:pt x="689390" y="106969"/>
                  <a:pt x="682368" y="112143"/>
                  <a:pt x="672649" y="112143"/>
                </a:cubicBezTo>
                <a:cubicBezTo>
                  <a:pt x="667896" y="112143"/>
                  <a:pt x="663878" y="110818"/>
                  <a:pt x="660594" y="108166"/>
                </a:cubicBezTo>
                <a:cubicBezTo>
                  <a:pt x="657309" y="105512"/>
                  <a:pt x="655213" y="102551"/>
                  <a:pt x="654306" y="99282"/>
                </a:cubicBezTo>
                <a:cubicBezTo>
                  <a:pt x="653772" y="97460"/>
                  <a:pt x="653505" y="92529"/>
                  <a:pt x="653505" y="84491"/>
                </a:cubicBezTo>
                <a:lnTo>
                  <a:pt x="653505" y="43896"/>
                </a:lnTo>
                <a:lnTo>
                  <a:pt x="643732" y="43896"/>
                </a:lnTo>
                <a:lnTo>
                  <a:pt x="643732" y="41085"/>
                </a:lnTo>
                <a:cubicBezTo>
                  <a:pt x="650461" y="36322"/>
                  <a:pt x="656188" y="31318"/>
                  <a:pt x="660914" y="26073"/>
                </a:cubicBezTo>
                <a:cubicBezTo>
                  <a:pt x="665640" y="20828"/>
                  <a:pt x="669765" y="14967"/>
                  <a:pt x="673290" y="8491"/>
                </a:cubicBezTo>
                <a:lnTo>
                  <a:pt x="675933" y="8491"/>
                </a:lnTo>
                <a:close/>
                <a:moveTo>
                  <a:pt x="731443" y="2403"/>
                </a:moveTo>
                <a:lnTo>
                  <a:pt x="731443" y="45738"/>
                </a:lnTo>
                <a:cubicBezTo>
                  <a:pt x="735555" y="41383"/>
                  <a:pt x="739320" y="38305"/>
                  <a:pt x="742737" y="36504"/>
                </a:cubicBezTo>
                <a:cubicBezTo>
                  <a:pt x="746155" y="34704"/>
                  <a:pt x="749706" y="33803"/>
                  <a:pt x="753391" y="33803"/>
                </a:cubicBezTo>
                <a:cubicBezTo>
                  <a:pt x="758090" y="33803"/>
                  <a:pt x="762109" y="35138"/>
                  <a:pt x="765446" y="37808"/>
                </a:cubicBezTo>
                <a:cubicBezTo>
                  <a:pt x="768784" y="40478"/>
                  <a:pt x="771000" y="43616"/>
                  <a:pt x="772095" y="47220"/>
                </a:cubicBezTo>
                <a:cubicBezTo>
                  <a:pt x="773190" y="50825"/>
                  <a:pt x="773737" y="56899"/>
                  <a:pt x="773737" y="65444"/>
                </a:cubicBezTo>
                <a:lnTo>
                  <a:pt x="773737" y="94681"/>
                </a:lnTo>
                <a:cubicBezTo>
                  <a:pt x="773737" y="100430"/>
                  <a:pt x="774271" y="104016"/>
                  <a:pt x="775339" y="105440"/>
                </a:cubicBezTo>
                <a:cubicBezTo>
                  <a:pt x="776407" y="106863"/>
                  <a:pt x="778570" y="107763"/>
                  <a:pt x="781827" y="108138"/>
                </a:cubicBezTo>
                <a:lnTo>
                  <a:pt x="781827" y="111022"/>
                </a:lnTo>
                <a:lnTo>
                  <a:pt x="743859" y="111022"/>
                </a:lnTo>
                <a:lnTo>
                  <a:pt x="743859" y="108138"/>
                </a:lnTo>
                <a:cubicBezTo>
                  <a:pt x="746529" y="107763"/>
                  <a:pt x="748531" y="106688"/>
                  <a:pt x="749867" y="104914"/>
                </a:cubicBezTo>
                <a:cubicBezTo>
                  <a:pt x="750828" y="103517"/>
                  <a:pt x="751308" y="100106"/>
                  <a:pt x="751308" y="94681"/>
                </a:cubicBezTo>
                <a:lnTo>
                  <a:pt x="751308" y="61331"/>
                </a:lnTo>
                <a:cubicBezTo>
                  <a:pt x="751308" y="55146"/>
                  <a:pt x="751068" y="51268"/>
                  <a:pt x="750587" y="49696"/>
                </a:cubicBezTo>
                <a:cubicBezTo>
                  <a:pt x="750107" y="48122"/>
                  <a:pt x="749292" y="46896"/>
                  <a:pt x="748144" y="46016"/>
                </a:cubicBezTo>
                <a:cubicBezTo>
                  <a:pt x="746996" y="45137"/>
                  <a:pt x="745701" y="44697"/>
                  <a:pt x="744259" y="44697"/>
                </a:cubicBezTo>
                <a:cubicBezTo>
                  <a:pt x="742123" y="44697"/>
                  <a:pt x="740041" y="45431"/>
                  <a:pt x="738011" y="46900"/>
                </a:cubicBezTo>
                <a:cubicBezTo>
                  <a:pt x="735982" y="48369"/>
                  <a:pt x="733793" y="50945"/>
                  <a:pt x="731443" y="54630"/>
                </a:cubicBezTo>
                <a:lnTo>
                  <a:pt x="731443" y="94681"/>
                </a:lnTo>
                <a:cubicBezTo>
                  <a:pt x="731443" y="100053"/>
                  <a:pt x="731843" y="103411"/>
                  <a:pt x="732644" y="104754"/>
                </a:cubicBezTo>
                <a:cubicBezTo>
                  <a:pt x="733659" y="106580"/>
                  <a:pt x="735742" y="107708"/>
                  <a:pt x="738892" y="108138"/>
                </a:cubicBezTo>
                <a:lnTo>
                  <a:pt x="738892" y="111022"/>
                </a:lnTo>
                <a:lnTo>
                  <a:pt x="700924" y="111022"/>
                </a:lnTo>
                <a:lnTo>
                  <a:pt x="700924" y="108138"/>
                </a:lnTo>
                <a:cubicBezTo>
                  <a:pt x="704075" y="107816"/>
                  <a:pt x="706317" y="106796"/>
                  <a:pt x="707653" y="105077"/>
                </a:cubicBezTo>
                <a:cubicBezTo>
                  <a:pt x="708560" y="103895"/>
                  <a:pt x="709014" y="100430"/>
                  <a:pt x="709014" y="94681"/>
                </a:cubicBezTo>
                <a:lnTo>
                  <a:pt x="709014" y="18744"/>
                </a:lnTo>
                <a:cubicBezTo>
                  <a:pt x="709014" y="13015"/>
                  <a:pt x="708494" y="9448"/>
                  <a:pt x="707452" y="8043"/>
                </a:cubicBezTo>
                <a:cubicBezTo>
                  <a:pt x="706411" y="6638"/>
                  <a:pt x="704235" y="5719"/>
                  <a:pt x="700924" y="5287"/>
                </a:cubicBezTo>
                <a:lnTo>
                  <a:pt x="700924" y="2403"/>
                </a:lnTo>
                <a:lnTo>
                  <a:pt x="731443" y="2403"/>
                </a:lnTo>
                <a:close/>
                <a:moveTo>
                  <a:pt x="827381" y="33803"/>
                </a:moveTo>
                <a:cubicBezTo>
                  <a:pt x="833896" y="33803"/>
                  <a:pt x="839957" y="35487"/>
                  <a:pt x="845564" y="38855"/>
                </a:cubicBezTo>
                <a:cubicBezTo>
                  <a:pt x="851171" y="42222"/>
                  <a:pt x="855430" y="47007"/>
                  <a:pt x="858340" y="53208"/>
                </a:cubicBezTo>
                <a:cubicBezTo>
                  <a:pt x="861251" y="59409"/>
                  <a:pt x="862706" y="66198"/>
                  <a:pt x="862706" y="73574"/>
                </a:cubicBezTo>
                <a:cubicBezTo>
                  <a:pt x="862706" y="84211"/>
                  <a:pt x="860009" y="93112"/>
                  <a:pt x="854616" y="100276"/>
                </a:cubicBezTo>
                <a:cubicBezTo>
                  <a:pt x="848101" y="108935"/>
                  <a:pt x="839102" y="113265"/>
                  <a:pt x="827621" y="113265"/>
                </a:cubicBezTo>
                <a:cubicBezTo>
                  <a:pt x="816353" y="113265"/>
                  <a:pt x="807675" y="109309"/>
                  <a:pt x="801588" y="101397"/>
                </a:cubicBezTo>
                <a:cubicBezTo>
                  <a:pt x="795500" y="93485"/>
                  <a:pt x="792456" y="84318"/>
                  <a:pt x="792456" y="73895"/>
                </a:cubicBezTo>
                <a:cubicBezTo>
                  <a:pt x="792456" y="63151"/>
                  <a:pt x="795567" y="53783"/>
                  <a:pt x="801788" y="45791"/>
                </a:cubicBezTo>
                <a:cubicBezTo>
                  <a:pt x="808009" y="37799"/>
                  <a:pt x="816540" y="33803"/>
                  <a:pt x="827381" y="33803"/>
                </a:cubicBezTo>
                <a:moveTo>
                  <a:pt x="827701" y="39410"/>
                </a:moveTo>
                <a:cubicBezTo>
                  <a:pt x="824978" y="39410"/>
                  <a:pt x="822641" y="40440"/>
                  <a:pt x="820692" y="42499"/>
                </a:cubicBezTo>
                <a:cubicBezTo>
                  <a:pt x="818743" y="44557"/>
                  <a:pt x="817461" y="48620"/>
                  <a:pt x="816847" y="54687"/>
                </a:cubicBezTo>
                <a:cubicBezTo>
                  <a:pt x="816233" y="60755"/>
                  <a:pt x="815926" y="69189"/>
                  <a:pt x="815926" y="79990"/>
                </a:cubicBezTo>
                <a:cubicBezTo>
                  <a:pt x="815926" y="85710"/>
                  <a:pt x="816300" y="91057"/>
                  <a:pt x="817047" y="96030"/>
                </a:cubicBezTo>
                <a:cubicBezTo>
                  <a:pt x="817635" y="99825"/>
                  <a:pt x="818890" y="102712"/>
                  <a:pt x="820812" y="104691"/>
                </a:cubicBezTo>
                <a:cubicBezTo>
                  <a:pt x="822735" y="106669"/>
                  <a:pt x="824924" y="107658"/>
                  <a:pt x="827381" y="107658"/>
                </a:cubicBezTo>
                <a:cubicBezTo>
                  <a:pt x="829784" y="107658"/>
                  <a:pt x="831786" y="106989"/>
                  <a:pt x="833388" y="105653"/>
                </a:cubicBezTo>
                <a:cubicBezTo>
                  <a:pt x="835471" y="103835"/>
                  <a:pt x="836859" y="101295"/>
                  <a:pt x="837554" y="98033"/>
                </a:cubicBezTo>
                <a:cubicBezTo>
                  <a:pt x="838622" y="92955"/>
                  <a:pt x="839156" y="82690"/>
                  <a:pt x="839156" y="67239"/>
                </a:cubicBezTo>
                <a:cubicBezTo>
                  <a:pt x="839156" y="58150"/>
                  <a:pt x="838648" y="51909"/>
                  <a:pt x="837634" y="48515"/>
                </a:cubicBezTo>
                <a:cubicBezTo>
                  <a:pt x="836619" y="45119"/>
                  <a:pt x="835124" y="42645"/>
                  <a:pt x="833148" y="41095"/>
                </a:cubicBezTo>
                <a:cubicBezTo>
                  <a:pt x="831760" y="39972"/>
                  <a:pt x="829944" y="39410"/>
                  <a:pt x="827701" y="39410"/>
                </a:cubicBezTo>
                <a:close/>
                <a:moveTo>
                  <a:pt x="946413" y="36046"/>
                </a:moveTo>
                <a:lnTo>
                  <a:pt x="946413" y="94681"/>
                </a:lnTo>
                <a:cubicBezTo>
                  <a:pt x="946413" y="100430"/>
                  <a:pt x="946947" y="104016"/>
                  <a:pt x="948015" y="105440"/>
                </a:cubicBezTo>
                <a:cubicBezTo>
                  <a:pt x="949083" y="106863"/>
                  <a:pt x="951246" y="107763"/>
                  <a:pt x="954503" y="108138"/>
                </a:cubicBezTo>
                <a:lnTo>
                  <a:pt x="954503" y="111022"/>
                </a:lnTo>
                <a:lnTo>
                  <a:pt x="923984" y="111022"/>
                </a:lnTo>
                <a:lnTo>
                  <a:pt x="923984" y="101009"/>
                </a:lnTo>
                <a:cubicBezTo>
                  <a:pt x="920406" y="105281"/>
                  <a:pt x="916828" y="108392"/>
                  <a:pt x="913251" y="110341"/>
                </a:cubicBezTo>
                <a:cubicBezTo>
                  <a:pt x="909673" y="112290"/>
                  <a:pt x="905668" y="113265"/>
                  <a:pt x="901235" y="113265"/>
                </a:cubicBezTo>
                <a:cubicBezTo>
                  <a:pt x="897016" y="113265"/>
                  <a:pt x="893265" y="111970"/>
                  <a:pt x="889981" y="109380"/>
                </a:cubicBezTo>
                <a:cubicBezTo>
                  <a:pt x="886697" y="106790"/>
                  <a:pt x="884494" y="103759"/>
                  <a:pt x="883372" y="100288"/>
                </a:cubicBezTo>
                <a:cubicBezTo>
                  <a:pt x="882251" y="96817"/>
                  <a:pt x="881690" y="90756"/>
                  <a:pt x="881690" y="82105"/>
                </a:cubicBezTo>
                <a:lnTo>
                  <a:pt x="881690" y="52387"/>
                </a:lnTo>
                <a:cubicBezTo>
                  <a:pt x="881690" y="46658"/>
                  <a:pt x="881170" y="43091"/>
                  <a:pt x="880128" y="41686"/>
                </a:cubicBezTo>
                <a:cubicBezTo>
                  <a:pt x="879087" y="40281"/>
                  <a:pt x="876911" y="39362"/>
                  <a:pt x="873600" y="38930"/>
                </a:cubicBezTo>
                <a:lnTo>
                  <a:pt x="873600" y="36046"/>
                </a:lnTo>
                <a:lnTo>
                  <a:pt x="904119" y="36046"/>
                </a:lnTo>
                <a:lnTo>
                  <a:pt x="904119" y="87294"/>
                </a:lnTo>
                <a:cubicBezTo>
                  <a:pt x="904119" y="92641"/>
                  <a:pt x="904373" y="96090"/>
                  <a:pt x="904880" y="97640"/>
                </a:cubicBezTo>
                <a:cubicBezTo>
                  <a:pt x="905387" y="99190"/>
                  <a:pt x="906188" y="100367"/>
                  <a:pt x="907283" y="101169"/>
                </a:cubicBezTo>
                <a:cubicBezTo>
                  <a:pt x="908378" y="101970"/>
                  <a:pt x="909646" y="102371"/>
                  <a:pt x="911088" y="102371"/>
                </a:cubicBezTo>
                <a:cubicBezTo>
                  <a:pt x="913010" y="102371"/>
                  <a:pt x="914746" y="101864"/>
                  <a:pt x="916294" y="100849"/>
                </a:cubicBezTo>
                <a:cubicBezTo>
                  <a:pt x="918431" y="99461"/>
                  <a:pt x="920994" y="96657"/>
                  <a:pt x="923984" y="92438"/>
                </a:cubicBezTo>
                <a:lnTo>
                  <a:pt x="923984" y="52387"/>
                </a:lnTo>
                <a:cubicBezTo>
                  <a:pt x="923984" y="46658"/>
                  <a:pt x="923464" y="43091"/>
                  <a:pt x="922422" y="41686"/>
                </a:cubicBezTo>
                <a:cubicBezTo>
                  <a:pt x="921381" y="40281"/>
                  <a:pt x="919205" y="39362"/>
                  <a:pt x="915894" y="38930"/>
                </a:cubicBezTo>
                <a:lnTo>
                  <a:pt x="915894" y="36046"/>
                </a:lnTo>
                <a:lnTo>
                  <a:pt x="946413" y="36046"/>
                </a:lnTo>
                <a:close/>
                <a:moveTo>
                  <a:pt x="1013353" y="37007"/>
                </a:moveTo>
                <a:lnTo>
                  <a:pt x="1038586" y="37007"/>
                </a:lnTo>
                <a:lnTo>
                  <a:pt x="1038586" y="45819"/>
                </a:lnTo>
                <a:lnTo>
                  <a:pt x="1024247" y="45819"/>
                </a:lnTo>
                <a:cubicBezTo>
                  <a:pt x="1026864" y="48435"/>
                  <a:pt x="1028680" y="50812"/>
                  <a:pt x="1029694" y="52948"/>
                </a:cubicBezTo>
                <a:cubicBezTo>
                  <a:pt x="1030976" y="55831"/>
                  <a:pt x="1031617" y="58849"/>
                  <a:pt x="1031617" y="61999"/>
                </a:cubicBezTo>
                <a:cubicBezTo>
                  <a:pt x="1031617" y="67339"/>
                  <a:pt x="1030135" y="71972"/>
                  <a:pt x="1027171" y="75897"/>
                </a:cubicBezTo>
                <a:cubicBezTo>
                  <a:pt x="1024207" y="79822"/>
                  <a:pt x="1020176" y="82893"/>
                  <a:pt x="1015076" y="85109"/>
                </a:cubicBezTo>
                <a:cubicBezTo>
                  <a:pt x="1009976" y="87325"/>
                  <a:pt x="1005450" y="88433"/>
                  <a:pt x="1001498" y="88433"/>
                </a:cubicBezTo>
                <a:cubicBezTo>
                  <a:pt x="1001178" y="88433"/>
                  <a:pt x="997974" y="88300"/>
                  <a:pt x="991886" y="88033"/>
                </a:cubicBezTo>
                <a:cubicBezTo>
                  <a:pt x="989483" y="88033"/>
                  <a:pt x="987467" y="88816"/>
                  <a:pt x="985838" y="90383"/>
                </a:cubicBezTo>
                <a:cubicBezTo>
                  <a:pt x="984210" y="91950"/>
                  <a:pt x="983395" y="93822"/>
                  <a:pt x="983395" y="95998"/>
                </a:cubicBezTo>
                <a:cubicBezTo>
                  <a:pt x="983395" y="97910"/>
                  <a:pt x="984129" y="99477"/>
                  <a:pt x="985598" y="100699"/>
                </a:cubicBezTo>
                <a:cubicBezTo>
                  <a:pt x="987067" y="101920"/>
                  <a:pt x="989456" y="102531"/>
                  <a:pt x="992767" y="102531"/>
                </a:cubicBezTo>
                <a:lnTo>
                  <a:pt x="1006625" y="102371"/>
                </a:lnTo>
                <a:cubicBezTo>
                  <a:pt x="1017839" y="102371"/>
                  <a:pt x="1025556" y="103602"/>
                  <a:pt x="1029774" y="106063"/>
                </a:cubicBezTo>
                <a:cubicBezTo>
                  <a:pt x="1035809" y="109486"/>
                  <a:pt x="1038826" y="114755"/>
                  <a:pt x="1038826" y="121871"/>
                </a:cubicBezTo>
                <a:cubicBezTo>
                  <a:pt x="1038826" y="126418"/>
                  <a:pt x="1037438" y="130551"/>
                  <a:pt x="1034661" y="134269"/>
                </a:cubicBezTo>
                <a:cubicBezTo>
                  <a:pt x="1031884" y="137987"/>
                  <a:pt x="1028226" y="140729"/>
                  <a:pt x="1023687" y="142495"/>
                </a:cubicBezTo>
                <a:cubicBezTo>
                  <a:pt x="1016798" y="145116"/>
                  <a:pt x="1008868" y="146427"/>
                  <a:pt x="999896" y="146427"/>
                </a:cubicBezTo>
                <a:cubicBezTo>
                  <a:pt x="993168" y="146427"/>
                  <a:pt x="987026" y="145773"/>
                  <a:pt x="981473" y="144465"/>
                </a:cubicBezTo>
                <a:cubicBezTo>
                  <a:pt x="975919" y="143156"/>
                  <a:pt x="971940" y="141340"/>
                  <a:pt x="969537" y="139015"/>
                </a:cubicBezTo>
                <a:cubicBezTo>
                  <a:pt x="967134" y="136692"/>
                  <a:pt x="965933" y="134248"/>
                  <a:pt x="965933" y="131683"/>
                </a:cubicBezTo>
                <a:cubicBezTo>
                  <a:pt x="965933" y="129227"/>
                  <a:pt x="966854" y="127023"/>
                  <a:pt x="968696" y="125072"/>
                </a:cubicBezTo>
                <a:cubicBezTo>
                  <a:pt x="970539" y="123123"/>
                  <a:pt x="973970" y="121481"/>
                  <a:pt x="978990" y="120146"/>
                </a:cubicBezTo>
                <a:cubicBezTo>
                  <a:pt x="972047" y="116728"/>
                  <a:pt x="968576" y="111977"/>
                  <a:pt x="968576" y="105890"/>
                </a:cubicBezTo>
                <a:cubicBezTo>
                  <a:pt x="968576" y="102206"/>
                  <a:pt x="969991" y="98629"/>
                  <a:pt x="972822" y="95159"/>
                </a:cubicBezTo>
                <a:cubicBezTo>
                  <a:pt x="975652" y="91688"/>
                  <a:pt x="980138" y="88671"/>
                  <a:pt x="986279" y="86108"/>
                </a:cubicBezTo>
                <a:cubicBezTo>
                  <a:pt x="979123" y="83488"/>
                  <a:pt x="973943" y="80038"/>
                  <a:pt x="970739" y="75759"/>
                </a:cubicBezTo>
                <a:cubicBezTo>
                  <a:pt x="967535" y="71481"/>
                  <a:pt x="965933" y="66533"/>
                  <a:pt x="965933" y="60918"/>
                </a:cubicBezTo>
                <a:cubicBezTo>
                  <a:pt x="965933" y="53592"/>
                  <a:pt x="968923" y="47241"/>
                  <a:pt x="974904" y="41866"/>
                </a:cubicBezTo>
                <a:cubicBezTo>
                  <a:pt x="980885" y="36491"/>
                  <a:pt x="988575" y="33803"/>
                  <a:pt x="997974" y="33803"/>
                </a:cubicBezTo>
                <a:cubicBezTo>
                  <a:pt x="1002940" y="33803"/>
                  <a:pt x="1008067" y="34871"/>
                  <a:pt x="1013353" y="37007"/>
                </a:cubicBezTo>
                <a:moveTo>
                  <a:pt x="999496" y="38930"/>
                </a:moveTo>
                <a:cubicBezTo>
                  <a:pt x="996398" y="38930"/>
                  <a:pt x="993782" y="40489"/>
                  <a:pt x="991646" y="43608"/>
                </a:cubicBezTo>
                <a:cubicBezTo>
                  <a:pt x="989510" y="46726"/>
                  <a:pt x="988442" y="53189"/>
                  <a:pt x="988442" y="62998"/>
                </a:cubicBezTo>
                <a:cubicBezTo>
                  <a:pt x="988442" y="70940"/>
                  <a:pt x="989496" y="76390"/>
                  <a:pt x="991606" y="79349"/>
                </a:cubicBezTo>
                <a:cubicBezTo>
                  <a:pt x="993715" y="82308"/>
                  <a:pt x="996212" y="83787"/>
                  <a:pt x="999095" y="83787"/>
                </a:cubicBezTo>
                <a:cubicBezTo>
                  <a:pt x="1002299" y="83787"/>
                  <a:pt x="1004969" y="82321"/>
                  <a:pt x="1007105" y="79389"/>
                </a:cubicBezTo>
                <a:cubicBezTo>
                  <a:pt x="1009242" y="76457"/>
                  <a:pt x="1010310" y="70753"/>
                  <a:pt x="1010310" y="62277"/>
                </a:cubicBezTo>
                <a:cubicBezTo>
                  <a:pt x="1010310" y="52737"/>
                  <a:pt x="1009108" y="46233"/>
                  <a:pt x="1006705" y="42767"/>
                </a:cubicBezTo>
                <a:cubicBezTo>
                  <a:pt x="1004996" y="40209"/>
                  <a:pt x="1002593" y="38930"/>
                  <a:pt x="999496" y="38930"/>
                </a:cubicBezTo>
                <a:moveTo>
                  <a:pt x="994770" y="122076"/>
                </a:moveTo>
                <a:cubicBezTo>
                  <a:pt x="989323" y="122076"/>
                  <a:pt x="985718" y="122528"/>
                  <a:pt x="983956" y="123433"/>
                </a:cubicBezTo>
                <a:cubicBezTo>
                  <a:pt x="980912" y="125080"/>
                  <a:pt x="979390" y="127313"/>
                  <a:pt x="979390" y="130131"/>
                </a:cubicBezTo>
                <a:cubicBezTo>
                  <a:pt x="979390" y="132843"/>
                  <a:pt x="980965" y="135302"/>
                  <a:pt x="984116" y="137508"/>
                </a:cubicBezTo>
                <a:cubicBezTo>
                  <a:pt x="987267" y="139716"/>
                  <a:pt x="993194" y="140820"/>
                  <a:pt x="1001899" y="140820"/>
                </a:cubicBezTo>
                <a:cubicBezTo>
                  <a:pt x="1009322" y="140820"/>
                  <a:pt x="1015156" y="139836"/>
                  <a:pt x="1019401" y="137869"/>
                </a:cubicBezTo>
                <a:cubicBezTo>
                  <a:pt x="1023647" y="135901"/>
                  <a:pt x="1025769" y="133136"/>
                  <a:pt x="1025769" y="129573"/>
                </a:cubicBezTo>
                <a:cubicBezTo>
                  <a:pt x="1025769" y="128245"/>
                  <a:pt x="1025369" y="127128"/>
                  <a:pt x="1024568" y="126224"/>
                </a:cubicBezTo>
                <a:cubicBezTo>
                  <a:pt x="1023126" y="124629"/>
                  <a:pt x="1020950" y="123538"/>
                  <a:pt x="1018039" y="122952"/>
                </a:cubicBezTo>
                <a:cubicBezTo>
                  <a:pt x="1015129" y="122368"/>
                  <a:pt x="1007372" y="122076"/>
                  <a:pt x="994770" y="122076"/>
                </a:cubicBezTo>
                <a:close/>
                <a:moveTo>
                  <a:pt x="1077916" y="2403"/>
                </a:moveTo>
                <a:lnTo>
                  <a:pt x="1077916" y="45738"/>
                </a:lnTo>
                <a:cubicBezTo>
                  <a:pt x="1082028" y="41383"/>
                  <a:pt x="1085793" y="38305"/>
                  <a:pt x="1089211" y="36504"/>
                </a:cubicBezTo>
                <a:cubicBezTo>
                  <a:pt x="1092628" y="34704"/>
                  <a:pt x="1096180" y="33803"/>
                  <a:pt x="1099864" y="33803"/>
                </a:cubicBezTo>
                <a:cubicBezTo>
                  <a:pt x="1104564" y="33803"/>
                  <a:pt x="1108582" y="35138"/>
                  <a:pt x="1111920" y="37808"/>
                </a:cubicBezTo>
                <a:cubicBezTo>
                  <a:pt x="1115257" y="40478"/>
                  <a:pt x="1117474" y="43616"/>
                  <a:pt x="1118568" y="47220"/>
                </a:cubicBezTo>
                <a:cubicBezTo>
                  <a:pt x="1119663" y="50825"/>
                  <a:pt x="1120210" y="56899"/>
                  <a:pt x="1120210" y="65444"/>
                </a:cubicBezTo>
                <a:lnTo>
                  <a:pt x="1120210" y="94681"/>
                </a:lnTo>
                <a:cubicBezTo>
                  <a:pt x="1120210" y="100430"/>
                  <a:pt x="1120744" y="104016"/>
                  <a:pt x="1121812" y="105440"/>
                </a:cubicBezTo>
                <a:cubicBezTo>
                  <a:pt x="1122880" y="106863"/>
                  <a:pt x="1125043" y="107763"/>
                  <a:pt x="1128301" y="108138"/>
                </a:cubicBezTo>
                <a:lnTo>
                  <a:pt x="1128301" y="111022"/>
                </a:lnTo>
                <a:lnTo>
                  <a:pt x="1090332" y="111022"/>
                </a:lnTo>
                <a:lnTo>
                  <a:pt x="1090332" y="108138"/>
                </a:lnTo>
                <a:cubicBezTo>
                  <a:pt x="1093002" y="107763"/>
                  <a:pt x="1095005" y="106688"/>
                  <a:pt x="1096340" y="104914"/>
                </a:cubicBezTo>
                <a:cubicBezTo>
                  <a:pt x="1097301" y="103517"/>
                  <a:pt x="1097782" y="100106"/>
                  <a:pt x="1097782" y="94681"/>
                </a:cubicBezTo>
                <a:lnTo>
                  <a:pt x="1097782" y="61331"/>
                </a:lnTo>
                <a:cubicBezTo>
                  <a:pt x="1097782" y="55146"/>
                  <a:pt x="1097541" y="51268"/>
                  <a:pt x="1097061" y="49696"/>
                </a:cubicBezTo>
                <a:cubicBezTo>
                  <a:pt x="1096580" y="48122"/>
                  <a:pt x="1095766" y="46896"/>
                  <a:pt x="1094618" y="46016"/>
                </a:cubicBezTo>
                <a:cubicBezTo>
                  <a:pt x="1093469" y="45137"/>
                  <a:pt x="1092174" y="44697"/>
                  <a:pt x="1090733" y="44697"/>
                </a:cubicBezTo>
                <a:cubicBezTo>
                  <a:pt x="1088597" y="44697"/>
                  <a:pt x="1086514" y="45431"/>
                  <a:pt x="1084485" y="46900"/>
                </a:cubicBezTo>
                <a:cubicBezTo>
                  <a:pt x="1082455" y="48369"/>
                  <a:pt x="1080266" y="50945"/>
                  <a:pt x="1077916" y="54630"/>
                </a:cubicBezTo>
                <a:lnTo>
                  <a:pt x="1077916" y="94681"/>
                </a:lnTo>
                <a:cubicBezTo>
                  <a:pt x="1077916" y="100053"/>
                  <a:pt x="1078317" y="103411"/>
                  <a:pt x="1079118" y="104754"/>
                </a:cubicBezTo>
                <a:cubicBezTo>
                  <a:pt x="1080132" y="106580"/>
                  <a:pt x="1082215" y="107708"/>
                  <a:pt x="1085366" y="108138"/>
                </a:cubicBezTo>
                <a:lnTo>
                  <a:pt x="1085366" y="111022"/>
                </a:lnTo>
                <a:lnTo>
                  <a:pt x="1047397" y="111022"/>
                </a:lnTo>
                <a:lnTo>
                  <a:pt x="1047397" y="108138"/>
                </a:lnTo>
                <a:cubicBezTo>
                  <a:pt x="1050548" y="107816"/>
                  <a:pt x="1052791" y="106796"/>
                  <a:pt x="1054126" y="105077"/>
                </a:cubicBezTo>
                <a:cubicBezTo>
                  <a:pt x="1055034" y="103895"/>
                  <a:pt x="1055488" y="100430"/>
                  <a:pt x="1055488" y="94681"/>
                </a:cubicBezTo>
                <a:lnTo>
                  <a:pt x="1055488" y="18744"/>
                </a:lnTo>
                <a:cubicBezTo>
                  <a:pt x="1055488" y="13015"/>
                  <a:pt x="1054967" y="9448"/>
                  <a:pt x="1053926" y="8043"/>
                </a:cubicBezTo>
                <a:cubicBezTo>
                  <a:pt x="1052884" y="6638"/>
                  <a:pt x="1050708" y="5719"/>
                  <a:pt x="1047397" y="5287"/>
                </a:cubicBezTo>
                <a:lnTo>
                  <a:pt x="1047397" y="2403"/>
                </a:lnTo>
                <a:lnTo>
                  <a:pt x="1077916" y="2403"/>
                </a:lnTo>
                <a:close/>
                <a:moveTo>
                  <a:pt x="1168247" y="8491"/>
                </a:moveTo>
                <a:lnTo>
                  <a:pt x="1168247" y="36046"/>
                </a:lnTo>
                <a:lnTo>
                  <a:pt x="1186030" y="36046"/>
                </a:lnTo>
                <a:lnTo>
                  <a:pt x="1186030" y="43896"/>
                </a:lnTo>
                <a:lnTo>
                  <a:pt x="1168247" y="43896"/>
                </a:lnTo>
                <a:lnTo>
                  <a:pt x="1168247" y="90240"/>
                </a:lnTo>
                <a:cubicBezTo>
                  <a:pt x="1168247" y="94578"/>
                  <a:pt x="1168447" y="97375"/>
                  <a:pt x="1168848" y="98634"/>
                </a:cubicBezTo>
                <a:cubicBezTo>
                  <a:pt x="1169248" y="99892"/>
                  <a:pt x="1169956" y="100910"/>
                  <a:pt x="1170970" y="101688"/>
                </a:cubicBezTo>
                <a:cubicBezTo>
                  <a:pt x="1171985" y="102464"/>
                  <a:pt x="1172919" y="102852"/>
                  <a:pt x="1173774" y="102852"/>
                </a:cubicBezTo>
                <a:cubicBezTo>
                  <a:pt x="1177245" y="102852"/>
                  <a:pt x="1180529" y="100181"/>
                  <a:pt x="1183626" y="94841"/>
                </a:cubicBezTo>
                <a:lnTo>
                  <a:pt x="1186030" y="96621"/>
                </a:lnTo>
                <a:cubicBezTo>
                  <a:pt x="1181704" y="106969"/>
                  <a:pt x="1174682" y="112143"/>
                  <a:pt x="1164963" y="112143"/>
                </a:cubicBezTo>
                <a:cubicBezTo>
                  <a:pt x="1160210" y="112143"/>
                  <a:pt x="1156191" y="110818"/>
                  <a:pt x="1152907" y="108166"/>
                </a:cubicBezTo>
                <a:cubicBezTo>
                  <a:pt x="1149623" y="105512"/>
                  <a:pt x="1147527" y="102551"/>
                  <a:pt x="1146619" y="99282"/>
                </a:cubicBezTo>
                <a:cubicBezTo>
                  <a:pt x="1146085" y="97460"/>
                  <a:pt x="1145818" y="92529"/>
                  <a:pt x="1145818" y="84491"/>
                </a:cubicBezTo>
                <a:lnTo>
                  <a:pt x="1145818" y="43896"/>
                </a:lnTo>
                <a:lnTo>
                  <a:pt x="1136046" y="43896"/>
                </a:lnTo>
                <a:lnTo>
                  <a:pt x="1136046" y="41085"/>
                </a:lnTo>
                <a:cubicBezTo>
                  <a:pt x="1142774" y="36322"/>
                  <a:pt x="1148502" y="31318"/>
                  <a:pt x="1153228" y="26073"/>
                </a:cubicBezTo>
                <a:cubicBezTo>
                  <a:pt x="1157954" y="20828"/>
                  <a:pt x="1162079" y="14967"/>
                  <a:pt x="1165603" y="8491"/>
                </a:cubicBezTo>
                <a:lnTo>
                  <a:pt x="1168247" y="84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Few-shotinstances">
            <a:extLst xmlns:a="http://schemas.openxmlformats.org/drawingml/2006/main">
              <a:ext uri="{FF2B5EF4-FFF2-40B4-BE49-F238E27FC236}">
                <a16:creationId xmlns:a16="http://schemas.microsoft.com/office/drawing/2014/main" id="{323397A0-BE38-481F-B6F8-6F4C42A7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812" y="4450502"/>
            <a:ext cx="1307322" cy="113265"/>
          </a:xfrm>
          <a:custGeom xmlns:a="http://schemas.openxmlformats.org/drawingml/2006/main">
            <a:pathLst>
              <a:path w="1307322" h="113265">
                <a:moveTo>
                  <a:pt x="41413" y="8651"/>
                </a:moveTo>
                <a:lnTo>
                  <a:pt x="41413" y="53188"/>
                </a:lnTo>
                <a:lnTo>
                  <a:pt x="44537" y="53188"/>
                </a:lnTo>
                <a:cubicBezTo>
                  <a:pt x="49343" y="53188"/>
                  <a:pt x="53268" y="52465"/>
                  <a:pt x="56312" y="51018"/>
                </a:cubicBezTo>
                <a:cubicBezTo>
                  <a:pt x="59356" y="49571"/>
                  <a:pt x="61933" y="47133"/>
                  <a:pt x="64042" y="43703"/>
                </a:cubicBezTo>
                <a:cubicBezTo>
                  <a:pt x="66151" y="40274"/>
                  <a:pt x="67526" y="35639"/>
                  <a:pt x="68167" y="29798"/>
                </a:cubicBezTo>
                <a:lnTo>
                  <a:pt x="70971" y="29798"/>
                </a:lnTo>
                <a:lnTo>
                  <a:pt x="70971" y="84428"/>
                </a:lnTo>
                <a:lnTo>
                  <a:pt x="68167" y="84428"/>
                </a:lnTo>
                <a:cubicBezTo>
                  <a:pt x="67153" y="74121"/>
                  <a:pt x="64389" y="67326"/>
                  <a:pt x="59877" y="64042"/>
                </a:cubicBezTo>
                <a:cubicBezTo>
                  <a:pt x="55364" y="60758"/>
                  <a:pt x="50251" y="59116"/>
                  <a:pt x="44537" y="59116"/>
                </a:cubicBezTo>
                <a:lnTo>
                  <a:pt x="41413" y="59116"/>
                </a:lnTo>
                <a:lnTo>
                  <a:pt x="41413" y="92438"/>
                </a:lnTo>
                <a:cubicBezTo>
                  <a:pt x="41413" y="98020"/>
                  <a:pt x="41720" y="101510"/>
                  <a:pt x="42334" y="102907"/>
                </a:cubicBezTo>
                <a:cubicBezTo>
                  <a:pt x="42948" y="104302"/>
                  <a:pt x="44150" y="105522"/>
                  <a:pt x="45939" y="106569"/>
                </a:cubicBezTo>
                <a:cubicBezTo>
                  <a:pt x="47728" y="107615"/>
                  <a:pt x="50144" y="108138"/>
                  <a:pt x="53188" y="108138"/>
                </a:cubicBezTo>
                <a:lnTo>
                  <a:pt x="56793" y="108138"/>
                </a:lnTo>
                <a:lnTo>
                  <a:pt x="56793" y="111022"/>
                </a:lnTo>
                <a:lnTo>
                  <a:pt x="0" y="111022"/>
                </a:lnTo>
                <a:lnTo>
                  <a:pt x="0" y="108138"/>
                </a:lnTo>
                <a:lnTo>
                  <a:pt x="3605" y="108138"/>
                </a:lnTo>
                <a:cubicBezTo>
                  <a:pt x="6755" y="108138"/>
                  <a:pt x="9292" y="107575"/>
                  <a:pt x="11214" y="106449"/>
                </a:cubicBezTo>
                <a:cubicBezTo>
                  <a:pt x="12603" y="105696"/>
                  <a:pt x="13671" y="104408"/>
                  <a:pt x="14418" y="102584"/>
                </a:cubicBezTo>
                <a:cubicBezTo>
                  <a:pt x="15006" y="101295"/>
                  <a:pt x="15300" y="97914"/>
                  <a:pt x="15300" y="92438"/>
                </a:cubicBezTo>
                <a:lnTo>
                  <a:pt x="15300" y="20987"/>
                </a:lnTo>
                <a:cubicBezTo>
                  <a:pt x="15300" y="15405"/>
                  <a:pt x="15006" y="11916"/>
                  <a:pt x="14418" y="10521"/>
                </a:cubicBezTo>
                <a:cubicBezTo>
                  <a:pt x="13831" y="9124"/>
                  <a:pt x="12643" y="7903"/>
                  <a:pt x="10854" y="6856"/>
                </a:cubicBezTo>
                <a:cubicBezTo>
                  <a:pt x="9065" y="5810"/>
                  <a:pt x="6649" y="5287"/>
                  <a:pt x="3605" y="5287"/>
                </a:cubicBezTo>
                <a:lnTo>
                  <a:pt x="0" y="5287"/>
                </a:lnTo>
                <a:lnTo>
                  <a:pt x="0" y="2403"/>
                </a:lnTo>
                <a:lnTo>
                  <a:pt x="91637" y="2403"/>
                </a:lnTo>
                <a:lnTo>
                  <a:pt x="91637" y="33643"/>
                </a:lnTo>
                <a:lnTo>
                  <a:pt x="88353" y="33643"/>
                </a:lnTo>
                <a:cubicBezTo>
                  <a:pt x="87605" y="26304"/>
                  <a:pt x="85696" y="20866"/>
                  <a:pt x="82626" y="17330"/>
                </a:cubicBezTo>
                <a:cubicBezTo>
                  <a:pt x="79555" y="13793"/>
                  <a:pt x="75109" y="11303"/>
                  <a:pt x="69289" y="9858"/>
                </a:cubicBezTo>
                <a:cubicBezTo>
                  <a:pt x="66085" y="9053"/>
                  <a:pt x="60157" y="8651"/>
                  <a:pt x="51506" y="8651"/>
                </a:cubicBezTo>
                <a:lnTo>
                  <a:pt x="41413" y="8651"/>
                </a:lnTo>
                <a:close/>
                <a:moveTo>
                  <a:pt x="165518" y="70811"/>
                </a:moveTo>
                <a:lnTo>
                  <a:pt x="124425" y="70811"/>
                </a:lnTo>
                <a:cubicBezTo>
                  <a:pt x="124906" y="80770"/>
                  <a:pt x="127549" y="88641"/>
                  <a:pt x="132355" y="94423"/>
                </a:cubicBezTo>
                <a:cubicBezTo>
                  <a:pt x="136040" y="98867"/>
                  <a:pt x="140472" y="101089"/>
                  <a:pt x="145652" y="101089"/>
                </a:cubicBezTo>
                <a:cubicBezTo>
                  <a:pt x="148856" y="101089"/>
                  <a:pt x="151767" y="100195"/>
                  <a:pt x="154384" y="98406"/>
                </a:cubicBezTo>
                <a:cubicBezTo>
                  <a:pt x="157000" y="96617"/>
                  <a:pt x="159804" y="93399"/>
                  <a:pt x="162794" y="88754"/>
                </a:cubicBezTo>
                <a:lnTo>
                  <a:pt x="165518" y="90516"/>
                </a:lnTo>
                <a:cubicBezTo>
                  <a:pt x="161459" y="98793"/>
                  <a:pt x="156974" y="104654"/>
                  <a:pt x="152061" y="108098"/>
                </a:cubicBezTo>
                <a:cubicBezTo>
                  <a:pt x="147148" y="111543"/>
                  <a:pt x="141460" y="113265"/>
                  <a:pt x="134999" y="113265"/>
                </a:cubicBezTo>
                <a:cubicBezTo>
                  <a:pt x="123891" y="113265"/>
                  <a:pt x="115480" y="108989"/>
                  <a:pt x="109766" y="100436"/>
                </a:cubicBezTo>
                <a:cubicBezTo>
                  <a:pt x="105174" y="93540"/>
                  <a:pt x="102878" y="84988"/>
                  <a:pt x="102878" y="74778"/>
                </a:cubicBezTo>
                <a:cubicBezTo>
                  <a:pt x="102878" y="62269"/>
                  <a:pt x="106255" y="52313"/>
                  <a:pt x="113011" y="44910"/>
                </a:cubicBezTo>
                <a:cubicBezTo>
                  <a:pt x="119766" y="37505"/>
                  <a:pt x="127683" y="33803"/>
                  <a:pt x="136761" y="33803"/>
                </a:cubicBezTo>
                <a:cubicBezTo>
                  <a:pt x="144344" y="33803"/>
                  <a:pt x="150926" y="36914"/>
                  <a:pt x="156506" y="43135"/>
                </a:cubicBezTo>
                <a:cubicBezTo>
                  <a:pt x="162087" y="49356"/>
                  <a:pt x="165091" y="58582"/>
                  <a:pt x="165518" y="70811"/>
                </a:cubicBezTo>
                <a:moveTo>
                  <a:pt x="145813" y="65524"/>
                </a:moveTo>
                <a:cubicBezTo>
                  <a:pt x="145813" y="56926"/>
                  <a:pt x="145345" y="51025"/>
                  <a:pt x="144411" y="47821"/>
                </a:cubicBezTo>
                <a:cubicBezTo>
                  <a:pt x="143476" y="44617"/>
                  <a:pt x="142021" y="42187"/>
                  <a:pt x="140045" y="40532"/>
                </a:cubicBezTo>
                <a:cubicBezTo>
                  <a:pt x="138924" y="39571"/>
                  <a:pt x="137429" y="39090"/>
                  <a:pt x="135559" y="39090"/>
                </a:cubicBezTo>
                <a:cubicBezTo>
                  <a:pt x="132783" y="39090"/>
                  <a:pt x="130513" y="40452"/>
                  <a:pt x="128751" y="43175"/>
                </a:cubicBezTo>
                <a:cubicBezTo>
                  <a:pt x="125600" y="47928"/>
                  <a:pt x="124025" y="54443"/>
                  <a:pt x="124025" y="62720"/>
                </a:cubicBezTo>
                <a:lnTo>
                  <a:pt x="124025" y="65524"/>
                </a:lnTo>
                <a:lnTo>
                  <a:pt x="145813" y="65524"/>
                </a:lnTo>
                <a:close/>
                <a:moveTo>
                  <a:pt x="249170" y="113265"/>
                </a:moveTo>
                <a:lnTo>
                  <a:pt x="228664" y="58262"/>
                </a:lnTo>
                <a:lnTo>
                  <a:pt x="208558" y="113265"/>
                </a:lnTo>
                <a:lnTo>
                  <a:pt x="204393" y="113265"/>
                </a:lnTo>
                <a:lnTo>
                  <a:pt x="184447" y="58930"/>
                </a:lnTo>
                <a:cubicBezTo>
                  <a:pt x="181457" y="50596"/>
                  <a:pt x="178920" y="45166"/>
                  <a:pt x="176837" y="42640"/>
                </a:cubicBezTo>
                <a:cubicBezTo>
                  <a:pt x="175502" y="40919"/>
                  <a:pt x="173473" y="39682"/>
                  <a:pt x="170750" y="38930"/>
                </a:cubicBezTo>
                <a:lnTo>
                  <a:pt x="170750" y="36046"/>
                </a:lnTo>
                <a:lnTo>
                  <a:pt x="208558" y="36046"/>
                </a:lnTo>
                <a:lnTo>
                  <a:pt x="208558" y="38930"/>
                </a:lnTo>
                <a:cubicBezTo>
                  <a:pt x="205995" y="38930"/>
                  <a:pt x="204232" y="39307"/>
                  <a:pt x="203271" y="40061"/>
                </a:cubicBezTo>
                <a:cubicBezTo>
                  <a:pt x="202310" y="40814"/>
                  <a:pt x="201829" y="41675"/>
                  <a:pt x="201829" y="42645"/>
                </a:cubicBezTo>
                <a:cubicBezTo>
                  <a:pt x="201829" y="43559"/>
                  <a:pt x="202684" y="46304"/>
                  <a:pt x="204393" y="50880"/>
                </a:cubicBezTo>
                <a:lnTo>
                  <a:pt x="215367" y="80148"/>
                </a:lnTo>
                <a:lnTo>
                  <a:pt x="225940" y="50970"/>
                </a:lnTo>
                <a:lnTo>
                  <a:pt x="225139" y="48918"/>
                </a:lnTo>
                <a:cubicBezTo>
                  <a:pt x="223537" y="44891"/>
                  <a:pt x="222135" y="42327"/>
                  <a:pt x="220934" y="41225"/>
                </a:cubicBezTo>
                <a:cubicBezTo>
                  <a:pt x="219732" y="40124"/>
                  <a:pt x="217877" y="39359"/>
                  <a:pt x="215367" y="38930"/>
                </a:cubicBezTo>
                <a:lnTo>
                  <a:pt x="215367" y="36046"/>
                </a:lnTo>
                <a:lnTo>
                  <a:pt x="253736" y="36046"/>
                </a:lnTo>
                <a:lnTo>
                  <a:pt x="253736" y="38930"/>
                </a:lnTo>
                <a:cubicBezTo>
                  <a:pt x="250745" y="39092"/>
                  <a:pt x="248849" y="39509"/>
                  <a:pt x="248048" y="40181"/>
                </a:cubicBezTo>
                <a:cubicBezTo>
                  <a:pt x="247247" y="40854"/>
                  <a:pt x="246847" y="41809"/>
                  <a:pt x="246847" y="43048"/>
                </a:cubicBezTo>
                <a:cubicBezTo>
                  <a:pt x="246847" y="44232"/>
                  <a:pt x="247621" y="46843"/>
                  <a:pt x="249170" y="50880"/>
                </a:cubicBezTo>
                <a:lnTo>
                  <a:pt x="259743" y="80148"/>
                </a:lnTo>
                <a:lnTo>
                  <a:pt x="269356" y="53206"/>
                </a:lnTo>
                <a:cubicBezTo>
                  <a:pt x="270744" y="49334"/>
                  <a:pt x="271438" y="46699"/>
                  <a:pt x="271438" y="45300"/>
                </a:cubicBezTo>
                <a:cubicBezTo>
                  <a:pt x="271438" y="43204"/>
                  <a:pt x="270931" y="41672"/>
                  <a:pt x="269916" y="40705"/>
                </a:cubicBezTo>
                <a:cubicBezTo>
                  <a:pt x="268902" y="39737"/>
                  <a:pt x="266926" y="39145"/>
                  <a:pt x="263989" y="38930"/>
                </a:cubicBezTo>
                <a:lnTo>
                  <a:pt x="263989" y="36046"/>
                </a:lnTo>
                <a:lnTo>
                  <a:pt x="286177" y="36046"/>
                </a:lnTo>
                <a:lnTo>
                  <a:pt x="286177" y="38930"/>
                </a:lnTo>
                <a:cubicBezTo>
                  <a:pt x="283721" y="39254"/>
                  <a:pt x="281772" y="40129"/>
                  <a:pt x="280330" y="41556"/>
                </a:cubicBezTo>
                <a:cubicBezTo>
                  <a:pt x="278888" y="42982"/>
                  <a:pt x="277019" y="47036"/>
                  <a:pt x="274723" y="53716"/>
                </a:cubicBezTo>
                <a:lnTo>
                  <a:pt x="253736" y="113265"/>
                </a:lnTo>
                <a:lnTo>
                  <a:pt x="249170" y="113265"/>
                </a:lnTo>
                <a:close/>
                <a:moveTo>
                  <a:pt x="338537" y="81544"/>
                </a:moveTo>
                <a:lnTo>
                  <a:pt x="291837" y="81544"/>
                </a:lnTo>
                <a:lnTo>
                  <a:pt x="291837" y="64883"/>
                </a:lnTo>
                <a:lnTo>
                  <a:pt x="338537" y="64883"/>
                </a:lnTo>
                <a:lnTo>
                  <a:pt x="338537" y="81544"/>
                </a:lnTo>
                <a:close/>
                <a:moveTo>
                  <a:pt x="395328" y="34124"/>
                </a:moveTo>
                <a:lnTo>
                  <a:pt x="396529" y="59756"/>
                </a:lnTo>
                <a:lnTo>
                  <a:pt x="393806" y="59756"/>
                </a:lnTo>
                <a:cubicBezTo>
                  <a:pt x="390548" y="52112"/>
                  <a:pt x="387171" y="46890"/>
                  <a:pt x="383673" y="44091"/>
                </a:cubicBezTo>
                <a:cubicBezTo>
                  <a:pt x="380175" y="41291"/>
                  <a:pt x="376691" y="39891"/>
                  <a:pt x="373220" y="39891"/>
                </a:cubicBezTo>
                <a:cubicBezTo>
                  <a:pt x="371030" y="39891"/>
                  <a:pt x="369161" y="40625"/>
                  <a:pt x="367612" y="42094"/>
                </a:cubicBezTo>
                <a:cubicBezTo>
                  <a:pt x="366064" y="43562"/>
                  <a:pt x="365290" y="45258"/>
                  <a:pt x="365290" y="47180"/>
                </a:cubicBezTo>
                <a:cubicBezTo>
                  <a:pt x="365290" y="48622"/>
                  <a:pt x="365824" y="50011"/>
                  <a:pt x="366892" y="51346"/>
                </a:cubicBezTo>
                <a:cubicBezTo>
                  <a:pt x="368600" y="53535"/>
                  <a:pt x="373380" y="57287"/>
                  <a:pt x="381230" y="62600"/>
                </a:cubicBezTo>
                <a:cubicBezTo>
                  <a:pt x="389080" y="67914"/>
                  <a:pt x="394247" y="72426"/>
                  <a:pt x="396730" y="76137"/>
                </a:cubicBezTo>
                <a:cubicBezTo>
                  <a:pt x="399213" y="79849"/>
                  <a:pt x="400455" y="84001"/>
                  <a:pt x="400455" y="88593"/>
                </a:cubicBezTo>
                <a:cubicBezTo>
                  <a:pt x="400455" y="92759"/>
                  <a:pt x="399413" y="96844"/>
                  <a:pt x="397331" y="100849"/>
                </a:cubicBezTo>
                <a:cubicBezTo>
                  <a:pt x="395248" y="104854"/>
                  <a:pt x="392311" y="107925"/>
                  <a:pt x="388519" y="110061"/>
                </a:cubicBezTo>
                <a:cubicBezTo>
                  <a:pt x="384728" y="112197"/>
                  <a:pt x="380536" y="113265"/>
                  <a:pt x="375943" y="113265"/>
                </a:cubicBezTo>
                <a:cubicBezTo>
                  <a:pt x="372365" y="113265"/>
                  <a:pt x="367586" y="112123"/>
                  <a:pt x="361605" y="109838"/>
                </a:cubicBezTo>
                <a:cubicBezTo>
                  <a:pt x="360003" y="109239"/>
                  <a:pt x="358908" y="108939"/>
                  <a:pt x="358321" y="108939"/>
                </a:cubicBezTo>
                <a:cubicBezTo>
                  <a:pt x="356558" y="108939"/>
                  <a:pt x="355090" y="110274"/>
                  <a:pt x="353915" y="112944"/>
                </a:cubicBezTo>
                <a:lnTo>
                  <a:pt x="351272" y="112944"/>
                </a:lnTo>
                <a:lnTo>
                  <a:pt x="349990" y="86030"/>
                </a:lnTo>
                <a:lnTo>
                  <a:pt x="352713" y="86030"/>
                </a:lnTo>
                <a:cubicBezTo>
                  <a:pt x="355117" y="93079"/>
                  <a:pt x="358414" y="98366"/>
                  <a:pt x="362606" y="101890"/>
                </a:cubicBezTo>
                <a:cubicBezTo>
                  <a:pt x="366798" y="105415"/>
                  <a:pt x="370763" y="107177"/>
                  <a:pt x="374501" y="107177"/>
                </a:cubicBezTo>
                <a:cubicBezTo>
                  <a:pt x="377065" y="107177"/>
                  <a:pt x="379161" y="106389"/>
                  <a:pt x="380789" y="104814"/>
                </a:cubicBezTo>
                <a:cubicBezTo>
                  <a:pt x="382418" y="103239"/>
                  <a:pt x="383232" y="101330"/>
                  <a:pt x="383232" y="99087"/>
                </a:cubicBezTo>
                <a:cubicBezTo>
                  <a:pt x="383232" y="96523"/>
                  <a:pt x="382431" y="94307"/>
                  <a:pt x="380829" y="92438"/>
                </a:cubicBezTo>
                <a:cubicBezTo>
                  <a:pt x="379227" y="90569"/>
                  <a:pt x="375649" y="87739"/>
                  <a:pt x="370096" y="83947"/>
                </a:cubicBezTo>
                <a:cubicBezTo>
                  <a:pt x="361925" y="78287"/>
                  <a:pt x="356638" y="73961"/>
                  <a:pt x="354235" y="70971"/>
                </a:cubicBezTo>
                <a:cubicBezTo>
                  <a:pt x="350711" y="66592"/>
                  <a:pt x="348949" y="61759"/>
                  <a:pt x="348949" y="56472"/>
                </a:cubicBezTo>
                <a:cubicBezTo>
                  <a:pt x="348949" y="50705"/>
                  <a:pt x="350938" y="45485"/>
                  <a:pt x="354916" y="40812"/>
                </a:cubicBezTo>
                <a:cubicBezTo>
                  <a:pt x="358895" y="36140"/>
                  <a:pt x="364649" y="33803"/>
                  <a:pt x="372178" y="33803"/>
                </a:cubicBezTo>
                <a:cubicBezTo>
                  <a:pt x="376237" y="33803"/>
                  <a:pt x="380162" y="34830"/>
                  <a:pt x="383953" y="36882"/>
                </a:cubicBezTo>
                <a:cubicBezTo>
                  <a:pt x="385395" y="37713"/>
                  <a:pt x="386570" y="38129"/>
                  <a:pt x="387478" y="38129"/>
                </a:cubicBezTo>
                <a:cubicBezTo>
                  <a:pt x="388439" y="38129"/>
                  <a:pt x="389213" y="37929"/>
                  <a:pt x="389801" y="37528"/>
                </a:cubicBezTo>
                <a:cubicBezTo>
                  <a:pt x="390388" y="37127"/>
                  <a:pt x="391323" y="35993"/>
                  <a:pt x="392604" y="34124"/>
                </a:cubicBezTo>
                <a:lnTo>
                  <a:pt x="395328" y="34124"/>
                </a:lnTo>
                <a:close/>
                <a:moveTo>
                  <a:pt x="442402" y="2403"/>
                </a:moveTo>
                <a:lnTo>
                  <a:pt x="442402" y="45738"/>
                </a:lnTo>
                <a:cubicBezTo>
                  <a:pt x="446514" y="41383"/>
                  <a:pt x="450279" y="38305"/>
                  <a:pt x="453696" y="36504"/>
                </a:cubicBezTo>
                <a:cubicBezTo>
                  <a:pt x="457114" y="34704"/>
                  <a:pt x="460665" y="33803"/>
                  <a:pt x="464350" y="33803"/>
                </a:cubicBezTo>
                <a:cubicBezTo>
                  <a:pt x="469049" y="33803"/>
                  <a:pt x="473068" y="35138"/>
                  <a:pt x="476405" y="37808"/>
                </a:cubicBezTo>
                <a:cubicBezTo>
                  <a:pt x="479743" y="40478"/>
                  <a:pt x="481959" y="43616"/>
                  <a:pt x="483054" y="47220"/>
                </a:cubicBezTo>
                <a:cubicBezTo>
                  <a:pt x="484149" y="50825"/>
                  <a:pt x="484696" y="56899"/>
                  <a:pt x="484696" y="65444"/>
                </a:cubicBezTo>
                <a:lnTo>
                  <a:pt x="484696" y="94681"/>
                </a:lnTo>
                <a:cubicBezTo>
                  <a:pt x="484696" y="100430"/>
                  <a:pt x="485230" y="104016"/>
                  <a:pt x="486298" y="105440"/>
                </a:cubicBezTo>
                <a:cubicBezTo>
                  <a:pt x="487366" y="106863"/>
                  <a:pt x="489529" y="107763"/>
                  <a:pt x="492786" y="108138"/>
                </a:cubicBezTo>
                <a:lnTo>
                  <a:pt x="492786" y="111022"/>
                </a:lnTo>
                <a:lnTo>
                  <a:pt x="454818" y="111022"/>
                </a:lnTo>
                <a:lnTo>
                  <a:pt x="454818" y="108138"/>
                </a:lnTo>
                <a:cubicBezTo>
                  <a:pt x="457488" y="107763"/>
                  <a:pt x="459490" y="106688"/>
                  <a:pt x="460826" y="104914"/>
                </a:cubicBezTo>
                <a:cubicBezTo>
                  <a:pt x="461787" y="103517"/>
                  <a:pt x="462267" y="100106"/>
                  <a:pt x="462267" y="94681"/>
                </a:cubicBezTo>
                <a:lnTo>
                  <a:pt x="462267" y="61331"/>
                </a:lnTo>
                <a:cubicBezTo>
                  <a:pt x="462267" y="55146"/>
                  <a:pt x="462027" y="51268"/>
                  <a:pt x="461546" y="49696"/>
                </a:cubicBezTo>
                <a:cubicBezTo>
                  <a:pt x="461066" y="48122"/>
                  <a:pt x="460251" y="46896"/>
                  <a:pt x="459103" y="46016"/>
                </a:cubicBezTo>
                <a:cubicBezTo>
                  <a:pt x="457955" y="45137"/>
                  <a:pt x="456660" y="44697"/>
                  <a:pt x="455218" y="44697"/>
                </a:cubicBezTo>
                <a:cubicBezTo>
                  <a:pt x="453082" y="44697"/>
                  <a:pt x="451000" y="45431"/>
                  <a:pt x="448970" y="46900"/>
                </a:cubicBezTo>
                <a:cubicBezTo>
                  <a:pt x="446941" y="48369"/>
                  <a:pt x="444752" y="50945"/>
                  <a:pt x="442402" y="54630"/>
                </a:cubicBezTo>
                <a:lnTo>
                  <a:pt x="442402" y="94681"/>
                </a:lnTo>
                <a:cubicBezTo>
                  <a:pt x="442402" y="100053"/>
                  <a:pt x="442802" y="103411"/>
                  <a:pt x="443603" y="104754"/>
                </a:cubicBezTo>
                <a:cubicBezTo>
                  <a:pt x="444618" y="106580"/>
                  <a:pt x="446701" y="107708"/>
                  <a:pt x="449851" y="108138"/>
                </a:cubicBezTo>
                <a:lnTo>
                  <a:pt x="449851" y="111022"/>
                </a:lnTo>
                <a:lnTo>
                  <a:pt x="411883" y="111022"/>
                </a:lnTo>
                <a:lnTo>
                  <a:pt x="411883" y="108138"/>
                </a:lnTo>
                <a:cubicBezTo>
                  <a:pt x="415034" y="107816"/>
                  <a:pt x="417276" y="106796"/>
                  <a:pt x="418612" y="105077"/>
                </a:cubicBezTo>
                <a:cubicBezTo>
                  <a:pt x="419519" y="103895"/>
                  <a:pt x="419973" y="100430"/>
                  <a:pt x="419973" y="94681"/>
                </a:cubicBezTo>
                <a:lnTo>
                  <a:pt x="419973" y="18744"/>
                </a:lnTo>
                <a:cubicBezTo>
                  <a:pt x="419973" y="13015"/>
                  <a:pt x="419453" y="9448"/>
                  <a:pt x="418411" y="8043"/>
                </a:cubicBezTo>
                <a:cubicBezTo>
                  <a:pt x="417370" y="6638"/>
                  <a:pt x="415194" y="5719"/>
                  <a:pt x="411883" y="5287"/>
                </a:cubicBezTo>
                <a:lnTo>
                  <a:pt x="411883" y="2403"/>
                </a:lnTo>
                <a:lnTo>
                  <a:pt x="442402" y="2403"/>
                </a:lnTo>
                <a:close/>
                <a:moveTo>
                  <a:pt x="538339" y="33803"/>
                </a:moveTo>
                <a:cubicBezTo>
                  <a:pt x="544854" y="33803"/>
                  <a:pt x="550915" y="35487"/>
                  <a:pt x="556523" y="38855"/>
                </a:cubicBezTo>
                <a:cubicBezTo>
                  <a:pt x="562130" y="42222"/>
                  <a:pt x="566389" y="47007"/>
                  <a:pt x="569299" y="53208"/>
                </a:cubicBezTo>
                <a:cubicBezTo>
                  <a:pt x="572209" y="59409"/>
                  <a:pt x="573665" y="66198"/>
                  <a:pt x="573665" y="73574"/>
                </a:cubicBezTo>
                <a:cubicBezTo>
                  <a:pt x="573665" y="84211"/>
                  <a:pt x="570968" y="93112"/>
                  <a:pt x="565574" y="100276"/>
                </a:cubicBezTo>
                <a:cubicBezTo>
                  <a:pt x="559059" y="108935"/>
                  <a:pt x="550061" y="113265"/>
                  <a:pt x="538580" y="113265"/>
                </a:cubicBezTo>
                <a:cubicBezTo>
                  <a:pt x="527312" y="113265"/>
                  <a:pt x="518634" y="109309"/>
                  <a:pt x="512546" y="101397"/>
                </a:cubicBezTo>
                <a:cubicBezTo>
                  <a:pt x="506459" y="93485"/>
                  <a:pt x="503415" y="84318"/>
                  <a:pt x="503415" y="73895"/>
                </a:cubicBezTo>
                <a:cubicBezTo>
                  <a:pt x="503415" y="63151"/>
                  <a:pt x="506525" y="53783"/>
                  <a:pt x="512747" y="45791"/>
                </a:cubicBezTo>
                <a:cubicBezTo>
                  <a:pt x="518968" y="37799"/>
                  <a:pt x="527499" y="33803"/>
                  <a:pt x="538339" y="33803"/>
                </a:cubicBezTo>
                <a:moveTo>
                  <a:pt x="538660" y="39410"/>
                </a:moveTo>
                <a:cubicBezTo>
                  <a:pt x="535936" y="39410"/>
                  <a:pt x="533600" y="40440"/>
                  <a:pt x="531651" y="42499"/>
                </a:cubicBezTo>
                <a:cubicBezTo>
                  <a:pt x="529702" y="44557"/>
                  <a:pt x="528420" y="48620"/>
                  <a:pt x="527806" y="54687"/>
                </a:cubicBezTo>
                <a:cubicBezTo>
                  <a:pt x="527192" y="60755"/>
                  <a:pt x="526885" y="69189"/>
                  <a:pt x="526885" y="79990"/>
                </a:cubicBezTo>
                <a:cubicBezTo>
                  <a:pt x="526885" y="85710"/>
                  <a:pt x="527259" y="91057"/>
                  <a:pt x="528006" y="96030"/>
                </a:cubicBezTo>
                <a:cubicBezTo>
                  <a:pt x="528594" y="99825"/>
                  <a:pt x="529849" y="102712"/>
                  <a:pt x="531771" y="104691"/>
                </a:cubicBezTo>
                <a:cubicBezTo>
                  <a:pt x="533693" y="106669"/>
                  <a:pt x="535883" y="107658"/>
                  <a:pt x="538339" y="107658"/>
                </a:cubicBezTo>
                <a:cubicBezTo>
                  <a:pt x="540742" y="107658"/>
                  <a:pt x="542745" y="106989"/>
                  <a:pt x="544347" y="105653"/>
                </a:cubicBezTo>
                <a:cubicBezTo>
                  <a:pt x="546430" y="103835"/>
                  <a:pt x="547818" y="101295"/>
                  <a:pt x="548512" y="98033"/>
                </a:cubicBezTo>
                <a:cubicBezTo>
                  <a:pt x="549580" y="92955"/>
                  <a:pt x="550114" y="82690"/>
                  <a:pt x="550114" y="67239"/>
                </a:cubicBezTo>
                <a:cubicBezTo>
                  <a:pt x="550114" y="58150"/>
                  <a:pt x="549607" y="51909"/>
                  <a:pt x="548592" y="48515"/>
                </a:cubicBezTo>
                <a:cubicBezTo>
                  <a:pt x="547578" y="45119"/>
                  <a:pt x="546083" y="42645"/>
                  <a:pt x="544107" y="41095"/>
                </a:cubicBezTo>
                <a:cubicBezTo>
                  <a:pt x="542718" y="39972"/>
                  <a:pt x="540903" y="39410"/>
                  <a:pt x="538660" y="39410"/>
                </a:cubicBezTo>
                <a:close/>
                <a:moveTo>
                  <a:pt x="614757" y="8491"/>
                </a:moveTo>
                <a:lnTo>
                  <a:pt x="614757" y="36046"/>
                </a:lnTo>
                <a:lnTo>
                  <a:pt x="632540" y="36046"/>
                </a:lnTo>
                <a:lnTo>
                  <a:pt x="632540" y="43896"/>
                </a:lnTo>
                <a:lnTo>
                  <a:pt x="614757" y="43896"/>
                </a:lnTo>
                <a:lnTo>
                  <a:pt x="614757" y="90240"/>
                </a:lnTo>
                <a:cubicBezTo>
                  <a:pt x="614757" y="94578"/>
                  <a:pt x="614958" y="97375"/>
                  <a:pt x="615358" y="98634"/>
                </a:cubicBezTo>
                <a:cubicBezTo>
                  <a:pt x="615759" y="99892"/>
                  <a:pt x="616466" y="100910"/>
                  <a:pt x="617481" y="101688"/>
                </a:cubicBezTo>
                <a:cubicBezTo>
                  <a:pt x="618495" y="102464"/>
                  <a:pt x="619430" y="102852"/>
                  <a:pt x="620284" y="102852"/>
                </a:cubicBezTo>
                <a:cubicBezTo>
                  <a:pt x="623755" y="102852"/>
                  <a:pt x="627040" y="100181"/>
                  <a:pt x="630137" y="94841"/>
                </a:cubicBezTo>
                <a:lnTo>
                  <a:pt x="632540" y="96621"/>
                </a:lnTo>
                <a:cubicBezTo>
                  <a:pt x="628215" y="106969"/>
                  <a:pt x="621192" y="112143"/>
                  <a:pt x="611473" y="112143"/>
                </a:cubicBezTo>
                <a:cubicBezTo>
                  <a:pt x="606720" y="112143"/>
                  <a:pt x="602702" y="110818"/>
                  <a:pt x="599418" y="108166"/>
                </a:cubicBezTo>
                <a:cubicBezTo>
                  <a:pt x="596133" y="105512"/>
                  <a:pt x="594037" y="102551"/>
                  <a:pt x="593130" y="99282"/>
                </a:cubicBezTo>
                <a:cubicBezTo>
                  <a:pt x="592596" y="97460"/>
                  <a:pt x="592329" y="92529"/>
                  <a:pt x="592329" y="84491"/>
                </a:cubicBezTo>
                <a:lnTo>
                  <a:pt x="592329" y="43896"/>
                </a:lnTo>
                <a:lnTo>
                  <a:pt x="582556" y="43896"/>
                </a:lnTo>
                <a:lnTo>
                  <a:pt x="582556" y="41085"/>
                </a:lnTo>
                <a:cubicBezTo>
                  <a:pt x="589285" y="36322"/>
                  <a:pt x="595012" y="31318"/>
                  <a:pt x="599738" y="26073"/>
                </a:cubicBezTo>
                <a:cubicBezTo>
                  <a:pt x="604464" y="20828"/>
                  <a:pt x="608589" y="14967"/>
                  <a:pt x="612114" y="8491"/>
                </a:cubicBezTo>
                <a:lnTo>
                  <a:pt x="614757" y="8491"/>
                </a:lnTo>
                <a:close/>
                <a:moveTo>
                  <a:pt x="698703" y="0"/>
                </a:moveTo>
                <a:cubicBezTo>
                  <a:pt x="702174" y="0"/>
                  <a:pt x="705111" y="1219"/>
                  <a:pt x="707514" y="3657"/>
                </a:cubicBezTo>
                <a:cubicBezTo>
                  <a:pt x="709918" y="6094"/>
                  <a:pt x="711119" y="9027"/>
                  <a:pt x="711119" y="12456"/>
                </a:cubicBezTo>
                <a:cubicBezTo>
                  <a:pt x="711119" y="15885"/>
                  <a:pt x="709904" y="18806"/>
                  <a:pt x="707474" y="21217"/>
                </a:cubicBezTo>
                <a:cubicBezTo>
                  <a:pt x="705045" y="23627"/>
                  <a:pt x="702121" y="24832"/>
                  <a:pt x="698703" y="24832"/>
                </a:cubicBezTo>
                <a:cubicBezTo>
                  <a:pt x="695285" y="24832"/>
                  <a:pt x="692375" y="23627"/>
                  <a:pt x="689972" y="21217"/>
                </a:cubicBezTo>
                <a:cubicBezTo>
                  <a:pt x="687569" y="18806"/>
                  <a:pt x="686367" y="15885"/>
                  <a:pt x="686367" y="12456"/>
                </a:cubicBezTo>
                <a:cubicBezTo>
                  <a:pt x="686367" y="9027"/>
                  <a:pt x="687569" y="6094"/>
                  <a:pt x="689972" y="3657"/>
                </a:cubicBezTo>
                <a:cubicBezTo>
                  <a:pt x="692375" y="1219"/>
                  <a:pt x="695285" y="0"/>
                  <a:pt x="698703" y="0"/>
                </a:cubicBezTo>
                <a:moveTo>
                  <a:pt x="709918" y="36046"/>
                </a:moveTo>
                <a:lnTo>
                  <a:pt x="709918" y="95482"/>
                </a:lnTo>
                <a:cubicBezTo>
                  <a:pt x="709918" y="100769"/>
                  <a:pt x="710532" y="104147"/>
                  <a:pt x="711760" y="105615"/>
                </a:cubicBezTo>
                <a:cubicBezTo>
                  <a:pt x="712988" y="107084"/>
                  <a:pt x="715391" y="107925"/>
                  <a:pt x="718969" y="108138"/>
                </a:cubicBezTo>
                <a:lnTo>
                  <a:pt x="718969" y="111022"/>
                </a:lnTo>
                <a:lnTo>
                  <a:pt x="678517" y="111022"/>
                </a:lnTo>
                <a:lnTo>
                  <a:pt x="678517" y="108138"/>
                </a:lnTo>
                <a:cubicBezTo>
                  <a:pt x="681828" y="108032"/>
                  <a:pt x="684285" y="107070"/>
                  <a:pt x="685887" y="105255"/>
                </a:cubicBezTo>
                <a:cubicBezTo>
                  <a:pt x="686955" y="104026"/>
                  <a:pt x="687489" y="100769"/>
                  <a:pt x="687489" y="95482"/>
                </a:cubicBezTo>
                <a:lnTo>
                  <a:pt x="687489" y="51746"/>
                </a:lnTo>
                <a:cubicBezTo>
                  <a:pt x="687489" y="46393"/>
                  <a:pt x="686875" y="42972"/>
                  <a:pt x="685646" y="41486"/>
                </a:cubicBezTo>
                <a:cubicBezTo>
                  <a:pt x="684418" y="39999"/>
                  <a:pt x="682042" y="39147"/>
                  <a:pt x="678517" y="38930"/>
                </a:cubicBezTo>
                <a:lnTo>
                  <a:pt x="678517" y="36046"/>
                </a:lnTo>
                <a:lnTo>
                  <a:pt x="709918" y="36046"/>
                </a:lnTo>
                <a:close/>
                <a:moveTo>
                  <a:pt x="756885" y="36046"/>
                </a:moveTo>
                <a:lnTo>
                  <a:pt x="756885" y="45819"/>
                </a:lnTo>
                <a:cubicBezTo>
                  <a:pt x="760730" y="41625"/>
                  <a:pt x="764415" y="38574"/>
                  <a:pt x="767939" y="36667"/>
                </a:cubicBezTo>
                <a:cubicBezTo>
                  <a:pt x="771464" y="34758"/>
                  <a:pt x="775255" y="33803"/>
                  <a:pt x="779314" y="33803"/>
                </a:cubicBezTo>
                <a:cubicBezTo>
                  <a:pt x="784173" y="33803"/>
                  <a:pt x="788205" y="35153"/>
                  <a:pt x="791409" y="37853"/>
                </a:cubicBezTo>
                <a:cubicBezTo>
                  <a:pt x="794613" y="40554"/>
                  <a:pt x="796750" y="43909"/>
                  <a:pt x="797818" y="47919"/>
                </a:cubicBezTo>
                <a:cubicBezTo>
                  <a:pt x="798672" y="50968"/>
                  <a:pt x="799099" y="56824"/>
                  <a:pt x="799099" y="65486"/>
                </a:cubicBezTo>
                <a:lnTo>
                  <a:pt x="799099" y="94681"/>
                </a:lnTo>
                <a:cubicBezTo>
                  <a:pt x="799099" y="100448"/>
                  <a:pt x="799620" y="104040"/>
                  <a:pt x="800661" y="105455"/>
                </a:cubicBezTo>
                <a:cubicBezTo>
                  <a:pt x="801703" y="106870"/>
                  <a:pt x="803879" y="107765"/>
                  <a:pt x="807190" y="108138"/>
                </a:cubicBezTo>
                <a:lnTo>
                  <a:pt x="807190" y="111022"/>
                </a:lnTo>
                <a:lnTo>
                  <a:pt x="769301" y="111022"/>
                </a:lnTo>
                <a:lnTo>
                  <a:pt x="769301" y="108138"/>
                </a:lnTo>
                <a:cubicBezTo>
                  <a:pt x="772131" y="107765"/>
                  <a:pt x="774161" y="106590"/>
                  <a:pt x="775389" y="104614"/>
                </a:cubicBezTo>
                <a:cubicBezTo>
                  <a:pt x="776243" y="103279"/>
                  <a:pt x="776671" y="99968"/>
                  <a:pt x="776671" y="94681"/>
                </a:cubicBezTo>
                <a:lnTo>
                  <a:pt x="776671" y="61358"/>
                </a:lnTo>
                <a:cubicBezTo>
                  <a:pt x="776671" y="55217"/>
                  <a:pt x="776430" y="51346"/>
                  <a:pt x="775950" y="49744"/>
                </a:cubicBezTo>
                <a:cubicBezTo>
                  <a:pt x="775469" y="48142"/>
                  <a:pt x="774655" y="46900"/>
                  <a:pt x="773506" y="46019"/>
                </a:cubicBezTo>
                <a:cubicBezTo>
                  <a:pt x="772358" y="45138"/>
                  <a:pt x="771090" y="44697"/>
                  <a:pt x="769702" y="44697"/>
                </a:cubicBezTo>
                <a:cubicBezTo>
                  <a:pt x="765109" y="44697"/>
                  <a:pt x="760837" y="48008"/>
                  <a:pt x="756885" y="54630"/>
                </a:cubicBezTo>
                <a:lnTo>
                  <a:pt x="756885" y="94681"/>
                </a:lnTo>
                <a:cubicBezTo>
                  <a:pt x="756885" y="100288"/>
                  <a:pt x="757406" y="103839"/>
                  <a:pt x="758447" y="105335"/>
                </a:cubicBezTo>
                <a:cubicBezTo>
                  <a:pt x="759489" y="106830"/>
                  <a:pt x="761424" y="107765"/>
                  <a:pt x="764255" y="108138"/>
                </a:cubicBezTo>
                <a:lnTo>
                  <a:pt x="764255" y="111022"/>
                </a:lnTo>
                <a:lnTo>
                  <a:pt x="726366" y="111022"/>
                </a:lnTo>
                <a:lnTo>
                  <a:pt x="726366" y="108138"/>
                </a:lnTo>
                <a:cubicBezTo>
                  <a:pt x="729517" y="107818"/>
                  <a:pt x="731760" y="106803"/>
                  <a:pt x="733095" y="105094"/>
                </a:cubicBezTo>
                <a:cubicBezTo>
                  <a:pt x="734003" y="103920"/>
                  <a:pt x="734457" y="100448"/>
                  <a:pt x="734457" y="94681"/>
                </a:cubicBezTo>
                <a:lnTo>
                  <a:pt x="734457" y="52387"/>
                </a:lnTo>
                <a:cubicBezTo>
                  <a:pt x="734457" y="46658"/>
                  <a:pt x="733936" y="43091"/>
                  <a:pt x="732895" y="41686"/>
                </a:cubicBezTo>
                <a:cubicBezTo>
                  <a:pt x="731853" y="40281"/>
                  <a:pt x="729677" y="39362"/>
                  <a:pt x="726366" y="38930"/>
                </a:cubicBezTo>
                <a:lnTo>
                  <a:pt x="726366" y="36046"/>
                </a:lnTo>
                <a:lnTo>
                  <a:pt x="756885" y="36046"/>
                </a:lnTo>
                <a:close/>
                <a:moveTo>
                  <a:pt x="864839" y="34124"/>
                </a:moveTo>
                <a:lnTo>
                  <a:pt x="866040" y="59756"/>
                </a:lnTo>
                <a:lnTo>
                  <a:pt x="863317" y="59756"/>
                </a:lnTo>
                <a:cubicBezTo>
                  <a:pt x="860059" y="52112"/>
                  <a:pt x="856682" y="46890"/>
                  <a:pt x="853184" y="44091"/>
                </a:cubicBezTo>
                <a:cubicBezTo>
                  <a:pt x="849686" y="41291"/>
                  <a:pt x="846201" y="39891"/>
                  <a:pt x="842730" y="39891"/>
                </a:cubicBezTo>
                <a:cubicBezTo>
                  <a:pt x="840541" y="39891"/>
                  <a:pt x="838672" y="40625"/>
                  <a:pt x="837123" y="42094"/>
                </a:cubicBezTo>
                <a:cubicBezTo>
                  <a:pt x="835575" y="43562"/>
                  <a:pt x="834800" y="45258"/>
                  <a:pt x="834800" y="47180"/>
                </a:cubicBezTo>
                <a:cubicBezTo>
                  <a:pt x="834800" y="48622"/>
                  <a:pt x="835334" y="50011"/>
                  <a:pt x="836402" y="51346"/>
                </a:cubicBezTo>
                <a:cubicBezTo>
                  <a:pt x="838111" y="53535"/>
                  <a:pt x="842891" y="57287"/>
                  <a:pt x="850741" y="62600"/>
                </a:cubicBezTo>
                <a:cubicBezTo>
                  <a:pt x="858591" y="67914"/>
                  <a:pt x="863757" y="72426"/>
                  <a:pt x="866240" y="76137"/>
                </a:cubicBezTo>
                <a:cubicBezTo>
                  <a:pt x="868724" y="79849"/>
                  <a:pt x="869965" y="84001"/>
                  <a:pt x="869965" y="88593"/>
                </a:cubicBezTo>
                <a:cubicBezTo>
                  <a:pt x="869965" y="92759"/>
                  <a:pt x="868924" y="96844"/>
                  <a:pt x="866841" y="100849"/>
                </a:cubicBezTo>
                <a:cubicBezTo>
                  <a:pt x="864759" y="104854"/>
                  <a:pt x="861821" y="107925"/>
                  <a:pt x="858030" y="110061"/>
                </a:cubicBezTo>
                <a:cubicBezTo>
                  <a:pt x="854238" y="112197"/>
                  <a:pt x="850046" y="113265"/>
                  <a:pt x="845454" y="113265"/>
                </a:cubicBezTo>
                <a:cubicBezTo>
                  <a:pt x="841876" y="113265"/>
                  <a:pt x="837096" y="112123"/>
                  <a:pt x="831115" y="109838"/>
                </a:cubicBezTo>
                <a:cubicBezTo>
                  <a:pt x="829513" y="109239"/>
                  <a:pt x="828419" y="108939"/>
                  <a:pt x="827831" y="108939"/>
                </a:cubicBezTo>
                <a:cubicBezTo>
                  <a:pt x="826069" y="108939"/>
                  <a:pt x="824600" y="110274"/>
                  <a:pt x="823426" y="112944"/>
                </a:cubicBezTo>
                <a:lnTo>
                  <a:pt x="820782" y="112944"/>
                </a:lnTo>
                <a:lnTo>
                  <a:pt x="819501" y="86030"/>
                </a:lnTo>
                <a:lnTo>
                  <a:pt x="822224" y="86030"/>
                </a:lnTo>
                <a:cubicBezTo>
                  <a:pt x="824627" y="93079"/>
                  <a:pt x="827925" y="98366"/>
                  <a:pt x="832117" y="101890"/>
                </a:cubicBezTo>
                <a:cubicBezTo>
                  <a:pt x="836309" y="105415"/>
                  <a:pt x="840274" y="107177"/>
                  <a:pt x="844012" y="107177"/>
                </a:cubicBezTo>
                <a:cubicBezTo>
                  <a:pt x="846575" y="107177"/>
                  <a:pt x="848671" y="106389"/>
                  <a:pt x="850300" y="104814"/>
                </a:cubicBezTo>
                <a:cubicBezTo>
                  <a:pt x="851929" y="103239"/>
                  <a:pt x="852743" y="101330"/>
                  <a:pt x="852743" y="99087"/>
                </a:cubicBezTo>
                <a:cubicBezTo>
                  <a:pt x="852743" y="96523"/>
                  <a:pt x="851942" y="94307"/>
                  <a:pt x="850340" y="92438"/>
                </a:cubicBezTo>
                <a:cubicBezTo>
                  <a:pt x="848738" y="90569"/>
                  <a:pt x="845160" y="87739"/>
                  <a:pt x="839606" y="83947"/>
                </a:cubicBezTo>
                <a:cubicBezTo>
                  <a:pt x="831436" y="78287"/>
                  <a:pt x="826149" y="73961"/>
                  <a:pt x="823746" y="70971"/>
                </a:cubicBezTo>
                <a:cubicBezTo>
                  <a:pt x="820222" y="66592"/>
                  <a:pt x="818459" y="61759"/>
                  <a:pt x="818459" y="56472"/>
                </a:cubicBezTo>
                <a:cubicBezTo>
                  <a:pt x="818459" y="50705"/>
                  <a:pt x="820449" y="45485"/>
                  <a:pt x="824427" y="40812"/>
                </a:cubicBezTo>
                <a:cubicBezTo>
                  <a:pt x="828405" y="36140"/>
                  <a:pt x="834159" y="33803"/>
                  <a:pt x="841689" y="33803"/>
                </a:cubicBezTo>
                <a:cubicBezTo>
                  <a:pt x="845748" y="33803"/>
                  <a:pt x="849673" y="34830"/>
                  <a:pt x="853464" y="36882"/>
                </a:cubicBezTo>
                <a:cubicBezTo>
                  <a:pt x="854906" y="37713"/>
                  <a:pt x="856081" y="38129"/>
                  <a:pt x="856989" y="38129"/>
                </a:cubicBezTo>
                <a:cubicBezTo>
                  <a:pt x="857950" y="38129"/>
                  <a:pt x="858724" y="37929"/>
                  <a:pt x="859312" y="37528"/>
                </a:cubicBezTo>
                <a:cubicBezTo>
                  <a:pt x="859899" y="37127"/>
                  <a:pt x="860834" y="35993"/>
                  <a:pt x="862115" y="34124"/>
                </a:cubicBezTo>
                <a:lnTo>
                  <a:pt x="864839" y="34124"/>
                </a:lnTo>
                <a:close/>
                <a:moveTo>
                  <a:pt x="911031" y="8491"/>
                </a:moveTo>
                <a:lnTo>
                  <a:pt x="911031" y="36046"/>
                </a:lnTo>
                <a:lnTo>
                  <a:pt x="928814" y="36046"/>
                </a:lnTo>
                <a:lnTo>
                  <a:pt x="928814" y="43896"/>
                </a:lnTo>
                <a:lnTo>
                  <a:pt x="911031" y="43896"/>
                </a:lnTo>
                <a:lnTo>
                  <a:pt x="911031" y="90240"/>
                </a:lnTo>
                <a:cubicBezTo>
                  <a:pt x="911031" y="94578"/>
                  <a:pt x="911232" y="97375"/>
                  <a:pt x="911632" y="98634"/>
                </a:cubicBezTo>
                <a:cubicBezTo>
                  <a:pt x="912033" y="99892"/>
                  <a:pt x="912740" y="100910"/>
                  <a:pt x="913755" y="101688"/>
                </a:cubicBezTo>
                <a:cubicBezTo>
                  <a:pt x="914770" y="102464"/>
                  <a:pt x="915704" y="102852"/>
                  <a:pt x="916559" y="102852"/>
                </a:cubicBezTo>
                <a:cubicBezTo>
                  <a:pt x="920030" y="102852"/>
                  <a:pt x="923314" y="100181"/>
                  <a:pt x="926411" y="94841"/>
                </a:cubicBezTo>
                <a:lnTo>
                  <a:pt x="928814" y="96621"/>
                </a:lnTo>
                <a:cubicBezTo>
                  <a:pt x="924489" y="106969"/>
                  <a:pt x="917466" y="112143"/>
                  <a:pt x="907747" y="112143"/>
                </a:cubicBezTo>
                <a:cubicBezTo>
                  <a:pt x="902995" y="112143"/>
                  <a:pt x="898976" y="110818"/>
                  <a:pt x="895692" y="108166"/>
                </a:cubicBezTo>
                <a:cubicBezTo>
                  <a:pt x="892408" y="105512"/>
                  <a:pt x="890312" y="102551"/>
                  <a:pt x="889404" y="99282"/>
                </a:cubicBezTo>
                <a:cubicBezTo>
                  <a:pt x="888870" y="97460"/>
                  <a:pt x="888603" y="92529"/>
                  <a:pt x="888603" y="84491"/>
                </a:cubicBezTo>
                <a:lnTo>
                  <a:pt x="888603" y="43896"/>
                </a:lnTo>
                <a:lnTo>
                  <a:pt x="878830" y="43896"/>
                </a:lnTo>
                <a:lnTo>
                  <a:pt x="878830" y="41085"/>
                </a:lnTo>
                <a:cubicBezTo>
                  <a:pt x="885559" y="36322"/>
                  <a:pt x="891286" y="31318"/>
                  <a:pt x="896012" y="26073"/>
                </a:cubicBezTo>
                <a:cubicBezTo>
                  <a:pt x="900738" y="20828"/>
                  <a:pt x="904864" y="14967"/>
                  <a:pt x="908388" y="8491"/>
                </a:cubicBezTo>
                <a:lnTo>
                  <a:pt x="911031" y="8491"/>
                </a:lnTo>
                <a:close/>
                <a:moveTo>
                  <a:pt x="977275" y="99968"/>
                </a:moveTo>
                <a:cubicBezTo>
                  <a:pt x="968143" y="108085"/>
                  <a:pt x="959946" y="112143"/>
                  <a:pt x="952683" y="112143"/>
                </a:cubicBezTo>
                <a:cubicBezTo>
                  <a:pt x="948411" y="112143"/>
                  <a:pt x="944860" y="110737"/>
                  <a:pt x="942030" y="107926"/>
                </a:cubicBezTo>
                <a:cubicBezTo>
                  <a:pt x="939200" y="105112"/>
                  <a:pt x="937784" y="101589"/>
                  <a:pt x="937784" y="97357"/>
                </a:cubicBezTo>
                <a:cubicBezTo>
                  <a:pt x="937784" y="91623"/>
                  <a:pt x="940241" y="86466"/>
                  <a:pt x="945154" y="81885"/>
                </a:cubicBezTo>
                <a:cubicBezTo>
                  <a:pt x="950067" y="77304"/>
                  <a:pt x="960774" y="71209"/>
                  <a:pt x="977275" y="63601"/>
                </a:cubicBezTo>
                <a:lnTo>
                  <a:pt x="977275" y="56072"/>
                </a:lnTo>
                <a:cubicBezTo>
                  <a:pt x="977275" y="50411"/>
                  <a:pt x="976968" y="46847"/>
                  <a:pt x="976354" y="45378"/>
                </a:cubicBezTo>
                <a:cubicBezTo>
                  <a:pt x="975740" y="43909"/>
                  <a:pt x="974578" y="42628"/>
                  <a:pt x="972869" y="41533"/>
                </a:cubicBezTo>
                <a:cubicBezTo>
                  <a:pt x="971160" y="40438"/>
                  <a:pt x="969238" y="39891"/>
                  <a:pt x="967102" y="39891"/>
                </a:cubicBezTo>
                <a:cubicBezTo>
                  <a:pt x="963631" y="39891"/>
                  <a:pt x="960774" y="40665"/>
                  <a:pt x="958531" y="42214"/>
                </a:cubicBezTo>
                <a:cubicBezTo>
                  <a:pt x="957142" y="43175"/>
                  <a:pt x="956448" y="44297"/>
                  <a:pt x="956448" y="45578"/>
                </a:cubicBezTo>
                <a:cubicBezTo>
                  <a:pt x="956448" y="46700"/>
                  <a:pt x="957196" y="48088"/>
                  <a:pt x="958691" y="49744"/>
                </a:cubicBezTo>
                <a:cubicBezTo>
                  <a:pt x="960720" y="52040"/>
                  <a:pt x="961735" y="54256"/>
                  <a:pt x="961735" y="56392"/>
                </a:cubicBezTo>
                <a:cubicBezTo>
                  <a:pt x="961735" y="59009"/>
                  <a:pt x="960760" y="61238"/>
                  <a:pt x="958811" y="63081"/>
                </a:cubicBezTo>
                <a:cubicBezTo>
                  <a:pt x="956862" y="64923"/>
                  <a:pt x="954312" y="65844"/>
                  <a:pt x="951161" y="65844"/>
                </a:cubicBezTo>
                <a:cubicBezTo>
                  <a:pt x="947797" y="65844"/>
                  <a:pt x="944980" y="64830"/>
                  <a:pt x="942711" y="62800"/>
                </a:cubicBezTo>
                <a:cubicBezTo>
                  <a:pt x="940441" y="60771"/>
                  <a:pt x="939306" y="58395"/>
                  <a:pt x="939306" y="55671"/>
                </a:cubicBezTo>
                <a:cubicBezTo>
                  <a:pt x="939306" y="51826"/>
                  <a:pt x="940828" y="48155"/>
                  <a:pt x="943872" y="44657"/>
                </a:cubicBezTo>
                <a:cubicBezTo>
                  <a:pt x="946916" y="41159"/>
                  <a:pt x="951161" y="38476"/>
                  <a:pt x="956608" y="36607"/>
                </a:cubicBezTo>
                <a:cubicBezTo>
                  <a:pt x="962055" y="34738"/>
                  <a:pt x="967716" y="33803"/>
                  <a:pt x="973590" y="33803"/>
                </a:cubicBezTo>
                <a:cubicBezTo>
                  <a:pt x="980693" y="33803"/>
                  <a:pt x="986313" y="35316"/>
                  <a:pt x="990452" y="38342"/>
                </a:cubicBezTo>
                <a:cubicBezTo>
                  <a:pt x="994590" y="41365"/>
                  <a:pt x="997274" y="44644"/>
                  <a:pt x="998502" y="48177"/>
                </a:cubicBezTo>
                <a:cubicBezTo>
                  <a:pt x="999250" y="50424"/>
                  <a:pt x="999623" y="55589"/>
                  <a:pt x="999623" y="63671"/>
                </a:cubicBezTo>
                <a:lnTo>
                  <a:pt x="999623" y="92816"/>
                </a:lnTo>
                <a:cubicBezTo>
                  <a:pt x="999623" y="96242"/>
                  <a:pt x="999757" y="98398"/>
                  <a:pt x="1000024" y="99282"/>
                </a:cubicBezTo>
                <a:cubicBezTo>
                  <a:pt x="1000291" y="100165"/>
                  <a:pt x="1000692" y="100821"/>
                  <a:pt x="1001226" y="101250"/>
                </a:cubicBezTo>
                <a:cubicBezTo>
                  <a:pt x="1001760" y="101677"/>
                  <a:pt x="1002374" y="101890"/>
                  <a:pt x="1003068" y="101890"/>
                </a:cubicBezTo>
                <a:cubicBezTo>
                  <a:pt x="1004456" y="101890"/>
                  <a:pt x="1005871" y="100902"/>
                  <a:pt x="1007313" y="98927"/>
                </a:cubicBezTo>
                <a:lnTo>
                  <a:pt x="1009716" y="100849"/>
                </a:lnTo>
                <a:cubicBezTo>
                  <a:pt x="1007046" y="104801"/>
                  <a:pt x="1004283" y="107671"/>
                  <a:pt x="1001426" y="109460"/>
                </a:cubicBezTo>
                <a:cubicBezTo>
                  <a:pt x="998569" y="111249"/>
                  <a:pt x="995325" y="112143"/>
                  <a:pt x="991693" y="112143"/>
                </a:cubicBezTo>
                <a:cubicBezTo>
                  <a:pt x="987421" y="112143"/>
                  <a:pt x="984084" y="111135"/>
                  <a:pt x="981681" y="109120"/>
                </a:cubicBezTo>
                <a:cubicBezTo>
                  <a:pt x="979277" y="107104"/>
                  <a:pt x="977809" y="104053"/>
                  <a:pt x="977275" y="99968"/>
                </a:cubicBezTo>
                <a:moveTo>
                  <a:pt x="977275" y="94040"/>
                </a:moveTo>
                <a:lnTo>
                  <a:pt x="977275" y="68983"/>
                </a:lnTo>
                <a:cubicBezTo>
                  <a:pt x="970813" y="72793"/>
                  <a:pt x="966007" y="76872"/>
                  <a:pt x="962856" y="81219"/>
                </a:cubicBezTo>
                <a:cubicBezTo>
                  <a:pt x="960774" y="84116"/>
                  <a:pt x="959732" y="87040"/>
                  <a:pt x="959732" y="89993"/>
                </a:cubicBezTo>
                <a:cubicBezTo>
                  <a:pt x="959732" y="92461"/>
                  <a:pt x="960614" y="94634"/>
                  <a:pt x="962376" y="96513"/>
                </a:cubicBezTo>
                <a:cubicBezTo>
                  <a:pt x="963711" y="97962"/>
                  <a:pt x="965580" y="98686"/>
                  <a:pt x="967983" y="98686"/>
                </a:cubicBezTo>
                <a:cubicBezTo>
                  <a:pt x="970653" y="98686"/>
                  <a:pt x="973750" y="97138"/>
                  <a:pt x="977275" y="94040"/>
                </a:cubicBezTo>
                <a:close/>
                <a:moveTo>
                  <a:pt x="1048566" y="36046"/>
                </a:moveTo>
                <a:lnTo>
                  <a:pt x="1048566" y="45819"/>
                </a:lnTo>
                <a:cubicBezTo>
                  <a:pt x="1052411" y="41625"/>
                  <a:pt x="1056096" y="38574"/>
                  <a:pt x="1059620" y="36667"/>
                </a:cubicBezTo>
                <a:cubicBezTo>
                  <a:pt x="1063145" y="34758"/>
                  <a:pt x="1066936" y="33803"/>
                  <a:pt x="1070995" y="33803"/>
                </a:cubicBezTo>
                <a:cubicBezTo>
                  <a:pt x="1075854" y="33803"/>
                  <a:pt x="1079886" y="35153"/>
                  <a:pt x="1083090" y="37853"/>
                </a:cubicBezTo>
                <a:cubicBezTo>
                  <a:pt x="1086294" y="40554"/>
                  <a:pt x="1088430" y="43909"/>
                  <a:pt x="1089498" y="47919"/>
                </a:cubicBezTo>
                <a:cubicBezTo>
                  <a:pt x="1090353" y="50968"/>
                  <a:pt x="1090780" y="56824"/>
                  <a:pt x="1090780" y="65486"/>
                </a:cubicBezTo>
                <a:lnTo>
                  <a:pt x="1090780" y="94681"/>
                </a:lnTo>
                <a:cubicBezTo>
                  <a:pt x="1090780" y="100448"/>
                  <a:pt x="1091301" y="104040"/>
                  <a:pt x="1092342" y="105455"/>
                </a:cubicBezTo>
                <a:cubicBezTo>
                  <a:pt x="1093383" y="106870"/>
                  <a:pt x="1095559" y="107765"/>
                  <a:pt x="1098870" y="108138"/>
                </a:cubicBezTo>
                <a:lnTo>
                  <a:pt x="1098870" y="111022"/>
                </a:lnTo>
                <a:lnTo>
                  <a:pt x="1060982" y="111022"/>
                </a:lnTo>
                <a:lnTo>
                  <a:pt x="1060982" y="108138"/>
                </a:lnTo>
                <a:cubicBezTo>
                  <a:pt x="1063812" y="107765"/>
                  <a:pt x="1065841" y="106590"/>
                  <a:pt x="1067070" y="104614"/>
                </a:cubicBezTo>
                <a:cubicBezTo>
                  <a:pt x="1067924" y="103279"/>
                  <a:pt x="1068351" y="99968"/>
                  <a:pt x="1068351" y="94681"/>
                </a:cubicBezTo>
                <a:lnTo>
                  <a:pt x="1068351" y="61358"/>
                </a:lnTo>
                <a:cubicBezTo>
                  <a:pt x="1068351" y="55217"/>
                  <a:pt x="1068111" y="51346"/>
                  <a:pt x="1067630" y="49744"/>
                </a:cubicBezTo>
                <a:cubicBezTo>
                  <a:pt x="1067150" y="48142"/>
                  <a:pt x="1066335" y="46900"/>
                  <a:pt x="1065187" y="46019"/>
                </a:cubicBezTo>
                <a:cubicBezTo>
                  <a:pt x="1064039" y="45138"/>
                  <a:pt x="1062771" y="44697"/>
                  <a:pt x="1061382" y="44697"/>
                </a:cubicBezTo>
                <a:cubicBezTo>
                  <a:pt x="1056790" y="44697"/>
                  <a:pt x="1052518" y="48008"/>
                  <a:pt x="1048566" y="54630"/>
                </a:cubicBezTo>
                <a:lnTo>
                  <a:pt x="1048566" y="94681"/>
                </a:lnTo>
                <a:cubicBezTo>
                  <a:pt x="1048566" y="100288"/>
                  <a:pt x="1049087" y="103839"/>
                  <a:pt x="1050128" y="105335"/>
                </a:cubicBezTo>
                <a:cubicBezTo>
                  <a:pt x="1051169" y="106830"/>
                  <a:pt x="1053105" y="107765"/>
                  <a:pt x="1055935" y="108138"/>
                </a:cubicBezTo>
                <a:lnTo>
                  <a:pt x="1055935" y="111022"/>
                </a:lnTo>
                <a:lnTo>
                  <a:pt x="1018047" y="111022"/>
                </a:lnTo>
                <a:lnTo>
                  <a:pt x="1018047" y="108138"/>
                </a:lnTo>
                <a:cubicBezTo>
                  <a:pt x="1021198" y="107818"/>
                  <a:pt x="1023441" y="106803"/>
                  <a:pt x="1024776" y="105094"/>
                </a:cubicBezTo>
                <a:cubicBezTo>
                  <a:pt x="1025683" y="103920"/>
                  <a:pt x="1026137" y="100448"/>
                  <a:pt x="1026137" y="94681"/>
                </a:cubicBezTo>
                <a:lnTo>
                  <a:pt x="1026137" y="52387"/>
                </a:lnTo>
                <a:cubicBezTo>
                  <a:pt x="1026137" y="46658"/>
                  <a:pt x="1025617" y="43091"/>
                  <a:pt x="1024575" y="41686"/>
                </a:cubicBezTo>
                <a:cubicBezTo>
                  <a:pt x="1023534" y="40281"/>
                  <a:pt x="1021358" y="39362"/>
                  <a:pt x="1018047" y="38930"/>
                </a:cubicBezTo>
                <a:lnTo>
                  <a:pt x="1018047" y="36046"/>
                </a:lnTo>
                <a:lnTo>
                  <a:pt x="1048566" y="36046"/>
                </a:lnTo>
                <a:close/>
                <a:moveTo>
                  <a:pt x="1170296" y="91655"/>
                </a:moveTo>
                <a:lnTo>
                  <a:pt x="1172780" y="93575"/>
                </a:lnTo>
                <a:cubicBezTo>
                  <a:pt x="1169255" y="100218"/>
                  <a:pt x="1164863" y="105161"/>
                  <a:pt x="1159603" y="108404"/>
                </a:cubicBezTo>
                <a:cubicBezTo>
                  <a:pt x="1154343" y="111644"/>
                  <a:pt x="1148749" y="113265"/>
                  <a:pt x="1142821" y="113265"/>
                </a:cubicBezTo>
                <a:cubicBezTo>
                  <a:pt x="1132835" y="113265"/>
                  <a:pt x="1124852" y="109497"/>
                  <a:pt x="1118871" y="101960"/>
                </a:cubicBezTo>
                <a:cubicBezTo>
                  <a:pt x="1112890" y="94422"/>
                  <a:pt x="1109899" y="85362"/>
                  <a:pt x="1109899" y="74778"/>
                </a:cubicBezTo>
                <a:cubicBezTo>
                  <a:pt x="1109899" y="64567"/>
                  <a:pt x="1112623" y="55586"/>
                  <a:pt x="1118070" y="47836"/>
                </a:cubicBezTo>
                <a:cubicBezTo>
                  <a:pt x="1124638" y="38481"/>
                  <a:pt x="1133690" y="33803"/>
                  <a:pt x="1145224" y="33803"/>
                </a:cubicBezTo>
                <a:cubicBezTo>
                  <a:pt x="1152968" y="33803"/>
                  <a:pt x="1159122" y="35758"/>
                  <a:pt x="1163688" y="39668"/>
                </a:cubicBezTo>
                <a:cubicBezTo>
                  <a:pt x="1168254" y="43577"/>
                  <a:pt x="1170537" y="47940"/>
                  <a:pt x="1170537" y="52760"/>
                </a:cubicBezTo>
                <a:cubicBezTo>
                  <a:pt x="1170537" y="55812"/>
                  <a:pt x="1169616" y="58249"/>
                  <a:pt x="1167773" y="60069"/>
                </a:cubicBezTo>
                <a:cubicBezTo>
                  <a:pt x="1165931" y="61890"/>
                  <a:pt x="1163514" y="62800"/>
                  <a:pt x="1160524" y="62800"/>
                </a:cubicBezTo>
                <a:cubicBezTo>
                  <a:pt x="1157373" y="62800"/>
                  <a:pt x="1154770" y="61756"/>
                  <a:pt x="1152714" y="59666"/>
                </a:cubicBezTo>
                <a:cubicBezTo>
                  <a:pt x="1150658" y="57575"/>
                  <a:pt x="1149390" y="53851"/>
                  <a:pt x="1148909" y="48492"/>
                </a:cubicBezTo>
                <a:cubicBezTo>
                  <a:pt x="1148589" y="45116"/>
                  <a:pt x="1147814" y="42758"/>
                  <a:pt x="1146586" y="41418"/>
                </a:cubicBezTo>
                <a:cubicBezTo>
                  <a:pt x="1145358" y="40080"/>
                  <a:pt x="1143916" y="39410"/>
                  <a:pt x="1142261" y="39410"/>
                </a:cubicBezTo>
                <a:cubicBezTo>
                  <a:pt x="1139697" y="39410"/>
                  <a:pt x="1137508" y="40772"/>
                  <a:pt x="1135692" y="43496"/>
                </a:cubicBezTo>
                <a:cubicBezTo>
                  <a:pt x="1132915" y="47608"/>
                  <a:pt x="1131527" y="53909"/>
                  <a:pt x="1131527" y="62400"/>
                </a:cubicBezTo>
                <a:cubicBezTo>
                  <a:pt x="1131527" y="69449"/>
                  <a:pt x="1132648" y="76191"/>
                  <a:pt x="1134891" y="82626"/>
                </a:cubicBezTo>
                <a:cubicBezTo>
                  <a:pt x="1137134" y="89061"/>
                  <a:pt x="1140205" y="93853"/>
                  <a:pt x="1144103" y="97004"/>
                </a:cubicBezTo>
                <a:cubicBezTo>
                  <a:pt x="1147040" y="99300"/>
                  <a:pt x="1150511" y="100448"/>
                  <a:pt x="1154516" y="100448"/>
                </a:cubicBezTo>
                <a:cubicBezTo>
                  <a:pt x="1157133" y="100448"/>
                  <a:pt x="1159616" y="99836"/>
                  <a:pt x="1161966" y="98611"/>
                </a:cubicBezTo>
                <a:cubicBezTo>
                  <a:pt x="1164315" y="97385"/>
                  <a:pt x="1167092" y="95066"/>
                  <a:pt x="1170296" y="91655"/>
                </a:cubicBezTo>
                <a:close/>
                <a:moveTo>
                  <a:pt x="1245458" y="70811"/>
                </a:moveTo>
                <a:lnTo>
                  <a:pt x="1204365" y="70811"/>
                </a:lnTo>
                <a:cubicBezTo>
                  <a:pt x="1204846" y="80770"/>
                  <a:pt x="1207489" y="88641"/>
                  <a:pt x="1212296" y="94423"/>
                </a:cubicBezTo>
                <a:cubicBezTo>
                  <a:pt x="1215980" y="98867"/>
                  <a:pt x="1220413" y="101089"/>
                  <a:pt x="1225593" y="101089"/>
                </a:cubicBezTo>
                <a:cubicBezTo>
                  <a:pt x="1228797" y="101089"/>
                  <a:pt x="1231707" y="100195"/>
                  <a:pt x="1234324" y="98406"/>
                </a:cubicBezTo>
                <a:cubicBezTo>
                  <a:pt x="1236940" y="96617"/>
                  <a:pt x="1239744" y="93399"/>
                  <a:pt x="1242734" y="88754"/>
                </a:cubicBezTo>
                <a:lnTo>
                  <a:pt x="1245458" y="90516"/>
                </a:lnTo>
                <a:cubicBezTo>
                  <a:pt x="1241399" y="98793"/>
                  <a:pt x="1236914" y="104654"/>
                  <a:pt x="1232001" y="108098"/>
                </a:cubicBezTo>
                <a:cubicBezTo>
                  <a:pt x="1227088" y="111543"/>
                  <a:pt x="1221400" y="113265"/>
                  <a:pt x="1214939" y="113265"/>
                </a:cubicBezTo>
                <a:cubicBezTo>
                  <a:pt x="1203831" y="113265"/>
                  <a:pt x="1195421" y="108989"/>
                  <a:pt x="1189707" y="100436"/>
                </a:cubicBezTo>
                <a:cubicBezTo>
                  <a:pt x="1185114" y="93540"/>
                  <a:pt x="1182818" y="84988"/>
                  <a:pt x="1182818" y="74778"/>
                </a:cubicBezTo>
                <a:cubicBezTo>
                  <a:pt x="1182818" y="62269"/>
                  <a:pt x="1186195" y="52313"/>
                  <a:pt x="1192951" y="44910"/>
                </a:cubicBezTo>
                <a:cubicBezTo>
                  <a:pt x="1199706" y="37505"/>
                  <a:pt x="1207623" y="33803"/>
                  <a:pt x="1216701" y="33803"/>
                </a:cubicBezTo>
                <a:cubicBezTo>
                  <a:pt x="1224284" y="33803"/>
                  <a:pt x="1230866" y="36914"/>
                  <a:pt x="1236446" y="43135"/>
                </a:cubicBezTo>
                <a:cubicBezTo>
                  <a:pt x="1242027" y="49356"/>
                  <a:pt x="1245031" y="58582"/>
                  <a:pt x="1245458" y="70811"/>
                </a:cubicBezTo>
                <a:moveTo>
                  <a:pt x="1225753" y="65524"/>
                </a:moveTo>
                <a:cubicBezTo>
                  <a:pt x="1225753" y="56926"/>
                  <a:pt x="1225285" y="51025"/>
                  <a:pt x="1224351" y="47821"/>
                </a:cubicBezTo>
                <a:cubicBezTo>
                  <a:pt x="1223416" y="44617"/>
                  <a:pt x="1221961" y="42187"/>
                  <a:pt x="1219985" y="40532"/>
                </a:cubicBezTo>
                <a:cubicBezTo>
                  <a:pt x="1218864" y="39571"/>
                  <a:pt x="1217369" y="39090"/>
                  <a:pt x="1215500" y="39090"/>
                </a:cubicBezTo>
                <a:cubicBezTo>
                  <a:pt x="1212723" y="39090"/>
                  <a:pt x="1210453" y="40452"/>
                  <a:pt x="1208691" y="43175"/>
                </a:cubicBezTo>
                <a:cubicBezTo>
                  <a:pt x="1205540" y="47928"/>
                  <a:pt x="1203965" y="54443"/>
                  <a:pt x="1203965" y="62720"/>
                </a:cubicBezTo>
                <a:lnTo>
                  <a:pt x="1203965" y="65524"/>
                </a:lnTo>
                <a:lnTo>
                  <a:pt x="1225753" y="65524"/>
                </a:lnTo>
                <a:close/>
                <a:moveTo>
                  <a:pt x="1302195" y="34124"/>
                </a:moveTo>
                <a:lnTo>
                  <a:pt x="1303397" y="59756"/>
                </a:lnTo>
                <a:lnTo>
                  <a:pt x="1300673" y="59756"/>
                </a:lnTo>
                <a:cubicBezTo>
                  <a:pt x="1297416" y="52112"/>
                  <a:pt x="1294038" y="46890"/>
                  <a:pt x="1290540" y="44091"/>
                </a:cubicBezTo>
                <a:cubicBezTo>
                  <a:pt x="1287043" y="41291"/>
                  <a:pt x="1283558" y="39891"/>
                  <a:pt x="1280087" y="39891"/>
                </a:cubicBezTo>
                <a:cubicBezTo>
                  <a:pt x="1277898" y="39891"/>
                  <a:pt x="1276028" y="40625"/>
                  <a:pt x="1274480" y="42094"/>
                </a:cubicBezTo>
                <a:cubicBezTo>
                  <a:pt x="1272931" y="43562"/>
                  <a:pt x="1272157" y="45258"/>
                  <a:pt x="1272157" y="47180"/>
                </a:cubicBezTo>
                <a:cubicBezTo>
                  <a:pt x="1272157" y="48622"/>
                  <a:pt x="1272691" y="50011"/>
                  <a:pt x="1273759" y="51346"/>
                </a:cubicBezTo>
                <a:cubicBezTo>
                  <a:pt x="1275468" y="53535"/>
                  <a:pt x="1280247" y="57287"/>
                  <a:pt x="1288097" y="62600"/>
                </a:cubicBezTo>
                <a:cubicBezTo>
                  <a:pt x="1295947" y="67914"/>
                  <a:pt x="1301114" y="72426"/>
                  <a:pt x="1303597" y="76137"/>
                </a:cubicBezTo>
                <a:cubicBezTo>
                  <a:pt x="1306080" y="79849"/>
                  <a:pt x="1307322" y="84001"/>
                  <a:pt x="1307322" y="88593"/>
                </a:cubicBezTo>
                <a:cubicBezTo>
                  <a:pt x="1307322" y="92759"/>
                  <a:pt x="1306281" y="96844"/>
                  <a:pt x="1304198" y="100849"/>
                </a:cubicBezTo>
                <a:cubicBezTo>
                  <a:pt x="1302115" y="104854"/>
                  <a:pt x="1299178" y="107925"/>
                  <a:pt x="1295387" y="110061"/>
                </a:cubicBezTo>
                <a:cubicBezTo>
                  <a:pt x="1291595" y="112197"/>
                  <a:pt x="1287403" y="113265"/>
                  <a:pt x="1282810" y="113265"/>
                </a:cubicBezTo>
                <a:cubicBezTo>
                  <a:pt x="1279233" y="113265"/>
                  <a:pt x="1274453" y="112123"/>
                  <a:pt x="1268472" y="109838"/>
                </a:cubicBezTo>
                <a:cubicBezTo>
                  <a:pt x="1266870" y="109239"/>
                  <a:pt x="1265775" y="108939"/>
                  <a:pt x="1265188" y="108939"/>
                </a:cubicBezTo>
                <a:cubicBezTo>
                  <a:pt x="1263426" y="108939"/>
                  <a:pt x="1261957" y="110274"/>
                  <a:pt x="1260782" y="112944"/>
                </a:cubicBezTo>
                <a:lnTo>
                  <a:pt x="1258139" y="112944"/>
                </a:lnTo>
                <a:lnTo>
                  <a:pt x="1256857" y="86030"/>
                </a:lnTo>
                <a:lnTo>
                  <a:pt x="1259581" y="86030"/>
                </a:lnTo>
                <a:cubicBezTo>
                  <a:pt x="1261984" y="93079"/>
                  <a:pt x="1265281" y="98366"/>
                  <a:pt x="1269473" y="101890"/>
                </a:cubicBezTo>
                <a:cubicBezTo>
                  <a:pt x="1273665" y="105415"/>
                  <a:pt x="1277631" y="107177"/>
                  <a:pt x="1281369" y="107177"/>
                </a:cubicBezTo>
                <a:cubicBezTo>
                  <a:pt x="1283932" y="107177"/>
                  <a:pt x="1286028" y="106389"/>
                  <a:pt x="1287657" y="104814"/>
                </a:cubicBezTo>
                <a:cubicBezTo>
                  <a:pt x="1289285" y="103239"/>
                  <a:pt x="1290100" y="101330"/>
                  <a:pt x="1290100" y="99087"/>
                </a:cubicBezTo>
                <a:cubicBezTo>
                  <a:pt x="1290100" y="96523"/>
                  <a:pt x="1289299" y="94307"/>
                  <a:pt x="1287697" y="92438"/>
                </a:cubicBezTo>
                <a:cubicBezTo>
                  <a:pt x="1286095" y="90569"/>
                  <a:pt x="1282517" y="87739"/>
                  <a:pt x="1276963" y="83947"/>
                </a:cubicBezTo>
                <a:cubicBezTo>
                  <a:pt x="1268793" y="78287"/>
                  <a:pt x="1263506" y="73961"/>
                  <a:pt x="1261103" y="70971"/>
                </a:cubicBezTo>
                <a:cubicBezTo>
                  <a:pt x="1257578" y="66592"/>
                  <a:pt x="1255816" y="61759"/>
                  <a:pt x="1255816" y="56472"/>
                </a:cubicBezTo>
                <a:cubicBezTo>
                  <a:pt x="1255816" y="50705"/>
                  <a:pt x="1257805" y="45485"/>
                  <a:pt x="1261784" y="40812"/>
                </a:cubicBezTo>
                <a:cubicBezTo>
                  <a:pt x="1265762" y="36140"/>
                  <a:pt x="1271516" y="33803"/>
                  <a:pt x="1279046" y="33803"/>
                </a:cubicBezTo>
                <a:cubicBezTo>
                  <a:pt x="1283104" y="33803"/>
                  <a:pt x="1287029" y="34830"/>
                  <a:pt x="1290821" y="36882"/>
                </a:cubicBezTo>
                <a:cubicBezTo>
                  <a:pt x="1292263" y="37713"/>
                  <a:pt x="1293437" y="38129"/>
                  <a:pt x="1294345" y="38129"/>
                </a:cubicBezTo>
                <a:cubicBezTo>
                  <a:pt x="1295306" y="38129"/>
                  <a:pt x="1296081" y="37929"/>
                  <a:pt x="1296668" y="37528"/>
                </a:cubicBezTo>
                <a:cubicBezTo>
                  <a:pt x="1297256" y="37127"/>
                  <a:pt x="1298190" y="35993"/>
                  <a:pt x="1299472" y="34124"/>
                </a:cubicBezTo>
                <a:lnTo>
                  <a:pt x="1302195" y="34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Questions">
            <a:extLst xmlns:a="http://schemas.openxmlformats.org/drawingml/2006/main">
              <a:ext uri="{FF2B5EF4-FFF2-40B4-BE49-F238E27FC236}">
                <a16:creationId xmlns:a16="http://schemas.microsoft.com/office/drawing/2014/main" id="{B4939B8D-527E-4DD6-9BEA-990B6507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374" y="5322017"/>
            <a:ext cx="680553" cy="140980"/>
          </a:xfrm>
          <a:custGeom xmlns:a="http://schemas.openxmlformats.org/drawingml/2006/main">
            <a:pathLst>
              <a:path w="680553" h="140980">
                <a:moveTo>
                  <a:pt x="72012" y="111983"/>
                </a:moveTo>
                <a:cubicBezTo>
                  <a:pt x="74469" y="119112"/>
                  <a:pt x="78287" y="124473"/>
                  <a:pt x="83467" y="128064"/>
                </a:cubicBezTo>
                <a:cubicBezTo>
                  <a:pt x="88647" y="131655"/>
                  <a:pt x="95135" y="133451"/>
                  <a:pt x="102932" y="133451"/>
                </a:cubicBezTo>
                <a:cubicBezTo>
                  <a:pt x="105068" y="133451"/>
                  <a:pt x="107337" y="133237"/>
                  <a:pt x="109740" y="132810"/>
                </a:cubicBezTo>
                <a:lnTo>
                  <a:pt x="109740" y="137776"/>
                </a:lnTo>
                <a:cubicBezTo>
                  <a:pt x="101677" y="139912"/>
                  <a:pt x="94468" y="140980"/>
                  <a:pt x="88113" y="140980"/>
                </a:cubicBezTo>
                <a:cubicBezTo>
                  <a:pt x="78180" y="140980"/>
                  <a:pt x="69302" y="138523"/>
                  <a:pt x="61479" y="133608"/>
                </a:cubicBezTo>
                <a:cubicBezTo>
                  <a:pt x="53655" y="128695"/>
                  <a:pt x="47768" y="121487"/>
                  <a:pt x="43816" y="111983"/>
                </a:cubicBezTo>
                <a:cubicBezTo>
                  <a:pt x="30679" y="109208"/>
                  <a:pt x="20092" y="102778"/>
                  <a:pt x="12055" y="92694"/>
                </a:cubicBezTo>
                <a:cubicBezTo>
                  <a:pt x="4018" y="82607"/>
                  <a:pt x="0" y="70574"/>
                  <a:pt x="0" y="56592"/>
                </a:cubicBezTo>
                <a:cubicBezTo>
                  <a:pt x="0" y="40370"/>
                  <a:pt x="5447" y="26883"/>
                  <a:pt x="16341" y="16131"/>
                </a:cubicBezTo>
                <a:cubicBezTo>
                  <a:pt x="27235" y="5377"/>
                  <a:pt x="41066" y="0"/>
                  <a:pt x="57834" y="0"/>
                </a:cubicBezTo>
                <a:cubicBezTo>
                  <a:pt x="74549" y="0"/>
                  <a:pt x="88326" y="5390"/>
                  <a:pt x="99167" y="16171"/>
                </a:cubicBezTo>
                <a:cubicBezTo>
                  <a:pt x="110007" y="26949"/>
                  <a:pt x="115428" y="40423"/>
                  <a:pt x="115428" y="56592"/>
                </a:cubicBezTo>
                <a:cubicBezTo>
                  <a:pt x="115428" y="70680"/>
                  <a:pt x="111182" y="82928"/>
                  <a:pt x="102691" y="93334"/>
                </a:cubicBezTo>
                <a:cubicBezTo>
                  <a:pt x="94200" y="103739"/>
                  <a:pt x="83974" y="109956"/>
                  <a:pt x="72012" y="111983"/>
                </a:cubicBezTo>
                <a:moveTo>
                  <a:pt x="57754" y="6088"/>
                </a:moveTo>
                <a:cubicBezTo>
                  <a:pt x="48142" y="6088"/>
                  <a:pt x="40719" y="11077"/>
                  <a:pt x="35485" y="21054"/>
                </a:cubicBezTo>
                <a:cubicBezTo>
                  <a:pt x="31106" y="29432"/>
                  <a:pt x="28917" y="41358"/>
                  <a:pt x="28917" y="56833"/>
                </a:cubicBezTo>
                <a:cubicBezTo>
                  <a:pt x="28917" y="75401"/>
                  <a:pt x="32201" y="89168"/>
                  <a:pt x="38770" y="98133"/>
                </a:cubicBezTo>
                <a:cubicBezTo>
                  <a:pt x="43362" y="104376"/>
                  <a:pt x="49690" y="107497"/>
                  <a:pt x="57754" y="107497"/>
                </a:cubicBezTo>
                <a:cubicBezTo>
                  <a:pt x="65871" y="107497"/>
                  <a:pt x="72199" y="104429"/>
                  <a:pt x="76738" y="98293"/>
                </a:cubicBezTo>
                <a:cubicBezTo>
                  <a:pt x="83307" y="89489"/>
                  <a:pt x="86591" y="76255"/>
                  <a:pt x="86591" y="58592"/>
                </a:cubicBezTo>
                <a:cubicBezTo>
                  <a:pt x="86591" y="41199"/>
                  <a:pt x="84535" y="28606"/>
                  <a:pt x="80423" y="20814"/>
                </a:cubicBezTo>
                <a:cubicBezTo>
                  <a:pt x="75296" y="10997"/>
                  <a:pt x="67740" y="6088"/>
                  <a:pt x="57754" y="6088"/>
                </a:cubicBezTo>
                <a:close/>
                <a:moveTo>
                  <a:pt x="199082" y="36046"/>
                </a:moveTo>
                <a:lnTo>
                  <a:pt x="199082" y="94681"/>
                </a:lnTo>
                <a:cubicBezTo>
                  <a:pt x="199082" y="100430"/>
                  <a:pt x="199616" y="104016"/>
                  <a:pt x="200684" y="105440"/>
                </a:cubicBezTo>
                <a:cubicBezTo>
                  <a:pt x="201752" y="106863"/>
                  <a:pt x="203915" y="107763"/>
                  <a:pt x="207172" y="108138"/>
                </a:cubicBezTo>
                <a:lnTo>
                  <a:pt x="207172" y="111022"/>
                </a:lnTo>
                <a:lnTo>
                  <a:pt x="176653" y="111022"/>
                </a:lnTo>
                <a:lnTo>
                  <a:pt x="176653" y="101009"/>
                </a:lnTo>
                <a:cubicBezTo>
                  <a:pt x="173075" y="105281"/>
                  <a:pt x="169497" y="108392"/>
                  <a:pt x="165920" y="110341"/>
                </a:cubicBezTo>
                <a:cubicBezTo>
                  <a:pt x="162342" y="112290"/>
                  <a:pt x="158336" y="113265"/>
                  <a:pt x="153904" y="113265"/>
                </a:cubicBezTo>
                <a:cubicBezTo>
                  <a:pt x="149685" y="113265"/>
                  <a:pt x="145934" y="111970"/>
                  <a:pt x="142650" y="109380"/>
                </a:cubicBezTo>
                <a:cubicBezTo>
                  <a:pt x="139366" y="106790"/>
                  <a:pt x="137163" y="103759"/>
                  <a:pt x="136041" y="100288"/>
                </a:cubicBezTo>
                <a:cubicBezTo>
                  <a:pt x="134920" y="96817"/>
                  <a:pt x="134359" y="90756"/>
                  <a:pt x="134359" y="82105"/>
                </a:cubicBezTo>
                <a:lnTo>
                  <a:pt x="134359" y="52387"/>
                </a:lnTo>
                <a:cubicBezTo>
                  <a:pt x="134359" y="46658"/>
                  <a:pt x="133838" y="43091"/>
                  <a:pt x="132797" y="41686"/>
                </a:cubicBezTo>
                <a:cubicBezTo>
                  <a:pt x="131756" y="40281"/>
                  <a:pt x="129580" y="39362"/>
                  <a:pt x="126269" y="38930"/>
                </a:cubicBezTo>
                <a:lnTo>
                  <a:pt x="126269" y="36046"/>
                </a:lnTo>
                <a:lnTo>
                  <a:pt x="156788" y="36046"/>
                </a:lnTo>
                <a:lnTo>
                  <a:pt x="156788" y="87294"/>
                </a:lnTo>
                <a:cubicBezTo>
                  <a:pt x="156788" y="92641"/>
                  <a:pt x="157041" y="96090"/>
                  <a:pt x="157549" y="97640"/>
                </a:cubicBezTo>
                <a:cubicBezTo>
                  <a:pt x="158056" y="99190"/>
                  <a:pt x="158857" y="100367"/>
                  <a:pt x="159952" y="101169"/>
                </a:cubicBezTo>
                <a:cubicBezTo>
                  <a:pt x="161047" y="101970"/>
                  <a:pt x="162315" y="102371"/>
                  <a:pt x="163757" y="102371"/>
                </a:cubicBezTo>
                <a:cubicBezTo>
                  <a:pt x="165679" y="102371"/>
                  <a:pt x="167415" y="101864"/>
                  <a:pt x="168963" y="100849"/>
                </a:cubicBezTo>
                <a:cubicBezTo>
                  <a:pt x="171099" y="99461"/>
                  <a:pt x="173663" y="96657"/>
                  <a:pt x="176653" y="92438"/>
                </a:cubicBezTo>
                <a:lnTo>
                  <a:pt x="176653" y="52387"/>
                </a:lnTo>
                <a:cubicBezTo>
                  <a:pt x="176653" y="46658"/>
                  <a:pt x="176133" y="43091"/>
                  <a:pt x="175091" y="41686"/>
                </a:cubicBezTo>
                <a:cubicBezTo>
                  <a:pt x="174050" y="40281"/>
                  <a:pt x="171874" y="39362"/>
                  <a:pt x="168563" y="38930"/>
                </a:cubicBezTo>
                <a:lnTo>
                  <a:pt x="168563" y="36046"/>
                </a:lnTo>
                <a:lnTo>
                  <a:pt x="199082" y="36046"/>
                </a:lnTo>
                <a:close/>
                <a:moveTo>
                  <a:pt x="281402" y="70811"/>
                </a:moveTo>
                <a:lnTo>
                  <a:pt x="240310" y="70811"/>
                </a:lnTo>
                <a:cubicBezTo>
                  <a:pt x="240790" y="80770"/>
                  <a:pt x="243434" y="88641"/>
                  <a:pt x="248240" y="94423"/>
                </a:cubicBezTo>
                <a:cubicBezTo>
                  <a:pt x="251925" y="98867"/>
                  <a:pt x="256357" y="101089"/>
                  <a:pt x="261537" y="101089"/>
                </a:cubicBezTo>
                <a:cubicBezTo>
                  <a:pt x="264741" y="101089"/>
                  <a:pt x="267651" y="100195"/>
                  <a:pt x="270268" y="98406"/>
                </a:cubicBezTo>
                <a:cubicBezTo>
                  <a:pt x="272885" y="96617"/>
                  <a:pt x="275688" y="93399"/>
                  <a:pt x="278679" y="88754"/>
                </a:cubicBezTo>
                <a:lnTo>
                  <a:pt x="281402" y="90516"/>
                </a:lnTo>
                <a:cubicBezTo>
                  <a:pt x="277344" y="98793"/>
                  <a:pt x="272858" y="104654"/>
                  <a:pt x="267945" y="108098"/>
                </a:cubicBezTo>
                <a:cubicBezTo>
                  <a:pt x="263032" y="111543"/>
                  <a:pt x="257345" y="113265"/>
                  <a:pt x="250883" y="113265"/>
                </a:cubicBezTo>
                <a:cubicBezTo>
                  <a:pt x="239776" y="113265"/>
                  <a:pt x="231365" y="108989"/>
                  <a:pt x="225651" y="100436"/>
                </a:cubicBezTo>
                <a:cubicBezTo>
                  <a:pt x="221058" y="93540"/>
                  <a:pt x="218762" y="84988"/>
                  <a:pt x="218762" y="74778"/>
                </a:cubicBezTo>
                <a:cubicBezTo>
                  <a:pt x="218762" y="62269"/>
                  <a:pt x="222140" y="52313"/>
                  <a:pt x="228895" y="44910"/>
                </a:cubicBezTo>
                <a:cubicBezTo>
                  <a:pt x="235650" y="37505"/>
                  <a:pt x="243567" y="33803"/>
                  <a:pt x="252645" y="33803"/>
                </a:cubicBezTo>
                <a:cubicBezTo>
                  <a:pt x="260228" y="33803"/>
                  <a:pt x="266810" y="36914"/>
                  <a:pt x="272391" y="43135"/>
                </a:cubicBezTo>
                <a:cubicBezTo>
                  <a:pt x="277971" y="49356"/>
                  <a:pt x="280975" y="58582"/>
                  <a:pt x="281402" y="70811"/>
                </a:cubicBezTo>
                <a:moveTo>
                  <a:pt x="261697" y="65524"/>
                </a:moveTo>
                <a:cubicBezTo>
                  <a:pt x="261697" y="56926"/>
                  <a:pt x="261230" y="51025"/>
                  <a:pt x="260295" y="47821"/>
                </a:cubicBezTo>
                <a:cubicBezTo>
                  <a:pt x="259361" y="44617"/>
                  <a:pt x="257906" y="42187"/>
                  <a:pt x="255930" y="40532"/>
                </a:cubicBezTo>
                <a:cubicBezTo>
                  <a:pt x="254808" y="39571"/>
                  <a:pt x="253313" y="39090"/>
                  <a:pt x="251444" y="39090"/>
                </a:cubicBezTo>
                <a:cubicBezTo>
                  <a:pt x="248667" y="39090"/>
                  <a:pt x="246397" y="40452"/>
                  <a:pt x="244635" y="43175"/>
                </a:cubicBezTo>
                <a:cubicBezTo>
                  <a:pt x="241485" y="47928"/>
                  <a:pt x="239909" y="54443"/>
                  <a:pt x="239909" y="62720"/>
                </a:cubicBezTo>
                <a:lnTo>
                  <a:pt x="239909" y="65524"/>
                </a:lnTo>
                <a:lnTo>
                  <a:pt x="261697" y="65524"/>
                </a:lnTo>
                <a:close/>
                <a:moveTo>
                  <a:pt x="338140" y="34124"/>
                </a:moveTo>
                <a:lnTo>
                  <a:pt x="339341" y="59756"/>
                </a:lnTo>
                <a:lnTo>
                  <a:pt x="336618" y="59756"/>
                </a:lnTo>
                <a:cubicBezTo>
                  <a:pt x="333360" y="52112"/>
                  <a:pt x="329983" y="46890"/>
                  <a:pt x="326485" y="44091"/>
                </a:cubicBezTo>
                <a:cubicBezTo>
                  <a:pt x="322987" y="41291"/>
                  <a:pt x="319503" y="39891"/>
                  <a:pt x="316032" y="39891"/>
                </a:cubicBezTo>
                <a:cubicBezTo>
                  <a:pt x="313842" y="39891"/>
                  <a:pt x="311973" y="40625"/>
                  <a:pt x="310424" y="42094"/>
                </a:cubicBezTo>
                <a:cubicBezTo>
                  <a:pt x="308876" y="43562"/>
                  <a:pt x="308101" y="45258"/>
                  <a:pt x="308101" y="47180"/>
                </a:cubicBezTo>
                <a:cubicBezTo>
                  <a:pt x="308101" y="48622"/>
                  <a:pt x="308635" y="50011"/>
                  <a:pt x="309704" y="51346"/>
                </a:cubicBezTo>
                <a:cubicBezTo>
                  <a:pt x="311412" y="53535"/>
                  <a:pt x="316192" y="57287"/>
                  <a:pt x="324042" y="62600"/>
                </a:cubicBezTo>
                <a:cubicBezTo>
                  <a:pt x="331892" y="67914"/>
                  <a:pt x="337059" y="72426"/>
                  <a:pt x="339542" y="76137"/>
                </a:cubicBezTo>
                <a:cubicBezTo>
                  <a:pt x="342025" y="79849"/>
                  <a:pt x="343266" y="84001"/>
                  <a:pt x="343266" y="88593"/>
                </a:cubicBezTo>
                <a:cubicBezTo>
                  <a:pt x="343266" y="92759"/>
                  <a:pt x="342225" y="96844"/>
                  <a:pt x="340142" y="100849"/>
                </a:cubicBezTo>
                <a:cubicBezTo>
                  <a:pt x="338060" y="104854"/>
                  <a:pt x="335123" y="107925"/>
                  <a:pt x="331331" y="110061"/>
                </a:cubicBezTo>
                <a:cubicBezTo>
                  <a:pt x="327540" y="112197"/>
                  <a:pt x="323348" y="113265"/>
                  <a:pt x="318755" y="113265"/>
                </a:cubicBezTo>
                <a:cubicBezTo>
                  <a:pt x="315177" y="113265"/>
                  <a:pt x="310398" y="112123"/>
                  <a:pt x="304417" y="109838"/>
                </a:cubicBezTo>
                <a:cubicBezTo>
                  <a:pt x="302815" y="109239"/>
                  <a:pt x="301720" y="108939"/>
                  <a:pt x="301133" y="108939"/>
                </a:cubicBezTo>
                <a:cubicBezTo>
                  <a:pt x="299370" y="108939"/>
                  <a:pt x="297902" y="110274"/>
                  <a:pt x="296727" y="112944"/>
                </a:cubicBezTo>
                <a:lnTo>
                  <a:pt x="294084" y="112944"/>
                </a:lnTo>
                <a:lnTo>
                  <a:pt x="292802" y="86030"/>
                </a:lnTo>
                <a:lnTo>
                  <a:pt x="295525" y="86030"/>
                </a:lnTo>
                <a:cubicBezTo>
                  <a:pt x="297928" y="93079"/>
                  <a:pt x="301226" y="98366"/>
                  <a:pt x="305418" y="101890"/>
                </a:cubicBezTo>
                <a:cubicBezTo>
                  <a:pt x="309610" y="105415"/>
                  <a:pt x="313575" y="107177"/>
                  <a:pt x="317313" y="107177"/>
                </a:cubicBezTo>
                <a:cubicBezTo>
                  <a:pt x="319877" y="107177"/>
                  <a:pt x="321973" y="106389"/>
                  <a:pt x="323601" y="104814"/>
                </a:cubicBezTo>
                <a:cubicBezTo>
                  <a:pt x="325230" y="103239"/>
                  <a:pt x="326044" y="101330"/>
                  <a:pt x="326044" y="99087"/>
                </a:cubicBezTo>
                <a:cubicBezTo>
                  <a:pt x="326044" y="96523"/>
                  <a:pt x="325243" y="94307"/>
                  <a:pt x="323641" y="92438"/>
                </a:cubicBezTo>
                <a:cubicBezTo>
                  <a:pt x="322039" y="90569"/>
                  <a:pt x="318461" y="87739"/>
                  <a:pt x="312908" y="83947"/>
                </a:cubicBezTo>
                <a:cubicBezTo>
                  <a:pt x="304737" y="78287"/>
                  <a:pt x="299450" y="73961"/>
                  <a:pt x="297047" y="70971"/>
                </a:cubicBezTo>
                <a:cubicBezTo>
                  <a:pt x="293523" y="66592"/>
                  <a:pt x="291761" y="61759"/>
                  <a:pt x="291761" y="56472"/>
                </a:cubicBezTo>
                <a:cubicBezTo>
                  <a:pt x="291761" y="50705"/>
                  <a:pt x="293750" y="45485"/>
                  <a:pt x="297728" y="40812"/>
                </a:cubicBezTo>
                <a:cubicBezTo>
                  <a:pt x="301707" y="36140"/>
                  <a:pt x="307461" y="33803"/>
                  <a:pt x="314990" y="33803"/>
                </a:cubicBezTo>
                <a:cubicBezTo>
                  <a:pt x="319049" y="33803"/>
                  <a:pt x="322974" y="34830"/>
                  <a:pt x="326765" y="36882"/>
                </a:cubicBezTo>
                <a:cubicBezTo>
                  <a:pt x="328207" y="37713"/>
                  <a:pt x="329382" y="38129"/>
                  <a:pt x="330290" y="38129"/>
                </a:cubicBezTo>
                <a:cubicBezTo>
                  <a:pt x="331251" y="38129"/>
                  <a:pt x="332025" y="37929"/>
                  <a:pt x="332613" y="37528"/>
                </a:cubicBezTo>
                <a:cubicBezTo>
                  <a:pt x="333200" y="37127"/>
                  <a:pt x="334135" y="35993"/>
                  <a:pt x="335416" y="34124"/>
                </a:cubicBezTo>
                <a:lnTo>
                  <a:pt x="338140" y="34124"/>
                </a:lnTo>
                <a:close/>
                <a:moveTo>
                  <a:pt x="384333" y="8491"/>
                </a:moveTo>
                <a:lnTo>
                  <a:pt x="384333" y="36046"/>
                </a:lnTo>
                <a:lnTo>
                  <a:pt x="402115" y="36046"/>
                </a:lnTo>
                <a:lnTo>
                  <a:pt x="402115" y="43896"/>
                </a:lnTo>
                <a:lnTo>
                  <a:pt x="384333" y="43896"/>
                </a:lnTo>
                <a:lnTo>
                  <a:pt x="384333" y="90240"/>
                </a:lnTo>
                <a:cubicBezTo>
                  <a:pt x="384333" y="94578"/>
                  <a:pt x="384533" y="97375"/>
                  <a:pt x="384934" y="98634"/>
                </a:cubicBezTo>
                <a:cubicBezTo>
                  <a:pt x="385334" y="99892"/>
                  <a:pt x="386042" y="100910"/>
                  <a:pt x="387056" y="101688"/>
                </a:cubicBezTo>
                <a:cubicBezTo>
                  <a:pt x="388071" y="102464"/>
                  <a:pt x="389005" y="102852"/>
                  <a:pt x="389860" y="102852"/>
                </a:cubicBezTo>
                <a:cubicBezTo>
                  <a:pt x="393331" y="102852"/>
                  <a:pt x="396615" y="100181"/>
                  <a:pt x="399712" y="94841"/>
                </a:cubicBezTo>
                <a:lnTo>
                  <a:pt x="402115" y="96621"/>
                </a:lnTo>
                <a:cubicBezTo>
                  <a:pt x="397790" y="106969"/>
                  <a:pt x="390768" y="112143"/>
                  <a:pt x="381049" y="112143"/>
                </a:cubicBezTo>
                <a:cubicBezTo>
                  <a:pt x="376296" y="112143"/>
                  <a:pt x="372277" y="110818"/>
                  <a:pt x="368993" y="108166"/>
                </a:cubicBezTo>
                <a:cubicBezTo>
                  <a:pt x="365709" y="105512"/>
                  <a:pt x="363613" y="102551"/>
                  <a:pt x="362705" y="99282"/>
                </a:cubicBezTo>
                <a:cubicBezTo>
                  <a:pt x="362171" y="97460"/>
                  <a:pt x="361904" y="92529"/>
                  <a:pt x="361904" y="84491"/>
                </a:cubicBezTo>
                <a:lnTo>
                  <a:pt x="361904" y="43896"/>
                </a:lnTo>
                <a:lnTo>
                  <a:pt x="352132" y="43896"/>
                </a:lnTo>
                <a:lnTo>
                  <a:pt x="352132" y="41085"/>
                </a:lnTo>
                <a:cubicBezTo>
                  <a:pt x="358860" y="36322"/>
                  <a:pt x="364587" y="31318"/>
                  <a:pt x="369314" y="26073"/>
                </a:cubicBezTo>
                <a:cubicBezTo>
                  <a:pt x="374040" y="20828"/>
                  <a:pt x="378165" y="14967"/>
                  <a:pt x="381689" y="8491"/>
                </a:cubicBezTo>
                <a:lnTo>
                  <a:pt x="384333" y="8491"/>
                </a:lnTo>
                <a:close/>
                <a:moveTo>
                  <a:pt x="427267" y="0"/>
                </a:moveTo>
                <a:cubicBezTo>
                  <a:pt x="430738" y="0"/>
                  <a:pt x="433675" y="1219"/>
                  <a:pt x="436078" y="3657"/>
                </a:cubicBezTo>
                <a:cubicBezTo>
                  <a:pt x="438481" y="6094"/>
                  <a:pt x="439682" y="9027"/>
                  <a:pt x="439682" y="12456"/>
                </a:cubicBezTo>
                <a:cubicBezTo>
                  <a:pt x="439682" y="15885"/>
                  <a:pt x="438468" y="18806"/>
                  <a:pt x="436038" y="21217"/>
                </a:cubicBezTo>
                <a:cubicBezTo>
                  <a:pt x="433608" y="23627"/>
                  <a:pt x="430684" y="24832"/>
                  <a:pt x="427267" y="24832"/>
                </a:cubicBezTo>
                <a:cubicBezTo>
                  <a:pt x="423849" y="24832"/>
                  <a:pt x="420939" y="23627"/>
                  <a:pt x="418535" y="21217"/>
                </a:cubicBezTo>
                <a:cubicBezTo>
                  <a:pt x="416132" y="18806"/>
                  <a:pt x="414931" y="15885"/>
                  <a:pt x="414931" y="12456"/>
                </a:cubicBezTo>
                <a:cubicBezTo>
                  <a:pt x="414931" y="9027"/>
                  <a:pt x="416132" y="6094"/>
                  <a:pt x="418535" y="3657"/>
                </a:cubicBezTo>
                <a:cubicBezTo>
                  <a:pt x="420939" y="1219"/>
                  <a:pt x="423849" y="0"/>
                  <a:pt x="427267" y="0"/>
                </a:cubicBezTo>
                <a:moveTo>
                  <a:pt x="438481" y="36046"/>
                </a:moveTo>
                <a:lnTo>
                  <a:pt x="438481" y="95482"/>
                </a:lnTo>
                <a:cubicBezTo>
                  <a:pt x="438481" y="100769"/>
                  <a:pt x="439095" y="104147"/>
                  <a:pt x="440323" y="105615"/>
                </a:cubicBezTo>
                <a:cubicBezTo>
                  <a:pt x="441552" y="107084"/>
                  <a:pt x="443955" y="107925"/>
                  <a:pt x="447533" y="108138"/>
                </a:cubicBezTo>
                <a:lnTo>
                  <a:pt x="447533" y="111022"/>
                </a:lnTo>
                <a:lnTo>
                  <a:pt x="407081" y="111022"/>
                </a:lnTo>
                <a:lnTo>
                  <a:pt x="407081" y="108138"/>
                </a:lnTo>
                <a:cubicBezTo>
                  <a:pt x="410392" y="108032"/>
                  <a:pt x="412848" y="107070"/>
                  <a:pt x="414450" y="105255"/>
                </a:cubicBezTo>
                <a:cubicBezTo>
                  <a:pt x="415518" y="104026"/>
                  <a:pt x="416052" y="100769"/>
                  <a:pt x="416052" y="95482"/>
                </a:cubicBezTo>
                <a:lnTo>
                  <a:pt x="416052" y="51746"/>
                </a:lnTo>
                <a:cubicBezTo>
                  <a:pt x="416052" y="46393"/>
                  <a:pt x="415438" y="42972"/>
                  <a:pt x="414210" y="41486"/>
                </a:cubicBezTo>
                <a:cubicBezTo>
                  <a:pt x="412982" y="39999"/>
                  <a:pt x="410605" y="39147"/>
                  <a:pt x="407081" y="38930"/>
                </a:cubicBezTo>
                <a:lnTo>
                  <a:pt x="407081" y="36046"/>
                </a:lnTo>
                <a:lnTo>
                  <a:pt x="438481" y="36046"/>
                </a:lnTo>
                <a:close/>
                <a:moveTo>
                  <a:pt x="490174" y="33803"/>
                </a:moveTo>
                <a:cubicBezTo>
                  <a:pt x="496689" y="33803"/>
                  <a:pt x="502750" y="35487"/>
                  <a:pt x="508357" y="38855"/>
                </a:cubicBezTo>
                <a:cubicBezTo>
                  <a:pt x="513965" y="42222"/>
                  <a:pt x="518223" y="47007"/>
                  <a:pt x="521134" y="53208"/>
                </a:cubicBezTo>
                <a:cubicBezTo>
                  <a:pt x="524044" y="59409"/>
                  <a:pt x="525499" y="66198"/>
                  <a:pt x="525499" y="73574"/>
                </a:cubicBezTo>
                <a:cubicBezTo>
                  <a:pt x="525499" y="84211"/>
                  <a:pt x="522803" y="93112"/>
                  <a:pt x="517409" y="100276"/>
                </a:cubicBezTo>
                <a:cubicBezTo>
                  <a:pt x="510894" y="108935"/>
                  <a:pt x="501896" y="113265"/>
                  <a:pt x="490414" y="113265"/>
                </a:cubicBezTo>
                <a:cubicBezTo>
                  <a:pt x="479147" y="113265"/>
                  <a:pt x="470469" y="109309"/>
                  <a:pt x="464381" y="101397"/>
                </a:cubicBezTo>
                <a:cubicBezTo>
                  <a:pt x="458293" y="93485"/>
                  <a:pt x="455249" y="84318"/>
                  <a:pt x="455249" y="73895"/>
                </a:cubicBezTo>
                <a:cubicBezTo>
                  <a:pt x="455249" y="63151"/>
                  <a:pt x="458360" y="53783"/>
                  <a:pt x="464581" y="45791"/>
                </a:cubicBezTo>
                <a:cubicBezTo>
                  <a:pt x="470803" y="37799"/>
                  <a:pt x="479334" y="33803"/>
                  <a:pt x="490174" y="33803"/>
                </a:cubicBezTo>
                <a:moveTo>
                  <a:pt x="490495" y="39410"/>
                </a:moveTo>
                <a:cubicBezTo>
                  <a:pt x="487771" y="39410"/>
                  <a:pt x="485435" y="40440"/>
                  <a:pt x="483486" y="42499"/>
                </a:cubicBezTo>
                <a:cubicBezTo>
                  <a:pt x="481536" y="44557"/>
                  <a:pt x="480255" y="48620"/>
                  <a:pt x="479641" y="54687"/>
                </a:cubicBezTo>
                <a:cubicBezTo>
                  <a:pt x="479027" y="60755"/>
                  <a:pt x="478720" y="69189"/>
                  <a:pt x="478720" y="79990"/>
                </a:cubicBezTo>
                <a:cubicBezTo>
                  <a:pt x="478720" y="85710"/>
                  <a:pt x="479093" y="91057"/>
                  <a:pt x="479841" y="96030"/>
                </a:cubicBezTo>
                <a:cubicBezTo>
                  <a:pt x="480428" y="99825"/>
                  <a:pt x="481683" y="102712"/>
                  <a:pt x="483606" y="104691"/>
                </a:cubicBezTo>
                <a:cubicBezTo>
                  <a:pt x="485528" y="106669"/>
                  <a:pt x="487718" y="107658"/>
                  <a:pt x="490174" y="107658"/>
                </a:cubicBezTo>
                <a:cubicBezTo>
                  <a:pt x="492577" y="107658"/>
                  <a:pt x="494580" y="106989"/>
                  <a:pt x="496182" y="105653"/>
                </a:cubicBezTo>
                <a:cubicBezTo>
                  <a:pt x="498265" y="103835"/>
                  <a:pt x="499653" y="101295"/>
                  <a:pt x="500347" y="98033"/>
                </a:cubicBezTo>
                <a:cubicBezTo>
                  <a:pt x="501415" y="92955"/>
                  <a:pt x="501949" y="82690"/>
                  <a:pt x="501949" y="67239"/>
                </a:cubicBezTo>
                <a:cubicBezTo>
                  <a:pt x="501949" y="58150"/>
                  <a:pt x="501442" y="51909"/>
                  <a:pt x="500427" y="48515"/>
                </a:cubicBezTo>
                <a:cubicBezTo>
                  <a:pt x="499413" y="45119"/>
                  <a:pt x="497917" y="42645"/>
                  <a:pt x="495942" y="41095"/>
                </a:cubicBezTo>
                <a:cubicBezTo>
                  <a:pt x="494553" y="39972"/>
                  <a:pt x="492737" y="39410"/>
                  <a:pt x="490495" y="39410"/>
                </a:cubicBezTo>
                <a:close/>
                <a:moveTo>
                  <a:pt x="567473" y="36046"/>
                </a:moveTo>
                <a:lnTo>
                  <a:pt x="567473" y="45819"/>
                </a:lnTo>
                <a:cubicBezTo>
                  <a:pt x="571318" y="41625"/>
                  <a:pt x="575003" y="38574"/>
                  <a:pt x="578527" y="36667"/>
                </a:cubicBezTo>
                <a:cubicBezTo>
                  <a:pt x="582052" y="34758"/>
                  <a:pt x="585843" y="33803"/>
                  <a:pt x="589902" y="33803"/>
                </a:cubicBezTo>
                <a:cubicBezTo>
                  <a:pt x="594761" y="33803"/>
                  <a:pt x="598793" y="35153"/>
                  <a:pt x="601997" y="37853"/>
                </a:cubicBezTo>
                <a:cubicBezTo>
                  <a:pt x="605201" y="40554"/>
                  <a:pt x="607337" y="43909"/>
                  <a:pt x="608405" y="47919"/>
                </a:cubicBezTo>
                <a:cubicBezTo>
                  <a:pt x="609260" y="50968"/>
                  <a:pt x="609687" y="56824"/>
                  <a:pt x="609687" y="65486"/>
                </a:cubicBezTo>
                <a:lnTo>
                  <a:pt x="609687" y="94681"/>
                </a:lnTo>
                <a:cubicBezTo>
                  <a:pt x="609687" y="100448"/>
                  <a:pt x="610208" y="104040"/>
                  <a:pt x="611249" y="105455"/>
                </a:cubicBezTo>
                <a:cubicBezTo>
                  <a:pt x="612290" y="106870"/>
                  <a:pt x="614466" y="107765"/>
                  <a:pt x="617777" y="108138"/>
                </a:cubicBezTo>
                <a:lnTo>
                  <a:pt x="617777" y="111022"/>
                </a:lnTo>
                <a:lnTo>
                  <a:pt x="579889" y="111022"/>
                </a:lnTo>
                <a:lnTo>
                  <a:pt x="579889" y="108138"/>
                </a:lnTo>
                <a:cubicBezTo>
                  <a:pt x="582719" y="107765"/>
                  <a:pt x="584748" y="106590"/>
                  <a:pt x="585977" y="104614"/>
                </a:cubicBezTo>
                <a:cubicBezTo>
                  <a:pt x="586831" y="103279"/>
                  <a:pt x="587258" y="99968"/>
                  <a:pt x="587258" y="94681"/>
                </a:cubicBezTo>
                <a:lnTo>
                  <a:pt x="587258" y="61358"/>
                </a:lnTo>
                <a:cubicBezTo>
                  <a:pt x="587258" y="55217"/>
                  <a:pt x="587018" y="51346"/>
                  <a:pt x="586537" y="49744"/>
                </a:cubicBezTo>
                <a:cubicBezTo>
                  <a:pt x="586057" y="48142"/>
                  <a:pt x="585242" y="46900"/>
                  <a:pt x="584094" y="46019"/>
                </a:cubicBezTo>
                <a:cubicBezTo>
                  <a:pt x="582946" y="45138"/>
                  <a:pt x="581678" y="44697"/>
                  <a:pt x="580289" y="44697"/>
                </a:cubicBezTo>
                <a:cubicBezTo>
                  <a:pt x="575697" y="44697"/>
                  <a:pt x="571425" y="48008"/>
                  <a:pt x="567473" y="54630"/>
                </a:cubicBezTo>
                <a:lnTo>
                  <a:pt x="567473" y="94681"/>
                </a:lnTo>
                <a:cubicBezTo>
                  <a:pt x="567473" y="100288"/>
                  <a:pt x="567994" y="103839"/>
                  <a:pt x="569035" y="105335"/>
                </a:cubicBezTo>
                <a:cubicBezTo>
                  <a:pt x="570076" y="106830"/>
                  <a:pt x="572012" y="107765"/>
                  <a:pt x="574842" y="108138"/>
                </a:cubicBezTo>
                <a:lnTo>
                  <a:pt x="574842" y="111022"/>
                </a:lnTo>
                <a:lnTo>
                  <a:pt x="536954" y="111022"/>
                </a:lnTo>
                <a:lnTo>
                  <a:pt x="536954" y="108138"/>
                </a:lnTo>
                <a:cubicBezTo>
                  <a:pt x="540105" y="107818"/>
                  <a:pt x="542347" y="106803"/>
                  <a:pt x="543683" y="105094"/>
                </a:cubicBezTo>
                <a:cubicBezTo>
                  <a:pt x="544590" y="103920"/>
                  <a:pt x="545044" y="100448"/>
                  <a:pt x="545044" y="94681"/>
                </a:cubicBezTo>
                <a:lnTo>
                  <a:pt x="545044" y="52387"/>
                </a:lnTo>
                <a:cubicBezTo>
                  <a:pt x="545044" y="46658"/>
                  <a:pt x="544524" y="43091"/>
                  <a:pt x="543482" y="41686"/>
                </a:cubicBezTo>
                <a:cubicBezTo>
                  <a:pt x="542441" y="40281"/>
                  <a:pt x="540265" y="39362"/>
                  <a:pt x="536954" y="38930"/>
                </a:cubicBezTo>
                <a:lnTo>
                  <a:pt x="536954" y="36046"/>
                </a:lnTo>
                <a:lnTo>
                  <a:pt x="567473" y="36046"/>
                </a:lnTo>
                <a:close/>
                <a:moveTo>
                  <a:pt x="675426" y="34124"/>
                </a:moveTo>
                <a:lnTo>
                  <a:pt x="676628" y="59756"/>
                </a:lnTo>
                <a:lnTo>
                  <a:pt x="673904" y="59756"/>
                </a:lnTo>
                <a:cubicBezTo>
                  <a:pt x="670647" y="52112"/>
                  <a:pt x="667269" y="46890"/>
                  <a:pt x="663771" y="44091"/>
                </a:cubicBezTo>
                <a:cubicBezTo>
                  <a:pt x="660274" y="41291"/>
                  <a:pt x="656789" y="39891"/>
                  <a:pt x="653318" y="39891"/>
                </a:cubicBezTo>
                <a:cubicBezTo>
                  <a:pt x="651129" y="39891"/>
                  <a:pt x="649260" y="40625"/>
                  <a:pt x="647711" y="42094"/>
                </a:cubicBezTo>
                <a:cubicBezTo>
                  <a:pt x="646162" y="43562"/>
                  <a:pt x="645388" y="45258"/>
                  <a:pt x="645388" y="47180"/>
                </a:cubicBezTo>
                <a:cubicBezTo>
                  <a:pt x="645388" y="48622"/>
                  <a:pt x="645922" y="50011"/>
                  <a:pt x="646990" y="51346"/>
                </a:cubicBezTo>
                <a:cubicBezTo>
                  <a:pt x="648699" y="53535"/>
                  <a:pt x="653478" y="57287"/>
                  <a:pt x="661328" y="62600"/>
                </a:cubicBezTo>
                <a:cubicBezTo>
                  <a:pt x="669178" y="67914"/>
                  <a:pt x="674345" y="72426"/>
                  <a:pt x="676828" y="76137"/>
                </a:cubicBezTo>
                <a:cubicBezTo>
                  <a:pt x="679311" y="79849"/>
                  <a:pt x="680553" y="84001"/>
                  <a:pt x="680553" y="88593"/>
                </a:cubicBezTo>
                <a:cubicBezTo>
                  <a:pt x="680553" y="92759"/>
                  <a:pt x="679512" y="96844"/>
                  <a:pt x="677429" y="100849"/>
                </a:cubicBezTo>
                <a:cubicBezTo>
                  <a:pt x="675346" y="104854"/>
                  <a:pt x="672409" y="107925"/>
                  <a:pt x="668618" y="110061"/>
                </a:cubicBezTo>
                <a:cubicBezTo>
                  <a:pt x="664826" y="112197"/>
                  <a:pt x="660634" y="113265"/>
                  <a:pt x="656042" y="113265"/>
                </a:cubicBezTo>
                <a:cubicBezTo>
                  <a:pt x="652464" y="113265"/>
                  <a:pt x="647684" y="112123"/>
                  <a:pt x="641703" y="109838"/>
                </a:cubicBezTo>
                <a:cubicBezTo>
                  <a:pt x="640101" y="109239"/>
                  <a:pt x="639006" y="108939"/>
                  <a:pt x="638419" y="108939"/>
                </a:cubicBezTo>
                <a:cubicBezTo>
                  <a:pt x="636657" y="108939"/>
                  <a:pt x="635188" y="110274"/>
                  <a:pt x="634013" y="112944"/>
                </a:cubicBezTo>
                <a:lnTo>
                  <a:pt x="631370" y="112944"/>
                </a:lnTo>
                <a:lnTo>
                  <a:pt x="630088" y="86030"/>
                </a:lnTo>
                <a:lnTo>
                  <a:pt x="632812" y="86030"/>
                </a:lnTo>
                <a:cubicBezTo>
                  <a:pt x="635215" y="93079"/>
                  <a:pt x="638512" y="98366"/>
                  <a:pt x="642704" y="101890"/>
                </a:cubicBezTo>
                <a:cubicBezTo>
                  <a:pt x="646896" y="105415"/>
                  <a:pt x="650862" y="107177"/>
                  <a:pt x="654600" y="107177"/>
                </a:cubicBezTo>
                <a:cubicBezTo>
                  <a:pt x="657163" y="107177"/>
                  <a:pt x="659259" y="106389"/>
                  <a:pt x="660888" y="104814"/>
                </a:cubicBezTo>
                <a:cubicBezTo>
                  <a:pt x="662516" y="103239"/>
                  <a:pt x="663331" y="101330"/>
                  <a:pt x="663331" y="99087"/>
                </a:cubicBezTo>
                <a:cubicBezTo>
                  <a:pt x="663331" y="96523"/>
                  <a:pt x="662530" y="94307"/>
                  <a:pt x="660928" y="92438"/>
                </a:cubicBezTo>
                <a:cubicBezTo>
                  <a:pt x="659326" y="90569"/>
                  <a:pt x="655748" y="87739"/>
                  <a:pt x="650194" y="83947"/>
                </a:cubicBezTo>
                <a:cubicBezTo>
                  <a:pt x="642024" y="78287"/>
                  <a:pt x="636737" y="73961"/>
                  <a:pt x="634334" y="70971"/>
                </a:cubicBezTo>
                <a:cubicBezTo>
                  <a:pt x="630809" y="66592"/>
                  <a:pt x="629047" y="61759"/>
                  <a:pt x="629047" y="56472"/>
                </a:cubicBezTo>
                <a:cubicBezTo>
                  <a:pt x="629047" y="50705"/>
                  <a:pt x="631036" y="45485"/>
                  <a:pt x="635015" y="40812"/>
                </a:cubicBezTo>
                <a:cubicBezTo>
                  <a:pt x="638993" y="36140"/>
                  <a:pt x="644747" y="33803"/>
                  <a:pt x="652277" y="33803"/>
                </a:cubicBezTo>
                <a:cubicBezTo>
                  <a:pt x="656335" y="33803"/>
                  <a:pt x="660260" y="34830"/>
                  <a:pt x="664052" y="36882"/>
                </a:cubicBezTo>
                <a:cubicBezTo>
                  <a:pt x="665494" y="37713"/>
                  <a:pt x="666668" y="38129"/>
                  <a:pt x="667576" y="38129"/>
                </a:cubicBezTo>
                <a:cubicBezTo>
                  <a:pt x="668538" y="38129"/>
                  <a:pt x="669312" y="37929"/>
                  <a:pt x="669899" y="37528"/>
                </a:cubicBezTo>
                <a:cubicBezTo>
                  <a:pt x="670487" y="37127"/>
                  <a:pt x="671421" y="35993"/>
                  <a:pt x="672703" y="34124"/>
                </a:cubicBezTo>
                <a:lnTo>
                  <a:pt x="675426" y="341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15AB6-9AD0-4C59-8BB8-DE5CDFC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359" y="4653802"/>
            <a:ext cx="2399229" cy="1271386"/>
          </a:xfrm>
          <a:custGeom xmlns:a="http://schemas.openxmlformats.org/drawingml/2006/main">
            <a:pathLst>
              <a:path w="2399229" h="1271386">
                <a:moveTo>
                  <a:pt x="0" y="0"/>
                </a:moveTo>
                <a:lnTo>
                  <a:pt x="2399229" y="0"/>
                </a:lnTo>
                <a:lnTo>
                  <a:pt x="2399229" y="1271386"/>
                </a:lnTo>
                <a:lnTo>
                  <a:pt x="0" y="1271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4E2F7-DD7E-45C3-9BB7-38FA2DD2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359" y="4653802"/>
            <a:ext cx="2399229" cy="1271386"/>
          </a:xfrm>
          <a:custGeom xmlns:a="http://schemas.openxmlformats.org/drawingml/2006/main">
            <a:pathLst>
              <a:path w="2399229" h="1271386" fill="none">
                <a:moveTo>
                  <a:pt x="0" y="0"/>
                </a:moveTo>
                <a:lnTo>
                  <a:pt x="2399229" y="0"/>
                </a:lnTo>
                <a:lnTo>
                  <a:pt x="2399229" y="1271386"/>
                </a:lnTo>
                <a:lnTo>
                  <a:pt x="0" y="12713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89" name="Text Examplesf">
            <a:extLst xmlns:a="http://schemas.openxmlformats.org/drawingml/2006/main">
              <a:ext uri="{FF2B5EF4-FFF2-40B4-BE49-F238E27FC236}">
                <a16:creationId xmlns:a16="http://schemas.microsoft.com/office/drawing/2014/main" id="{B96E3673-75A0-44B5-A577-EF2E10C8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64" y="4747842"/>
            <a:ext cx="788129" cy="146107"/>
          </a:xfrm>
          <a:custGeom xmlns:a="http://schemas.openxmlformats.org/drawingml/2006/main">
            <a:pathLst>
              <a:path w="788129" h="146107">
                <a:moveTo>
                  <a:pt x="41413" y="8651"/>
                </a:moveTo>
                <a:lnTo>
                  <a:pt x="41413" y="52707"/>
                </a:lnTo>
                <a:lnTo>
                  <a:pt x="43576" y="52707"/>
                </a:lnTo>
                <a:cubicBezTo>
                  <a:pt x="50465" y="52707"/>
                  <a:pt x="55458" y="50545"/>
                  <a:pt x="58555" y="46219"/>
                </a:cubicBezTo>
                <a:cubicBezTo>
                  <a:pt x="61652" y="41894"/>
                  <a:pt x="63628" y="35512"/>
                  <a:pt x="64482" y="27075"/>
                </a:cubicBezTo>
                <a:lnTo>
                  <a:pt x="67526" y="27075"/>
                </a:lnTo>
                <a:lnTo>
                  <a:pt x="67526" y="84108"/>
                </a:lnTo>
                <a:lnTo>
                  <a:pt x="64482" y="84108"/>
                </a:lnTo>
                <a:cubicBezTo>
                  <a:pt x="63842" y="77893"/>
                  <a:pt x="62493" y="72804"/>
                  <a:pt x="60437" y="68841"/>
                </a:cubicBezTo>
                <a:cubicBezTo>
                  <a:pt x="58381" y="64875"/>
                  <a:pt x="55992" y="62210"/>
                  <a:pt x="53268" y="60845"/>
                </a:cubicBezTo>
                <a:cubicBezTo>
                  <a:pt x="50545" y="59479"/>
                  <a:pt x="46593" y="58795"/>
                  <a:pt x="41413" y="58795"/>
                </a:cubicBezTo>
                <a:lnTo>
                  <a:pt x="41413" y="89394"/>
                </a:lnTo>
                <a:cubicBezTo>
                  <a:pt x="41413" y="95375"/>
                  <a:pt x="41667" y="99033"/>
                  <a:pt x="42174" y="100368"/>
                </a:cubicBezTo>
                <a:cubicBezTo>
                  <a:pt x="42681" y="101703"/>
                  <a:pt x="43629" y="102798"/>
                  <a:pt x="45018" y="103653"/>
                </a:cubicBezTo>
                <a:cubicBezTo>
                  <a:pt x="46406" y="104507"/>
                  <a:pt x="48649" y="104934"/>
                  <a:pt x="51746" y="104934"/>
                </a:cubicBezTo>
                <a:lnTo>
                  <a:pt x="58234" y="104934"/>
                </a:lnTo>
                <a:cubicBezTo>
                  <a:pt x="68381" y="104934"/>
                  <a:pt x="76511" y="102598"/>
                  <a:pt x="82626" y="97925"/>
                </a:cubicBezTo>
                <a:cubicBezTo>
                  <a:pt x="88740" y="93253"/>
                  <a:pt x="93132" y="86110"/>
                  <a:pt x="95803" y="76498"/>
                </a:cubicBezTo>
                <a:lnTo>
                  <a:pt x="98766" y="76498"/>
                </a:lnTo>
                <a:lnTo>
                  <a:pt x="93880" y="111022"/>
                </a:lnTo>
                <a:lnTo>
                  <a:pt x="0" y="111022"/>
                </a:lnTo>
                <a:lnTo>
                  <a:pt x="0" y="108138"/>
                </a:lnTo>
                <a:lnTo>
                  <a:pt x="3605" y="108138"/>
                </a:lnTo>
                <a:cubicBezTo>
                  <a:pt x="6755" y="108138"/>
                  <a:pt x="9292" y="107575"/>
                  <a:pt x="11214" y="106449"/>
                </a:cubicBezTo>
                <a:cubicBezTo>
                  <a:pt x="12603" y="105696"/>
                  <a:pt x="13671" y="104408"/>
                  <a:pt x="14418" y="102584"/>
                </a:cubicBezTo>
                <a:cubicBezTo>
                  <a:pt x="15006" y="101295"/>
                  <a:pt x="15300" y="97914"/>
                  <a:pt x="15300" y="92438"/>
                </a:cubicBezTo>
                <a:lnTo>
                  <a:pt x="15300" y="20987"/>
                </a:lnTo>
                <a:cubicBezTo>
                  <a:pt x="15300" y="16049"/>
                  <a:pt x="15166" y="13016"/>
                  <a:pt x="14899" y="11888"/>
                </a:cubicBezTo>
                <a:cubicBezTo>
                  <a:pt x="14365" y="10010"/>
                  <a:pt x="13377" y="8562"/>
                  <a:pt x="11935" y="7542"/>
                </a:cubicBezTo>
                <a:cubicBezTo>
                  <a:pt x="9906" y="6039"/>
                  <a:pt x="7129" y="5287"/>
                  <a:pt x="3605" y="5287"/>
                </a:cubicBezTo>
                <a:lnTo>
                  <a:pt x="0" y="5287"/>
                </a:lnTo>
                <a:lnTo>
                  <a:pt x="0" y="2403"/>
                </a:lnTo>
                <a:lnTo>
                  <a:pt x="90916" y="2403"/>
                </a:lnTo>
                <a:lnTo>
                  <a:pt x="90916" y="34604"/>
                </a:lnTo>
                <a:lnTo>
                  <a:pt x="87872" y="34604"/>
                </a:lnTo>
                <a:cubicBezTo>
                  <a:pt x="86324" y="26729"/>
                  <a:pt x="84148" y="21078"/>
                  <a:pt x="81344" y="17650"/>
                </a:cubicBezTo>
                <a:cubicBezTo>
                  <a:pt x="78540" y="14222"/>
                  <a:pt x="74575" y="11705"/>
                  <a:pt x="69449" y="10098"/>
                </a:cubicBezTo>
                <a:cubicBezTo>
                  <a:pt x="66458" y="9133"/>
                  <a:pt x="60851" y="8651"/>
                  <a:pt x="52627" y="8651"/>
                </a:cubicBezTo>
                <a:lnTo>
                  <a:pt x="41413" y="8651"/>
                </a:lnTo>
                <a:close/>
                <a:moveTo>
                  <a:pt x="155623" y="65078"/>
                </a:moveTo>
                <a:lnTo>
                  <a:pt x="168937" y="89800"/>
                </a:lnTo>
                <a:cubicBezTo>
                  <a:pt x="173423" y="98396"/>
                  <a:pt x="176974" y="103841"/>
                  <a:pt x="179591" y="106136"/>
                </a:cubicBezTo>
                <a:cubicBezTo>
                  <a:pt x="181033" y="107364"/>
                  <a:pt x="183009" y="108032"/>
                  <a:pt x="185518" y="108138"/>
                </a:cubicBezTo>
                <a:lnTo>
                  <a:pt x="185518" y="111022"/>
                </a:lnTo>
                <a:lnTo>
                  <a:pt x="143785" y="111022"/>
                </a:lnTo>
                <a:lnTo>
                  <a:pt x="143785" y="108138"/>
                </a:lnTo>
                <a:cubicBezTo>
                  <a:pt x="147043" y="107871"/>
                  <a:pt x="149059" y="107444"/>
                  <a:pt x="149833" y="106857"/>
                </a:cubicBezTo>
                <a:cubicBezTo>
                  <a:pt x="150607" y="106268"/>
                  <a:pt x="150994" y="105465"/>
                  <a:pt x="150994" y="104449"/>
                </a:cubicBezTo>
                <a:cubicBezTo>
                  <a:pt x="150994" y="102952"/>
                  <a:pt x="150140" y="100599"/>
                  <a:pt x="148431" y="97390"/>
                </a:cubicBezTo>
                <a:lnTo>
                  <a:pt x="141893" y="85249"/>
                </a:lnTo>
                <a:lnTo>
                  <a:pt x="136416" y="93299"/>
                </a:lnTo>
                <a:cubicBezTo>
                  <a:pt x="133906" y="96989"/>
                  <a:pt x="132491" y="99182"/>
                  <a:pt x="132170" y="99878"/>
                </a:cubicBezTo>
                <a:cubicBezTo>
                  <a:pt x="131743" y="100892"/>
                  <a:pt x="131529" y="101801"/>
                  <a:pt x="131529" y="102604"/>
                </a:cubicBezTo>
                <a:cubicBezTo>
                  <a:pt x="131529" y="103834"/>
                  <a:pt x="131783" y="104863"/>
                  <a:pt x="132290" y="105693"/>
                </a:cubicBezTo>
                <a:cubicBezTo>
                  <a:pt x="132798" y="106520"/>
                  <a:pt x="133492" y="107135"/>
                  <a:pt x="134373" y="107538"/>
                </a:cubicBezTo>
                <a:cubicBezTo>
                  <a:pt x="135254" y="107938"/>
                  <a:pt x="136870" y="108138"/>
                  <a:pt x="139219" y="108138"/>
                </a:cubicBezTo>
                <a:lnTo>
                  <a:pt x="139219" y="111022"/>
                </a:lnTo>
                <a:lnTo>
                  <a:pt x="109902" y="111022"/>
                </a:lnTo>
                <a:lnTo>
                  <a:pt x="109902" y="108138"/>
                </a:lnTo>
                <a:cubicBezTo>
                  <a:pt x="113533" y="108138"/>
                  <a:pt x="116857" y="107136"/>
                  <a:pt x="119875" y="105132"/>
                </a:cubicBezTo>
                <a:cubicBezTo>
                  <a:pt x="122892" y="103126"/>
                  <a:pt x="127284" y="97874"/>
                  <a:pt x="133051" y="89374"/>
                </a:cubicBezTo>
                <a:lnTo>
                  <a:pt x="139232" y="80305"/>
                </a:lnTo>
                <a:lnTo>
                  <a:pt x="126323" y="56335"/>
                </a:lnTo>
                <a:cubicBezTo>
                  <a:pt x="122104" y="48491"/>
                  <a:pt x="118953" y="43683"/>
                  <a:pt x="116871" y="41911"/>
                </a:cubicBezTo>
                <a:cubicBezTo>
                  <a:pt x="114788" y="40139"/>
                  <a:pt x="112465" y="39145"/>
                  <a:pt x="109902" y="38930"/>
                </a:cubicBezTo>
                <a:lnTo>
                  <a:pt x="109902" y="36046"/>
                </a:lnTo>
                <a:lnTo>
                  <a:pt x="151395" y="36046"/>
                </a:lnTo>
                <a:lnTo>
                  <a:pt x="151395" y="38930"/>
                </a:lnTo>
                <a:lnTo>
                  <a:pt x="149232" y="39010"/>
                </a:lnTo>
                <a:lnTo>
                  <a:pt x="145067" y="40467"/>
                </a:lnTo>
                <a:cubicBezTo>
                  <a:pt x="144640" y="40844"/>
                  <a:pt x="144426" y="41464"/>
                  <a:pt x="144426" y="42327"/>
                </a:cubicBezTo>
                <a:cubicBezTo>
                  <a:pt x="144426" y="43134"/>
                  <a:pt x="144559" y="43970"/>
                  <a:pt x="144826" y="44832"/>
                </a:cubicBezTo>
                <a:cubicBezTo>
                  <a:pt x="144987" y="45209"/>
                  <a:pt x="145734" y="46665"/>
                  <a:pt x="147069" y="49198"/>
                </a:cubicBezTo>
                <a:lnTo>
                  <a:pt x="152967" y="60147"/>
                </a:lnTo>
                <a:lnTo>
                  <a:pt x="155961" y="55751"/>
                </a:lnTo>
                <a:cubicBezTo>
                  <a:pt x="160233" y="49849"/>
                  <a:pt x="162369" y="45717"/>
                  <a:pt x="162369" y="43355"/>
                </a:cubicBezTo>
                <a:cubicBezTo>
                  <a:pt x="162369" y="42229"/>
                  <a:pt x="161902" y="41277"/>
                  <a:pt x="160967" y="40499"/>
                </a:cubicBezTo>
                <a:cubicBezTo>
                  <a:pt x="160033" y="39722"/>
                  <a:pt x="158364" y="39198"/>
                  <a:pt x="155961" y="38930"/>
                </a:cubicBezTo>
                <a:lnTo>
                  <a:pt x="155961" y="36046"/>
                </a:lnTo>
                <a:lnTo>
                  <a:pt x="182475" y="36046"/>
                </a:lnTo>
                <a:lnTo>
                  <a:pt x="182475" y="38930"/>
                </a:lnTo>
                <a:cubicBezTo>
                  <a:pt x="179217" y="39037"/>
                  <a:pt x="176173" y="40045"/>
                  <a:pt x="173343" y="41954"/>
                </a:cubicBezTo>
                <a:cubicBezTo>
                  <a:pt x="170513" y="43863"/>
                  <a:pt x="167335" y="47560"/>
                  <a:pt x="163811" y="53045"/>
                </a:cubicBezTo>
                <a:lnTo>
                  <a:pt x="155623" y="65078"/>
                </a:lnTo>
                <a:close/>
                <a:moveTo>
                  <a:pt x="235022" y="99968"/>
                </a:moveTo>
                <a:cubicBezTo>
                  <a:pt x="225890" y="108085"/>
                  <a:pt x="217693" y="112143"/>
                  <a:pt x="210431" y="112143"/>
                </a:cubicBezTo>
                <a:cubicBezTo>
                  <a:pt x="206158" y="112143"/>
                  <a:pt x="202607" y="110737"/>
                  <a:pt x="199777" y="107926"/>
                </a:cubicBezTo>
                <a:cubicBezTo>
                  <a:pt x="196947" y="105112"/>
                  <a:pt x="195532" y="101589"/>
                  <a:pt x="195532" y="97357"/>
                </a:cubicBezTo>
                <a:cubicBezTo>
                  <a:pt x="195532" y="91623"/>
                  <a:pt x="197988" y="86466"/>
                  <a:pt x="202901" y="81885"/>
                </a:cubicBezTo>
                <a:cubicBezTo>
                  <a:pt x="207814" y="77304"/>
                  <a:pt x="218521" y="71209"/>
                  <a:pt x="235022" y="63601"/>
                </a:cubicBezTo>
                <a:lnTo>
                  <a:pt x="235022" y="56072"/>
                </a:lnTo>
                <a:cubicBezTo>
                  <a:pt x="235022" y="50411"/>
                  <a:pt x="234715" y="46847"/>
                  <a:pt x="234101" y="45378"/>
                </a:cubicBezTo>
                <a:cubicBezTo>
                  <a:pt x="233487" y="43909"/>
                  <a:pt x="232325" y="42628"/>
                  <a:pt x="230616" y="41533"/>
                </a:cubicBezTo>
                <a:cubicBezTo>
                  <a:pt x="228908" y="40438"/>
                  <a:pt x="226985" y="39891"/>
                  <a:pt x="224849" y="39891"/>
                </a:cubicBezTo>
                <a:cubicBezTo>
                  <a:pt x="221378" y="39891"/>
                  <a:pt x="218521" y="40665"/>
                  <a:pt x="216278" y="42214"/>
                </a:cubicBezTo>
                <a:cubicBezTo>
                  <a:pt x="214890" y="43175"/>
                  <a:pt x="214195" y="44297"/>
                  <a:pt x="214195" y="45578"/>
                </a:cubicBezTo>
                <a:cubicBezTo>
                  <a:pt x="214195" y="46700"/>
                  <a:pt x="214943" y="48088"/>
                  <a:pt x="216438" y="49744"/>
                </a:cubicBezTo>
                <a:cubicBezTo>
                  <a:pt x="218468" y="52040"/>
                  <a:pt x="219482" y="54256"/>
                  <a:pt x="219482" y="56392"/>
                </a:cubicBezTo>
                <a:cubicBezTo>
                  <a:pt x="219482" y="59009"/>
                  <a:pt x="218508" y="61238"/>
                  <a:pt x="216558" y="63081"/>
                </a:cubicBezTo>
                <a:cubicBezTo>
                  <a:pt x="214609" y="64923"/>
                  <a:pt x="212059" y="65844"/>
                  <a:pt x="208909" y="65844"/>
                </a:cubicBezTo>
                <a:cubicBezTo>
                  <a:pt x="205544" y="65844"/>
                  <a:pt x="202727" y="64830"/>
                  <a:pt x="200458" y="62800"/>
                </a:cubicBezTo>
                <a:cubicBezTo>
                  <a:pt x="198188" y="60771"/>
                  <a:pt x="197053" y="58395"/>
                  <a:pt x="197053" y="55671"/>
                </a:cubicBezTo>
                <a:cubicBezTo>
                  <a:pt x="197053" y="51826"/>
                  <a:pt x="198575" y="48155"/>
                  <a:pt x="201619" y="44657"/>
                </a:cubicBezTo>
                <a:cubicBezTo>
                  <a:pt x="204663" y="41159"/>
                  <a:pt x="208909" y="38476"/>
                  <a:pt x="214356" y="36607"/>
                </a:cubicBezTo>
                <a:cubicBezTo>
                  <a:pt x="219803" y="34738"/>
                  <a:pt x="225463" y="33803"/>
                  <a:pt x="231337" y="33803"/>
                </a:cubicBezTo>
                <a:cubicBezTo>
                  <a:pt x="238440" y="33803"/>
                  <a:pt x="244060" y="35316"/>
                  <a:pt x="248199" y="38342"/>
                </a:cubicBezTo>
                <a:cubicBezTo>
                  <a:pt x="252338" y="41365"/>
                  <a:pt x="255021" y="44644"/>
                  <a:pt x="256249" y="48177"/>
                </a:cubicBezTo>
                <a:cubicBezTo>
                  <a:pt x="256997" y="50424"/>
                  <a:pt x="257371" y="55589"/>
                  <a:pt x="257371" y="63671"/>
                </a:cubicBezTo>
                <a:lnTo>
                  <a:pt x="257371" y="92816"/>
                </a:lnTo>
                <a:cubicBezTo>
                  <a:pt x="257371" y="96242"/>
                  <a:pt x="257504" y="98398"/>
                  <a:pt x="257771" y="99282"/>
                </a:cubicBezTo>
                <a:cubicBezTo>
                  <a:pt x="258038" y="100165"/>
                  <a:pt x="258439" y="100821"/>
                  <a:pt x="258973" y="101250"/>
                </a:cubicBezTo>
                <a:cubicBezTo>
                  <a:pt x="259507" y="101677"/>
                  <a:pt x="260121" y="101890"/>
                  <a:pt x="260815" y="101890"/>
                </a:cubicBezTo>
                <a:cubicBezTo>
                  <a:pt x="262203" y="101890"/>
                  <a:pt x="263619" y="100902"/>
                  <a:pt x="265060" y="98927"/>
                </a:cubicBezTo>
                <a:lnTo>
                  <a:pt x="267464" y="100849"/>
                </a:lnTo>
                <a:cubicBezTo>
                  <a:pt x="264793" y="104801"/>
                  <a:pt x="262030" y="107671"/>
                  <a:pt x="259173" y="109460"/>
                </a:cubicBezTo>
                <a:cubicBezTo>
                  <a:pt x="256316" y="111249"/>
                  <a:pt x="253072" y="112143"/>
                  <a:pt x="249440" y="112143"/>
                </a:cubicBezTo>
                <a:cubicBezTo>
                  <a:pt x="245168" y="112143"/>
                  <a:pt x="241831" y="111135"/>
                  <a:pt x="239428" y="109120"/>
                </a:cubicBezTo>
                <a:cubicBezTo>
                  <a:pt x="237025" y="107104"/>
                  <a:pt x="235556" y="104053"/>
                  <a:pt x="235022" y="99968"/>
                </a:cubicBezTo>
                <a:moveTo>
                  <a:pt x="235022" y="94040"/>
                </a:moveTo>
                <a:lnTo>
                  <a:pt x="235022" y="68983"/>
                </a:lnTo>
                <a:cubicBezTo>
                  <a:pt x="228560" y="72793"/>
                  <a:pt x="223754" y="76872"/>
                  <a:pt x="220604" y="81219"/>
                </a:cubicBezTo>
                <a:cubicBezTo>
                  <a:pt x="218521" y="84116"/>
                  <a:pt x="217480" y="87040"/>
                  <a:pt x="217480" y="89993"/>
                </a:cubicBezTo>
                <a:cubicBezTo>
                  <a:pt x="217480" y="92461"/>
                  <a:pt x="218361" y="94634"/>
                  <a:pt x="220123" y="96513"/>
                </a:cubicBezTo>
                <a:cubicBezTo>
                  <a:pt x="221458" y="97962"/>
                  <a:pt x="223327" y="98686"/>
                  <a:pt x="225730" y="98686"/>
                </a:cubicBezTo>
                <a:cubicBezTo>
                  <a:pt x="228400" y="98686"/>
                  <a:pt x="231498" y="97138"/>
                  <a:pt x="235022" y="94040"/>
                </a:cubicBezTo>
                <a:close/>
                <a:moveTo>
                  <a:pt x="306794" y="36046"/>
                </a:moveTo>
                <a:lnTo>
                  <a:pt x="306794" y="45979"/>
                </a:lnTo>
                <a:cubicBezTo>
                  <a:pt x="310906" y="41463"/>
                  <a:pt x="314711" y="38305"/>
                  <a:pt x="318208" y="36504"/>
                </a:cubicBezTo>
                <a:cubicBezTo>
                  <a:pt x="321706" y="34704"/>
                  <a:pt x="325538" y="33803"/>
                  <a:pt x="329703" y="33803"/>
                </a:cubicBezTo>
                <a:cubicBezTo>
                  <a:pt x="334509" y="33803"/>
                  <a:pt x="338541" y="34931"/>
                  <a:pt x="341799" y="37188"/>
                </a:cubicBezTo>
                <a:cubicBezTo>
                  <a:pt x="345056" y="39444"/>
                  <a:pt x="347566" y="42882"/>
                  <a:pt x="349328" y="47501"/>
                </a:cubicBezTo>
                <a:cubicBezTo>
                  <a:pt x="353600" y="42666"/>
                  <a:pt x="357699" y="39175"/>
                  <a:pt x="361624" y="37027"/>
                </a:cubicBezTo>
                <a:cubicBezTo>
                  <a:pt x="365549" y="34878"/>
                  <a:pt x="369647" y="33803"/>
                  <a:pt x="373920" y="33803"/>
                </a:cubicBezTo>
                <a:cubicBezTo>
                  <a:pt x="379100" y="33803"/>
                  <a:pt x="383225" y="34993"/>
                  <a:pt x="386295" y="37373"/>
                </a:cubicBezTo>
                <a:cubicBezTo>
                  <a:pt x="389366" y="39753"/>
                  <a:pt x="391502" y="42774"/>
                  <a:pt x="392704" y="46437"/>
                </a:cubicBezTo>
                <a:cubicBezTo>
                  <a:pt x="393905" y="50100"/>
                  <a:pt x="394506" y="55942"/>
                  <a:pt x="394506" y="63962"/>
                </a:cubicBezTo>
                <a:lnTo>
                  <a:pt x="394506" y="94681"/>
                </a:lnTo>
                <a:cubicBezTo>
                  <a:pt x="394506" y="100448"/>
                  <a:pt x="395027" y="104026"/>
                  <a:pt x="396068" y="105415"/>
                </a:cubicBezTo>
                <a:cubicBezTo>
                  <a:pt x="397109" y="106803"/>
                  <a:pt x="399285" y="107711"/>
                  <a:pt x="402596" y="108138"/>
                </a:cubicBezTo>
                <a:lnTo>
                  <a:pt x="402596" y="111022"/>
                </a:lnTo>
                <a:lnTo>
                  <a:pt x="363907" y="111022"/>
                </a:lnTo>
                <a:lnTo>
                  <a:pt x="363907" y="108138"/>
                </a:lnTo>
                <a:cubicBezTo>
                  <a:pt x="366951" y="107871"/>
                  <a:pt x="369194" y="106696"/>
                  <a:pt x="370635" y="104614"/>
                </a:cubicBezTo>
                <a:cubicBezTo>
                  <a:pt x="371597" y="103172"/>
                  <a:pt x="372077" y="99861"/>
                  <a:pt x="372077" y="94681"/>
                </a:cubicBezTo>
                <a:lnTo>
                  <a:pt x="372077" y="62480"/>
                </a:lnTo>
                <a:cubicBezTo>
                  <a:pt x="372077" y="55805"/>
                  <a:pt x="371810" y="51559"/>
                  <a:pt x="371276" y="49744"/>
                </a:cubicBezTo>
                <a:cubicBezTo>
                  <a:pt x="370742" y="47928"/>
                  <a:pt x="369901" y="46580"/>
                  <a:pt x="368753" y="45698"/>
                </a:cubicBezTo>
                <a:cubicBezTo>
                  <a:pt x="367605" y="44817"/>
                  <a:pt x="366256" y="44377"/>
                  <a:pt x="364708" y="44377"/>
                </a:cubicBezTo>
                <a:cubicBezTo>
                  <a:pt x="362412" y="44377"/>
                  <a:pt x="360089" y="45218"/>
                  <a:pt x="357739" y="46900"/>
                </a:cubicBezTo>
                <a:cubicBezTo>
                  <a:pt x="355389" y="48582"/>
                  <a:pt x="353013" y="51105"/>
                  <a:pt x="350610" y="54470"/>
                </a:cubicBezTo>
                <a:lnTo>
                  <a:pt x="350610" y="94681"/>
                </a:lnTo>
                <a:cubicBezTo>
                  <a:pt x="350610" y="100075"/>
                  <a:pt x="351064" y="103466"/>
                  <a:pt x="351972" y="104854"/>
                </a:cubicBezTo>
                <a:cubicBezTo>
                  <a:pt x="353200" y="106830"/>
                  <a:pt x="355549" y="107925"/>
                  <a:pt x="359021" y="108138"/>
                </a:cubicBezTo>
                <a:lnTo>
                  <a:pt x="359021" y="111022"/>
                </a:lnTo>
                <a:lnTo>
                  <a:pt x="320251" y="111022"/>
                </a:lnTo>
                <a:lnTo>
                  <a:pt x="320251" y="108138"/>
                </a:lnTo>
                <a:cubicBezTo>
                  <a:pt x="322334" y="108032"/>
                  <a:pt x="323976" y="107511"/>
                  <a:pt x="325177" y="106576"/>
                </a:cubicBezTo>
                <a:cubicBezTo>
                  <a:pt x="326379" y="105642"/>
                  <a:pt x="327180" y="104520"/>
                  <a:pt x="327580" y="103212"/>
                </a:cubicBezTo>
                <a:cubicBezTo>
                  <a:pt x="327981" y="101904"/>
                  <a:pt x="328181" y="99060"/>
                  <a:pt x="328181" y="94681"/>
                </a:cubicBezTo>
                <a:lnTo>
                  <a:pt x="328181" y="62430"/>
                </a:lnTo>
                <a:cubicBezTo>
                  <a:pt x="328181" y="55636"/>
                  <a:pt x="327914" y="51384"/>
                  <a:pt x="327380" y="49674"/>
                </a:cubicBezTo>
                <a:cubicBezTo>
                  <a:pt x="326846" y="47961"/>
                  <a:pt x="325952" y="46624"/>
                  <a:pt x="324697" y="45661"/>
                </a:cubicBezTo>
                <a:cubicBezTo>
                  <a:pt x="323442" y="44698"/>
                  <a:pt x="322093" y="44217"/>
                  <a:pt x="320651" y="44217"/>
                </a:cubicBezTo>
                <a:cubicBezTo>
                  <a:pt x="318515" y="44217"/>
                  <a:pt x="316566" y="44781"/>
                  <a:pt x="314804" y="45911"/>
                </a:cubicBezTo>
                <a:cubicBezTo>
                  <a:pt x="312294" y="47580"/>
                  <a:pt x="309624" y="50433"/>
                  <a:pt x="306794" y="54470"/>
                </a:cubicBezTo>
                <a:lnTo>
                  <a:pt x="306794" y="94681"/>
                </a:lnTo>
                <a:cubicBezTo>
                  <a:pt x="306794" y="99968"/>
                  <a:pt x="307314" y="103452"/>
                  <a:pt x="308356" y="105134"/>
                </a:cubicBezTo>
                <a:cubicBezTo>
                  <a:pt x="309397" y="106817"/>
                  <a:pt x="311573" y="107818"/>
                  <a:pt x="314884" y="108138"/>
                </a:cubicBezTo>
                <a:lnTo>
                  <a:pt x="314884" y="111022"/>
                </a:lnTo>
                <a:lnTo>
                  <a:pt x="276275" y="111022"/>
                </a:lnTo>
                <a:lnTo>
                  <a:pt x="276275" y="108138"/>
                </a:lnTo>
                <a:cubicBezTo>
                  <a:pt x="279425" y="107818"/>
                  <a:pt x="281668" y="106803"/>
                  <a:pt x="283003" y="105094"/>
                </a:cubicBezTo>
                <a:cubicBezTo>
                  <a:pt x="283911" y="103920"/>
                  <a:pt x="284365" y="100448"/>
                  <a:pt x="284365" y="94681"/>
                </a:cubicBezTo>
                <a:lnTo>
                  <a:pt x="284365" y="52387"/>
                </a:lnTo>
                <a:cubicBezTo>
                  <a:pt x="284365" y="46658"/>
                  <a:pt x="283844" y="43091"/>
                  <a:pt x="282803" y="41686"/>
                </a:cubicBezTo>
                <a:cubicBezTo>
                  <a:pt x="281762" y="40281"/>
                  <a:pt x="279586" y="39362"/>
                  <a:pt x="276275" y="38930"/>
                </a:cubicBezTo>
                <a:lnTo>
                  <a:pt x="276275" y="36046"/>
                </a:lnTo>
                <a:lnTo>
                  <a:pt x="306794" y="36046"/>
                </a:lnTo>
                <a:close/>
                <a:moveTo>
                  <a:pt x="441364" y="103412"/>
                </a:moveTo>
                <a:lnTo>
                  <a:pt x="441364" y="131208"/>
                </a:lnTo>
                <a:cubicBezTo>
                  <a:pt x="441364" y="135104"/>
                  <a:pt x="441672" y="137756"/>
                  <a:pt x="442286" y="139163"/>
                </a:cubicBezTo>
                <a:cubicBezTo>
                  <a:pt x="442900" y="140571"/>
                  <a:pt x="443848" y="141600"/>
                  <a:pt x="445129" y="142249"/>
                </a:cubicBezTo>
                <a:cubicBezTo>
                  <a:pt x="446411" y="142899"/>
                  <a:pt x="448921" y="143223"/>
                  <a:pt x="452659" y="143223"/>
                </a:cubicBezTo>
                <a:lnTo>
                  <a:pt x="452659" y="146107"/>
                </a:lnTo>
                <a:lnTo>
                  <a:pt x="409964" y="146107"/>
                </a:lnTo>
                <a:lnTo>
                  <a:pt x="409964" y="143223"/>
                </a:lnTo>
                <a:cubicBezTo>
                  <a:pt x="413275" y="143115"/>
                  <a:pt x="415732" y="142168"/>
                  <a:pt x="417334" y="140382"/>
                </a:cubicBezTo>
                <a:cubicBezTo>
                  <a:pt x="418402" y="139139"/>
                  <a:pt x="418936" y="135921"/>
                  <a:pt x="418936" y="130727"/>
                </a:cubicBezTo>
                <a:lnTo>
                  <a:pt x="418936" y="51746"/>
                </a:lnTo>
                <a:cubicBezTo>
                  <a:pt x="418936" y="46393"/>
                  <a:pt x="418322" y="42972"/>
                  <a:pt x="417093" y="41486"/>
                </a:cubicBezTo>
                <a:cubicBezTo>
                  <a:pt x="415865" y="39999"/>
                  <a:pt x="413489" y="39147"/>
                  <a:pt x="409964" y="38930"/>
                </a:cubicBezTo>
                <a:lnTo>
                  <a:pt x="409964" y="36046"/>
                </a:lnTo>
                <a:lnTo>
                  <a:pt x="441364" y="36046"/>
                </a:lnTo>
                <a:lnTo>
                  <a:pt x="441364" y="45899"/>
                </a:lnTo>
                <a:cubicBezTo>
                  <a:pt x="443981" y="42054"/>
                  <a:pt x="446651" y="39277"/>
                  <a:pt x="449375" y="37568"/>
                </a:cubicBezTo>
                <a:cubicBezTo>
                  <a:pt x="453273" y="35058"/>
                  <a:pt x="457518" y="33803"/>
                  <a:pt x="462111" y="33803"/>
                </a:cubicBezTo>
                <a:cubicBezTo>
                  <a:pt x="467611" y="33803"/>
                  <a:pt x="472618" y="35540"/>
                  <a:pt x="477130" y="39015"/>
                </a:cubicBezTo>
                <a:cubicBezTo>
                  <a:pt x="481643" y="42489"/>
                  <a:pt x="485074" y="47287"/>
                  <a:pt x="487423" y="53408"/>
                </a:cubicBezTo>
                <a:cubicBezTo>
                  <a:pt x="489773" y="59529"/>
                  <a:pt x="490948" y="66118"/>
                  <a:pt x="490948" y="73174"/>
                </a:cubicBezTo>
                <a:cubicBezTo>
                  <a:pt x="490948" y="80763"/>
                  <a:pt x="489733" y="87699"/>
                  <a:pt x="487303" y="93980"/>
                </a:cubicBezTo>
                <a:cubicBezTo>
                  <a:pt x="484873" y="100262"/>
                  <a:pt x="481349" y="105046"/>
                  <a:pt x="476730" y="108334"/>
                </a:cubicBezTo>
                <a:cubicBezTo>
                  <a:pt x="472110" y="111621"/>
                  <a:pt x="466971" y="113265"/>
                  <a:pt x="461310" y="113265"/>
                </a:cubicBezTo>
                <a:cubicBezTo>
                  <a:pt x="457198" y="113265"/>
                  <a:pt x="453353" y="112357"/>
                  <a:pt x="449775" y="110541"/>
                </a:cubicBezTo>
                <a:cubicBezTo>
                  <a:pt x="447105" y="109153"/>
                  <a:pt x="444302" y="106777"/>
                  <a:pt x="441364" y="103412"/>
                </a:cubicBezTo>
                <a:moveTo>
                  <a:pt x="441364" y="95309"/>
                </a:moveTo>
                <a:cubicBezTo>
                  <a:pt x="445957" y="101833"/>
                  <a:pt x="450870" y="105094"/>
                  <a:pt x="456103" y="105094"/>
                </a:cubicBezTo>
                <a:cubicBezTo>
                  <a:pt x="458987" y="105094"/>
                  <a:pt x="461363" y="103571"/>
                  <a:pt x="463232" y="100524"/>
                </a:cubicBezTo>
                <a:cubicBezTo>
                  <a:pt x="466009" y="96031"/>
                  <a:pt x="467398" y="87475"/>
                  <a:pt x="467398" y="74856"/>
                </a:cubicBezTo>
                <a:cubicBezTo>
                  <a:pt x="467398" y="61916"/>
                  <a:pt x="465876" y="53066"/>
                  <a:pt x="462832" y="48307"/>
                </a:cubicBezTo>
                <a:cubicBezTo>
                  <a:pt x="460803" y="45153"/>
                  <a:pt x="458079" y="43576"/>
                  <a:pt x="454661" y="43576"/>
                </a:cubicBezTo>
                <a:cubicBezTo>
                  <a:pt x="449268" y="43576"/>
                  <a:pt x="444836" y="47479"/>
                  <a:pt x="441364" y="55286"/>
                </a:cubicBezTo>
                <a:lnTo>
                  <a:pt x="441364" y="95309"/>
                </a:lnTo>
                <a:close/>
                <a:moveTo>
                  <a:pt x="532896" y="2403"/>
                </a:moveTo>
                <a:lnTo>
                  <a:pt x="532896" y="95482"/>
                </a:lnTo>
                <a:cubicBezTo>
                  <a:pt x="532896" y="100769"/>
                  <a:pt x="533510" y="104147"/>
                  <a:pt x="534739" y="105615"/>
                </a:cubicBezTo>
                <a:cubicBezTo>
                  <a:pt x="535967" y="107084"/>
                  <a:pt x="538370" y="107925"/>
                  <a:pt x="541948" y="108138"/>
                </a:cubicBezTo>
                <a:lnTo>
                  <a:pt x="541948" y="111022"/>
                </a:lnTo>
                <a:lnTo>
                  <a:pt x="501496" y="111022"/>
                </a:lnTo>
                <a:lnTo>
                  <a:pt x="501496" y="108138"/>
                </a:lnTo>
                <a:cubicBezTo>
                  <a:pt x="504807" y="108032"/>
                  <a:pt x="507263" y="107070"/>
                  <a:pt x="508866" y="105255"/>
                </a:cubicBezTo>
                <a:cubicBezTo>
                  <a:pt x="509934" y="104026"/>
                  <a:pt x="510468" y="100769"/>
                  <a:pt x="510468" y="95482"/>
                </a:cubicBezTo>
                <a:lnTo>
                  <a:pt x="510468" y="17943"/>
                </a:lnTo>
                <a:cubicBezTo>
                  <a:pt x="510468" y="12676"/>
                  <a:pt x="509853" y="9304"/>
                  <a:pt x="508625" y="7828"/>
                </a:cubicBezTo>
                <a:cubicBezTo>
                  <a:pt x="507397" y="6349"/>
                  <a:pt x="505021" y="5502"/>
                  <a:pt x="501496" y="5287"/>
                </a:cubicBezTo>
                <a:lnTo>
                  <a:pt x="501496" y="2403"/>
                </a:lnTo>
                <a:lnTo>
                  <a:pt x="532896" y="2403"/>
                </a:lnTo>
                <a:close/>
                <a:moveTo>
                  <a:pt x="612626" y="70811"/>
                </a:moveTo>
                <a:lnTo>
                  <a:pt x="571533" y="70811"/>
                </a:lnTo>
                <a:cubicBezTo>
                  <a:pt x="572014" y="80770"/>
                  <a:pt x="574657" y="88641"/>
                  <a:pt x="579463" y="94423"/>
                </a:cubicBezTo>
                <a:cubicBezTo>
                  <a:pt x="583148" y="98867"/>
                  <a:pt x="587581" y="101089"/>
                  <a:pt x="592760" y="101089"/>
                </a:cubicBezTo>
                <a:cubicBezTo>
                  <a:pt x="595965" y="101089"/>
                  <a:pt x="598875" y="100195"/>
                  <a:pt x="601492" y="98406"/>
                </a:cubicBezTo>
                <a:cubicBezTo>
                  <a:pt x="604108" y="96617"/>
                  <a:pt x="606912" y="93399"/>
                  <a:pt x="609902" y="88754"/>
                </a:cubicBezTo>
                <a:lnTo>
                  <a:pt x="612626" y="90516"/>
                </a:lnTo>
                <a:cubicBezTo>
                  <a:pt x="608567" y="98793"/>
                  <a:pt x="604082" y="104654"/>
                  <a:pt x="599169" y="108098"/>
                </a:cubicBezTo>
                <a:cubicBezTo>
                  <a:pt x="594256" y="111543"/>
                  <a:pt x="588568" y="113265"/>
                  <a:pt x="582107" y="113265"/>
                </a:cubicBezTo>
                <a:cubicBezTo>
                  <a:pt x="570999" y="113265"/>
                  <a:pt x="562589" y="108989"/>
                  <a:pt x="556875" y="100436"/>
                </a:cubicBezTo>
                <a:cubicBezTo>
                  <a:pt x="552282" y="93540"/>
                  <a:pt x="549986" y="84988"/>
                  <a:pt x="549986" y="74778"/>
                </a:cubicBezTo>
                <a:cubicBezTo>
                  <a:pt x="549986" y="62269"/>
                  <a:pt x="553363" y="52313"/>
                  <a:pt x="560119" y="44910"/>
                </a:cubicBezTo>
                <a:cubicBezTo>
                  <a:pt x="566874" y="37505"/>
                  <a:pt x="574791" y="33803"/>
                  <a:pt x="583869" y="33803"/>
                </a:cubicBezTo>
                <a:cubicBezTo>
                  <a:pt x="591452" y="33803"/>
                  <a:pt x="598034" y="36914"/>
                  <a:pt x="603614" y="43135"/>
                </a:cubicBezTo>
                <a:cubicBezTo>
                  <a:pt x="609195" y="49356"/>
                  <a:pt x="612199" y="58582"/>
                  <a:pt x="612626" y="70811"/>
                </a:cubicBezTo>
                <a:moveTo>
                  <a:pt x="592921" y="65524"/>
                </a:moveTo>
                <a:cubicBezTo>
                  <a:pt x="592921" y="56926"/>
                  <a:pt x="592453" y="51025"/>
                  <a:pt x="591519" y="47821"/>
                </a:cubicBezTo>
                <a:cubicBezTo>
                  <a:pt x="590584" y="44617"/>
                  <a:pt x="589129" y="42187"/>
                  <a:pt x="587153" y="40532"/>
                </a:cubicBezTo>
                <a:cubicBezTo>
                  <a:pt x="586032" y="39571"/>
                  <a:pt x="584537" y="39090"/>
                  <a:pt x="582668" y="39090"/>
                </a:cubicBezTo>
                <a:cubicBezTo>
                  <a:pt x="579891" y="39090"/>
                  <a:pt x="577621" y="40452"/>
                  <a:pt x="575859" y="43175"/>
                </a:cubicBezTo>
                <a:cubicBezTo>
                  <a:pt x="572708" y="47928"/>
                  <a:pt x="571133" y="54443"/>
                  <a:pt x="571133" y="62720"/>
                </a:cubicBezTo>
                <a:lnTo>
                  <a:pt x="571133" y="65524"/>
                </a:lnTo>
                <a:lnTo>
                  <a:pt x="592921" y="65524"/>
                </a:lnTo>
                <a:close/>
                <a:moveTo>
                  <a:pt x="669364" y="34124"/>
                </a:moveTo>
                <a:lnTo>
                  <a:pt x="670565" y="59756"/>
                </a:lnTo>
                <a:lnTo>
                  <a:pt x="667842" y="59756"/>
                </a:lnTo>
                <a:cubicBezTo>
                  <a:pt x="664584" y="52112"/>
                  <a:pt x="661206" y="46890"/>
                  <a:pt x="657709" y="44091"/>
                </a:cubicBezTo>
                <a:cubicBezTo>
                  <a:pt x="654211" y="41291"/>
                  <a:pt x="650726" y="39891"/>
                  <a:pt x="647255" y="39891"/>
                </a:cubicBezTo>
                <a:cubicBezTo>
                  <a:pt x="645066" y="39891"/>
                  <a:pt x="643197" y="40625"/>
                  <a:pt x="641648" y="42094"/>
                </a:cubicBezTo>
                <a:cubicBezTo>
                  <a:pt x="640099" y="43562"/>
                  <a:pt x="639325" y="45258"/>
                  <a:pt x="639325" y="47180"/>
                </a:cubicBezTo>
                <a:cubicBezTo>
                  <a:pt x="639325" y="48622"/>
                  <a:pt x="639859" y="50011"/>
                  <a:pt x="640927" y="51346"/>
                </a:cubicBezTo>
                <a:cubicBezTo>
                  <a:pt x="642636" y="53535"/>
                  <a:pt x="647415" y="57287"/>
                  <a:pt x="655266" y="62600"/>
                </a:cubicBezTo>
                <a:cubicBezTo>
                  <a:pt x="663116" y="67914"/>
                  <a:pt x="668282" y="72426"/>
                  <a:pt x="670765" y="76137"/>
                </a:cubicBezTo>
                <a:cubicBezTo>
                  <a:pt x="673249" y="79849"/>
                  <a:pt x="674490" y="84001"/>
                  <a:pt x="674490" y="88593"/>
                </a:cubicBezTo>
                <a:cubicBezTo>
                  <a:pt x="674490" y="92759"/>
                  <a:pt x="673449" y="96844"/>
                  <a:pt x="671366" y="100849"/>
                </a:cubicBezTo>
                <a:cubicBezTo>
                  <a:pt x="669283" y="104854"/>
                  <a:pt x="666346" y="107925"/>
                  <a:pt x="662555" y="110061"/>
                </a:cubicBezTo>
                <a:cubicBezTo>
                  <a:pt x="658763" y="112197"/>
                  <a:pt x="654571" y="113265"/>
                  <a:pt x="649979" y="113265"/>
                </a:cubicBezTo>
                <a:cubicBezTo>
                  <a:pt x="646401" y="113265"/>
                  <a:pt x="641621" y="112123"/>
                  <a:pt x="635640" y="109838"/>
                </a:cubicBezTo>
                <a:cubicBezTo>
                  <a:pt x="634038" y="109239"/>
                  <a:pt x="632944" y="108939"/>
                  <a:pt x="632356" y="108939"/>
                </a:cubicBezTo>
                <a:cubicBezTo>
                  <a:pt x="630594" y="108939"/>
                  <a:pt x="629125" y="110274"/>
                  <a:pt x="627951" y="112944"/>
                </a:cubicBezTo>
                <a:lnTo>
                  <a:pt x="625307" y="112944"/>
                </a:lnTo>
                <a:lnTo>
                  <a:pt x="624026" y="86030"/>
                </a:lnTo>
                <a:lnTo>
                  <a:pt x="626749" y="86030"/>
                </a:lnTo>
                <a:cubicBezTo>
                  <a:pt x="629152" y="93079"/>
                  <a:pt x="632450" y="98366"/>
                  <a:pt x="636642" y="101890"/>
                </a:cubicBezTo>
                <a:cubicBezTo>
                  <a:pt x="640834" y="105415"/>
                  <a:pt x="644799" y="107177"/>
                  <a:pt x="648537" y="107177"/>
                </a:cubicBezTo>
                <a:cubicBezTo>
                  <a:pt x="651100" y="107177"/>
                  <a:pt x="653196" y="106389"/>
                  <a:pt x="654825" y="104814"/>
                </a:cubicBezTo>
                <a:cubicBezTo>
                  <a:pt x="656454" y="103239"/>
                  <a:pt x="657268" y="101330"/>
                  <a:pt x="657268" y="99087"/>
                </a:cubicBezTo>
                <a:cubicBezTo>
                  <a:pt x="657268" y="96523"/>
                  <a:pt x="656467" y="94307"/>
                  <a:pt x="654865" y="92438"/>
                </a:cubicBezTo>
                <a:cubicBezTo>
                  <a:pt x="653263" y="90569"/>
                  <a:pt x="649685" y="87739"/>
                  <a:pt x="644131" y="83947"/>
                </a:cubicBezTo>
                <a:cubicBezTo>
                  <a:pt x="635961" y="78287"/>
                  <a:pt x="630674" y="73961"/>
                  <a:pt x="628271" y="70971"/>
                </a:cubicBezTo>
                <a:cubicBezTo>
                  <a:pt x="624746" y="66592"/>
                  <a:pt x="622984" y="61759"/>
                  <a:pt x="622984" y="56472"/>
                </a:cubicBezTo>
                <a:cubicBezTo>
                  <a:pt x="622984" y="50705"/>
                  <a:pt x="624973" y="45485"/>
                  <a:pt x="628952" y="40812"/>
                </a:cubicBezTo>
                <a:cubicBezTo>
                  <a:pt x="632930" y="36140"/>
                  <a:pt x="638684" y="33803"/>
                  <a:pt x="646214" y="33803"/>
                </a:cubicBezTo>
                <a:cubicBezTo>
                  <a:pt x="650272" y="33803"/>
                  <a:pt x="654197" y="34830"/>
                  <a:pt x="657989" y="36882"/>
                </a:cubicBezTo>
                <a:cubicBezTo>
                  <a:pt x="659431" y="37713"/>
                  <a:pt x="660606" y="38129"/>
                  <a:pt x="661514" y="38129"/>
                </a:cubicBezTo>
                <a:cubicBezTo>
                  <a:pt x="662475" y="38129"/>
                  <a:pt x="663249" y="37929"/>
                  <a:pt x="663836" y="37528"/>
                </a:cubicBezTo>
                <a:cubicBezTo>
                  <a:pt x="664424" y="37127"/>
                  <a:pt x="665358" y="35993"/>
                  <a:pt x="666640" y="34124"/>
                </a:cubicBezTo>
                <a:lnTo>
                  <a:pt x="669364" y="34124"/>
                </a:lnTo>
                <a:close/>
                <a:moveTo>
                  <a:pt x="759693" y="43896"/>
                </a:moveTo>
                <a:lnTo>
                  <a:pt x="759693" y="95963"/>
                </a:lnTo>
                <a:cubicBezTo>
                  <a:pt x="759693" y="100982"/>
                  <a:pt x="760227" y="104133"/>
                  <a:pt x="761295" y="105415"/>
                </a:cubicBezTo>
                <a:cubicBezTo>
                  <a:pt x="763004" y="107391"/>
                  <a:pt x="766154" y="108299"/>
                  <a:pt x="770747" y="108138"/>
                </a:cubicBezTo>
                <a:lnTo>
                  <a:pt x="770747" y="111022"/>
                </a:lnTo>
                <a:lnTo>
                  <a:pt x="726610" y="111022"/>
                </a:lnTo>
                <a:lnTo>
                  <a:pt x="726610" y="108138"/>
                </a:lnTo>
                <a:cubicBezTo>
                  <a:pt x="729975" y="108085"/>
                  <a:pt x="732364" y="107698"/>
                  <a:pt x="733780" y="106977"/>
                </a:cubicBezTo>
                <a:cubicBezTo>
                  <a:pt x="735195" y="106256"/>
                  <a:pt x="736169" y="105255"/>
                  <a:pt x="736703" y="103973"/>
                </a:cubicBezTo>
                <a:cubicBezTo>
                  <a:pt x="737237" y="102691"/>
                  <a:pt x="737504" y="100021"/>
                  <a:pt x="737504" y="95963"/>
                </a:cubicBezTo>
                <a:lnTo>
                  <a:pt x="737504" y="43896"/>
                </a:lnTo>
                <a:lnTo>
                  <a:pt x="726610" y="43896"/>
                </a:lnTo>
                <a:lnTo>
                  <a:pt x="726610" y="36046"/>
                </a:lnTo>
                <a:lnTo>
                  <a:pt x="737504" y="36046"/>
                </a:lnTo>
                <a:lnTo>
                  <a:pt x="737504" y="30544"/>
                </a:lnTo>
                <a:lnTo>
                  <a:pt x="737424" y="26794"/>
                </a:lnTo>
                <a:cubicBezTo>
                  <a:pt x="737424" y="19139"/>
                  <a:pt x="740241" y="12760"/>
                  <a:pt x="745875" y="7657"/>
                </a:cubicBezTo>
                <a:cubicBezTo>
                  <a:pt x="751509" y="2552"/>
                  <a:pt x="759132" y="0"/>
                  <a:pt x="768744" y="0"/>
                </a:cubicBezTo>
                <a:cubicBezTo>
                  <a:pt x="775313" y="0"/>
                  <a:pt x="780186" y="1233"/>
                  <a:pt x="783363" y="3700"/>
                </a:cubicBezTo>
                <a:cubicBezTo>
                  <a:pt x="786540" y="6165"/>
                  <a:pt x="788129" y="8898"/>
                  <a:pt x="788129" y="11900"/>
                </a:cubicBezTo>
                <a:cubicBezTo>
                  <a:pt x="788129" y="14313"/>
                  <a:pt x="787141" y="16404"/>
                  <a:pt x="785165" y="18173"/>
                </a:cubicBezTo>
                <a:cubicBezTo>
                  <a:pt x="783189" y="19942"/>
                  <a:pt x="780573" y="20827"/>
                  <a:pt x="777315" y="20827"/>
                </a:cubicBezTo>
                <a:cubicBezTo>
                  <a:pt x="774538" y="20827"/>
                  <a:pt x="772336" y="20106"/>
                  <a:pt x="770707" y="18664"/>
                </a:cubicBezTo>
                <a:cubicBezTo>
                  <a:pt x="769078" y="17222"/>
                  <a:pt x="768264" y="15620"/>
                  <a:pt x="768264" y="13858"/>
                </a:cubicBezTo>
                <a:cubicBezTo>
                  <a:pt x="768264" y="13377"/>
                  <a:pt x="768424" y="12389"/>
                  <a:pt x="768744" y="10894"/>
                </a:cubicBezTo>
                <a:cubicBezTo>
                  <a:pt x="768958" y="9986"/>
                  <a:pt x="769065" y="9132"/>
                  <a:pt x="769065" y="8331"/>
                </a:cubicBezTo>
                <a:cubicBezTo>
                  <a:pt x="769065" y="7209"/>
                  <a:pt x="768744" y="6381"/>
                  <a:pt x="768103" y="5847"/>
                </a:cubicBezTo>
                <a:cubicBezTo>
                  <a:pt x="767249" y="5046"/>
                  <a:pt x="766208" y="4646"/>
                  <a:pt x="764979" y="4646"/>
                </a:cubicBezTo>
                <a:cubicBezTo>
                  <a:pt x="763431" y="4646"/>
                  <a:pt x="762136" y="5282"/>
                  <a:pt x="761094" y="6553"/>
                </a:cubicBezTo>
                <a:cubicBezTo>
                  <a:pt x="760053" y="7825"/>
                  <a:pt x="759532" y="9865"/>
                  <a:pt x="759532" y="12674"/>
                </a:cubicBezTo>
                <a:lnTo>
                  <a:pt x="759693" y="26587"/>
                </a:lnTo>
                <a:lnTo>
                  <a:pt x="759693" y="36046"/>
                </a:lnTo>
                <a:lnTo>
                  <a:pt x="770747" y="36046"/>
                </a:lnTo>
                <a:lnTo>
                  <a:pt x="770747" y="43896"/>
                </a:lnTo>
                <a:lnTo>
                  <a:pt x="759693" y="43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orQA:">
            <a:extLst xmlns:a="http://schemas.openxmlformats.org/drawingml/2006/main">
              <a:ext uri="{FF2B5EF4-FFF2-40B4-BE49-F238E27FC236}">
                <a16:creationId xmlns:a16="http://schemas.microsoft.com/office/drawing/2014/main" id="{E26A493F-31D6-4A71-8323-E2108EBD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4" y="4747842"/>
            <a:ext cx="473726" cy="140980"/>
          </a:xfrm>
          <a:custGeom xmlns:a="http://schemas.openxmlformats.org/drawingml/2006/main">
            <a:pathLst>
              <a:path w="473726" h="140980">
                <a:moveTo>
                  <a:pt x="34925" y="33803"/>
                </a:moveTo>
                <a:cubicBezTo>
                  <a:pt x="41440" y="33803"/>
                  <a:pt x="47501" y="35487"/>
                  <a:pt x="53108" y="38855"/>
                </a:cubicBezTo>
                <a:cubicBezTo>
                  <a:pt x="58715" y="42222"/>
                  <a:pt x="62974" y="47007"/>
                  <a:pt x="65884" y="53208"/>
                </a:cubicBezTo>
                <a:cubicBezTo>
                  <a:pt x="68795" y="59409"/>
                  <a:pt x="70250" y="66198"/>
                  <a:pt x="70250" y="73574"/>
                </a:cubicBezTo>
                <a:cubicBezTo>
                  <a:pt x="70250" y="84211"/>
                  <a:pt x="67553" y="93112"/>
                  <a:pt x="62160" y="100276"/>
                </a:cubicBezTo>
                <a:cubicBezTo>
                  <a:pt x="55645" y="108935"/>
                  <a:pt x="46646" y="113265"/>
                  <a:pt x="35165" y="113265"/>
                </a:cubicBezTo>
                <a:cubicBezTo>
                  <a:pt x="23897" y="113265"/>
                  <a:pt x="15219" y="109309"/>
                  <a:pt x="9132" y="101397"/>
                </a:cubicBezTo>
                <a:cubicBezTo>
                  <a:pt x="3044" y="93485"/>
                  <a:pt x="0" y="84318"/>
                  <a:pt x="0" y="73895"/>
                </a:cubicBezTo>
                <a:cubicBezTo>
                  <a:pt x="0" y="63151"/>
                  <a:pt x="3111" y="53783"/>
                  <a:pt x="9332" y="45791"/>
                </a:cubicBezTo>
                <a:cubicBezTo>
                  <a:pt x="15553" y="37799"/>
                  <a:pt x="24084" y="33803"/>
                  <a:pt x="34925" y="33803"/>
                </a:cubicBezTo>
                <a:moveTo>
                  <a:pt x="35245" y="39410"/>
                </a:moveTo>
                <a:cubicBezTo>
                  <a:pt x="32522" y="39410"/>
                  <a:pt x="30185" y="40440"/>
                  <a:pt x="28236" y="42499"/>
                </a:cubicBezTo>
                <a:cubicBezTo>
                  <a:pt x="26287" y="44557"/>
                  <a:pt x="25005" y="48620"/>
                  <a:pt x="24391" y="54687"/>
                </a:cubicBezTo>
                <a:cubicBezTo>
                  <a:pt x="23777" y="60755"/>
                  <a:pt x="23470" y="69189"/>
                  <a:pt x="23470" y="79990"/>
                </a:cubicBezTo>
                <a:cubicBezTo>
                  <a:pt x="23470" y="85710"/>
                  <a:pt x="23844" y="91057"/>
                  <a:pt x="24591" y="96030"/>
                </a:cubicBezTo>
                <a:cubicBezTo>
                  <a:pt x="25179" y="99825"/>
                  <a:pt x="26434" y="102712"/>
                  <a:pt x="28356" y="104691"/>
                </a:cubicBezTo>
                <a:cubicBezTo>
                  <a:pt x="30279" y="106669"/>
                  <a:pt x="32468" y="107658"/>
                  <a:pt x="34925" y="107658"/>
                </a:cubicBezTo>
                <a:cubicBezTo>
                  <a:pt x="37328" y="107658"/>
                  <a:pt x="39330" y="106989"/>
                  <a:pt x="40932" y="105653"/>
                </a:cubicBezTo>
                <a:cubicBezTo>
                  <a:pt x="43015" y="103835"/>
                  <a:pt x="44403" y="101295"/>
                  <a:pt x="45098" y="98033"/>
                </a:cubicBezTo>
                <a:cubicBezTo>
                  <a:pt x="46166" y="92955"/>
                  <a:pt x="46700" y="82690"/>
                  <a:pt x="46700" y="67239"/>
                </a:cubicBezTo>
                <a:cubicBezTo>
                  <a:pt x="46700" y="58150"/>
                  <a:pt x="46192" y="51909"/>
                  <a:pt x="45178" y="48515"/>
                </a:cubicBezTo>
                <a:cubicBezTo>
                  <a:pt x="44163" y="45119"/>
                  <a:pt x="42668" y="42645"/>
                  <a:pt x="40692" y="41095"/>
                </a:cubicBezTo>
                <a:cubicBezTo>
                  <a:pt x="39304" y="39972"/>
                  <a:pt x="37488" y="39410"/>
                  <a:pt x="35245" y="39410"/>
                </a:cubicBezTo>
                <a:close/>
                <a:moveTo>
                  <a:pt x="112704" y="36046"/>
                </a:moveTo>
                <a:lnTo>
                  <a:pt x="112704" y="53028"/>
                </a:lnTo>
                <a:cubicBezTo>
                  <a:pt x="117671" y="45285"/>
                  <a:pt x="122023" y="40145"/>
                  <a:pt x="125761" y="37608"/>
                </a:cubicBezTo>
                <a:cubicBezTo>
                  <a:pt x="129499" y="35072"/>
                  <a:pt x="133104" y="33803"/>
                  <a:pt x="136575" y="33803"/>
                </a:cubicBezTo>
                <a:cubicBezTo>
                  <a:pt x="139565" y="33803"/>
                  <a:pt x="141955" y="34728"/>
                  <a:pt x="143744" y="36577"/>
                </a:cubicBezTo>
                <a:cubicBezTo>
                  <a:pt x="145533" y="38426"/>
                  <a:pt x="146427" y="41038"/>
                  <a:pt x="146427" y="44414"/>
                </a:cubicBezTo>
                <a:cubicBezTo>
                  <a:pt x="146427" y="48006"/>
                  <a:pt x="145560" y="50793"/>
                  <a:pt x="143824" y="52778"/>
                </a:cubicBezTo>
                <a:cubicBezTo>
                  <a:pt x="142089" y="54760"/>
                  <a:pt x="139993" y="55751"/>
                  <a:pt x="137536" y="55751"/>
                </a:cubicBezTo>
                <a:cubicBezTo>
                  <a:pt x="134706" y="55751"/>
                  <a:pt x="132249" y="54843"/>
                  <a:pt x="130167" y="53028"/>
                </a:cubicBezTo>
                <a:cubicBezTo>
                  <a:pt x="128084" y="51212"/>
                  <a:pt x="126856" y="50198"/>
                  <a:pt x="126482" y="49984"/>
                </a:cubicBezTo>
                <a:cubicBezTo>
                  <a:pt x="125948" y="49664"/>
                  <a:pt x="125334" y="49503"/>
                  <a:pt x="124640" y="49503"/>
                </a:cubicBezTo>
                <a:cubicBezTo>
                  <a:pt x="123091" y="49503"/>
                  <a:pt x="121622" y="50091"/>
                  <a:pt x="120234" y="51266"/>
                </a:cubicBezTo>
                <a:cubicBezTo>
                  <a:pt x="118045" y="53081"/>
                  <a:pt x="116389" y="55671"/>
                  <a:pt x="115268" y="59036"/>
                </a:cubicBezTo>
                <a:cubicBezTo>
                  <a:pt x="113559" y="64215"/>
                  <a:pt x="112704" y="69929"/>
                  <a:pt x="112704" y="76177"/>
                </a:cubicBezTo>
                <a:lnTo>
                  <a:pt x="112704" y="93399"/>
                </a:lnTo>
                <a:lnTo>
                  <a:pt x="112784" y="97885"/>
                </a:lnTo>
                <a:cubicBezTo>
                  <a:pt x="112784" y="100929"/>
                  <a:pt x="112971" y="102878"/>
                  <a:pt x="113345" y="103733"/>
                </a:cubicBezTo>
                <a:cubicBezTo>
                  <a:pt x="113986" y="105175"/>
                  <a:pt x="114934" y="106229"/>
                  <a:pt x="116189" y="106897"/>
                </a:cubicBezTo>
                <a:cubicBezTo>
                  <a:pt x="117444" y="107564"/>
                  <a:pt x="119566" y="107978"/>
                  <a:pt x="122557" y="108138"/>
                </a:cubicBezTo>
                <a:lnTo>
                  <a:pt x="122557" y="111022"/>
                </a:lnTo>
                <a:lnTo>
                  <a:pt x="82105" y="111022"/>
                </a:lnTo>
                <a:lnTo>
                  <a:pt x="82105" y="108138"/>
                </a:lnTo>
                <a:cubicBezTo>
                  <a:pt x="85363" y="107871"/>
                  <a:pt x="87566" y="106977"/>
                  <a:pt x="88714" y="105455"/>
                </a:cubicBezTo>
                <a:cubicBezTo>
                  <a:pt x="89862" y="103933"/>
                  <a:pt x="90436" y="99914"/>
                  <a:pt x="90436" y="93399"/>
                </a:cubicBezTo>
                <a:lnTo>
                  <a:pt x="90436" y="51906"/>
                </a:lnTo>
                <a:cubicBezTo>
                  <a:pt x="90436" y="47608"/>
                  <a:pt x="90222" y="44867"/>
                  <a:pt x="89795" y="43686"/>
                </a:cubicBezTo>
                <a:cubicBezTo>
                  <a:pt x="89261" y="42181"/>
                  <a:pt x="88487" y="41079"/>
                  <a:pt x="87472" y="40382"/>
                </a:cubicBezTo>
                <a:cubicBezTo>
                  <a:pt x="86457" y="39682"/>
                  <a:pt x="84668" y="39198"/>
                  <a:pt x="82105" y="38930"/>
                </a:cubicBezTo>
                <a:lnTo>
                  <a:pt x="82105" y="36046"/>
                </a:lnTo>
                <a:lnTo>
                  <a:pt x="112704" y="36046"/>
                </a:lnTo>
                <a:close/>
                <a:moveTo>
                  <a:pt x="265379" y="111983"/>
                </a:moveTo>
                <a:cubicBezTo>
                  <a:pt x="267836" y="119112"/>
                  <a:pt x="271654" y="124473"/>
                  <a:pt x="276834" y="128064"/>
                </a:cubicBezTo>
                <a:cubicBezTo>
                  <a:pt x="282014" y="131655"/>
                  <a:pt x="288502" y="133451"/>
                  <a:pt x="296299" y="133451"/>
                </a:cubicBezTo>
                <a:cubicBezTo>
                  <a:pt x="298435" y="133451"/>
                  <a:pt x="300704" y="133237"/>
                  <a:pt x="303107" y="132810"/>
                </a:cubicBezTo>
                <a:lnTo>
                  <a:pt x="303107" y="137776"/>
                </a:lnTo>
                <a:cubicBezTo>
                  <a:pt x="295044" y="139912"/>
                  <a:pt x="287835" y="140980"/>
                  <a:pt x="281480" y="140980"/>
                </a:cubicBezTo>
                <a:cubicBezTo>
                  <a:pt x="271547" y="140980"/>
                  <a:pt x="262669" y="138523"/>
                  <a:pt x="254846" y="133608"/>
                </a:cubicBezTo>
                <a:cubicBezTo>
                  <a:pt x="247022" y="128695"/>
                  <a:pt x="241135" y="121487"/>
                  <a:pt x="237183" y="111983"/>
                </a:cubicBezTo>
                <a:cubicBezTo>
                  <a:pt x="224046" y="109208"/>
                  <a:pt x="213459" y="102778"/>
                  <a:pt x="205422" y="92694"/>
                </a:cubicBezTo>
                <a:cubicBezTo>
                  <a:pt x="197385" y="82607"/>
                  <a:pt x="193367" y="70574"/>
                  <a:pt x="193367" y="56592"/>
                </a:cubicBezTo>
                <a:cubicBezTo>
                  <a:pt x="193367" y="40370"/>
                  <a:pt x="198814" y="26883"/>
                  <a:pt x="209708" y="16131"/>
                </a:cubicBezTo>
                <a:cubicBezTo>
                  <a:pt x="220602" y="5377"/>
                  <a:pt x="234433" y="0"/>
                  <a:pt x="251201" y="0"/>
                </a:cubicBezTo>
                <a:cubicBezTo>
                  <a:pt x="267916" y="0"/>
                  <a:pt x="281693" y="5390"/>
                  <a:pt x="292534" y="16171"/>
                </a:cubicBezTo>
                <a:cubicBezTo>
                  <a:pt x="303374" y="26949"/>
                  <a:pt x="308795" y="40423"/>
                  <a:pt x="308795" y="56592"/>
                </a:cubicBezTo>
                <a:cubicBezTo>
                  <a:pt x="308795" y="70680"/>
                  <a:pt x="304549" y="82928"/>
                  <a:pt x="296058" y="93334"/>
                </a:cubicBezTo>
                <a:cubicBezTo>
                  <a:pt x="287568" y="103739"/>
                  <a:pt x="277341" y="109956"/>
                  <a:pt x="265379" y="111983"/>
                </a:cubicBezTo>
                <a:moveTo>
                  <a:pt x="251121" y="6088"/>
                </a:moveTo>
                <a:cubicBezTo>
                  <a:pt x="241509" y="6088"/>
                  <a:pt x="234086" y="11077"/>
                  <a:pt x="228852" y="21054"/>
                </a:cubicBezTo>
                <a:cubicBezTo>
                  <a:pt x="224473" y="29432"/>
                  <a:pt x="222284" y="41358"/>
                  <a:pt x="222284" y="56833"/>
                </a:cubicBezTo>
                <a:cubicBezTo>
                  <a:pt x="222284" y="75401"/>
                  <a:pt x="225568" y="89168"/>
                  <a:pt x="232137" y="98133"/>
                </a:cubicBezTo>
                <a:cubicBezTo>
                  <a:pt x="236729" y="104376"/>
                  <a:pt x="243057" y="107497"/>
                  <a:pt x="251121" y="107497"/>
                </a:cubicBezTo>
                <a:cubicBezTo>
                  <a:pt x="259238" y="107497"/>
                  <a:pt x="265566" y="104429"/>
                  <a:pt x="270105" y="98293"/>
                </a:cubicBezTo>
                <a:cubicBezTo>
                  <a:pt x="276674" y="89489"/>
                  <a:pt x="279958" y="76255"/>
                  <a:pt x="279958" y="58592"/>
                </a:cubicBezTo>
                <a:cubicBezTo>
                  <a:pt x="279958" y="41199"/>
                  <a:pt x="277902" y="28606"/>
                  <a:pt x="273790" y="20814"/>
                </a:cubicBezTo>
                <a:cubicBezTo>
                  <a:pt x="268663" y="10997"/>
                  <a:pt x="261107" y="6088"/>
                  <a:pt x="251121" y="6088"/>
                </a:cubicBezTo>
                <a:close/>
                <a:moveTo>
                  <a:pt x="382837" y="79942"/>
                </a:moveTo>
                <a:lnTo>
                  <a:pt x="344468" y="79942"/>
                </a:lnTo>
                <a:lnTo>
                  <a:pt x="339902" y="90568"/>
                </a:lnTo>
                <a:cubicBezTo>
                  <a:pt x="338407" y="94131"/>
                  <a:pt x="337659" y="97073"/>
                  <a:pt x="337659" y="99395"/>
                </a:cubicBezTo>
                <a:cubicBezTo>
                  <a:pt x="337659" y="102470"/>
                  <a:pt x="338888" y="104737"/>
                  <a:pt x="341344" y="106196"/>
                </a:cubicBezTo>
                <a:cubicBezTo>
                  <a:pt x="342786" y="107059"/>
                  <a:pt x="346337" y="107706"/>
                  <a:pt x="351998" y="108138"/>
                </a:cubicBezTo>
                <a:lnTo>
                  <a:pt x="351998" y="111022"/>
                </a:lnTo>
                <a:lnTo>
                  <a:pt x="315872" y="111022"/>
                </a:lnTo>
                <a:lnTo>
                  <a:pt x="315872" y="108138"/>
                </a:lnTo>
                <a:cubicBezTo>
                  <a:pt x="319770" y="107546"/>
                  <a:pt x="322974" y="105915"/>
                  <a:pt x="325484" y="103247"/>
                </a:cubicBezTo>
                <a:cubicBezTo>
                  <a:pt x="327994" y="100577"/>
                  <a:pt x="331091" y="95063"/>
                  <a:pt x="334776" y="86706"/>
                </a:cubicBezTo>
                <a:lnTo>
                  <a:pt x="373625" y="0"/>
                </a:lnTo>
                <a:lnTo>
                  <a:pt x="375147" y="0"/>
                </a:lnTo>
                <a:lnTo>
                  <a:pt x="414317" y="89121"/>
                </a:lnTo>
                <a:cubicBezTo>
                  <a:pt x="418056" y="97646"/>
                  <a:pt x="421126" y="103013"/>
                  <a:pt x="423529" y="105225"/>
                </a:cubicBezTo>
                <a:cubicBezTo>
                  <a:pt x="425345" y="106897"/>
                  <a:pt x="427908" y="107868"/>
                  <a:pt x="431219" y="108138"/>
                </a:cubicBezTo>
                <a:lnTo>
                  <a:pt x="431219" y="111022"/>
                </a:lnTo>
                <a:lnTo>
                  <a:pt x="378672" y="111022"/>
                </a:lnTo>
                <a:lnTo>
                  <a:pt x="378672" y="108138"/>
                </a:lnTo>
                <a:lnTo>
                  <a:pt x="380835" y="108138"/>
                </a:lnTo>
                <a:cubicBezTo>
                  <a:pt x="385053" y="108138"/>
                  <a:pt x="388017" y="107541"/>
                  <a:pt x="389726" y="106346"/>
                </a:cubicBezTo>
                <a:cubicBezTo>
                  <a:pt x="390901" y="105478"/>
                  <a:pt x="391488" y="104229"/>
                  <a:pt x="391488" y="102599"/>
                </a:cubicBezTo>
                <a:cubicBezTo>
                  <a:pt x="391488" y="101622"/>
                  <a:pt x="391328" y="100618"/>
                  <a:pt x="391008" y="99585"/>
                </a:cubicBezTo>
                <a:cubicBezTo>
                  <a:pt x="390901" y="99098"/>
                  <a:pt x="390100" y="97062"/>
                  <a:pt x="388605" y="93477"/>
                </a:cubicBezTo>
                <a:lnTo>
                  <a:pt x="382837" y="79942"/>
                </a:lnTo>
                <a:moveTo>
                  <a:pt x="380114" y="74015"/>
                </a:moveTo>
                <a:lnTo>
                  <a:pt x="363933" y="36562"/>
                </a:lnTo>
                <a:lnTo>
                  <a:pt x="347272" y="74015"/>
                </a:lnTo>
                <a:lnTo>
                  <a:pt x="380114" y="74015"/>
                </a:lnTo>
                <a:close/>
                <a:moveTo>
                  <a:pt x="460429" y="33963"/>
                </a:moveTo>
                <a:cubicBezTo>
                  <a:pt x="464114" y="33963"/>
                  <a:pt x="467251" y="35258"/>
                  <a:pt x="469841" y="37848"/>
                </a:cubicBezTo>
                <a:cubicBezTo>
                  <a:pt x="472431" y="40438"/>
                  <a:pt x="473726" y="43576"/>
                  <a:pt x="473726" y="47260"/>
                </a:cubicBezTo>
                <a:cubicBezTo>
                  <a:pt x="473726" y="50945"/>
                  <a:pt x="472431" y="54083"/>
                  <a:pt x="469841" y="56672"/>
                </a:cubicBezTo>
                <a:cubicBezTo>
                  <a:pt x="467251" y="59262"/>
                  <a:pt x="464114" y="60557"/>
                  <a:pt x="460429" y="60557"/>
                </a:cubicBezTo>
                <a:cubicBezTo>
                  <a:pt x="456744" y="60557"/>
                  <a:pt x="453607" y="59262"/>
                  <a:pt x="451017" y="56672"/>
                </a:cubicBezTo>
                <a:cubicBezTo>
                  <a:pt x="448427" y="54083"/>
                  <a:pt x="447132" y="50945"/>
                  <a:pt x="447132" y="47260"/>
                </a:cubicBezTo>
                <a:cubicBezTo>
                  <a:pt x="447132" y="43576"/>
                  <a:pt x="448427" y="40438"/>
                  <a:pt x="451017" y="37848"/>
                </a:cubicBezTo>
                <a:cubicBezTo>
                  <a:pt x="453607" y="35258"/>
                  <a:pt x="456744" y="33963"/>
                  <a:pt x="460429" y="33963"/>
                </a:cubicBezTo>
                <a:moveTo>
                  <a:pt x="460349" y="86350"/>
                </a:moveTo>
                <a:cubicBezTo>
                  <a:pt x="464087" y="86350"/>
                  <a:pt x="467251" y="87663"/>
                  <a:pt x="469841" y="90288"/>
                </a:cubicBezTo>
                <a:cubicBezTo>
                  <a:pt x="472431" y="92911"/>
                  <a:pt x="473726" y="96071"/>
                  <a:pt x="473726" y="99768"/>
                </a:cubicBezTo>
                <a:cubicBezTo>
                  <a:pt x="473726" y="103464"/>
                  <a:pt x="472418" y="106611"/>
                  <a:pt x="469801" y="109210"/>
                </a:cubicBezTo>
                <a:cubicBezTo>
                  <a:pt x="467184" y="111806"/>
                  <a:pt x="464034" y="113105"/>
                  <a:pt x="460349" y="113105"/>
                </a:cubicBezTo>
                <a:cubicBezTo>
                  <a:pt x="456664" y="113105"/>
                  <a:pt x="453527" y="111806"/>
                  <a:pt x="450937" y="109210"/>
                </a:cubicBezTo>
                <a:cubicBezTo>
                  <a:pt x="448347" y="106611"/>
                  <a:pt x="447052" y="103464"/>
                  <a:pt x="447052" y="99768"/>
                </a:cubicBezTo>
                <a:cubicBezTo>
                  <a:pt x="447052" y="96071"/>
                  <a:pt x="448347" y="92911"/>
                  <a:pt x="450937" y="90288"/>
                </a:cubicBezTo>
                <a:cubicBezTo>
                  <a:pt x="453527" y="87663"/>
                  <a:pt x="456664" y="86350"/>
                  <a:pt x="460349" y="863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Contexta:[Sentencesofauthora]">
            <a:extLst xmlns:a="http://schemas.openxmlformats.org/drawingml/2006/main">
              <a:ext uri="{FF2B5EF4-FFF2-40B4-BE49-F238E27FC236}">
                <a16:creationId xmlns:a16="http://schemas.microsoft.com/office/drawing/2014/main" id="{A97391A4-269B-40B1-A78E-0C0D0BB1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677" y="4939768"/>
            <a:ext cx="2271695" cy="146427"/>
          </a:xfrm>
          <a:custGeom xmlns:a="http://schemas.openxmlformats.org/drawingml/2006/main">
            <a:pathLst>
              <a:path w="2271695" h="146427">
                <a:moveTo>
                  <a:pt x="103012" y="2884"/>
                </a:moveTo>
                <a:lnTo>
                  <a:pt x="103012" y="40532"/>
                </a:lnTo>
                <a:lnTo>
                  <a:pt x="99888" y="40532"/>
                </a:lnTo>
                <a:cubicBezTo>
                  <a:pt x="97538" y="30654"/>
                  <a:pt x="93159" y="23085"/>
                  <a:pt x="86751" y="17825"/>
                </a:cubicBezTo>
                <a:cubicBezTo>
                  <a:pt x="80343" y="12564"/>
                  <a:pt x="73080" y="9933"/>
                  <a:pt x="64963" y="9933"/>
                </a:cubicBezTo>
                <a:cubicBezTo>
                  <a:pt x="58181" y="9933"/>
                  <a:pt x="51960" y="11882"/>
                  <a:pt x="46299" y="15780"/>
                </a:cubicBezTo>
                <a:cubicBezTo>
                  <a:pt x="40639" y="19678"/>
                  <a:pt x="36500" y="24778"/>
                  <a:pt x="33883" y="31080"/>
                </a:cubicBezTo>
                <a:cubicBezTo>
                  <a:pt x="30519" y="39143"/>
                  <a:pt x="28837" y="48115"/>
                  <a:pt x="28837" y="57994"/>
                </a:cubicBezTo>
                <a:cubicBezTo>
                  <a:pt x="28837" y="67713"/>
                  <a:pt x="30065" y="76565"/>
                  <a:pt x="32522" y="84548"/>
                </a:cubicBezTo>
                <a:cubicBezTo>
                  <a:pt x="34978" y="92532"/>
                  <a:pt x="38823" y="98566"/>
                  <a:pt x="44056" y="102651"/>
                </a:cubicBezTo>
                <a:cubicBezTo>
                  <a:pt x="49290" y="106737"/>
                  <a:pt x="56072" y="108779"/>
                  <a:pt x="64402" y="108779"/>
                </a:cubicBezTo>
                <a:cubicBezTo>
                  <a:pt x="71238" y="108779"/>
                  <a:pt x="77499" y="107284"/>
                  <a:pt x="83186" y="104293"/>
                </a:cubicBezTo>
                <a:cubicBezTo>
                  <a:pt x="88874" y="101303"/>
                  <a:pt x="94868" y="96150"/>
                  <a:pt x="101169" y="88834"/>
                </a:cubicBezTo>
                <a:lnTo>
                  <a:pt x="101169" y="98206"/>
                </a:lnTo>
                <a:cubicBezTo>
                  <a:pt x="95082" y="104560"/>
                  <a:pt x="88740" y="109166"/>
                  <a:pt x="82145" y="112023"/>
                </a:cubicBezTo>
                <a:cubicBezTo>
                  <a:pt x="75550" y="114880"/>
                  <a:pt x="67847" y="116309"/>
                  <a:pt x="59036" y="116309"/>
                </a:cubicBezTo>
                <a:cubicBezTo>
                  <a:pt x="47447" y="116309"/>
                  <a:pt x="37154" y="113989"/>
                  <a:pt x="28156" y="109350"/>
                </a:cubicBezTo>
                <a:cubicBezTo>
                  <a:pt x="19158" y="104711"/>
                  <a:pt x="12216" y="98045"/>
                  <a:pt x="7329" y="89354"/>
                </a:cubicBezTo>
                <a:cubicBezTo>
                  <a:pt x="2443" y="80662"/>
                  <a:pt x="0" y="71409"/>
                  <a:pt x="0" y="61596"/>
                </a:cubicBezTo>
                <a:cubicBezTo>
                  <a:pt x="0" y="51251"/>
                  <a:pt x="2710" y="41440"/>
                  <a:pt x="8130" y="32161"/>
                </a:cubicBezTo>
                <a:cubicBezTo>
                  <a:pt x="13551" y="22881"/>
                  <a:pt x="20867" y="15682"/>
                  <a:pt x="30078" y="10564"/>
                </a:cubicBezTo>
                <a:cubicBezTo>
                  <a:pt x="39290" y="5444"/>
                  <a:pt x="49076" y="2884"/>
                  <a:pt x="59436" y="2884"/>
                </a:cubicBezTo>
                <a:cubicBezTo>
                  <a:pt x="67072" y="2884"/>
                  <a:pt x="75136" y="4539"/>
                  <a:pt x="83627" y="7850"/>
                </a:cubicBezTo>
                <a:cubicBezTo>
                  <a:pt x="88540" y="9773"/>
                  <a:pt x="91664" y="10734"/>
                  <a:pt x="92999" y="10734"/>
                </a:cubicBezTo>
                <a:cubicBezTo>
                  <a:pt x="94708" y="10734"/>
                  <a:pt x="96190" y="10106"/>
                  <a:pt x="97445" y="8851"/>
                </a:cubicBezTo>
                <a:cubicBezTo>
                  <a:pt x="98700" y="7596"/>
                  <a:pt x="99514" y="5607"/>
                  <a:pt x="99888" y="2884"/>
                </a:cubicBezTo>
                <a:lnTo>
                  <a:pt x="103012" y="2884"/>
                </a:lnTo>
                <a:close/>
                <a:moveTo>
                  <a:pt x="152808" y="36687"/>
                </a:moveTo>
                <a:cubicBezTo>
                  <a:pt x="159323" y="36687"/>
                  <a:pt x="165384" y="38371"/>
                  <a:pt x="170991" y="41738"/>
                </a:cubicBezTo>
                <a:cubicBezTo>
                  <a:pt x="176598" y="45106"/>
                  <a:pt x="180857" y="49890"/>
                  <a:pt x="183767" y="56092"/>
                </a:cubicBezTo>
                <a:cubicBezTo>
                  <a:pt x="186678" y="62293"/>
                  <a:pt x="188133" y="69082"/>
                  <a:pt x="188133" y="76458"/>
                </a:cubicBezTo>
                <a:cubicBezTo>
                  <a:pt x="188133" y="87095"/>
                  <a:pt x="185436" y="95995"/>
                  <a:pt x="180043" y="103159"/>
                </a:cubicBezTo>
                <a:cubicBezTo>
                  <a:pt x="173528" y="111819"/>
                  <a:pt x="164530" y="116149"/>
                  <a:pt x="153048" y="116149"/>
                </a:cubicBezTo>
                <a:cubicBezTo>
                  <a:pt x="141780" y="116149"/>
                  <a:pt x="133103" y="112193"/>
                  <a:pt x="127015" y="104281"/>
                </a:cubicBezTo>
                <a:cubicBezTo>
                  <a:pt x="120927" y="96369"/>
                  <a:pt x="117883" y="87202"/>
                  <a:pt x="117883" y="76778"/>
                </a:cubicBezTo>
                <a:cubicBezTo>
                  <a:pt x="117883" y="66034"/>
                  <a:pt x="120994" y="56667"/>
                  <a:pt x="127215" y="48675"/>
                </a:cubicBezTo>
                <a:cubicBezTo>
                  <a:pt x="133436" y="40683"/>
                  <a:pt x="141967" y="36687"/>
                  <a:pt x="152808" y="36687"/>
                </a:cubicBezTo>
                <a:moveTo>
                  <a:pt x="153128" y="42294"/>
                </a:moveTo>
                <a:cubicBezTo>
                  <a:pt x="150405" y="42294"/>
                  <a:pt x="148068" y="43324"/>
                  <a:pt x="146119" y="45383"/>
                </a:cubicBezTo>
                <a:cubicBezTo>
                  <a:pt x="144170" y="47441"/>
                  <a:pt x="142889" y="51503"/>
                  <a:pt x="142274" y="57571"/>
                </a:cubicBezTo>
                <a:cubicBezTo>
                  <a:pt x="141660" y="63639"/>
                  <a:pt x="141353" y="72073"/>
                  <a:pt x="141353" y="82874"/>
                </a:cubicBezTo>
                <a:cubicBezTo>
                  <a:pt x="141353" y="88594"/>
                  <a:pt x="141727" y="93941"/>
                  <a:pt x="142475" y="98914"/>
                </a:cubicBezTo>
                <a:cubicBezTo>
                  <a:pt x="143062" y="102709"/>
                  <a:pt x="144317" y="105596"/>
                  <a:pt x="146239" y="107575"/>
                </a:cubicBezTo>
                <a:cubicBezTo>
                  <a:pt x="148162" y="109553"/>
                  <a:pt x="150351" y="110541"/>
                  <a:pt x="152808" y="110541"/>
                </a:cubicBezTo>
                <a:cubicBezTo>
                  <a:pt x="155211" y="110541"/>
                  <a:pt x="157214" y="109873"/>
                  <a:pt x="158816" y="108536"/>
                </a:cubicBezTo>
                <a:cubicBezTo>
                  <a:pt x="160898" y="106719"/>
                  <a:pt x="162287" y="104179"/>
                  <a:pt x="162981" y="100917"/>
                </a:cubicBezTo>
                <a:cubicBezTo>
                  <a:pt x="164049" y="95838"/>
                  <a:pt x="164583" y="85574"/>
                  <a:pt x="164583" y="70122"/>
                </a:cubicBezTo>
                <a:cubicBezTo>
                  <a:pt x="164583" y="61034"/>
                  <a:pt x="164076" y="54793"/>
                  <a:pt x="163061" y="51398"/>
                </a:cubicBezTo>
                <a:cubicBezTo>
                  <a:pt x="162046" y="48002"/>
                  <a:pt x="160551" y="45529"/>
                  <a:pt x="158575" y="43979"/>
                </a:cubicBezTo>
                <a:cubicBezTo>
                  <a:pt x="157187" y="42856"/>
                  <a:pt x="155371" y="42294"/>
                  <a:pt x="153128" y="42294"/>
                </a:cubicBezTo>
                <a:close/>
                <a:moveTo>
                  <a:pt x="230107" y="38930"/>
                </a:moveTo>
                <a:lnTo>
                  <a:pt x="230107" y="48702"/>
                </a:lnTo>
                <a:cubicBezTo>
                  <a:pt x="233952" y="44509"/>
                  <a:pt x="237636" y="41458"/>
                  <a:pt x="241161" y="39551"/>
                </a:cubicBezTo>
                <a:cubicBezTo>
                  <a:pt x="244685" y="37641"/>
                  <a:pt x="248477" y="36687"/>
                  <a:pt x="252535" y="36687"/>
                </a:cubicBezTo>
                <a:cubicBezTo>
                  <a:pt x="257395" y="36687"/>
                  <a:pt x="261427" y="38037"/>
                  <a:pt x="264631" y="40737"/>
                </a:cubicBezTo>
                <a:cubicBezTo>
                  <a:pt x="267835" y="43437"/>
                  <a:pt x="269971" y="46792"/>
                  <a:pt x="271039" y="50802"/>
                </a:cubicBezTo>
                <a:cubicBezTo>
                  <a:pt x="271893" y="53851"/>
                  <a:pt x="272321" y="59707"/>
                  <a:pt x="272321" y="68370"/>
                </a:cubicBezTo>
                <a:lnTo>
                  <a:pt x="272321" y="97565"/>
                </a:lnTo>
                <a:cubicBezTo>
                  <a:pt x="272321" y="103332"/>
                  <a:pt x="272841" y="106923"/>
                  <a:pt x="273883" y="108339"/>
                </a:cubicBezTo>
                <a:cubicBezTo>
                  <a:pt x="274924" y="109754"/>
                  <a:pt x="277100" y="110648"/>
                  <a:pt x="280411" y="111022"/>
                </a:cubicBezTo>
                <a:lnTo>
                  <a:pt x="280411" y="113906"/>
                </a:lnTo>
                <a:lnTo>
                  <a:pt x="242523" y="113906"/>
                </a:lnTo>
                <a:lnTo>
                  <a:pt x="242523" y="111022"/>
                </a:lnTo>
                <a:cubicBezTo>
                  <a:pt x="245353" y="110648"/>
                  <a:pt x="247382" y="109473"/>
                  <a:pt x="248610" y="107498"/>
                </a:cubicBezTo>
                <a:cubicBezTo>
                  <a:pt x="249465" y="106162"/>
                  <a:pt x="249892" y="102852"/>
                  <a:pt x="249892" y="97565"/>
                </a:cubicBezTo>
                <a:lnTo>
                  <a:pt x="249892" y="64242"/>
                </a:lnTo>
                <a:cubicBezTo>
                  <a:pt x="249892" y="58101"/>
                  <a:pt x="249652" y="54229"/>
                  <a:pt x="249171" y="52627"/>
                </a:cubicBezTo>
                <a:cubicBezTo>
                  <a:pt x="248690" y="51025"/>
                  <a:pt x="247876" y="49784"/>
                  <a:pt x="246728" y="48903"/>
                </a:cubicBezTo>
                <a:cubicBezTo>
                  <a:pt x="245580" y="48021"/>
                  <a:pt x="244312" y="47581"/>
                  <a:pt x="242923" y="47581"/>
                </a:cubicBezTo>
                <a:cubicBezTo>
                  <a:pt x="238331" y="47581"/>
                  <a:pt x="234058" y="50892"/>
                  <a:pt x="230107" y="57514"/>
                </a:cubicBezTo>
                <a:lnTo>
                  <a:pt x="230107" y="97565"/>
                </a:lnTo>
                <a:cubicBezTo>
                  <a:pt x="230107" y="103172"/>
                  <a:pt x="230627" y="106723"/>
                  <a:pt x="231669" y="108218"/>
                </a:cubicBezTo>
                <a:cubicBezTo>
                  <a:pt x="232710" y="109714"/>
                  <a:pt x="234646" y="110648"/>
                  <a:pt x="237476" y="111022"/>
                </a:cubicBezTo>
                <a:lnTo>
                  <a:pt x="237476" y="113906"/>
                </a:lnTo>
                <a:lnTo>
                  <a:pt x="199588" y="113906"/>
                </a:lnTo>
                <a:lnTo>
                  <a:pt x="199588" y="111022"/>
                </a:lnTo>
                <a:cubicBezTo>
                  <a:pt x="202738" y="110702"/>
                  <a:pt x="204981" y="109687"/>
                  <a:pt x="206316" y="107978"/>
                </a:cubicBezTo>
                <a:cubicBezTo>
                  <a:pt x="207224" y="106803"/>
                  <a:pt x="207678" y="103332"/>
                  <a:pt x="207678" y="97565"/>
                </a:cubicBezTo>
                <a:lnTo>
                  <a:pt x="207678" y="55271"/>
                </a:lnTo>
                <a:cubicBezTo>
                  <a:pt x="207678" y="49542"/>
                  <a:pt x="207157" y="45975"/>
                  <a:pt x="206116" y="44570"/>
                </a:cubicBezTo>
                <a:cubicBezTo>
                  <a:pt x="205075" y="43164"/>
                  <a:pt x="202899" y="42246"/>
                  <a:pt x="199588" y="41813"/>
                </a:cubicBezTo>
                <a:lnTo>
                  <a:pt x="199588" y="38930"/>
                </a:lnTo>
                <a:lnTo>
                  <a:pt x="230107" y="38930"/>
                </a:lnTo>
                <a:close/>
                <a:moveTo>
                  <a:pt x="320437" y="11375"/>
                </a:moveTo>
                <a:lnTo>
                  <a:pt x="320437" y="38930"/>
                </a:lnTo>
                <a:lnTo>
                  <a:pt x="338220" y="38930"/>
                </a:lnTo>
                <a:lnTo>
                  <a:pt x="338220" y="46780"/>
                </a:lnTo>
                <a:lnTo>
                  <a:pt x="320437" y="46780"/>
                </a:lnTo>
                <a:lnTo>
                  <a:pt x="320437" y="93124"/>
                </a:lnTo>
                <a:cubicBezTo>
                  <a:pt x="320437" y="97461"/>
                  <a:pt x="320637" y="100259"/>
                  <a:pt x="321038" y="101517"/>
                </a:cubicBezTo>
                <a:cubicBezTo>
                  <a:pt x="321439" y="102776"/>
                  <a:pt x="322146" y="103794"/>
                  <a:pt x="323161" y="104571"/>
                </a:cubicBezTo>
                <a:cubicBezTo>
                  <a:pt x="324175" y="105347"/>
                  <a:pt x="325110" y="105735"/>
                  <a:pt x="325964" y="105735"/>
                </a:cubicBezTo>
                <a:cubicBezTo>
                  <a:pt x="329435" y="105735"/>
                  <a:pt x="332720" y="103065"/>
                  <a:pt x="335817" y="97725"/>
                </a:cubicBezTo>
                <a:lnTo>
                  <a:pt x="338220" y="99505"/>
                </a:lnTo>
                <a:cubicBezTo>
                  <a:pt x="333894" y="109853"/>
                  <a:pt x="326872" y="115027"/>
                  <a:pt x="317153" y="115027"/>
                </a:cubicBezTo>
                <a:cubicBezTo>
                  <a:pt x="312400" y="115027"/>
                  <a:pt x="308382" y="113701"/>
                  <a:pt x="305098" y="111050"/>
                </a:cubicBezTo>
                <a:cubicBezTo>
                  <a:pt x="301813" y="108396"/>
                  <a:pt x="299717" y="105435"/>
                  <a:pt x="298810" y="102166"/>
                </a:cubicBezTo>
                <a:cubicBezTo>
                  <a:pt x="298276" y="100343"/>
                  <a:pt x="298009" y="95413"/>
                  <a:pt x="298009" y="87374"/>
                </a:cubicBezTo>
                <a:lnTo>
                  <a:pt x="298009" y="46780"/>
                </a:lnTo>
                <a:lnTo>
                  <a:pt x="288236" y="46780"/>
                </a:lnTo>
                <a:lnTo>
                  <a:pt x="288236" y="43969"/>
                </a:lnTo>
                <a:cubicBezTo>
                  <a:pt x="294965" y="39206"/>
                  <a:pt x="300692" y="34202"/>
                  <a:pt x="305418" y="28957"/>
                </a:cubicBezTo>
                <a:cubicBezTo>
                  <a:pt x="310144" y="23712"/>
                  <a:pt x="314269" y="17851"/>
                  <a:pt x="317794" y="11375"/>
                </a:cubicBezTo>
                <a:lnTo>
                  <a:pt x="320437" y="11375"/>
                </a:lnTo>
                <a:close/>
                <a:moveTo>
                  <a:pt x="408789" y="73694"/>
                </a:moveTo>
                <a:lnTo>
                  <a:pt x="367696" y="73694"/>
                </a:lnTo>
                <a:cubicBezTo>
                  <a:pt x="368177" y="83654"/>
                  <a:pt x="370820" y="91525"/>
                  <a:pt x="375626" y="97307"/>
                </a:cubicBezTo>
                <a:cubicBezTo>
                  <a:pt x="379311" y="101751"/>
                  <a:pt x="383744" y="103973"/>
                  <a:pt x="388924" y="103973"/>
                </a:cubicBezTo>
                <a:cubicBezTo>
                  <a:pt x="392128" y="103973"/>
                  <a:pt x="395038" y="103079"/>
                  <a:pt x="397655" y="101290"/>
                </a:cubicBezTo>
                <a:cubicBezTo>
                  <a:pt x="400271" y="99501"/>
                  <a:pt x="403075" y="96283"/>
                  <a:pt x="406065" y="91637"/>
                </a:cubicBezTo>
                <a:lnTo>
                  <a:pt x="408789" y="93399"/>
                </a:lnTo>
                <a:cubicBezTo>
                  <a:pt x="404730" y="101677"/>
                  <a:pt x="400245" y="107538"/>
                  <a:pt x="395332" y="110982"/>
                </a:cubicBezTo>
                <a:cubicBezTo>
                  <a:pt x="390419" y="114426"/>
                  <a:pt x="384731" y="116149"/>
                  <a:pt x="378270" y="116149"/>
                </a:cubicBezTo>
                <a:cubicBezTo>
                  <a:pt x="367162" y="116149"/>
                  <a:pt x="358752" y="111872"/>
                  <a:pt x="353038" y="103320"/>
                </a:cubicBezTo>
                <a:cubicBezTo>
                  <a:pt x="348445" y="96424"/>
                  <a:pt x="346149" y="87872"/>
                  <a:pt x="346149" y="77662"/>
                </a:cubicBezTo>
                <a:cubicBezTo>
                  <a:pt x="346149" y="65153"/>
                  <a:pt x="349526" y="55196"/>
                  <a:pt x="356282" y="47794"/>
                </a:cubicBezTo>
                <a:cubicBezTo>
                  <a:pt x="363037" y="40389"/>
                  <a:pt x="370954" y="36687"/>
                  <a:pt x="380032" y="36687"/>
                </a:cubicBezTo>
                <a:cubicBezTo>
                  <a:pt x="387615" y="36687"/>
                  <a:pt x="394197" y="39798"/>
                  <a:pt x="399777" y="46019"/>
                </a:cubicBezTo>
                <a:cubicBezTo>
                  <a:pt x="405358" y="52240"/>
                  <a:pt x="408362" y="61465"/>
                  <a:pt x="408789" y="73694"/>
                </a:cubicBezTo>
                <a:moveTo>
                  <a:pt x="389084" y="68408"/>
                </a:moveTo>
                <a:cubicBezTo>
                  <a:pt x="389084" y="59810"/>
                  <a:pt x="388616" y="53909"/>
                  <a:pt x="387682" y="50705"/>
                </a:cubicBezTo>
                <a:cubicBezTo>
                  <a:pt x="386747" y="47501"/>
                  <a:pt x="385292" y="45071"/>
                  <a:pt x="383316" y="43416"/>
                </a:cubicBezTo>
                <a:cubicBezTo>
                  <a:pt x="382195" y="42454"/>
                  <a:pt x="380700" y="41974"/>
                  <a:pt x="378831" y="41974"/>
                </a:cubicBezTo>
                <a:cubicBezTo>
                  <a:pt x="376054" y="41974"/>
                  <a:pt x="373784" y="43335"/>
                  <a:pt x="372022" y="46059"/>
                </a:cubicBezTo>
                <a:cubicBezTo>
                  <a:pt x="368871" y="50812"/>
                  <a:pt x="367296" y="57327"/>
                  <a:pt x="367296" y="65604"/>
                </a:cubicBezTo>
                <a:lnTo>
                  <a:pt x="367296" y="68408"/>
                </a:lnTo>
                <a:lnTo>
                  <a:pt x="389084" y="68408"/>
                </a:lnTo>
                <a:close/>
                <a:moveTo>
                  <a:pt x="462145" y="67962"/>
                </a:moveTo>
                <a:lnTo>
                  <a:pt x="475459" y="92684"/>
                </a:lnTo>
                <a:cubicBezTo>
                  <a:pt x="479945" y="101280"/>
                  <a:pt x="483496" y="106725"/>
                  <a:pt x="486113" y="109019"/>
                </a:cubicBezTo>
                <a:cubicBezTo>
                  <a:pt x="487555" y="110248"/>
                  <a:pt x="489531" y="110915"/>
                  <a:pt x="492040" y="111022"/>
                </a:cubicBezTo>
                <a:lnTo>
                  <a:pt x="492040" y="113906"/>
                </a:lnTo>
                <a:lnTo>
                  <a:pt x="450307" y="113906"/>
                </a:lnTo>
                <a:lnTo>
                  <a:pt x="450307" y="111022"/>
                </a:lnTo>
                <a:cubicBezTo>
                  <a:pt x="453565" y="110755"/>
                  <a:pt x="455581" y="110328"/>
                  <a:pt x="456355" y="109740"/>
                </a:cubicBezTo>
                <a:cubicBezTo>
                  <a:pt x="457129" y="109151"/>
                  <a:pt x="457516" y="108349"/>
                  <a:pt x="457516" y="107332"/>
                </a:cubicBezTo>
                <a:cubicBezTo>
                  <a:pt x="457516" y="105835"/>
                  <a:pt x="456662" y="103482"/>
                  <a:pt x="454953" y="100273"/>
                </a:cubicBezTo>
                <a:lnTo>
                  <a:pt x="448415" y="88133"/>
                </a:lnTo>
                <a:lnTo>
                  <a:pt x="442938" y="96183"/>
                </a:lnTo>
                <a:cubicBezTo>
                  <a:pt x="440428" y="99873"/>
                  <a:pt x="439013" y="102066"/>
                  <a:pt x="438692" y="102761"/>
                </a:cubicBezTo>
                <a:cubicBezTo>
                  <a:pt x="438265" y="103776"/>
                  <a:pt x="438051" y="104685"/>
                  <a:pt x="438051" y="105487"/>
                </a:cubicBezTo>
                <a:cubicBezTo>
                  <a:pt x="438051" y="106717"/>
                  <a:pt x="438305" y="107747"/>
                  <a:pt x="438812" y="108576"/>
                </a:cubicBezTo>
                <a:cubicBezTo>
                  <a:pt x="439320" y="109404"/>
                  <a:pt x="440014" y="110019"/>
                  <a:pt x="440895" y="110421"/>
                </a:cubicBezTo>
                <a:cubicBezTo>
                  <a:pt x="441776" y="110822"/>
                  <a:pt x="443392" y="111022"/>
                  <a:pt x="445741" y="111022"/>
                </a:cubicBezTo>
                <a:lnTo>
                  <a:pt x="445741" y="113906"/>
                </a:lnTo>
                <a:lnTo>
                  <a:pt x="416424" y="113906"/>
                </a:lnTo>
                <a:lnTo>
                  <a:pt x="416424" y="111022"/>
                </a:lnTo>
                <a:cubicBezTo>
                  <a:pt x="420055" y="111022"/>
                  <a:pt x="423379" y="110020"/>
                  <a:pt x="426397" y="108016"/>
                </a:cubicBezTo>
                <a:cubicBezTo>
                  <a:pt x="429414" y="106010"/>
                  <a:pt x="433806" y="100757"/>
                  <a:pt x="439573" y="92258"/>
                </a:cubicBezTo>
                <a:lnTo>
                  <a:pt x="445754" y="83189"/>
                </a:lnTo>
                <a:lnTo>
                  <a:pt x="432845" y="59218"/>
                </a:lnTo>
                <a:cubicBezTo>
                  <a:pt x="428626" y="51375"/>
                  <a:pt x="425475" y="46567"/>
                  <a:pt x="423393" y="44795"/>
                </a:cubicBezTo>
                <a:cubicBezTo>
                  <a:pt x="421310" y="43023"/>
                  <a:pt x="418987" y="42029"/>
                  <a:pt x="416424" y="41813"/>
                </a:cubicBezTo>
                <a:lnTo>
                  <a:pt x="416424" y="38930"/>
                </a:lnTo>
                <a:lnTo>
                  <a:pt x="457917" y="38930"/>
                </a:lnTo>
                <a:lnTo>
                  <a:pt x="457917" y="41813"/>
                </a:lnTo>
                <a:lnTo>
                  <a:pt x="455754" y="41894"/>
                </a:lnTo>
                <a:lnTo>
                  <a:pt x="451589" y="43350"/>
                </a:lnTo>
                <a:cubicBezTo>
                  <a:pt x="451162" y="43728"/>
                  <a:pt x="450948" y="44348"/>
                  <a:pt x="450948" y="45210"/>
                </a:cubicBezTo>
                <a:cubicBezTo>
                  <a:pt x="450948" y="46018"/>
                  <a:pt x="451081" y="46853"/>
                  <a:pt x="451348" y="47716"/>
                </a:cubicBezTo>
                <a:cubicBezTo>
                  <a:pt x="451509" y="48093"/>
                  <a:pt x="452256" y="49548"/>
                  <a:pt x="453591" y="52082"/>
                </a:cubicBezTo>
                <a:lnTo>
                  <a:pt x="459489" y="63031"/>
                </a:lnTo>
                <a:lnTo>
                  <a:pt x="462483" y="58635"/>
                </a:lnTo>
                <a:cubicBezTo>
                  <a:pt x="466755" y="52732"/>
                  <a:pt x="468891" y="48601"/>
                  <a:pt x="468891" y="46239"/>
                </a:cubicBezTo>
                <a:cubicBezTo>
                  <a:pt x="468891" y="45113"/>
                  <a:pt x="468424" y="44161"/>
                  <a:pt x="467489" y="43383"/>
                </a:cubicBezTo>
                <a:cubicBezTo>
                  <a:pt x="466555" y="42605"/>
                  <a:pt x="464886" y="42082"/>
                  <a:pt x="462483" y="41813"/>
                </a:cubicBezTo>
                <a:lnTo>
                  <a:pt x="462483" y="38930"/>
                </a:lnTo>
                <a:lnTo>
                  <a:pt x="488997" y="38930"/>
                </a:lnTo>
                <a:lnTo>
                  <a:pt x="488997" y="41813"/>
                </a:lnTo>
                <a:cubicBezTo>
                  <a:pt x="485739" y="41920"/>
                  <a:pt x="482695" y="42928"/>
                  <a:pt x="479865" y="44837"/>
                </a:cubicBezTo>
                <a:cubicBezTo>
                  <a:pt x="477035" y="46746"/>
                  <a:pt x="473857" y="50444"/>
                  <a:pt x="470333" y="55929"/>
                </a:cubicBezTo>
                <a:lnTo>
                  <a:pt x="462145" y="67962"/>
                </a:lnTo>
                <a:close/>
                <a:moveTo>
                  <a:pt x="529929" y="11375"/>
                </a:moveTo>
                <a:lnTo>
                  <a:pt x="529929" y="38930"/>
                </a:lnTo>
                <a:lnTo>
                  <a:pt x="547712" y="38930"/>
                </a:lnTo>
                <a:lnTo>
                  <a:pt x="547712" y="46780"/>
                </a:lnTo>
                <a:lnTo>
                  <a:pt x="529929" y="46780"/>
                </a:lnTo>
                <a:lnTo>
                  <a:pt x="529929" y="93124"/>
                </a:lnTo>
                <a:cubicBezTo>
                  <a:pt x="529929" y="97461"/>
                  <a:pt x="530129" y="100259"/>
                  <a:pt x="530530" y="101517"/>
                </a:cubicBezTo>
                <a:cubicBezTo>
                  <a:pt x="530930" y="102776"/>
                  <a:pt x="531638" y="103794"/>
                  <a:pt x="532652" y="104571"/>
                </a:cubicBezTo>
                <a:cubicBezTo>
                  <a:pt x="533667" y="105347"/>
                  <a:pt x="534601" y="105735"/>
                  <a:pt x="535456" y="105735"/>
                </a:cubicBezTo>
                <a:cubicBezTo>
                  <a:pt x="538927" y="105735"/>
                  <a:pt x="542211" y="103065"/>
                  <a:pt x="545309" y="97725"/>
                </a:cubicBezTo>
                <a:lnTo>
                  <a:pt x="547712" y="99505"/>
                </a:lnTo>
                <a:cubicBezTo>
                  <a:pt x="543386" y="109853"/>
                  <a:pt x="536364" y="115027"/>
                  <a:pt x="526645" y="115027"/>
                </a:cubicBezTo>
                <a:cubicBezTo>
                  <a:pt x="521892" y="115027"/>
                  <a:pt x="517873" y="113701"/>
                  <a:pt x="514589" y="111050"/>
                </a:cubicBezTo>
                <a:cubicBezTo>
                  <a:pt x="511305" y="108396"/>
                  <a:pt x="509209" y="105435"/>
                  <a:pt x="508301" y="102166"/>
                </a:cubicBezTo>
                <a:cubicBezTo>
                  <a:pt x="507767" y="100343"/>
                  <a:pt x="507500" y="95413"/>
                  <a:pt x="507500" y="87374"/>
                </a:cubicBezTo>
                <a:lnTo>
                  <a:pt x="507500" y="46780"/>
                </a:lnTo>
                <a:lnTo>
                  <a:pt x="497728" y="46780"/>
                </a:lnTo>
                <a:lnTo>
                  <a:pt x="497728" y="43969"/>
                </a:lnTo>
                <a:cubicBezTo>
                  <a:pt x="504456" y="39206"/>
                  <a:pt x="510184" y="34202"/>
                  <a:pt x="514910" y="28957"/>
                </a:cubicBezTo>
                <a:cubicBezTo>
                  <a:pt x="519636" y="23712"/>
                  <a:pt x="523761" y="17851"/>
                  <a:pt x="527285" y="11375"/>
                </a:cubicBezTo>
                <a:lnTo>
                  <a:pt x="529929" y="11375"/>
                </a:lnTo>
                <a:close/>
                <a:moveTo>
                  <a:pt x="637185" y="102852"/>
                </a:moveTo>
                <a:cubicBezTo>
                  <a:pt x="628053" y="110969"/>
                  <a:pt x="619856" y="115027"/>
                  <a:pt x="612593" y="115027"/>
                </a:cubicBezTo>
                <a:cubicBezTo>
                  <a:pt x="608321" y="115027"/>
                  <a:pt x="604770" y="113621"/>
                  <a:pt x="601940" y="110809"/>
                </a:cubicBezTo>
                <a:cubicBezTo>
                  <a:pt x="599109" y="107996"/>
                  <a:pt x="597694" y="104473"/>
                  <a:pt x="597694" y="100241"/>
                </a:cubicBezTo>
                <a:cubicBezTo>
                  <a:pt x="597694" y="94507"/>
                  <a:pt x="600151" y="89349"/>
                  <a:pt x="605064" y="84768"/>
                </a:cubicBezTo>
                <a:cubicBezTo>
                  <a:pt x="609977" y="80188"/>
                  <a:pt x="620684" y="74093"/>
                  <a:pt x="637185" y="66485"/>
                </a:cubicBezTo>
                <a:lnTo>
                  <a:pt x="637185" y="58955"/>
                </a:lnTo>
                <a:cubicBezTo>
                  <a:pt x="637185" y="53295"/>
                  <a:pt x="636878" y="49730"/>
                  <a:pt x="636264" y="48262"/>
                </a:cubicBezTo>
                <a:cubicBezTo>
                  <a:pt x="635650" y="46793"/>
                  <a:pt x="634488" y="45512"/>
                  <a:pt x="632779" y="44417"/>
                </a:cubicBezTo>
                <a:cubicBezTo>
                  <a:pt x="631070" y="43322"/>
                  <a:pt x="629148" y="42775"/>
                  <a:pt x="627012" y="42775"/>
                </a:cubicBezTo>
                <a:cubicBezTo>
                  <a:pt x="623541" y="42775"/>
                  <a:pt x="620684" y="43549"/>
                  <a:pt x="618441" y="45098"/>
                </a:cubicBezTo>
                <a:cubicBezTo>
                  <a:pt x="617052" y="46059"/>
                  <a:pt x="616358" y="47180"/>
                  <a:pt x="616358" y="48462"/>
                </a:cubicBezTo>
                <a:cubicBezTo>
                  <a:pt x="616358" y="49583"/>
                  <a:pt x="617106" y="50972"/>
                  <a:pt x="618601" y="52627"/>
                </a:cubicBezTo>
                <a:cubicBezTo>
                  <a:pt x="620630" y="54924"/>
                  <a:pt x="621645" y="57140"/>
                  <a:pt x="621645" y="59276"/>
                </a:cubicBezTo>
                <a:cubicBezTo>
                  <a:pt x="621645" y="61893"/>
                  <a:pt x="620670" y="64122"/>
                  <a:pt x="618721" y="65964"/>
                </a:cubicBezTo>
                <a:cubicBezTo>
                  <a:pt x="616772" y="67807"/>
                  <a:pt x="614222" y="68728"/>
                  <a:pt x="611071" y="68728"/>
                </a:cubicBezTo>
                <a:cubicBezTo>
                  <a:pt x="607707" y="68728"/>
                  <a:pt x="604890" y="67713"/>
                  <a:pt x="602621" y="65684"/>
                </a:cubicBezTo>
                <a:cubicBezTo>
                  <a:pt x="600351" y="63655"/>
                  <a:pt x="599216" y="61278"/>
                  <a:pt x="599216" y="58555"/>
                </a:cubicBezTo>
                <a:cubicBezTo>
                  <a:pt x="599216" y="54710"/>
                  <a:pt x="600738" y="51039"/>
                  <a:pt x="603782" y="47541"/>
                </a:cubicBezTo>
                <a:cubicBezTo>
                  <a:pt x="606826" y="44043"/>
                  <a:pt x="611071" y="41360"/>
                  <a:pt x="616518" y="39491"/>
                </a:cubicBezTo>
                <a:cubicBezTo>
                  <a:pt x="621965" y="37621"/>
                  <a:pt x="627626" y="36687"/>
                  <a:pt x="633500" y="36687"/>
                </a:cubicBezTo>
                <a:cubicBezTo>
                  <a:pt x="640603" y="36687"/>
                  <a:pt x="646223" y="38200"/>
                  <a:pt x="650362" y="41225"/>
                </a:cubicBezTo>
                <a:cubicBezTo>
                  <a:pt x="654500" y="44249"/>
                  <a:pt x="657184" y="47527"/>
                  <a:pt x="658412" y="51060"/>
                </a:cubicBezTo>
                <a:cubicBezTo>
                  <a:pt x="659160" y="53308"/>
                  <a:pt x="659533" y="58473"/>
                  <a:pt x="659533" y="66555"/>
                </a:cubicBezTo>
                <a:lnTo>
                  <a:pt x="659533" y="95700"/>
                </a:lnTo>
                <a:cubicBezTo>
                  <a:pt x="659533" y="99126"/>
                  <a:pt x="659667" y="101281"/>
                  <a:pt x="659934" y="102166"/>
                </a:cubicBezTo>
                <a:cubicBezTo>
                  <a:pt x="660201" y="103048"/>
                  <a:pt x="660601" y="103704"/>
                  <a:pt x="661135" y="104133"/>
                </a:cubicBezTo>
                <a:cubicBezTo>
                  <a:pt x="661669" y="104560"/>
                  <a:pt x="662284" y="104774"/>
                  <a:pt x="662978" y="104774"/>
                </a:cubicBezTo>
                <a:cubicBezTo>
                  <a:pt x="664366" y="104774"/>
                  <a:pt x="665781" y="103786"/>
                  <a:pt x="667223" y="101810"/>
                </a:cubicBezTo>
                <a:lnTo>
                  <a:pt x="669626" y="103733"/>
                </a:lnTo>
                <a:cubicBezTo>
                  <a:pt x="666956" y="107684"/>
                  <a:pt x="664193" y="110555"/>
                  <a:pt x="661336" y="112344"/>
                </a:cubicBezTo>
                <a:cubicBezTo>
                  <a:pt x="658479" y="114133"/>
                  <a:pt x="655235" y="115027"/>
                  <a:pt x="651603" y="115027"/>
                </a:cubicBezTo>
                <a:cubicBezTo>
                  <a:pt x="647331" y="115027"/>
                  <a:pt x="643994" y="114019"/>
                  <a:pt x="641590" y="112003"/>
                </a:cubicBezTo>
                <a:cubicBezTo>
                  <a:pt x="639187" y="109987"/>
                  <a:pt x="637719" y="106937"/>
                  <a:pt x="637185" y="102852"/>
                </a:cubicBezTo>
                <a:moveTo>
                  <a:pt x="637185" y="96924"/>
                </a:moveTo>
                <a:lnTo>
                  <a:pt x="637185" y="71867"/>
                </a:lnTo>
                <a:cubicBezTo>
                  <a:pt x="630723" y="75677"/>
                  <a:pt x="625917" y="79755"/>
                  <a:pt x="622766" y="84103"/>
                </a:cubicBezTo>
                <a:cubicBezTo>
                  <a:pt x="620684" y="87000"/>
                  <a:pt x="619642" y="89924"/>
                  <a:pt x="619642" y="92876"/>
                </a:cubicBezTo>
                <a:cubicBezTo>
                  <a:pt x="619642" y="95344"/>
                  <a:pt x="620523" y="97518"/>
                  <a:pt x="622286" y="99397"/>
                </a:cubicBezTo>
                <a:cubicBezTo>
                  <a:pt x="623621" y="100846"/>
                  <a:pt x="625490" y="101570"/>
                  <a:pt x="627893" y="101570"/>
                </a:cubicBezTo>
                <a:cubicBezTo>
                  <a:pt x="630563" y="101570"/>
                  <a:pt x="633660" y="100021"/>
                  <a:pt x="637185" y="96924"/>
                </a:cubicBezTo>
                <a:close/>
                <a:moveTo>
                  <a:pt x="699745" y="36847"/>
                </a:moveTo>
                <a:cubicBezTo>
                  <a:pt x="703429" y="36847"/>
                  <a:pt x="706567" y="38142"/>
                  <a:pt x="709157" y="40732"/>
                </a:cubicBezTo>
                <a:cubicBezTo>
                  <a:pt x="711747" y="43322"/>
                  <a:pt x="713042" y="46459"/>
                  <a:pt x="713042" y="50144"/>
                </a:cubicBezTo>
                <a:cubicBezTo>
                  <a:pt x="713042" y="53829"/>
                  <a:pt x="711747" y="56966"/>
                  <a:pt x="709157" y="59556"/>
                </a:cubicBezTo>
                <a:cubicBezTo>
                  <a:pt x="706567" y="62146"/>
                  <a:pt x="703429" y="63441"/>
                  <a:pt x="699745" y="63441"/>
                </a:cubicBezTo>
                <a:cubicBezTo>
                  <a:pt x="696060" y="63441"/>
                  <a:pt x="692923" y="62146"/>
                  <a:pt x="690333" y="59556"/>
                </a:cubicBezTo>
                <a:cubicBezTo>
                  <a:pt x="687743" y="56966"/>
                  <a:pt x="686448" y="53829"/>
                  <a:pt x="686448" y="50144"/>
                </a:cubicBezTo>
                <a:cubicBezTo>
                  <a:pt x="686448" y="46459"/>
                  <a:pt x="687743" y="43322"/>
                  <a:pt x="690333" y="40732"/>
                </a:cubicBezTo>
                <a:cubicBezTo>
                  <a:pt x="692923" y="38142"/>
                  <a:pt x="696060" y="36847"/>
                  <a:pt x="699745" y="36847"/>
                </a:cubicBezTo>
                <a:moveTo>
                  <a:pt x="699665" y="89234"/>
                </a:moveTo>
                <a:cubicBezTo>
                  <a:pt x="703403" y="89234"/>
                  <a:pt x="706567" y="90547"/>
                  <a:pt x="709157" y="93172"/>
                </a:cubicBezTo>
                <a:cubicBezTo>
                  <a:pt x="711747" y="95795"/>
                  <a:pt x="713042" y="98955"/>
                  <a:pt x="713042" y="102651"/>
                </a:cubicBezTo>
                <a:cubicBezTo>
                  <a:pt x="713042" y="106348"/>
                  <a:pt x="711733" y="109495"/>
                  <a:pt x="709117" y="112093"/>
                </a:cubicBezTo>
                <a:cubicBezTo>
                  <a:pt x="706500" y="114690"/>
                  <a:pt x="703349" y="115988"/>
                  <a:pt x="699665" y="115988"/>
                </a:cubicBezTo>
                <a:cubicBezTo>
                  <a:pt x="695980" y="115988"/>
                  <a:pt x="692843" y="114690"/>
                  <a:pt x="690253" y="112093"/>
                </a:cubicBezTo>
                <a:cubicBezTo>
                  <a:pt x="687663" y="109495"/>
                  <a:pt x="686368" y="106348"/>
                  <a:pt x="686368" y="102651"/>
                </a:cubicBezTo>
                <a:cubicBezTo>
                  <a:pt x="686368" y="98955"/>
                  <a:pt x="687663" y="95795"/>
                  <a:pt x="690253" y="93172"/>
                </a:cubicBezTo>
                <a:cubicBezTo>
                  <a:pt x="692843" y="90547"/>
                  <a:pt x="695980" y="89234"/>
                  <a:pt x="699665" y="89234"/>
                </a:cubicBezTo>
                <a:close/>
                <a:moveTo>
                  <a:pt x="816804" y="146427"/>
                </a:moveTo>
                <a:lnTo>
                  <a:pt x="781559" y="146427"/>
                </a:lnTo>
                <a:lnTo>
                  <a:pt x="781559" y="2723"/>
                </a:lnTo>
                <a:lnTo>
                  <a:pt x="816804" y="2723"/>
                </a:lnTo>
                <a:lnTo>
                  <a:pt x="816804" y="9052"/>
                </a:lnTo>
                <a:lnTo>
                  <a:pt x="793575" y="9052"/>
                </a:lnTo>
                <a:lnTo>
                  <a:pt x="793575" y="140259"/>
                </a:lnTo>
                <a:lnTo>
                  <a:pt x="816804" y="140259"/>
                </a:lnTo>
                <a:lnTo>
                  <a:pt x="816804" y="146427"/>
                </a:lnTo>
                <a:close/>
                <a:moveTo>
                  <a:pt x="897947" y="2884"/>
                </a:moveTo>
                <a:lnTo>
                  <a:pt x="897947" y="40372"/>
                </a:lnTo>
                <a:lnTo>
                  <a:pt x="894983" y="40372"/>
                </a:lnTo>
                <a:cubicBezTo>
                  <a:pt x="894022" y="33162"/>
                  <a:pt x="892299" y="27422"/>
                  <a:pt x="889816" y="23150"/>
                </a:cubicBezTo>
                <a:cubicBezTo>
                  <a:pt x="887333" y="18877"/>
                  <a:pt x="883795" y="15486"/>
                  <a:pt x="879203" y="12977"/>
                </a:cubicBezTo>
                <a:cubicBezTo>
                  <a:pt x="874610" y="10467"/>
                  <a:pt x="869857" y="9212"/>
                  <a:pt x="864944" y="9212"/>
                </a:cubicBezTo>
                <a:cubicBezTo>
                  <a:pt x="859391" y="9212"/>
                  <a:pt x="854798" y="10906"/>
                  <a:pt x="851167" y="14296"/>
                </a:cubicBezTo>
                <a:cubicBezTo>
                  <a:pt x="847536" y="17683"/>
                  <a:pt x="845720" y="21538"/>
                  <a:pt x="845720" y="25861"/>
                </a:cubicBezTo>
                <a:cubicBezTo>
                  <a:pt x="845720" y="29170"/>
                  <a:pt x="846868" y="32185"/>
                  <a:pt x="849164" y="34905"/>
                </a:cubicBezTo>
                <a:cubicBezTo>
                  <a:pt x="852475" y="38908"/>
                  <a:pt x="860352" y="44245"/>
                  <a:pt x="872795" y="50915"/>
                </a:cubicBezTo>
                <a:cubicBezTo>
                  <a:pt x="882941" y="56357"/>
                  <a:pt x="889870" y="60532"/>
                  <a:pt x="893581" y="63441"/>
                </a:cubicBezTo>
                <a:cubicBezTo>
                  <a:pt x="897293" y="66348"/>
                  <a:pt x="900150" y="69777"/>
                  <a:pt x="902152" y="73727"/>
                </a:cubicBezTo>
                <a:cubicBezTo>
                  <a:pt x="904155" y="77675"/>
                  <a:pt x="905156" y="81810"/>
                  <a:pt x="905156" y="86133"/>
                </a:cubicBezTo>
                <a:cubicBezTo>
                  <a:pt x="905156" y="94350"/>
                  <a:pt x="901965" y="101434"/>
                  <a:pt x="895584" y="107385"/>
                </a:cubicBezTo>
                <a:cubicBezTo>
                  <a:pt x="889202" y="113334"/>
                  <a:pt x="880992" y="116309"/>
                  <a:pt x="870952" y="116309"/>
                </a:cubicBezTo>
                <a:cubicBezTo>
                  <a:pt x="867801" y="116309"/>
                  <a:pt x="864838" y="116072"/>
                  <a:pt x="862061" y="115598"/>
                </a:cubicBezTo>
                <a:cubicBezTo>
                  <a:pt x="860405" y="115334"/>
                  <a:pt x="856974" y="114372"/>
                  <a:pt x="851768" y="112712"/>
                </a:cubicBezTo>
                <a:cubicBezTo>
                  <a:pt x="846561" y="111051"/>
                  <a:pt x="843263" y="110221"/>
                  <a:pt x="841875" y="110221"/>
                </a:cubicBezTo>
                <a:cubicBezTo>
                  <a:pt x="840540" y="110221"/>
                  <a:pt x="839485" y="110616"/>
                  <a:pt x="838711" y="111408"/>
                </a:cubicBezTo>
                <a:cubicBezTo>
                  <a:pt x="837937" y="112199"/>
                  <a:pt x="837363" y="113832"/>
                  <a:pt x="836989" y="116309"/>
                </a:cubicBezTo>
                <a:lnTo>
                  <a:pt x="834025" y="116309"/>
                </a:lnTo>
                <a:lnTo>
                  <a:pt x="834025" y="79141"/>
                </a:lnTo>
                <a:lnTo>
                  <a:pt x="836989" y="79141"/>
                </a:lnTo>
                <a:cubicBezTo>
                  <a:pt x="838377" y="86938"/>
                  <a:pt x="840246" y="92772"/>
                  <a:pt x="842596" y="96644"/>
                </a:cubicBezTo>
                <a:cubicBezTo>
                  <a:pt x="844946" y="100515"/>
                  <a:pt x="848537" y="103733"/>
                  <a:pt x="853370" y="106296"/>
                </a:cubicBezTo>
                <a:cubicBezTo>
                  <a:pt x="858203" y="108859"/>
                  <a:pt x="863503" y="110141"/>
                  <a:pt x="869270" y="110141"/>
                </a:cubicBezTo>
                <a:cubicBezTo>
                  <a:pt x="875945" y="110141"/>
                  <a:pt x="881219" y="108380"/>
                  <a:pt x="885090" y="104859"/>
                </a:cubicBezTo>
                <a:cubicBezTo>
                  <a:pt x="888962" y="101336"/>
                  <a:pt x="890898" y="97173"/>
                  <a:pt x="890898" y="92371"/>
                </a:cubicBezTo>
                <a:cubicBezTo>
                  <a:pt x="890898" y="89702"/>
                  <a:pt x="890163" y="87008"/>
                  <a:pt x="888695" y="84288"/>
                </a:cubicBezTo>
                <a:cubicBezTo>
                  <a:pt x="887226" y="81566"/>
                  <a:pt x="884943" y="79031"/>
                  <a:pt x="881846" y="76683"/>
                </a:cubicBezTo>
                <a:cubicBezTo>
                  <a:pt x="879763" y="75083"/>
                  <a:pt x="874076" y="71681"/>
                  <a:pt x="864784" y="66478"/>
                </a:cubicBezTo>
                <a:cubicBezTo>
                  <a:pt x="855492" y="61274"/>
                  <a:pt x="848884" y="57126"/>
                  <a:pt x="844959" y="54032"/>
                </a:cubicBezTo>
                <a:cubicBezTo>
                  <a:pt x="841034" y="50936"/>
                  <a:pt x="838057" y="47521"/>
                  <a:pt x="836027" y="43786"/>
                </a:cubicBezTo>
                <a:cubicBezTo>
                  <a:pt x="833998" y="40050"/>
                  <a:pt x="832984" y="35940"/>
                  <a:pt x="832984" y="31458"/>
                </a:cubicBezTo>
                <a:cubicBezTo>
                  <a:pt x="832984" y="23668"/>
                  <a:pt x="835974" y="16958"/>
                  <a:pt x="841955" y="11329"/>
                </a:cubicBezTo>
                <a:cubicBezTo>
                  <a:pt x="847936" y="5699"/>
                  <a:pt x="855546" y="2884"/>
                  <a:pt x="864784" y="2884"/>
                </a:cubicBezTo>
                <a:cubicBezTo>
                  <a:pt x="870552" y="2884"/>
                  <a:pt x="876666" y="4299"/>
                  <a:pt x="883128" y="7129"/>
                </a:cubicBezTo>
                <a:cubicBezTo>
                  <a:pt x="886118" y="8464"/>
                  <a:pt x="888228" y="9132"/>
                  <a:pt x="889456" y="9132"/>
                </a:cubicBezTo>
                <a:cubicBezTo>
                  <a:pt x="890844" y="9132"/>
                  <a:pt x="891979" y="8718"/>
                  <a:pt x="892860" y="7890"/>
                </a:cubicBezTo>
                <a:cubicBezTo>
                  <a:pt x="893741" y="7062"/>
                  <a:pt x="894449" y="5394"/>
                  <a:pt x="894983" y="2884"/>
                </a:cubicBezTo>
                <a:lnTo>
                  <a:pt x="897947" y="2884"/>
                </a:lnTo>
                <a:close/>
                <a:moveTo>
                  <a:pt x="931405" y="68247"/>
                </a:moveTo>
                <a:cubicBezTo>
                  <a:pt x="931351" y="79116"/>
                  <a:pt x="933995" y="87641"/>
                  <a:pt x="939335" y="93823"/>
                </a:cubicBezTo>
                <a:cubicBezTo>
                  <a:pt x="944675" y="100002"/>
                  <a:pt x="950950" y="103092"/>
                  <a:pt x="958159" y="103092"/>
                </a:cubicBezTo>
                <a:cubicBezTo>
                  <a:pt x="962965" y="103092"/>
                  <a:pt x="967144" y="101770"/>
                  <a:pt x="970695" y="99127"/>
                </a:cubicBezTo>
                <a:cubicBezTo>
                  <a:pt x="974246" y="96483"/>
                  <a:pt x="977223" y="91958"/>
                  <a:pt x="979626" y="85549"/>
                </a:cubicBezTo>
                <a:lnTo>
                  <a:pt x="982110" y="87151"/>
                </a:lnTo>
                <a:cubicBezTo>
                  <a:pt x="980988" y="94468"/>
                  <a:pt x="977731" y="101129"/>
                  <a:pt x="972337" y="107137"/>
                </a:cubicBezTo>
                <a:cubicBezTo>
                  <a:pt x="966944" y="113145"/>
                  <a:pt x="960188" y="116149"/>
                  <a:pt x="952071" y="116149"/>
                </a:cubicBezTo>
                <a:cubicBezTo>
                  <a:pt x="943260" y="116149"/>
                  <a:pt x="935717" y="112725"/>
                  <a:pt x="929442" y="105878"/>
                </a:cubicBezTo>
                <a:cubicBezTo>
                  <a:pt x="923168" y="99029"/>
                  <a:pt x="920030" y="89822"/>
                  <a:pt x="920030" y="78258"/>
                </a:cubicBezTo>
                <a:cubicBezTo>
                  <a:pt x="920030" y="65735"/>
                  <a:pt x="923248" y="55970"/>
                  <a:pt x="929683" y="48963"/>
                </a:cubicBezTo>
                <a:cubicBezTo>
                  <a:pt x="936117" y="41954"/>
                  <a:pt x="944194" y="38449"/>
                  <a:pt x="953914" y="38449"/>
                </a:cubicBezTo>
                <a:cubicBezTo>
                  <a:pt x="962137" y="38449"/>
                  <a:pt x="968893" y="41153"/>
                  <a:pt x="974180" y="46560"/>
                </a:cubicBezTo>
                <a:cubicBezTo>
                  <a:pt x="979466" y="51965"/>
                  <a:pt x="982110" y="59194"/>
                  <a:pt x="982110" y="68247"/>
                </a:cubicBezTo>
                <a:lnTo>
                  <a:pt x="931405" y="68247"/>
                </a:lnTo>
                <a:moveTo>
                  <a:pt x="931405" y="63601"/>
                </a:moveTo>
                <a:lnTo>
                  <a:pt x="965368" y="63601"/>
                </a:lnTo>
                <a:cubicBezTo>
                  <a:pt x="965101" y="58902"/>
                  <a:pt x="964541" y="55591"/>
                  <a:pt x="963686" y="53669"/>
                </a:cubicBezTo>
                <a:cubicBezTo>
                  <a:pt x="962351" y="50678"/>
                  <a:pt x="960362" y="48328"/>
                  <a:pt x="957718" y="46620"/>
                </a:cubicBezTo>
                <a:cubicBezTo>
                  <a:pt x="955075" y="44911"/>
                  <a:pt x="952312" y="44056"/>
                  <a:pt x="949428" y="44056"/>
                </a:cubicBezTo>
                <a:cubicBezTo>
                  <a:pt x="944996" y="44056"/>
                  <a:pt x="941030" y="45779"/>
                  <a:pt x="937533" y="49223"/>
                </a:cubicBezTo>
                <a:cubicBezTo>
                  <a:pt x="934035" y="52667"/>
                  <a:pt x="931992" y="57460"/>
                  <a:pt x="931405" y="63601"/>
                </a:cubicBezTo>
                <a:close/>
                <a:moveTo>
                  <a:pt x="1013294" y="53989"/>
                </a:moveTo>
                <a:cubicBezTo>
                  <a:pt x="1021892" y="43629"/>
                  <a:pt x="1030089" y="38449"/>
                  <a:pt x="1037886" y="38449"/>
                </a:cubicBezTo>
                <a:cubicBezTo>
                  <a:pt x="1041891" y="38449"/>
                  <a:pt x="1045335" y="39449"/>
                  <a:pt x="1048219" y="41448"/>
                </a:cubicBezTo>
                <a:cubicBezTo>
                  <a:pt x="1051103" y="43446"/>
                  <a:pt x="1053399" y="46736"/>
                  <a:pt x="1055108" y="51318"/>
                </a:cubicBezTo>
                <a:cubicBezTo>
                  <a:pt x="1056283" y="54514"/>
                  <a:pt x="1056870" y="59416"/>
                  <a:pt x="1056870" y="66024"/>
                </a:cubicBezTo>
                <a:lnTo>
                  <a:pt x="1056870" y="97274"/>
                </a:lnTo>
                <a:cubicBezTo>
                  <a:pt x="1056870" y="101910"/>
                  <a:pt x="1057244" y="105054"/>
                  <a:pt x="1057992" y="106706"/>
                </a:cubicBezTo>
                <a:cubicBezTo>
                  <a:pt x="1058579" y="108038"/>
                  <a:pt x="1059527" y="109077"/>
                  <a:pt x="1060835" y="109823"/>
                </a:cubicBezTo>
                <a:cubicBezTo>
                  <a:pt x="1062143" y="110569"/>
                  <a:pt x="1064560" y="110942"/>
                  <a:pt x="1068084" y="110942"/>
                </a:cubicBezTo>
                <a:lnTo>
                  <a:pt x="1068084" y="113906"/>
                </a:lnTo>
                <a:lnTo>
                  <a:pt x="1031798" y="113906"/>
                </a:lnTo>
                <a:lnTo>
                  <a:pt x="1031798" y="110942"/>
                </a:lnTo>
                <a:lnTo>
                  <a:pt x="1033320" y="110942"/>
                </a:lnTo>
                <a:cubicBezTo>
                  <a:pt x="1036738" y="110942"/>
                  <a:pt x="1039127" y="110424"/>
                  <a:pt x="1040489" y="109387"/>
                </a:cubicBezTo>
                <a:cubicBezTo>
                  <a:pt x="1041851" y="108351"/>
                  <a:pt x="1042799" y="106824"/>
                  <a:pt x="1043333" y="104807"/>
                </a:cubicBezTo>
                <a:cubicBezTo>
                  <a:pt x="1043546" y="104009"/>
                  <a:pt x="1043653" y="101512"/>
                  <a:pt x="1043653" y="97314"/>
                </a:cubicBezTo>
                <a:lnTo>
                  <a:pt x="1043653" y="67429"/>
                </a:lnTo>
                <a:cubicBezTo>
                  <a:pt x="1043653" y="60789"/>
                  <a:pt x="1042785" y="55967"/>
                  <a:pt x="1041050" y="52965"/>
                </a:cubicBezTo>
                <a:cubicBezTo>
                  <a:pt x="1039314" y="49963"/>
                  <a:pt x="1036391" y="48462"/>
                  <a:pt x="1032279" y="48462"/>
                </a:cubicBezTo>
                <a:cubicBezTo>
                  <a:pt x="1025924" y="48462"/>
                  <a:pt x="1019596" y="51916"/>
                  <a:pt x="1013294" y="58823"/>
                </a:cubicBezTo>
                <a:lnTo>
                  <a:pt x="1013294" y="97314"/>
                </a:lnTo>
                <a:cubicBezTo>
                  <a:pt x="1013294" y="102256"/>
                  <a:pt x="1013588" y="105311"/>
                  <a:pt x="1014175" y="106479"/>
                </a:cubicBezTo>
                <a:cubicBezTo>
                  <a:pt x="1014923" y="108019"/>
                  <a:pt x="1015951" y="109148"/>
                  <a:pt x="1017259" y="109866"/>
                </a:cubicBezTo>
                <a:cubicBezTo>
                  <a:pt x="1018568" y="110583"/>
                  <a:pt x="1021224" y="110942"/>
                  <a:pt x="1025230" y="110942"/>
                </a:cubicBezTo>
                <a:lnTo>
                  <a:pt x="1025230" y="113906"/>
                </a:lnTo>
                <a:lnTo>
                  <a:pt x="988943" y="113906"/>
                </a:lnTo>
                <a:lnTo>
                  <a:pt x="988943" y="110942"/>
                </a:lnTo>
                <a:lnTo>
                  <a:pt x="990545" y="110942"/>
                </a:lnTo>
                <a:cubicBezTo>
                  <a:pt x="994283" y="110942"/>
                  <a:pt x="996807" y="109997"/>
                  <a:pt x="998115" y="108106"/>
                </a:cubicBezTo>
                <a:cubicBezTo>
                  <a:pt x="999423" y="106213"/>
                  <a:pt x="1000077" y="102603"/>
                  <a:pt x="1000077" y="97274"/>
                </a:cubicBezTo>
                <a:lnTo>
                  <a:pt x="1000077" y="70100"/>
                </a:lnTo>
                <a:cubicBezTo>
                  <a:pt x="1000077" y="61308"/>
                  <a:pt x="999877" y="55954"/>
                  <a:pt x="999477" y="54037"/>
                </a:cubicBezTo>
                <a:cubicBezTo>
                  <a:pt x="999076" y="52118"/>
                  <a:pt x="998462" y="50812"/>
                  <a:pt x="997634" y="50119"/>
                </a:cubicBezTo>
                <a:cubicBezTo>
                  <a:pt x="996807" y="49427"/>
                  <a:pt x="995698" y="49080"/>
                  <a:pt x="994310" y="49080"/>
                </a:cubicBezTo>
                <a:cubicBezTo>
                  <a:pt x="992815" y="49080"/>
                  <a:pt x="991026" y="49480"/>
                  <a:pt x="988943" y="50279"/>
                </a:cubicBezTo>
                <a:lnTo>
                  <a:pt x="987742" y="47401"/>
                </a:lnTo>
                <a:lnTo>
                  <a:pt x="1009850" y="38449"/>
                </a:lnTo>
                <a:lnTo>
                  <a:pt x="1013294" y="38449"/>
                </a:lnTo>
                <a:lnTo>
                  <a:pt x="1013294" y="53989"/>
                </a:lnTo>
                <a:close/>
                <a:moveTo>
                  <a:pt x="1095239" y="16341"/>
                </a:moveTo>
                <a:lnTo>
                  <a:pt x="1095239" y="40532"/>
                </a:lnTo>
                <a:lnTo>
                  <a:pt x="1112381" y="40532"/>
                </a:lnTo>
                <a:lnTo>
                  <a:pt x="1112381" y="46139"/>
                </a:lnTo>
                <a:lnTo>
                  <a:pt x="1095239" y="46139"/>
                </a:lnTo>
                <a:lnTo>
                  <a:pt x="1095239" y="93655"/>
                </a:lnTo>
                <a:cubicBezTo>
                  <a:pt x="1095239" y="98403"/>
                  <a:pt x="1095920" y="101603"/>
                  <a:pt x="1097282" y="103257"/>
                </a:cubicBezTo>
                <a:cubicBezTo>
                  <a:pt x="1098643" y="104909"/>
                  <a:pt x="1100392" y="105735"/>
                  <a:pt x="1102528" y="105735"/>
                </a:cubicBezTo>
                <a:cubicBezTo>
                  <a:pt x="1104291" y="105735"/>
                  <a:pt x="1105999" y="105188"/>
                  <a:pt x="1107655" y="104093"/>
                </a:cubicBezTo>
                <a:cubicBezTo>
                  <a:pt x="1109310" y="102998"/>
                  <a:pt x="1110592" y="101383"/>
                  <a:pt x="1111500" y="99247"/>
                </a:cubicBezTo>
                <a:lnTo>
                  <a:pt x="1114624" y="99247"/>
                </a:lnTo>
                <a:cubicBezTo>
                  <a:pt x="1112755" y="104495"/>
                  <a:pt x="1110111" y="108465"/>
                  <a:pt x="1106694" y="111155"/>
                </a:cubicBezTo>
                <a:cubicBezTo>
                  <a:pt x="1103276" y="113843"/>
                  <a:pt x="1099751" y="115187"/>
                  <a:pt x="1096120" y="115187"/>
                </a:cubicBezTo>
                <a:cubicBezTo>
                  <a:pt x="1093664" y="115187"/>
                  <a:pt x="1091261" y="114506"/>
                  <a:pt x="1088911" y="113142"/>
                </a:cubicBezTo>
                <a:cubicBezTo>
                  <a:pt x="1086561" y="111779"/>
                  <a:pt x="1084826" y="109828"/>
                  <a:pt x="1083704" y="107290"/>
                </a:cubicBezTo>
                <a:cubicBezTo>
                  <a:pt x="1082583" y="104750"/>
                  <a:pt x="1082022" y="100833"/>
                  <a:pt x="1082022" y="95540"/>
                </a:cubicBezTo>
                <a:lnTo>
                  <a:pt x="1082022" y="46139"/>
                </a:lnTo>
                <a:lnTo>
                  <a:pt x="1070407" y="46139"/>
                </a:lnTo>
                <a:lnTo>
                  <a:pt x="1070407" y="43496"/>
                </a:lnTo>
                <a:cubicBezTo>
                  <a:pt x="1073344" y="42317"/>
                  <a:pt x="1076348" y="40322"/>
                  <a:pt x="1079419" y="37510"/>
                </a:cubicBezTo>
                <a:cubicBezTo>
                  <a:pt x="1082489" y="34699"/>
                  <a:pt x="1085226" y="31364"/>
                  <a:pt x="1087629" y="27508"/>
                </a:cubicBezTo>
                <a:cubicBezTo>
                  <a:pt x="1088858" y="25473"/>
                  <a:pt x="1090566" y="21751"/>
                  <a:pt x="1092756" y="16341"/>
                </a:cubicBezTo>
                <a:lnTo>
                  <a:pt x="1095239" y="16341"/>
                </a:lnTo>
                <a:close/>
                <a:moveTo>
                  <a:pt x="1131874" y="68247"/>
                </a:moveTo>
                <a:cubicBezTo>
                  <a:pt x="1131820" y="79116"/>
                  <a:pt x="1134464" y="87641"/>
                  <a:pt x="1139804" y="93823"/>
                </a:cubicBezTo>
                <a:cubicBezTo>
                  <a:pt x="1145144" y="100002"/>
                  <a:pt x="1151419" y="103092"/>
                  <a:pt x="1158628" y="103092"/>
                </a:cubicBezTo>
                <a:cubicBezTo>
                  <a:pt x="1163434" y="103092"/>
                  <a:pt x="1167613" y="101770"/>
                  <a:pt x="1171164" y="99127"/>
                </a:cubicBezTo>
                <a:cubicBezTo>
                  <a:pt x="1174715" y="96483"/>
                  <a:pt x="1177692" y="91958"/>
                  <a:pt x="1180095" y="85549"/>
                </a:cubicBezTo>
                <a:lnTo>
                  <a:pt x="1182578" y="87151"/>
                </a:lnTo>
                <a:cubicBezTo>
                  <a:pt x="1181457" y="94468"/>
                  <a:pt x="1178199" y="101129"/>
                  <a:pt x="1172806" y="107137"/>
                </a:cubicBezTo>
                <a:cubicBezTo>
                  <a:pt x="1167412" y="113145"/>
                  <a:pt x="1160657" y="116149"/>
                  <a:pt x="1152540" y="116149"/>
                </a:cubicBezTo>
                <a:cubicBezTo>
                  <a:pt x="1143729" y="116149"/>
                  <a:pt x="1136186" y="112725"/>
                  <a:pt x="1129911" y="105878"/>
                </a:cubicBezTo>
                <a:cubicBezTo>
                  <a:pt x="1123636" y="99029"/>
                  <a:pt x="1120499" y="89822"/>
                  <a:pt x="1120499" y="78258"/>
                </a:cubicBezTo>
                <a:cubicBezTo>
                  <a:pt x="1120499" y="65735"/>
                  <a:pt x="1123716" y="55970"/>
                  <a:pt x="1130151" y="48963"/>
                </a:cubicBezTo>
                <a:cubicBezTo>
                  <a:pt x="1136586" y="41954"/>
                  <a:pt x="1144663" y="38449"/>
                  <a:pt x="1154382" y="38449"/>
                </a:cubicBezTo>
                <a:cubicBezTo>
                  <a:pt x="1162606" y="38449"/>
                  <a:pt x="1169362" y="41153"/>
                  <a:pt x="1174648" y="46560"/>
                </a:cubicBezTo>
                <a:cubicBezTo>
                  <a:pt x="1179935" y="51965"/>
                  <a:pt x="1182578" y="59194"/>
                  <a:pt x="1182578" y="68247"/>
                </a:cubicBezTo>
                <a:lnTo>
                  <a:pt x="1131874" y="68247"/>
                </a:lnTo>
                <a:moveTo>
                  <a:pt x="1131874" y="63601"/>
                </a:moveTo>
                <a:lnTo>
                  <a:pt x="1165837" y="63601"/>
                </a:lnTo>
                <a:cubicBezTo>
                  <a:pt x="1165570" y="58902"/>
                  <a:pt x="1165009" y="55591"/>
                  <a:pt x="1164155" y="53669"/>
                </a:cubicBezTo>
                <a:cubicBezTo>
                  <a:pt x="1162820" y="50678"/>
                  <a:pt x="1160831" y="48328"/>
                  <a:pt x="1158187" y="46620"/>
                </a:cubicBezTo>
                <a:cubicBezTo>
                  <a:pt x="1155544" y="44911"/>
                  <a:pt x="1152780" y="44056"/>
                  <a:pt x="1149897" y="44056"/>
                </a:cubicBezTo>
                <a:cubicBezTo>
                  <a:pt x="1145464" y="44056"/>
                  <a:pt x="1141499" y="45779"/>
                  <a:pt x="1138001" y="49223"/>
                </a:cubicBezTo>
                <a:cubicBezTo>
                  <a:pt x="1134504" y="52667"/>
                  <a:pt x="1132461" y="57460"/>
                  <a:pt x="1131874" y="63601"/>
                </a:cubicBezTo>
                <a:close/>
                <a:moveTo>
                  <a:pt x="1213763" y="53989"/>
                </a:moveTo>
                <a:cubicBezTo>
                  <a:pt x="1222361" y="43629"/>
                  <a:pt x="1230558" y="38449"/>
                  <a:pt x="1238355" y="38449"/>
                </a:cubicBezTo>
                <a:cubicBezTo>
                  <a:pt x="1242360" y="38449"/>
                  <a:pt x="1245804" y="39449"/>
                  <a:pt x="1248688" y="41448"/>
                </a:cubicBezTo>
                <a:cubicBezTo>
                  <a:pt x="1251572" y="43446"/>
                  <a:pt x="1253868" y="46736"/>
                  <a:pt x="1255577" y="51318"/>
                </a:cubicBezTo>
                <a:cubicBezTo>
                  <a:pt x="1256752" y="54514"/>
                  <a:pt x="1257339" y="59416"/>
                  <a:pt x="1257339" y="66024"/>
                </a:cubicBezTo>
                <a:lnTo>
                  <a:pt x="1257339" y="97274"/>
                </a:lnTo>
                <a:cubicBezTo>
                  <a:pt x="1257339" y="101910"/>
                  <a:pt x="1257713" y="105054"/>
                  <a:pt x="1258461" y="106706"/>
                </a:cubicBezTo>
                <a:cubicBezTo>
                  <a:pt x="1259048" y="108038"/>
                  <a:pt x="1259996" y="109077"/>
                  <a:pt x="1261304" y="109823"/>
                </a:cubicBezTo>
                <a:cubicBezTo>
                  <a:pt x="1262613" y="110569"/>
                  <a:pt x="1265029" y="110942"/>
                  <a:pt x="1268553" y="110942"/>
                </a:cubicBezTo>
                <a:lnTo>
                  <a:pt x="1268553" y="113906"/>
                </a:lnTo>
                <a:lnTo>
                  <a:pt x="1232267" y="113906"/>
                </a:lnTo>
                <a:lnTo>
                  <a:pt x="1232267" y="110942"/>
                </a:lnTo>
                <a:lnTo>
                  <a:pt x="1233789" y="110942"/>
                </a:lnTo>
                <a:cubicBezTo>
                  <a:pt x="1237207" y="110942"/>
                  <a:pt x="1239596" y="110424"/>
                  <a:pt x="1240958" y="109387"/>
                </a:cubicBezTo>
                <a:cubicBezTo>
                  <a:pt x="1242320" y="108351"/>
                  <a:pt x="1243268" y="106824"/>
                  <a:pt x="1243802" y="104807"/>
                </a:cubicBezTo>
                <a:cubicBezTo>
                  <a:pt x="1244015" y="104009"/>
                  <a:pt x="1244122" y="101512"/>
                  <a:pt x="1244122" y="97314"/>
                </a:cubicBezTo>
                <a:lnTo>
                  <a:pt x="1244122" y="67429"/>
                </a:lnTo>
                <a:cubicBezTo>
                  <a:pt x="1244122" y="60789"/>
                  <a:pt x="1243254" y="55967"/>
                  <a:pt x="1241519" y="52965"/>
                </a:cubicBezTo>
                <a:cubicBezTo>
                  <a:pt x="1239783" y="49963"/>
                  <a:pt x="1236860" y="48462"/>
                  <a:pt x="1232748" y="48462"/>
                </a:cubicBezTo>
                <a:cubicBezTo>
                  <a:pt x="1226393" y="48462"/>
                  <a:pt x="1220065" y="51916"/>
                  <a:pt x="1213763" y="58823"/>
                </a:cubicBezTo>
                <a:lnTo>
                  <a:pt x="1213763" y="97314"/>
                </a:lnTo>
                <a:cubicBezTo>
                  <a:pt x="1213763" y="102256"/>
                  <a:pt x="1214057" y="105311"/>
                  <a:pt x="1214645" y="106479"/>
                </a:cubicBezTo>
                <a:cubicBezTo>
                  <a:pt x="1215392" y="108019"/>
                  <a:pt x="1216420" y="109148"/>
                  <a:pt x="1217728" y="109866"/>
                </a:cubicBezTo>
                <a:cubicBezTo>
                  <a:pt x="1219037" y="110583"/>
                  <a:pt x="1221694" y="110942"/>
                  <a:pt x="1225699" y="110942"/>
                </a:cubicBezTo>
                <a:lnTo>
                  <a:pt x="1225699" y="113906"/>
                </a:lnTo>
                <a:lnTo>
                  <a:pt x="1189412" y="113906"/>
                </a:lnTo>
                <a:lnTo>
                  <a:pt x="1189412" y="110942"/>
                </a:lnTo>
                <a:lnTo>
                  <a:pt x="1191014" y="110942"/>
                </a:lnTo>
                <a:cubicBezTo>
                  <a:pt x="1194752" y="110942"/>
                  <a:pt x="1197276" y="109997"/>
                  <a:pt x="1198584" y="108106"/>
                </a:cubicBezTo>
                <a:cubicBezTo>
                  <a:pt x="1199892" y="106213"/>
                  <a:pt x="1200546" y="102603"/>
                  <a:pt x="1200546" y="97274"/>
                </a:cubicBezTo>
                <a:lnTo>
                  <a:pt x="1200546" y="70100"/>
                </a:lnTo>
                <a:cubicBezTo>
                  <a:pt x="1200546" y="61308"/>
                  <a:pt x="1200346" y="55954"/>
                  <a:pt x="1199946" y="54037"/>
                </a:cubicBezTo>
                <a:cubicBezTo>
                  <a:pt x="1199545" y="52118"/>
                  <a:pt x="1198931" y="50812"/>
                  <a:pt x="1198103" y="50119"/>
                </a:cubicBezTo>
                <a:cubicBezTo>
                  <a:pt x="1197276" y="49427"/>
                  <a:pt x="1196168" y="49080"/>
                  <a:pt x="1194779" y="49080"/>
                </a:cubicBezTo>
                <a:cubicBezTo>
                  <a:pt x="1193284" y="49080"/>
                  <a:pt x="1191495" y="49480"/>
                  <a:pt x="1189412" y="50279"/>
                </a:cubicBezTo>
                <a:lnTo>
                  <a:pt x="1188211" y="47401"/>
                </a:lnTo>
                <a:lnTo>
                  <a:pt x="1210319" y="38449"/>
                </a:lnTo>
                <a:lnTo>
                  <a:pt x="1213763" y="38449"/>
                </a:lnTo>
                <a:lnTo>
                  <a:pt x="1213763" y="53989"/>
                </a:lnTo>
                <a:close/>
                <a:moveTo>
                  <a:pt x="1336721" y="86030"/>
                </a:moveTo>
                <a:cubicBezTo>
                  <a:pt x="1334745" y="95696"/>
                  <a:pt x="1330873" y="103132"/>
                  <a:pt x="1325106" y="108339"/>
                </a:cubicBezTo>
                <a:cubicBezTo>
                  <a:pt x="1319338" y="113545"/>
                  <a:pt x="1312957" y="116149"/>
                  <a:pt x="1305961" y="116149"/>
                </a:cubicBezTo>
                <a:cubicBezTo>
                  <a:pt x="1297631" y="116149"/>
                  <a:pt x="1290368" y="112655"/>
                  <a:pt x="1284173" y="105668"/>
                </a:cubicBezTo>
                <a:cubicBezTo>
                  <a:pt x="1277979" y="98679"/>
                  <a:pt x="1274881" y="89236"/>
                  <a:pt x="1274881" y="77339"/>
                </a:cubicBezTo>
                <a:cubicBezTo>
                  <a:pt x="1274881" y="65816"/>
                  <a:pt x="1278313" y="56454"/>
                  <a:pt x="1285175" y="49253"/>
                </a:cubicBezTo>
                <a:cubicBezTo>
                  <a:pt x="1292037" y="42050"/>
                  <a:pt x="1300274" y="38449"/>
                  <a:pt x="1309886" y="38449"/>
                </a:cubicBezTo>
                <a:cubicBezTo>
                  <a:pt x="1317095" y="38449"/>
                  <a:pt x="1323023" y="40352"/>
                  <a:pt x="1327669" y="44159"/>
                </a:cubicBezTo>
                <a:cubicBezTo>
                  <a:pt x="1332315" y="47964"/>
                  <a:pt x="1334638" y="51916"/>
                  <a:pt x="1334638" y="56014"/>
                </a:cubicBezTo>
                <a:cubicBezTo>
                  <a:pt x="1334638" y="58037"/>
                  <a:pt x="1333984" y="59674"/>
                  <a:pt x="1332675" y="60925"/>
                </a:cubicBezTo>
                <a:cubicBezTo>
                  <a:pt x="1331367" y="62175"/>
                  <a:pt x="1329538" y="62800"/>
                  <a:pt x="1327188" y="62800"/>
                </a:cubicBezTo>
                <a:cubicBezTo>
                  <a:pt x="1324038" y="62800"/>
                  <a:pt x="1321661" y="61786"/>
                  <a:pt x="1320059" y="59756"/>
                </a:cubicBezTo>
                <a:cubicBezTo>
                  <a:pt x="1319151" y="58635"/>
                  <a:pt x="1318551" y="56499"/>
                  <a:pt x="1318257" y="53348"/>
                </a:cubicBezTo>
                <a:cubicBezTo>
                  <a:pt x="1317963" y="50198"/>
                  <a:pt x="1316882" y="47794"/>
                  <a:pt x="1315013" y="46139"/>
                </a:cubicBezTo>
                <a:cubicBezTo>
                  <a:pt x="1313144" y="44537"/>
                  <a:pt x="1310554" y="43736"/>
                  <a:pt x="1307243" y="43736"/>
                </a:cubicBezTo>
                <a:cubicBezTo>
                  <a:pt x="1301903" y="43736"/>
                  <a:pt x="1297604" y="45712"/>
                  <a:pt x="1294346" y="49664"/>
                </a:cubicBezTo>
                <a:cubicBezTo>
                  <a:pt x="1290021" y="54897"/>
                  <a:pt x="1287858" y="61812"/>
                  <a:pt x="1287858" y="70410"/>
                </a:cubicBezTo>
                <a:cubicBezTo>
                  <a:pt x="1287858" y="79168"/>
                  <a:pt x="1290007" y="86898"/>
                  <a:pt x="1294306" y="93600"/>
                </a:cubicBezTo>
                <a:cubicBezTo>
                  <a:pt x="1298605" y="100302"/>
                  <a:pt x="1304413" y="103653"/>
                  <a:pt x="1311729" y="103653"/>
                </a:cubicBezTo>
                <a:cubicBezTo>
                  <a:pt x="1316962" y="103653"/>
                  <a:pt x="1321661" y="101864"/>
                  <a:pt x="1325827" y="98286"/>
                </a:cubicBezTo>
                <a:cubicBezTo>
                  <a:pt x="1328764" y="95829"/>
                  <a:pt x="1331621" y="91370"/>
                  <a:pt x="1334398" y="84909"/>
                </a:cubicBezTo>
                <a:lnTo>
                  <a:pt x="1336721" y="86030"/>
                </a:lnTo>
                <a:close/>
                <a:moveTo>
                  <a:pt x="1359575" y="68247"/>
                </a:moveTo>
                <a:cubicBezTo>
                  <a:pt x="1359522" y="79116"/>
                  <a:pt x="1362165" y="87641"/>
                  <a:pt x="1367505" y="93823"/>
                </a:cubicBezTo>
                <a:cubicBezTo>
                  <a:pt x="1372845" y="100002"/>
                  <a:pt x="1379120" y="103092"/>
                  <a:pt x="1386329" y="103092"/>
                </a:cubicBezTo>
                <a:cubicBezTo>
                  <a:pt x="1391136" y="103092"/>
                  <a:pt x="1395314" y="101770"/>
                  <a:pt x="1398865" y="99127"/>
                </a:cubicBezTo>
                <a:cubicBezTo>
                  <a:pt x="1402417" y="96483"/>
                  <a:pt x="1405394" y="91958"/>
                  <a:pt x="1407797" y="85549"/>
                </a:cubicBezTo>
                <a:lnTo>
                  <a:pt x="1410280" y="87151"/>
                </a:lnTo>
                <a:cubicBezTo>
                  <a:pt x="1409159" y="94468"/>
                  <a:pt x="1405901" y="101129"/>
                  <a:pt x="1400508" y="107137"/>
                </a:cubicBezTo>
                <a:cubicBezTo>
                  <a:pt x="1395114" y="113145"/>
                  <a:pt x="1388359" y="116149"/>
                  <a:pt x="1380242" y="116149"/>
                </a:cubicBezTo>
                <a:cubicBezTo>
                  <a:pt x="1371430" y="116149"/>
                  <a:pt x="1363887" y="112725"/>
                  <a:pt x="1357613" y="105878"/>
                </a:cubicBezTo>
                <a:cubicBezTo>
                  <a:pt x="1351338" y="99029"/>
                  <a:pt x="1348201" y="89822"/>
                  <a:pt x="1348201" y="78258"/>
                </a:cubicBezTo>
                <a:cubicBezTo>
                  <a:pt x="1348201" y="65735"/>
                  <a:pt x="1351418" y="55970"/>
                  <a:pt x="1357853" y="48963"/>
                </a:cubicBezTo>
                <a:cubicBezTo>
                  <a:pt x="1364288" y="41954"/>
                  <a:pt x="1372365" y="38449"/>
                  <a:pt x="1382084" y="38449"/>
                </a:cubicBezTo>
                <a:cubicBezTo>
                  <a:pt x="1390308" y="38449"/>
                  <a:pt x="1397063" y="41153"/>
                  <a:pt x="1402350" y="46560"/>
                </a:cubicBezTo>
                <a:cubicBezTo>
                  <a:pt x="1407637" y="51965"/>
                  <a:pt x="1410280" y="59194"/>
                  <a:pt x="1410280" y="68247"/>
                </a:cubicBezTo>
                <a:lnTo>
                  <a:pt x="1359575" y="68247"/>
                </a:lnTo>
                <a:moveTo>
                  <a:pt x="1359575" y="63601"/>
                </a:moveTo>
                <a:lnTo>
                  <a:pt x="1393539" y="63601"/>
                </a:lnTo>
                <a:cubicBezTo>
                  <a:pt x="1393272" y="58902"/>
                  <a:pt x="1392711" y="55591"/>
                  <a:pt x="1391856" y="53669"/>
                </a:cubicBezTo>
                <a:cubicBezTo>
                  <a:pt x="1390521" y="50678"/>
                  <a:pt x="1388532" y="48328"/>
                  <a:pt x="1385889" y="46620"/>
                </a:cubicBezTo>
                <a:cubicBezTo>
                  <a:pt x="1383245" y="44911"/>
                  <a:pt x="1380482" y="44056"/>
                  <a:pt x="1377598" y="44056"/>
                </a:cubicBezTo>
                <a:cubicBezTo>
                  <a:pt x="1373166" y="44056"/>
                  <a:pt x="1369201" y="45779"/>
                  <a:pt x="1365703" y="49223"/>
                </a:cubicBezTo>
                <a:cubicBezTo>
                  <a:pt x="1362205" y="52667"/>
                  <a:pt x="1360163" y="57460"/>
                  <a:pt x="1359575" y="63601"/>
                </a:cubicBezTo>
                <a:close/>
                <a:moveTo>
                  <a:pt x="1467498" y="38449"/>
                </a:moveTo>
                <a:lnTo>
                  <a:pt x="1467498" y="63281"/>
                </a:lnTo>
                <a:lnTo>
                  <a:pt x="1464855" y="63281"/>
                </a:lnTo>
                <a:cubicBezTo>
                  <a:pt x="1462825" y="55493"/>
                  <a:pt x="1460222" y="50195"/>
                  <a:pt x="1457045" y="47388"/>
                </a:cubicBezTo>
                <a:cubicBezTo>
                  <a:pt x="1453867" y="44580"/>
                  <a:pt x="1449822" y="43175"/>
                  <a:pt x="1444909" y="43175"/>
                </a:cubicBezTo>
                <a:cubicBezTo>
                  <a:pt x="1441171" y="43175"/>
                  <a:pt x="1438154" y="44162"/>
                  <a:pt x="1435858" y="46137"/>
                </a:cubicBezTo>
                <a:cubicBezTo>
                  <a:pt x="1433561" y="48109"/>
                  <a:pt x="1432413" y="50296"/>
                  <a:pt x="1432413" y="52697"/>
                </a:cubicBezTo>
                <a:cubicBezTo>
                  <a:pt x="1432413" y="55685"/>
                  <a:pt x="1433268" y="58245"/>
                  <a:pt x="1434976" y="60377"/>
                </a:cubicBezTo>
                <a:cubicBezTo>
                  <a:pt x="1436632" y="62565"/>
                  <a:pt x="1439996" y="64885"/>
                  <a:pt x="1445069" y="67339"/>
                </a:cubicBezTo>
                <a:lnTo>
                  <a:pt x="1456764" y="73021"/>
                </a:lnTo>
                <a:cubicBezTo>
                  <a:pt x="1467605" y="78301"/>
                  <a:pt x="1473025" y="85262"/>
                  <a:pt x="1473025" y="93905"/>
                </a:cubicBezTo>
                <a:cubicBezTo>
                  <a:pt x="1473025" y="100572"/>
                  <a:pt x="1470502" y="105946"/>
                  <a:pt x="1465455" y="110028"/>
                </a:cubicBezTo>
                <a:cubicBezTo>
                  <a:pt x="1460409" y="114108"/>
                  <a:pt x="1454762" y="116149"/>
                  <a:pt x="1448514" y="116149"/>
                </a:cubicBezTo>
                <a:cubicBezTo>
                  <a:pt x="1444028" y="116149"/>
                  <a:pt x="1438901" y="115348"/>
                  <a:pt x="1433134" y="113745"/>
                </a:cubicBezTo>
                <a:cubicBezTo>
                  <a:pt x="1431372" y="113211"/>
                  <a:pt x="1429930" y="112944"/>
                  <a:pt x="1428809" y="112944"/>
                </a:cubicBezTo>
                <a:cubicBezTo>
                  <a:pt x="1427580" y="112944"/>
                  <a:pt x="1426619" y="113639"/>
                  <a:pt x="1425925" y="115027"/>
                </a:cubicBezTo>
                <a:lnTo>
                  <a:pt x="1423281" y="115027"/>
                </a:lnTo>
                <a:lnTo>
                  <a:pt x="1423281" y="88754"/>
                </a:lnTo>
                <a:lnTo>
                  <a:pt x="1425925" y="88754"/>
                </a:lnTo>
                <a:cubicBezTo>
                  <a:pt x="1427420" y="96256"/>
                  <a:pt x="1430277" y="101910"/>
                  <a:pt x="1434496" y="105715"/>
                </a:cubicBezTo>
                <a:cubicBezTo>
                  <a:pt x="1438715" y="109520"/>
                  <a:pt x="1443441" y="111423"/>
                  <a:pt x="1448674" y="111423"/>
                </a:cubicBezTo>
                <a:cubicBezTo>
                  <a:pt x="1452359" y="111423"/>
                  <a:pt x="1455362" y="110343"/>
                  <a:pt x="1457685" y="108183"/>
                </a:cubicBezTo>
                <a:cubicBezTo>
                  <a:pt x="1460008" y="106022"/>
                  <a:pt x="1461170" y="103421"/>
                  <a:pt x="1461170" y="100381"/>
                </a:cubicBezTo>
                <a:cubicBezTo>
                  <a:pt x="1461170" y="96700"/>
                  <a:pt x="1459875" y="93606"/>
                  <a:pt x="1457285" y="91099"/>
                </a:cubicBezTo>
                <a:cubicBezTo>
                  <a:pt x="1454695" y="88592"/>
                  <a:pt x="1449528" y="85419"/>
                  <a:pt x="1441785" y="81579"/>
                </a:cubicBezTo>
                <a:cubicBezTo>
                  <a:pt x="1434042" y="77738"/>
                  <a:pt x="1428969" y="74270"/>
                  <a:pt x="1426566" y="71176"/>
                </a:cubicBezTo>
                <a:cubicBezTo>
                  <a:pt x="1424163" y="68135"/>
                  <a:pt x="1422961" y="64295"/>
                  <a:pt x="1422961" y="59654"/>
                </a:cubicBezTo>
                <a:cubicBezTo>
                  <a:pt x="1422961" y="53626"/>
                  <a:pt x="1425030" y="48585"/>
                  <a:pt x="1429169" y="44532"/>
                </a:cubicBezTo>
                <a:cubicBezTo>
                  <a:pt x="1433308" y="40477"/>
                  <a:pt x="1438661" y="38449"/>
                  <a:pt x="1445230" y="38449"/>
                </a:cubicBezTo>
                <a:cubicBezTo>
                  <a:pt x="1448113" y="38449"/>
                  <a:pt x="1451611" y="39063"/>
                  <a:pt x="1455723" y="40292"/>
                </a:cubicBezTo>
                <a:cubicBezTo>
                  <a:pt x="1458446" y="41093"/>
                  <a:pt x="1460262" y="41493"/>
                  <a:pt x="1461170" y="41493"/>
                </a:cubicBezTo>
                <a:cubicBezTo>
                  <a:pt x="1462024" y="41493"/>
                  <a:pt x="1462692" y="41306"/>
                  <a:pt x="1463172" y="40932"/>
                </a:cubicBezTo>
                <a:cubicBezTo>
                  <a:pt x="1463653" y="40559"/>
                  <a:pt x="1464214" y="39731"/>
                  <a:pt x="1464855" y="38449"/>
                </a:cubicBezTo>
                <a:lnTo>
                  <a:pt x="1467498" y="38449"/>
                </a:lnTo>
                <a:close/>
                <a:moveTo>
                  <a:pt x="1560791" y="38449"/>
                </a:moveTo>
                <a:cubicBezTo>
                  <a:pt x="1571899" y="38449"/>
                  <a:pt x="1580817" y="42664"/>
                  <a:pt x="1587545" y="51093"/>
                </a:cubicBezTo>
                <a:cubicBezTo>
                  <a:pt x="1593259" y="58294"/>
                  <a:pt x="1596116" y="66563"/>
                  <a:pt x="1596116" y="75900"/>
                </a:cubicBezTo>
                <a:cubicBezTo>
                  <a:pt x="1596116" y="82461"/>
                  <a:pt x="1594541" y="89103"/>
                  <a:pt x="1591390" y="95825"/>
                </a:cubicBezTo>
                <a:cubicBezTo>
                  <a:pt x="1588240" y="102545"/>
                  <a:pt x="1583901" y="107613"/>
                  <a:pt x="1578374" y="111027"/>
                </a:cubicBezTo>
                <a:cubicBezTo>
                  <a:pt x="1572847" y="114441"/>
                  <a:pt x="1566692" y="116149"/>
                  <a:pt x="1559910" y="116149"/>
                </a:cubicBezTo>
                <a:cubicBezTo>
                  <a:pt x="1548856" y="116149"/>
                  <a:pt x="1540071" y="111747"/>
                  <a:pt x="1533556" y="102944"/>
                </a:cubicBezTo>
                <a:cubicBezTo>
                  <a:pt x="1528056" y="95530"/>
                  <a:pt x="1525306" y="87208"/>
                  <a:pt x="1525306" y="77980"/>
                </a:cubicBezTo>
                <a:cubicBezTo>
                  <a:pt x="1525306" y="71258"/>
                  <a:pt x="1526975" y="64576"/>
                  <a:pt x="1530312" y="57934"/>
                </a:cubicBezTo>
                <a:cubicBezTo>
                  <a:pt x="1533650" y="51292"/>
                  <a:pt x="1538042" y="46384"/>
                  <a:pt x="1543489" y="43210"/>
                </a:cubicBezTo>
                <a:cubicBezTo>
                  <a:pt x="1548936" y="40036"/>
                  <a:pt x="1554703" y="38449"/>
                  <a:pt x="1560791" y="38449"/>
                </a:cubicBezTo>
                <a:moveTo>
                  <a:pt x="1558308" y="43736"/>
                </a:moveTo>
                <a:cubicBezTo>
                  <a:pt x="1555478" y="43736"/>
                  <a:pt x="1552634" y="44576"/>
                  <a:pt x="1549777" y="46257"/>
                </a:cubicBezTo>
                <a:cubicBezTo>
                  <a:pt x="1546920" y="47937"/>
                  <a:pt x="1544611" y="50884"/>
                  <a:pt x="1542848" y="55098"/>
                </a:cubicBezTo>
                <a:cubicBezTo>
                  <a:pt x="1541086" y="59312"/>
                  <a:pt x="1540205" y="64725"/>
                  <a:pt x="1540205" y="71339"/>
                </a:cubicBezTo>
                <a:cubicBezTo>
                  <a:pt x="1540205" y="82006"/>
                  <a:pt x="1542328" y="91207"/>
                  <a:pt x="1546573" y="98942"/>
                </a:cubicBezTo>
                <a:cubicBezTo>
                  <a:pt x="1550818" y="106675"/>
                  <a:pt x="1556412" y="110541"/>
                  <a:pt x="1563354" y="110541"/>
                </a:cubicBezTo>
                <a:cubicBezTo>
                  <a:pt x="1568534" y="110541"/>
                  <a:pt x="1572807" y="108408"/>
                  <a:pt x="1576171" y="104141"/>
                </a:cubicBezTo>
                <a:cubicBezTo>
                  <a:pt x="1579535" y="99874"/>
                  <a:pt x="1581217" y="92540"/>
                  <a:pt x="1581217" y="82140"/>
                </a:cubicBezTo>
                <a:cubicBezTo>
                  <a:pt x="1581217" y="69125"/>
                  <a:pt x="1578414" y="58884"/>
                  <a:pt x="1572807" y="51416"/>
                </a:cubicBezTo>
                <a:cubicBezTo>
                  <a:pt x="1569015" y="46296"/>
                  <a:pt x="1564182" y="43736"/>
                  <a:pt x="1558308" y="43736"/>
                </a:cubicBezTo>
                <a:close/>
                <a:moveTo>
                  <a:pt x="1635607" y="46139"/>
                </a:moveTo>
                <a:lnTo>
                  <a:pt x="1635607" y="94421"/>
                </a:lnTo>
                <a:cubicBezTo>
                  <a:pt x="1635607" y="101265"/>
                  <a:pt x="1636354" y="105595"/>
                  <a:pt x="1637849" y="107412"/>
                </a:cubicBezTo>
                <a:cubicBezTo>
                  <a:pt x="1639825" y="109765"/>
                  <a:pt x="1642469" y="110942"/>
                  <a:pt x="1645780" y="110942"/>
                </a:cubicBezTo>
                <a:lnTo>
                  <a:pt x="1652428" y="110942"/>
                </a:lnTo>
                <a:lnTo>
                  <a:pt x="1652428" y="113906"/>
                </a:lnTo>
                <a:lnTo>
                  <a:pt x="1608612" y="113906"/>
                </a:lnTo>
                <a:lnTo>
                  <a:pt x="1608612" y="110942"/>
                </a:lnTo>
                <a:lnTo>
                  <a:pt x="1611896" y="110942"/>
                </a:lnTo>
                <a:cubicBezTo>
                  <a:pt x="1614032" y="110942"/>
                  <a:pt x="1615981" y="110407"/>
                  <a:pt x="1617744" y="109337"/>
                </a:cubicBezTo>
                <a:cubicBezTo>
                  <a:pt x="1619506" y="108268"/>
                  <a:pt x="1620721" y="106824"/>
                  <a:pt x="1621388" y="105007"/>
                </a:cubicBezTo>
                <a:cubicBezTo>
                  <a:pt x="1622056" y="103189"/>
                  <a:pt x="1622390" y="99661"/>
                  <a:pt x="1622390" y="94421"/>
                </a:cubicBezTo>
                <a:lnTo>
                  <a:pt x="1622390" y="46139"/>
                </a:lnTo>
                <a:lnTo>
                  <a:pt x="1608131" y="46139"/>
                </a:lnTo>
                <a:lnTo>
                  <a:pt x="1608131" y="40532"/>
                </a:lnTo>
                <a:lnTo>
                  <a:pt x="1622390" y="40532"/>
                </a:lnTo>
                <a:lnTo>
                  <a:pt x="1622390" y="35706"/>
                </a:lnTo>
                <a:cubicBezTo>
                  <a:pt x="1622390" y="28361"/>
                  <a:pt x="1623564" y="22142"/>
                  <a:pt x="1625914" y="17049"/>
                </a:cubicBezTo>
                <a:cubicBezTo>
                  <a:pt x="1628264" y="11956"/>
                  <a:pt x="1631855" y="7842"/>
                  <a:pt x="1636688" y="4706"/>
                </a:cubicBezTo>
                <a:cubicBezTo>
                  <a:pt x="1641521" y="1569"/>
                  <a:pt x="1646954" y="0"/>
                  <a:pt x="1652989" y="0"/>
                </a:cubicBezTo>
                <a:cubicBezTo>
                  <a:pt x="1658596" y="0"/>
                  <a:pt x="1663749" y="1816"/>
                  <a:pt x="1668449" y="5447"/>
                </a:cubicBezTo>
                <a:cubicBezTo>
                  <a:pt x="1671546" y="7850"/>
                  <a:pt x="1673094" y="10547"/>
                  <a:pt x="1673094" y="13537"/>
                </a:cubicBezTo>
                <a:cubicBezTo>
                  <a:pt x="1673094" y="15139"/>
                  <a:pt x="1672400" y="16648"/>
                  <a:pt x="1671012" y="18063"/>
                </a:cubicBezTo>
                <a:cubicBezTo>
                  <a:pt x="1669623" y="19478"/>
                  <a:pt x="1668128" y="20186"/>
                  <a:pt x="1666526" y="20186"/>
                </a:cubicBezTo>
                <a:cubicBezTo>
                  <a:pt x="1665298" y="20186"/>
                  <a:pt x="1664003" y="19740"/>
                  <a:pt x="1662641" y="18849"/>
                </a:cubicBezTo>
                <a:cubicBezTo>
                  <a:pt x="1661279" y="17958"/>
                  <a:pt x="1659611" y="16041"/>
                  <a:pt x="1657635" y="13099"/>
                </a:cubicBezTo>
                <a:cubicBezTo>
                  <a:pt x="1655659" y="10157"/>
                  <a:pt x="1653843" y="8173"/>
                  <a:pt x="1652188" y="7147"/>
                </a:cubicBezTo>
                <a:cubicBezTo>
                  <a:pt x="1650532" y="6120"/>
                  <a:pt x="1648690" y="5607"/>
                  <a:pt x="1646661" y="5607"/>
                </a:cubicBezTo>
                <a:cubicBezTo>
                  <a:pt x="1644204" y="5607"/>
                  <a:pt x="1642122" y="6268"/>
                  <a:pt x="1640413" y="7590"/>
                </a:cubicBezTo>
                <a:cubicBezTo>
                  <a:pt x="1638704" y="8910"/>
                  <a:pt x="1637476" y="10957"/>
                  <a:pt x="1636728" y="13733"/>
                </a:cubicBezTo>
                <a:cubicBezTo>
                  <a:pt x="1635980" y="16508"/>
                  <a:pt x="1635607" y="23662"/>
                  <a:pt x="1635607" y="35195"/>
                </a:cubicBezTo>
                <a:lnTo>
                  <a:pt x="1635607" y="40532"/>
                </a:lnTo>
                <a:lnTo>
                  <a:pt x="1654511" y="40532"/>
                </a:lnTo>
                <a:lnTo>
                  <a:pt x="1654511" y="46139"/>
                </a:lnTo>
                <a:lnTo>
                  <a:pt x="1635607" y="46139"/>
                </a:lnTo>
                <a:close/>
                <a:moveTo>
                  <a:pt x="1744144" y="103332"/>
                </a:moveTo>
                <a:cubicBezTo>
                  <a:pt x="1736614" y="109153"/>
                  <a:pt x="1731888" y="112517"/>
                  <a:pt x="1729966" y="113425"/>
                </a:cubicBezTo>
                <a:cubicBezTo>
                  <a:pt x="1727082" y="114814"/>
                  <a:pt x="1724012" y="115508"/>
                  <a:pt x="1720754" y="115508"/>
                </a:cubicBezTo>
                <a:cubicBezTo>
                  <a:pt x="1715681" y="115508"/>
                  <a:pt x="1711502" y="113772"/>
                  <a:pt x="1708218" y="110301"/>
                </a:cubicBezTo>
                <a:cubicBezTo>
                  <a:pt x="1704934" y="106830"/>
                  <a:pt x="1703292" y="102264"/>
                  <a:pt x="1703292" y="96604"/>
                </a:cubicBezTo>
                <a:cubicBezTo>
                  <a:pt x="1703292" y="93026"/>
                  <a:pt x="1704093" y="89928"/>
                  <a:pt x="1705695" y="87312"/>
                </a:cubicBezTo>
                <a:cubicBezTo>
                  <a:pt x="1707884" y="83680"/>
                  <a:pt x="1711689" y="80263"/>
                  <a:pt x="1717110" y="77059"/>
                </a:cubicBezTo>
                <a:cubicBezTo>
                  <a:pt x="1722530" y="73854"/>
                  <a:pt x="1731541" y="69956"/>
                  <a:pt x="1744144" y="65364"/>
                </a:cubicBezTo>
                <a:lnTo>
                  <a:pt x="1744144" y="62480"/>
                </a:lnTo>
                <a:cubicBezTo>
                  <a:pt x="1744144" y="55164"/>
                  <a:pt x="1742983" y="50144"/>
                  <a:pt x="1740660" y="47421"/>
                </a:cubicBezTo>
                <a:cubicBezTo>
                  <a:pt x="1738337" y="44697"/>
                  <a:pt x="1734959" y="43335"/>
                  <a:pt x="1730527" y="43335"/>
                </a:cubicBezTo>
                <a:cubicBezTo>
                  <a:pt x="1727162" y="43335"/>
                  <a:pt x="1724492" y="44240"/>
                  <a:pt x="1722516" y="46049"/>
                </a:cubicBezTo>
                <a:cubicBezTo>
                  <a:pt x="1720487" y="47858"/>
                  <a:pt x="1719473" y="49933"/>
                  <a:pt x="1719473" y="52274"/>
                </a:cubicBezTo>
                <a:lnTo>
                  <a:pt x="1719633" y="56903"/>
                </a:lnTo>
                <a:cubicBezTo>
                  <a:pt x="1719633" y="59349"/>
                  <a:pt x="1719005" y="61237"/>
                  <a:pt x="1717750" y="62568"/>
                </a:cubicBezTo>
                <a:cubicBezTo>
                  <a:pt x="1716495" y="63898"/>
                  <a:pt x="1714853" y="64563"/>
                  <a:pt x="1712824" y="64563"/>
                </a:cubicBezTo>
                <a:cubicBezTo>
                  <a:pt x="1710848" y="64563"/>
                  <a:pt x="1709233" y="63871"/>
                  <a:pt x="1707978" y="62487"/>
                </a:cubicBezTo>
                <a:cubicBezTo>
                  <a:pt x="1706723" y="61102"/>
                  <a:pt x="1706095" y="59212"/>
                  <a:pt x="1706095" y="56815"/>
                </a:cubicBezTo>
                <a:cubicBezTo>
                  <a:pt x="1706095" y="52238"/>
                  <a:pt x="1708445" y="48032"/>
                  <a:pt x="1713144" y="44199"/>
                </a:cubicBezTo>
                <a:cubicBezTo>
                  <a:pt x="1717844" y="40366"/>
                  <a:pt x="1724439" y="38449"/>
                  <a:pt x="1732930" y="38449"/>
                </a:cubicBezTo>
                <a:cubicBezTo>
                  <a:pt x="1739445" y="38449"/>
                  <a:pt x="1744785" y="39542"/>
                  <a:pt x="1748950" y="41728"/>
                </a:cubicBezTo>
                <a:cubicBezTo>
                  <a:pt x="1752101" y="43382"/>
                  <a:pt x="1754424" y="45970"/>
                  <a:pt x="1755919" y="49491"/>
                </a:cubicBezTo>
                <a:cubicBezTo>
                  <a:pt x="1756880" y="51784"/>
                  <a:pt x="1757361" y="56477"/>
                  <a:pt x="1757361" y="63571"/>
                </a:cubicBezTo>
                <a:lnTo>
                  <a:pt x="1757361" y="88453"/>
                </a:lnTo>
                <a:cubicBezTo>
                  <a:pt x="1757361" y="95440"/>
                  <a:pt x="1757495" y="99721"/>
                  <a:pt x="1757762" y="101295"/>
                </a:cubicBezTo>
                <a:cubicBezTo>
                  <a:pt x="1758029" y="102868"/>
                  <a:pt x="1758469" y="103922"/>
                  <a:pt x="1759083" y="104456"/>
                </a:cubicBezTo>
                <a:cubicBezTo>
                  <a:pt x="1759697" y="104988"/>
                  <a:pt x="1760405" y="105255"/>
                  <a:pt x="1761206" y="105255"/>
                </a:cubicBezTo>
                <a:cubicBezTo>
                  <a:pt x="1762060" y="105255"/>
                  <a:pt x="1762808" y="105068"/>
                  <a:pt x="1763449" y="104694"/>
                </a:cubicBezTo>
                <a:cubicBezTo>
                  <a:pt x="1764570" y="104000"/>
                  <a:pt x="1766733" y="102051"/>
                  <a:pt x="1769937" y="98846"/>
                </a:cubicBezTo>
                <a:lnTo>
                  <a:pt x="1769937" y="103332"/>
                </a:lnTo>
                <a:cubicBezTo>
                  <a:pt x="1763956" y="111342"/>
                  <a:pt x="1758242" y="115348"/>
                  <a:pt x="1752795" y="115348"/>
                </a:cubicBezTo>
                <a:cubicBezTo>
                  <a:pt x="1750178" y="115348"/>
                  <a:pt x="1748096" y="114440"/>
                  <a:pt x="1746547" y="112624"/>
                </a:cubicBezTo>
                <a:cubicBezTo>
                  <a:pt x="1744999" y="110808"/>
                  <a:pt x="1744198" y="107711"/>
                  <a:pt x="1744144" y="103332"/>
                </a:cubicBezTo>
                <a:moveTo>
                  <a:pt x="1744144" y="98080"/>
                </a:moveTo>
                <a:lnTo>
                  <a:pt x="1744144" y="70250"/>
                </a:lnTo>
                <a:cubicBezTo>
                  <a:pt x="1736080" y="73439"/>
                  <a:pt x="1730874" y="75698"/>
                  <a:pt x="1728524" y="77029"/>
                </a:cubicBezTo>
                <a:cubicBezTo>
                  <a:pt x="1724305" y="79368"/>
                  <a:pt x="1721288" y="81814"/>
                  <a:pt x="1719473" y="84365"/>
                </a:cubicBezTo>
                <a:cubicBezTo>
                  <a:pt x="1717657" y="86917"/>
                  <a:pt x="1716749" y="89708"/>
                  <a:pt x="1716749" y="92739"/>
                </a:cubicBezTo>
                <a:cubicBezTo>
                  <a:pt x="1716749" y="96567"/>
                  <a:pt x="1717897" y="99743"/>
                  <a:pt x="1720193" y="102268"/>
                </a:cubicBezTo>
                <a:cubicBezTo>
                  <a:pt x="1722490" y="104793"/>
                  <a:pt x="1725133" y="106056"/>
                  <a:pt x="1728124" y="106056"/>
                </a:cubicBezTo>
                <a:cubicBezTo>
                  <a:pt x="1732182" y="106056"/>
                  <a:pt x="1737522" y="103397"/>
                  <a:pt x="1744144" y="98080"/>
                </a:cubicBezTo>
                <a:close/>
                <a:moveTo>
                  <a:pt x="1839732" y="40532"/>
                </a:moveTo>
                <a:lnTo>
                  <a:pt x="1839732" y="84989"/>
                </a:lnTo>
                <a:cubicBezTo>
                  <a:pt x="1839732" y="93480"/>
                  <a:pt x="1839932" y="98673"/>
                  <a:pt x="1840333" y="100569"/>
                </a:cubicBezTo>
                <a:cubicBezTo>
                  <a:pt x="1840733" y="102464"/>
                  <a:pt x="1841374" y="103786"/>
                  <a:pt x="1842255" y="104534"/>
                </a:cubicBezTo>
                <a:cubicBezTo>
                  <a:pt x="1843136" y="105281"/>
                  <a:pt x="1844164" y="105655"/>
                  <a:pt x="1845339" y="105655"/>
                </a:cubicBezTo>
                <a:cubicBezTo>
                  <a:pt x="1846994" y="105655"/>
                  <a:pt x="1848863" y="105201"/>
                  <a:pt x="1850946" y="104293"/>
                </a:cubicBezTo>
                <a:lnTo>
                  <a:pt x="1852068" y="107097"/>
                </a:lnTo>
                <a:lnTo>
                  <a:pt x="1830119" y="116149"/>
                </a:lnTo>
                <a:lnTo>
                  <a:pt x="1826515" y="116149"/>
                </a:lnTo>
                <a:lnTo>
                  <a:pt x="1826515" y="100609"/>
                </a:lnTo>
                <a:cubicBezTo>
                  <a:pt x="1820213" y="107444"/>
                  <a:pt x="1815407" y="111743"/>
                  <a:pt x="1812096" y="113505"/>
                </a:cubicBezTo>
                <a:cubicBezTo>
                  <a:pt x="1808785" y="115267"/>
                  <a:pt x="1805288" y="116149"/>
                  <a:pt x="1801603" y="116149"/>
                </a:cubicBezTo>
                <a:cubicBezTo>
                  <a:pt x="1797491" y="116149"/>
                  <a:pt x="1793926" y="114960"/>
                  <a:pt x="1790909" y="112584"/>
                </a:cubicBezTo>
                <a:cubicBezTo>
                  <a:pt x="1787892" y="110208"/>
                  <a:pt x="1785796" y="107150"/>
                  <a:pt x="1784621" y="103412"/>
                </a:cubicBezTo>
                <a:cubicBezTo>
                  <a:pt x="1783446" y="99674"/>
                  <a:pt x="1782859" y="94387"/>
                  <a:pt x="1782859" y="87552"/>
                </a:cubicBezTo>
                <a:lnTo>
                  <a:pt x="1782859" y="54790"/>
                </a:lnTo>
                <a:cubicBezTo>
                  <a:pt x="1782859" y="51319"/>
                  <a:pt x="1782485" y="48916"/>
                  <a:pt x="1781738" y="47581"/>
                </a:cubicBezTo>
                <a:cubicBezTo>
                  <a:pt x="1780990" y="46246"/>
                  <a:pt x="1779882" y="45218"/>
                  <a:pt x="1778413" y="44497"/>
                </a:cubicBezTo>
                <a:cubicBezTo>
                  <a:pt x="1776945" y="43776"/>
                  <a:pt x="1774288" y="43442"/>
                  <a:pt x="1770443" y="43496"/>
                </a:cubicBezTo>
                <a:lnTo>
                  <a:pt x="1770443" y="40532"/>
                </a:lnTo>
                <a:lnTo>
                  <a:pt x="1796156" y="40532"/>
                </a:lnTo>
                <a:lnTo>
                  <a:pt x="1796156" y="89515"/>
                </a:lnTo>
                <a:cubicBezTo>
                  <a:pt x="1796156" y="96333"/>
                  <a:pt x="1797344" y="100808"/>
                  <a:pt x="1799721" y="102939"/>
                </a:cubicBezTo>
                <a:cubicBezTo>
                  <a:pt x="1802097" y="105070"/>
                  <a:pt x="1804967" y="106136"/>
                  <a:pt x="1808332" y="106136"/>
                </a:cubicBezTo>
                <a:cubicBezTo>
                  <a:pt x="1810628" y="106136"/>
                  <a:pt x="1813231" y="105417"/>
                  <a:pt x="1816142" y="103978"/>
                </a:cubicBezTo>
                <a:cubicBezTo>
                  <a:pt x="1819052" y="102539"/>
                  <a:pt x="1822510" y="99797"/>
                  <a:pt x="1826515" y="95750"/>
                </a:cubicBezTo>
                <a:lnTo>
                  <a:pt x="1826515" y="54282"/>
                </a:lnTo>
                <a:cubicBezTo>
                  <a:pt x="1826515" y="50127"/>
                  <a:pt x="1825754" y="47317"/>
                  <a:pt x="1824232" y="45854"/>
                </a:cubicBezTo>
                <a:cubicBezTo>
                  <a:pt x="1822710" y="44388"/>
                  <a:pt x="1819546" y="43602"/>
                  <a:pt x="1814740" y="43496"/>
                </a:cubicBezTo>
                <a:lnTo>
                  <a:pt x="1814740" y="40532"/>
                </a:lnTo>
                <a:lnTo>
                  <a:pt x="1839732" y="40532"/>
                </a:lnTo>
                <a:close/>
                <a:moveTo>
                  <a:pt x="1878741" y="16341"/>
                </a:moveTo>
                <a:lnTo>
                  <a:pt x="1878741" y="40532"/>
                </a:lnTo>
                <a:lnTo>
                  <a:pt x="1895883" y="40532"/>
                </a:lnTo>
                <a:lnTo>
                  <a:pt x="1895883" y="46139"/>
                </a:lnTo>
                <a:lnTo>
                  <a:pt x="1878741" y="46139"/>
                </a:lnTo>
                <a:lnTo>
                  <a:pt x="1878741" y="93655"/>
                </a:lnTo>
                <a:cubicBezTo>
                  <a:pt x="1878741" y="98403"/>
                  <a:pt x="1879422" y="101603"/>
                  <a:pt x="1880784" y="103257"/>
                </a:cubicBezTo>
                <a:cubicBezTo>
                  <a:pt x="1882146" y="104909"/>
                  <a:pt x="1883895" y="105735"/>
                  <a:pt x="1886031" y="105735"/>
                </a:cubicBezTo>
                <a:cubicBezTo>
                  <a:pt x="1887793" y="105735"/>
                  <a:pt x="1889502" y="105188"/>
                  <a:pt x="1891157" y="104093"/>
                </a:cubicBezTo>
                <a:cubicBezTo>
                  <a:pt x="1892813" y="102998"/>
                  <a:pt x="1894094" y="101383"/>
                  <a:pt x="1895002" y="99247"/>
                </a:cubicBezTo>
                <a:lnTo>
                  <a:pt x="1898126" y="99247"/>
                </a:lnTo>
                <a:cubicBezTo>
                  <a:pt x="1896257" y="104495"/>
                  <a:pt x="1893614" y="108465"/>
                  <a:pt x="1890196" y="111155"/>
                </a:cubicBezTo>
                <a:cubicBezTo>
                  <a:pt x="1886778" y="113843"/>
                  <a:pt x="1883254" y="115187"/>
                  <a:pt x="1879622" y="115187"/>
                </a:cubicBezTo>
                <a:cubicBezTo>
                  <a:pt x="1877166" y="115187"/>
                  <a:pt x="1874763" y="114506"/>
                  <a:pt x="1872413" y="113142"/>
                </a:cubicBezTo>
                <a:cubicBezTo>
                  <a:pt x="1870063" y="111779"/>
                  <a:pt x="1868328" y="109828"/>
                  <a:pt x="1867207" y="107290"/>
                </a:cubicBezTo>
                <a:cubicBezTo>
                  <a:pt x="1866085" y="104750"/>
                  <a:pt x="1865524" y="100833"/>
                  <a:pt x="1865524" y="95540"/>
                </a:cubicBezTo>
                <a:lnTo>
                  <a:pt x="1865524" y="46139"/>
                </a:lnTo>
                <a:lnTo>
                  <a:pt x="1853909" y="46139"/>
                </a:lnTo>
                <a:lnTo>
                  <a:pt x="1853909" y="43496"/>
                </a:lnTo>
                <a:cubicBezTo>
                  <a:pt x="1856847" y="42317"/>
                  <a:pt x="1859850" y="40322"/>
                  <a:pt x="1862921" y="37510"/>
                </a:cubicBezTo>
                <a:cubicBezTo>
                  <a:pt x="1865992" y="34699"/>
                  <a:pt x="1868728" y="31364"/>
                  <a:pt x="1871132" y="27508"/>
                </a:cubicBezTo>
                <a:cubicBezTo>
                  <a:pt x="1872360" y="25473"/>
                  <a:pt x="1874069" y="21751"/>
                  <a:pt x="1876258" y="16341"/>
                </a:cubicBezTo>
                <a:lnTo>
                  <a:pt x="1878741" y="16341"/>
                </a:lnTo>
                <a:close/>
                <a:moveTo>
                  <a:pt x="1924588" y="0"/>
                </a:moveTo>
                <a:lnTo>
                  <a:pt x="1924588" y="53749"/>
                </a:lnTo>
                <a:cubicBezTo>
                  <a:pt x="1930515" y="47234"/>
                  <a:pt x="1935214" y="43055"/>
                  <a:pt x="1938686" y="41213"/>
                </a:cubicBezTo>
                <a:cubicBezTo>
                  <a:pt x="1942157" y="39370"/>
                  <a:pt x="1945628" y="38449"/>
                  <a:pt x="1949099" y="38449"/>
                </a:cubicBezTo>
                <a:cubicBezTo>
                  <a:pt x="1953264" y="38449"/>
                  <a:pt x="1956842" y="39595"/>
                  <a:pt x="1959833" y="41886"/>
                </a:cubicBezTo>
                <a:cubicBezTo>
                  <a:pt x="1962823" y="44177"/>
                  <a:pt x="1965039" y="47774"/>
                  <a:pt x="1966481" y="52675"/>
                </a:cubicBezTo>
                <a:cubicBezTo>
                  <a:pt x="1967496" y="56086"/>
                  <a:pt x="1968003" y="62321"/>
                  <a:pt x="1968003" y="71379"/>
                </a:cubicBezTo>
                <a:lnTo>
                  <a:pt x="1968003" y="97274"/>
                </a:lnTo>
                <a:cubicBezTo>
                  <a:pt x="1968003" y="101910"/>
                  <a:pt x="1968377" y="105081"/>
                  <a:pt x="1969125" y="106787"/>
                </a:cubicBezTo>
                <a:cubicBezTo>
                  <a:pt x="1969659" y="108065"/>
                  <a:pt x="1970566" y="109077"/>
                  <a:pt x="1971848" y="109823"/>
                </a:cubicBezTo>
                <a:cubicBezTo>
                  <a:pt x="1973130" y="110569"/>
                  <a:pt x="1975479" y="110942"/>
                  <a:pt x="1978897" y="110942"/>
                </a:cubicBezTo>
                <a:lnTo>
                  <a:pt x="1978897" y="113906"/>
                </a:lnTo>
                <a:lnTo>
                  <a:pt x="1942851" y="113906"/>
                </a:lnTo>
                <a:lnTo>
                  <a:pt x="1942851" y="110942"/>
                </a:lnTo>
                <a:lnTo>
                  <a:pt x="1944533" y="110942"/>
                </a:lnTo>
                <a:cubicBezTo>
                  <a:pt x="1947951" y="110942"/>
                  <a:pt x="1950327" y="110421"/>
                  <a:pt x="1951662" y="109380"/>
                </a:cubicBezTo>
                <a:cubicBezTo>
                  <a:pt x="1952997" y="108339"/>
                  <a:pt x="1953932" y="106803"/>
                  <a:pt x="1954466" y="104774"/>
                </a:cubicBezTo>
                <a:cubicBezTo>
                  <a:pt x="1954626" y="103920"/>
                  <a:pt x="1954706" y="101410"/>
                  <a:pt x="1954706" y="97244"/>
                </a:cubicBezTo>
                <a:lnTo>
                  <a:pt x="1954706" y="71291"/>
                </a:lnTo>
                <a:cubicBezTo>
                  <a:pt x="1954706" y="63281"/>
                  <a:pt x="1954292" y="58021"/>
                  <a:pt x="1953464" y="55511"/>
                </a:cubicBezTo>
                <a:cubicBezTo>
                  <a:pt x="1952637" y="53001"/>
                  <a:pt x="1951315" y="51119"/>
                  <a:pt x="1949499" y="49864"/>
                </a:cubicBezTo>
                <a:cubicBezTo>
                  <a:pt x="1947684" y="48609"/>
                  <a:pt x="1945494" y="47981"/>
                  <a:pt x="1942931" y="47981"/>
                </a:cubicBezTo>
                <a:cubicBezTo>
                  <a:pt x="1940314" y="47981"/>
                  <a:pt x="1937591" y="48676"/>
                  <a:pt x="1934761" y="50064"/>
                </a:cubicBezTo>
                <a:cubicBezTo>
                  <a:pt x="1931930" y="51452"/>
                  <a:pt x="1928539" y="54256"/>
                  <a:pt x="1924588" y="58475"/>
                </a:cubicBezTo>
                <a:lnTo>
                  <a:pt x="1924588" y="97244"/>
                </a:lnTo>
                <a:cubicBezTo>
                  <a:pt x="1924588" y="102264"/>
                  <a:pt x="1924868" y="105388"/>
                  <a:pt x="1925429" y="106616"/>
                </a:cubicBezTo>
                <a:cubicBezTo>
                  <a:pt x="1925989" y="107845"/>
                  <a:pt x="1927031" y="108873"/>
                  <a:pt x="1928553" y="109700"/>
                </a:cubicBezTo>
                <a:cubicBezTo>
                  <a:pt x="1930075" y="110528"/>
                  <a:pt x="1932705" y="110942"/>
                  <a:pt x="1936443" y="110942"/>
                </a:cubicBezTo>
                <a:lnTo>
                  <a:pt x="1936443" y="113906"/>
                </a:lnTo>
                <a:lnTo>
                  <a:pt x="1900076" y="113906"/>
                </a:lnTo>
                <a:lnTo>
                  <a:pt x="1900076" y="110942"/>
                </a:lnTo>
                <a:cubicBezTo>
                  <a:pt x="1903334" y="110942"/>
                  <a:pt x="1905897" y="110435"/>
                  <a:pt x="1907766" y="109420"/>
                </a:cubicBezTo>
                <a:cubicBezTo>
                  <a:pt x="1908834" y="108888"/>
                  <a:pt x="1909688" y="107875"/>
                  <a:pt x="1910329" y="106381"/>
                </a:cubicBezTo>
                <a:cubicBezTo>
                  <a:pt x="1910970" y="104886"/>
                  <a:pt x="1911291" y="101844"/>
                  <a:pt x="1911291" y="97254"/>
                </a:cubicBezTo>
                <a:lnTo>
                  <a:pt x="1911291" y="30897"/>
                </a:lnTo>
                <a:cubicBezTo>
                  <a:pt x="1911291" y="22520"/>
                  <a:pt x="1911090" y="17371"/>
                  <a:pt x="1910690" y="15450"/>
                </a:cubicBezTo>
                <a:cubicBezTo>
                  <a:pt x="1910289" y="13527"/>
                  <a:pt x="1909675" y="12220"/>
                  <a:pt x="1908847" y="11527"/>
                </a:cubicBezTo>
                <a:cubicBezTo>
                  <a:pt x="1908020" y="10833"/>
                  <a:pt x="1906912" y="10486"/>
                  <a:pt x="1905523" y="10486"/>
                </a:cubicBezTo>
                <a:cubicBezTo>
                  <a:pt x="1904402" y="10486"/>
                  <a:pt x="1902586" y="10913"/>
                  <a:pt x="1900076" y="11768"/>
                </a:cubicBezTo>
                <a:lnTo>
                  <a:pt x="1898955" y="8964"/>
                </a:lnTo>
                <a:lnTo>
                  <a:pt x="1920903" y="0"/>
                </a:lnTo>
                <a:lnTo>
                  <a:pt x="1924588" y="0"/>
                </a:lnTo>
                <a:close/>
                <a:moveTo>
                  <a:pt x="2020951" y="38449"/>
                </a:moveTo>
                <a:cubicBezTo>
                  <a:pt x="2032058" y="38449"/>
                  <a:pt x="2040976" y="42664"/>
                  <a:pt x="2047705" y="51093"/>
                </a:cubicBezTo>
                <a:cubicBezTo>
                  <a:pt x="2053419" y="58294"/>
                  <a:pt x="2056276" y="66563"/>
                  <a:pt x="2056276" y="75900"/>
                </a:cubicBezTo>
                <a:cubicBezTo>
                  <a:pt x="2056276" y="82461"/>
                  <a:pt x="2054701" y="89103"/>
                  <a:pt x="2051550" y="95825"/>
                </a:cubicBezTo>
                <a:cubicBezTo>
                  <a:pt x="2048399" y="102545"/>
                  <a:pt x="2044060" y="107613"/>
                  <a:pt x="2038533" y="111027"/>
                </a:cubicBezTo>
                <a:cubicBezTo>
                  <a:pt x="2033006" y="114441"/>
                  <a:pt x="2026852" y="116149"/>
                  <a:pt x="2020070" y="116149"/>
                </a:cubicBezTo>
                <a:cubicBezTo>
                  <a:pt x="2009015" y="116149"/>
                  <a:pt x="2000231" y="111747"/>
                  <a:pt x="1993716" y="102944"/>
                </a:cubicBezTo>
                <a:cubicBezTo>
                  <a:pt x="1988216" y="95530"/>
                  <a:pt x="1985465" y="87208"/>
                  <a:pt x="1985465" y="77980"/>
                </a:cubicBezTo>
                <a:cubicBezTo>
                  <a:pt x="1985465" y="71258"/>
                  <a:pt x="1987134" y="64576"/>
                  <a:pt x="1990472" y="57934"/>
                </a:cubicBezTo>
                <a:cubicBezTo>
                  <a:pt x="1993809" y="51292"/>
                  <a:pt x="1998202" y="46384"/>
                  <a:pt x="2003649" y="43210"/>
                </a:cubicBezTo>
                <a:cubicBezTo>
                  <a:pt x="2009096" y="40036"/>
                  <a:pt x="2014863" y="38449"/>
                  <a:pt x="2020951" y="38449"/>
                </a:cubicBezTo>
                <a:moveTo>
                  <a:pt x="2018468" y="43736"/>
                </a:moveTo>
                <a:cubicBezTo>
                  <a:pt x="2015637" y="43736"/>
                  <a:pt x="2012794" y="44576"/>
                  <a:pt x="2009937" y="46257"/>
                </a:cubicBezTo>
                <a:cubicBezTo>
                  <a:pt x="2007080" y="47937"/>
                  <a:pt x="2004770" y="50884"/>
                  <a:pt x="2003008" y="55098"/>
                </a:cubicBezTo>
                <a:cubicBezTo>
                  <a:pt x="2001246" y="59312"/>
                  <a:pt x="2000364" y="64725"/>
                  <a:pt x="2000364" y="71339"/>
                </a:cubicBezTo>
                <a:cubicBezTo>
                  <a:pt x="2000364" y="82006"/>
                  <a:pt x="2002487" y="91207"/>
                  <a:pt x="2006733" y="98942"/>
                </a:cubicBezTo>
                <a:cubicBezTo>
                  <a:pt x="2010978" y="106675"/>
                  <a:pt x="2016572" y="110541"/>
                  <a:pt x="2023514" y="110541"/>
                </a:cubicBezTo>
                <a:cubicBezTo>
                  <a:pt x="2028694" y="110541"/>
                  <a:pt x="2032966" y="108408"/>
                  <a:pt x="2036330" y="104141"/>
                </a:cubicBezTo>
                <a:cubicBezTo>
                  <a:pt x="2039695" y="99874"/>
                  <a:pt x="2041377" y="92540"/>
                  <a:pt x="2041377" y="82140"/>
                </a:cubicBezTo>
                <a:cubicBezTo>
                  <a:pt x="2041377" y="69125"/>
                  <a:pt x="2038573" y="58884"/>
                  <a:pt x="2032966" y="51416"/>
                </a:cubicBezTo>
                <a:cubicBezTo>
                  <a:pt x="2029175" y="46296"/>
                  <a:pt x="2024342" y="43736"/>
                  <a:pt x="2018468" y="43736"/>
                </a:cubicBezTo>
                <a:close/>
                <a:moveTo>
                  <a:pt x="2088557" y="38449"/>
                </a:moveTo>
                <a:lnTo>
                  <a:pt x="2088557" y="54950"/>
                </a:lnTo>
                <a:cubicBezTo>
                  <a:pt x="2094699" y="43950"/>
                  <a:pt x="2101000" y="38449"/>
                  <a:pt x="2107462" y="38449"/>
                </a:cubicBezTo>
                <a:cubicBezTo>
                  <a:pt x="2110399" y="38449"/>
                  <a:pt x="2112828" y="39344"/>
                  <a:pt x="2114751" y="41133"/>
                </a:cubicBezTo>
                <a:cubicBezTo>
                  <a:pt x="2116673" y="42922"/>
                  <a:pt x="2117635" y="44991"/>
                  <a:pt x="2117635" y="47341"/>
                </a:cubicBezTo>
                <a:cubicBezTo>
                  <a:pt x="2117635" y="49423"/>
                  <a:pt x="2116940" y="51185"/>
                  <a:pt x="2115552" y="52627"/>
                </a:cubicBezTo>
                <a:cubicBezTo>
                  <a:pt x="2114163" y="54069"/>
                  <a:pt x="2112508" y="54790"/>
                  <a:pt x="2110586" y="54790"/>
                </a:cubicBezTo>
                <a:cubicBezTo>
                  <a:pt x="2108717" y="54790"/>
                  <a:pt x="2106620" y="53869"/>
                  <a:pt x="2104298" y="52027"/>
                </a:cubicBezTo>
                <a:cubicBezTo>
                  <a:pt x="2101975" y="50184"/>
                  <a:pt x="2100252" y="49263"/>
                  <a:pt x="2099131" y="49263"/>
                </a:cubicBezTo>
                <a:cubicBezTo>
                  <a:pt x="2098170" y="49263"/>
                  <a:pt x="2097128" y="49795"/>
                  <a:pt x="2096007" y="50860"/>
                </a:cubicBezTo>
                <a:cubicBezTo>
                  <a:pt x="2093604" y="53045"/>
                  <a:pt x="2091121" y="56640"/>
                  <a:pt x="2088557" y="61646"/>
                </a:cubicBezTo>
                <a:lnTo>
                  <a:pt x="2088557" y="96721"/>
                </a:lnTo>
                <a:cubicBezTo>
                  <a:pt x="2088557" y="100768"/>
                  <a:pt x="2089065" y="103830"/>
                  <a:pt x="2090079" y="105908"/>
                </a:cubicBezTo>
                <a:cubicBezTo>
                  <a:pt x="2090774" y="107346"/>
                  <a:pt x="2092002" y="108546"/>
                  <a:pt x="2093764" y="109505"/>
                </a:cubicBezTo>
                <a:cubicBezTo>
                  <a:pt x="2095526" y="110463"/>
                  <a:pt x="2098063" y="110942"/>
                  <a:pt x="2101374" y="110942"/>
                </a:cubicBezTo>
                <a:lnTo>
                  <a:pt x="2101374" y="113906"/>
                </a:lnTo>
                <a:lnTo>
                  <a:pt x="2063806" y="113906"/>
                </a:lnTo>
                <a:lnTo>
                  <a:pt x="2063806" y="110942"/>
                </a:lnTo>
                <a:cubicBezTo>
                  <a:pt x="2067544" y="110942"/>
                  <a:pt x="2070321" y="110356"/>
                  <a:pt x="2072136" y="109185"/>
                </a:cubicBezTo>
                <a:cubicBezTo>
                  <a:pt x="2073471" y="108332"/>
                  <a:pt x="2074406" y="106973"/>
                  <a:pt x="2074940" y="105107"/>
                </a:cubicBezTo>
                <a:cubicBezTo>
                  <a:pt x="2075207" y="104201"/>
                  <a:pt x="2075340" y="101617"/>
                  <a:pt x="2075340" y="97355"/>
                </a:cubicBezTo>
                <a:lnTo>
                  <a:pt x="2075340" y="68981"/>
                </a:lnTo>
                <a:cubicBezTo>
                  <a:pt x="2075340" y="60455"/>
                  <a:pt x="2075167" y="55380"/>
                  <a:pt x="2074820" y="53756"/>
                </a:cubicBezTo>
                <a:cubicBezTo>
                  <a:pt x="2074473" y="52131"/>
                  <a:pt x="2073832" y="50945"/>
                  <a:pt x="2072897" y="50199"/>
                </a:cubicBezTo>
                <a:cubicBezTo>
                  <a:pt x="2071963" y="49453"/>
                  <a:pt x="2070801" y="49080"/>
                  <a:pt x="2069413" y="49080"/>
                </a:cubicBezTo>
                <a:cubicBezTo>
                  <a:pt x="2067757" y="49080"/>
                  <a:pt x="2065888" y="49480"/>
                  <a:pt x="2063806" y="50279"/>
                </a:cubicBezTo>
                <a:lnTo>
                  <a:pt x="2063005" y="47401"/>
                </a:lnTo>
                <a:lnTo>
                  <a:pt x="2085193" y="38449"/>
                </a:lnTo>
                <a:lnTo>
                  <a:pt x="2088557" y="38449"/>
                </a:lnTo>
                <a:close/>
                <a:moveTo>
                  <a:pt x="2204304" y="103332"/>
                </a:moveTo>
                <a:cubicBezTo>
                  <a:pt x="2196774" y="109153"/>
                  <a:pt x="2192048" y="112517"/>
                  <a:pt x="2190126" y="113425"/>
                </a:cubicBezTo>
                <a:cubicBezTo>
                  <a:pt x="2187242" y="114814"/>
                  <a:pt x="2184171" y="115508"/>
                  <a:pt x="2180914" y="115508"/>
                </a:cubicBezTo>
                <a:cubicBezTo>
                  <a:pt x="2175841" y="115508"/>
                  <a:pt x="2171662" y="113772"/>
                  <a:pt x="2168378" y="110301"/>
                </a:cubicBezTo>
                <a:cubicBezTo>
                  <a:pt x="2165094" y="106830"/>
                  <a:pt x="2163452" y="102264"/>
                  <a:pt x="2163452" y="96604"/>
                </a:cubicBezTo>
                <a:cubicBezTo>
                  <a:pt x="2163452" y="93026"/>
                  <a:pt x="2164253" y="89928"/>
                  <a:pt x="2165855" y="87312"/>
                </a:cubicBezTo>
                <a:cubicBezTo>
                  <a:pt x="2168044" y="83680"/>
                  <a:pt x="2171849" y="80263"/>
                  <a:pt x="2177269" y="77059"/>
                </a:cubicBezTo>
                <a:cubicBezTo>
                  <a:pt x="2182690" y="73854"/>
                  <a:pt x="2191701" y="69956"/>
                  <a:pt x="2204304" y="65364"/>
                </a:cubicBezTo>
                <a:lnTo>
                  <a:pt x="2204304" y="62480"/>
                </a:lnTo>
                <a:cubicBezTo>
                  <a:pt x="2204304" y="55164"/>
                  <a:pt x="2203142" y="50144"/>
                  <a:pt x="2200819" y="47421"/>
                </a:cubicBezTo>
                <a:cubicBezTo>
                  <a:pt x="2198496" y="44697"/>
                  <a:pt x="2195119" y="43335"/>
                  <a:pt x="2190686" y="43335"/>
                </a:cubicBezTo>
                <a:cubicBezTo>
                  <a:pt x="2187322" y="43335"/>
                  <a:pt x="2184652" y="44240"/>
                  <a:pt x="2182676" y="46049"/>
                </a:cubicBezTo>
                <a:cubicBezTo>
                  <a:pt x="2180647" y="47858"/>
                  <a:pt x="2179632" y="49933"/>
                  <a:pt x="2179632" y="52274"/>
                </a:cubicBezTo>
                <a:lnTo>
                  <a:pt x="2179793" y="56903"/>
                </a:lnTo>
                <a:cubicBezTo>
                  <a:pt x="2179793" y="59349"/>
                  <a:pt x="2179165" y="61237"/>
                  <a:pt x="2177910" y="62568"/>
                </a:cubicBezTo>
                <a:cubicBezTo>
                  <a:pt x="2176655" y="63898"/>
                  <a:pt x="2175013" y="64563"/>
                  <a:pt x="2172984" y="64563"/>
                </a:cubicBezTo>
                <a:cubicBezTo>
                  <a:pt x="2171008" y="64563"/>
                  <a:pt x="2169393" y="63871"/>
                  <a:pt x="2168138" y="62487"/>
                </a:cubicBezTo>
                <a:cubicBezTo>
                  <a:pt x="2166883" y="61102"/>
                  <a:pt x="2166255" y="59212"/>
                  <a:pt x="2166255" y="56815"/>
                </a:cubicBezTo>
                <a:cubicBezTo>
                  <a:pt x="2166255" y="52238"/>
                  <a:pt x="2168605" y="48032"/>
                  <a:pt x="2173304" y="44199"/>
                </a:cubicBezTo>
                <a:cubicBezTo>
                  <a:pt x="2178004" y="40366"/>
                  <a:pt x="2184599" y="38449"/>
                  <a:pt x="2193090" y="38449"/>
                </a:cubicBezTo>
                <a:cubicBezTo>
                  <a:pt x="2199605" y="38449"/>
                  <a:pt x="2204945" y="39542"/>
                  <a:pt x="2209110" y="41728"/>
                </a:cubicBezTo>
                <a:cubicBezTo>
                  <a:pt x="2212261" y="43382"/>
                  <a:pt x="2214584" y="45970"/>
                  <a:pt x="2216079" y="49491"/>
                </a:cubicBezTo>
                <a:cubicBezTo>
                  <a:pt x="2217040" y="51784"/>
                  <a:pt x="2217521" y="56477"/>
                  <a:pt x="2217521" y="63571"/>
                </a:cubicBezTo>
                <a:lnTo>
                  <a:pt x="2217521" y="88453"/>
                </a:lnTo>
                <a:cubicBezTo>
                  <a:pt x="2217521" y="95440"/>
                  <a:pt x="2217654" y="99721"/>
                  <a:pt x="2217921" y="101295"/>
                </a:cubicBezTo>
                <a:cubicBezTo>
                  <a:pt x="2218188" y="102868"/>
                  <a:pt x="2218629" y="103922"/>
                  <a:pt x="2219243" y="104456"/>
                </a:cubicBezTo>
                <a:cubicBezTo>
                  <a:pt x="2219857" y="104988"/>
                  <a:pt x="2220565" y="105255"/>
                  <a:pt x="2221366" y="105255"/>
                </a:cubicBezTo>
                <a:cubicBezTo>
                  <a:pt x="2222220" y="105255"/>
                  <a:pt x="2222968" y="105068"/>
                  <a:pt x="2223609" y="104694"/>
                </a:cubicBezTo>
                <a:cubicBezTo>
                  <a:pt x="2224730" y="104000"/>
                  <a:pt x="2226893" y="102051"/>
                  <a:pt x="2230097" y="98846"/>
                </a:cubicBezTo>
                <a:lnTo>
                  <a:pt x="2230097" y="103332"/>
                </a:lnTo>
                <a:cubicBezTo>
                  <a:pt x="2224116" y="111342"/>
                  <a:pt x="2218402" y="115348"/>
                  <a:pt x="2212955" y="115348"/>
                </a:cubicBezTo>
                <a:cubicBezTo>
                  <a:pt x="2210338" y="115348"/>
                  <a:pt x="2208256" y="114440"/>
                  <a:pt x="2206707" y="112624"/>
                </a:cubicBezTo>
                <a:cubicBezTo>
                  <a:pt x="2205158" y="110808"/>
                  <a:pt x="2204357" y="107711"/>
                  <a:pt x="2204304" y="103332"/>
                </a:cubicBezTo>
                <a:moveTo>
                  <a:pt x="2204304" y="98080"/>
                </a:moveTo>
                <a:lnTo>
                  <a:pt x="2204304" y="70250"/>
                </a:lnTo>
                <a:cubicBezTo>
                  <a:pt x="2196240" y="73439"/>
                  <a:pt x="2191034" y="75698"/>
                  <a:pt x="2188684" y="77029"/>
                </a:cubicBezTo>
                <a:cubicBezTo>
                  <a:pt x="2184465" y="79368"/>
                  <a:pt x="2181448" y="81814"/>
                  <a:pt x="2179632" y="84365"/>
                </a:cubicBezTo>
                <a:cubicBezTo>
                  <a:pt x="2177817" y="86917"/>
                  <a:pt x="2176909" y="89708"/>
                  <a:pt x="2176909" y="92739"/>
                </a:cubicBezTo>
                <a:cubicBezTo>
                  <a:pt x="2176909" y="96567"/>
                  <a:pt x="2178057" y="99743"/>
                  <a:pt x="2180353" y="102268"/>
                </a:cubicBezTo>
                <a:cubicBezTo>
                  <a:pt x="2182650" y="104793"/>
                  <a:pt x="2185293" y="106056"/>
                  <a:pt x="2188283" y="106056"/>
                </a:cubicBezTo>
                <a:cubicBezTo>
                  <a:pt x="2192342" y="106056"/>
                  <a:pt x="2197682" y="103397"/>
                  <a:pt x="2204304" y="98080"/>
                </a:cubicBezTo>
                <a:close/>
                <a:moveTo>
                  <a:pt x="2236450" y="2723"/>
                </a:moveTo>
                <a:lnTo>
                  <a:pt x="2271695" y="2723"/>
                </a:lnTo>
                <a:lnTo>
                  <a:pt x="2271695" y="146427"/>
                </a:lnTo>
                <a:lnTo>
                  <a:pt x="2236450" y="146427"/>
                </a:lnTo>
                <a:lnTo>
                  <a:pt x="2236450" y="140099"/>
                </a:lnTo>
                <a:lnTo>
                  <a:pt x="2259680" y="140099"/>
                </a:lnTo>
                <a:lnTo>
                  <a:pt x="2259680" y="9052"/>
                </a:lnTo>
                <a:lnTo>
                  <a:pt x="2236450" y="9052"/>
                </a:lnTo>
                <a:lnTo>
                  <a:pt x="2236450" y="2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Aa-1:[Answersf">
            <a:extLst xmlns:a="http://schemas.openxmlformats.org/drawingml/2006/main">
              <a:ext uri="{FF2B5EF4-FFF2-40B4-BE49-F238E27FC236}">
                <a16:creationId xmlns:a16="http://schemas.microsoft.com/office/drawing/2014/main" id="{6ABE7BB2-DEE4-4DAF-9EDD-64FD9DBF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273" y="5134577"/>
            <a:ext cx="1204415" cy="146427"/>
          </a:xfrm>
          <a:custGeom xmlns:a="http://schemas.openxmlformats.org/drawingml/2006/main">
            <a:pathLst>
              <a:path w="1204415" h="146427">
                <a:moveTo>
                  <a:pt x="66966" y="82826"/>
                </a:moveTo>
                <a:lnTo>
                  <a:pt x="28597" y="82826"/>
                </a:lnTo>
                <a:lnTo>
                  <a:pt x="24031" y="93452"/>
                </a:lnTo>
                <a:cubicBezTo>
                  <a:pt x="22535" y="97015"/>
                  <a:pt x="21788" y="99957"/>
                  <a:pt x="21788" y="102278"/>
                </a:cubicBezTo>
                <a:cubicBezTo>
                  <a:pt x="21788" y="105354"/>
                  <a:pt x="23016" y="107621"/>
                  <a:pt x="25473" y="109080"/>
                </a:cubicBezTo>
                <a:cubicBezTo>
                  <a:pt x="26914" y="109942"/>
                  <a:pt x="30466" y="110590"/>
                  <a:pt x="36126" y="111022"/>
                </a:cubicBezTo>
                <a:lnTo>
                  <a:pt x="36126" y="113906"/>
                </a:lnTo>
                <a:lnTo>
                  <a:pt x="0" y="113906"/>
                </a:lnTo>
                <a:lnTo>
                  <a:pt x="0" y="111022"/>
                </a:lnTo>
                <a:cubicBezTo>
                  <a:pt x="3898" y="110430"/>
                  <a:pt x="7102" y="108799"/>
                  <a:pt x="9612" y="106131"/>
                </a:cubicBezTo>
                <a:cubicBezTo>
                  <a:pt x="12122" y="103461"/>
                  <a:pt x="15219" y="97947"/>
                  <a:pt x="18904" y="89590"/>
                </a:cubicBezTo>
                <a:lnTo>
                  <a:pt x="57754" y="2884"/>
                </a:lnTo>
                <a:lnTo>
                  <a:pt x="59276" y="2884"/>
                </a:lnTo>
                <a:lnTo>
                  <a:pt x="98446" y="92005"/>
                </a:lnTo>
                <a:cubicBezTo>
                  <a:pt x="102184" y="100529"/>
                  <a:pt x="105255" y="105897"/>
                  <a:pt x="107658" y="108108"/>
                </a:cubicBezTo>
                <a:cubicBezTo>
                  <a:pt x="109473" y="109780"/>
                  <a:pt x="112037" y="110752"/>
                  <a:pt x="115348" y="111022"/>
                </a:cubicBezTo>
                <a:lnTo>
                  <a:pt x="115348" y="113906"/>
                </a:lnTo>
                <a:lnTo>
                  <a:pt x="62800" y="113906"/>
                </a:lnTo>
                <a:lnTo>
                  <a:pt x="62800" y="111022"/>
                </a:lnTo>
                <a:lnTo>
                  <a:pt x="64963" y="111022"/>
                </a:lnTo>
                <a:cubicBezTo>
                  <a:pt x="69182" y="111022"/>
                  <a:pt x="72146" y="110425"/>
                  <a:pt x="73854" y="109230"/>
                </a:cubicBezTo>
                <a:cubicBezTo>
                  <a:pt x="75029" y="108362"/>
                  <a:pt x="75617" y="107113"/>
                  <a:pt x="75617" y="105482"/>
                </a:cubicBezTo>
                <a:cubicBezTo>
                  <a:pt x="75617" y="104506"/>
                  <a:pt x="75457" y="103502"/>
                  <a:pt x="75136" y="102469"/>
                </a:cubicBezTo>
                <a:cubicBezTo>
                  <a:pt x="75029" y="101981"/>
                  <a:pt x="74228" y="99945"/>
                  <a:pt x="72733" y="96361"/>
                </a:cubicBezTo>
                <a:lnTo>
                  <a:pt x="66966" y="82826"/>
                </a:lnTo>
                <a:moveTo>
                  <a:pt x="64242" y="76898"/>
                </a:moveTo>
                <a:lnTo>
                  <a:pt x="48061" y="39445"/>
                </a:lnTo>
                <a:lnTo>
                  <a:pt x="31400" y="76898"/>
                </a:lnTo>
                <a:lnTo>
                  <a:pt x="64242" y="76898"/>
                </a:lnTo>
                <a:close/>
                <a:moveTo>
                  <a:pt x="196011" y="102852"/>
                </a:moveTo>
                <a:cubicBezTo>
                  <a:pt x="186879" y="110969"/>
                  <a:pt x="178682" y="115027"/>
                  <a:pt x="171419" y="115027"/>
                </a:cubicBezTo>
                <a:cubicBezTo>
                  <a:pt x="167147" y="115027"/>
                  <a:pt x="163596" y="113621"/>
                  <a:pt x="160766" y="110809"/>
                </a:cubicBezTo>
                <a:cubicBezTo>
                  <a:pt x="157935" y="107996"/>
                  <a:pt x="156520" y="104473"/>
                  <a:pt x="156520" y="100241"/>
                </a:cubicBezTo>
                <a:cubicBezTo>
                  <a:pt x="156520" y="94507"/>
                  <a:pt x="158977" y="89349"/>
                  <a:pt x="163890" y="84768"/>
                </a:cubicBezTo>
                <a:cubicBezTo>
                  <a:pt x="168803" y="80188"/>
                  <a:pt x="179510" y="74093"/>
                  <a:pt x="196011" y="66485"/>
                </a:cubicBezTo>
                <a:lnTo>
                  <a:pt x="196011" y="58955"/>
                </a:lnTo>
                <a:cubicBezTo>
                  <a:pt x="196011" y="53295"/>
                  <a:pt x="195704" y="49730"/>
                  <a:pt x="195090" y="48262"/>
                </a:cubicBezTo>
                <a:cubicBezTo>
                  <a:pt x="194476" y="46793"/>
                  <a:pt x="193314" y="45512"/>
                  <a:pt x="191605" y="44417"/>
                </a:cubicBezTo>
                <a:cubicBezTo>
                  <a:pt x="189896" y="43322"/>
                  <a:pt x="187974" y="42775"/>
                  <a:pt x="185838" y="42775"/>
                </a:cubicBezTo>
                <a:cubicBezTo>
                  <a:pt x="182367" y="42775"/>
                  <a:pt x="179510" y="43549"/>
                  <a:pt x="177267" y="45098"/>
                </a:cubicBezTo>
                <a:cubicBezTo>
                  <a:pt x="175878" y="46059"/>
                  <a:pt x="175184" y="47180"/>
                  <a:pt x="175184" y="48462"/>
                </a:cubicBezTo>
                <a:cubicBezTo>
                  <a:pt x="175184" y="49583"/>
                  <a:pt x="175932" y="50972"/>
                  <a:pt x="177427" y="52627"/>
                </a:cubicBezTo>
                <a:cubicBezTo>
                  <a:pt x="179456" y="54924"/>
                  <a:pt x="180471" y="57140"/>
                  <a:pt x="180471" y="59276"/>
                </a:cubicBezTo>
                <a:cubicBezTo>
                  <a:pt x="180471" y="61893"/>
                  <a:pt x="179496" y="64122"/>
                  <a:pt x="177547" y="65964"/>
                </a:cubicBezTo>
                <a:cubicBezTo>
                  <a:pt x="175598" y="67807"/>
                  <a:pt x="173048" y="68728"/>
                  <a:pt x="169897" y="68728"/>
                </a:cubicBezTo>
                <a:cubicBezTo>
                  <a:pt x="166533" y="68728"/>
                  <a:pt x="163716" y="67713"/>
                  <a:pt x="161447" y="65684"/>
                </a:cubicBezTo>
                <a:cubicBezTo>
                  <a:pt x="159177" y="63655"/>
                  <a:pt x="158042" y="61278"/>
                  <a:pt x="158042" y="58555"/>
                </a:cubicBezTo>
                <a:cubicBezTo>
                  <a:pt x="158042" y="54710"/>
                  <a:pt x="159564" y="51039"/>
                  <a:pt x="162608" y="47541"/>
                </a:cubicBezTo>
                <a:cubicBezTo>
                  <a:pt x="165652" y="44043"/>
                  <a:pt x="169897" y="41360"/>
                  <a:pt x="175344" y="39491"/>
                </a:cubicBezTo>
                <a:cubicBezTo>
                  <a:pt x="180791" y="37621"/>
                  <a:pt x="186452" y="36687"/>
                  <a:pt x="192326" y="36687"/>
                </a:cubicBezTo>
                <a:cubicBezTo>
                  <a:pt x="199429" y="36687"/>
                  <a:pt x="205049" y="38200"/>
                  <a:pt x="209188" y="41225"/>
                </a:cubicBezTo>
                <a:cubicBezTo>
                  <a:pt x="213326" y="44249"/>
                  <a:pt x="216010" y="47527"/>
                  <a:pt x="217238" y="51060"/>
                </a:cubicBezTo>
                <a:cubicBezTo>
                  <a:pt x="217986" y="53308"/>
                  <a:pt x="218359" y="58473"/>
                  <a:pt x="218359" y="66555"/>
                </a:cubicBezTo>
                <a:lnTo>
                  <a:pt x="218359" y="95700"/>
                </a:lnTo>
                <a:cubicBezTo>
                  <a:pt x="218359" y="99126"/>
                  <a:pt x="218493" y="101281"/>
                  <a:pt x="218760" y="102166"/>
                </a:cubicBezTo>
                <a:cubicBezTo>
                  <a:pt x="219027" y="103048"/>
                  <a:pt x="219427" y="103704"/>
                  <a:pt x="219961" y="104133"/>
                </a:cubicBezTo>
                <a:cubicBezTo>
                  <a:pt x="220495" y="104560"/>
                  <a:pt x="221110" y="104774"/>
                  <a:pt x="221804" y="104774"/>
                </a:cubicBezTo>
                <a:cubicBezTo>
                  <a:pt x="223192" y="104774"/>
                  <a:pt x="224607" y="103786"/>
                  <a:pt x="226049" y="101810"/>
                </a:cubicBezTo>
                <a:lnTo>
                  <a:pt x="228452" y="103733"/>
                </a:lnTo>
                <a:cubicBezTo>
                  <a:pt x="225782" y="107684"/>
                  <a:pt x="223019" y="110555"/>
                  <a:pt x="220162" y="112344"/>
                </a:cubicBezTo>
                <a:cubicBezTo>
                  <a:pt x="217305" y="114133"/>
                  <a:pt x="214061" y="115027"/>
                  <a:pt x="210429" y="115027"/>
                </a:cubicBezTo>
                <a:cubicBezTo>
                  <a:pt x="206157" y="115027"/>
                  <a:pt x="202820" y="114019"/>
                  <a:pt x="200416" y="112003"/>
                </a:cubicBezTo>
                <a:cubicBezTo>
                  <a:pt x="198013" y="109987"/>
                  <a:pt x="196545" y="106937"/>
                  <a:pt x="196011" y="102852"/>
                </a:cubicBezTo>
                <a:moveTo>
                  <a:pt x="196011" y="96924"/>
                </a:moveTo>
                <a:lnTo>
                  <a:pt x="196011" y="71867"/>
                </a:lnTo>
                <a:cubicBezTo>
                  <a:pt x="189549" y="75677"/>
                  <a:pt x="184743" y="79755"/>
                  <a:pt x="181592" y="84103"/>
                </a:cubicBezTo>
                <a:cubicBezTo>
                  <a:pt x="179510" y="87000"/>
                  <a:pt x="178468" y="89924"/>
                  <a:pt x="178468" y="92876"/>
                </a:cubicBezTo>
                <a:cubicBezTo>
                  <a:pt x="178468" y="95344"/>
                  <a:pt x="179350" y="97518"/>
                  <a:pt x="181112" y="99397"/>
                </a:cubicBezTo>
                <a:cubicBezTo>
                  <a:pt x="182447" y="100846"/>
                  <a:pt x="184316" y="101570"/>
                  <a:pt x="186719" y="101570"/>
                </a:cubicBezTo>
                <a:cubicBezTo>
                  <a:pt x="189389" y="101570"/>
                  <a:pt x="192486" y="100021"/>
                  <a:pt x="196011" y="96924"/>
                </a:cubicBezTo>
                <a:close/>
                <a:moveTo>
                  <a:pt x="281880" y="84428"/>
                </a:moveTo>
                <a:lnTo>
                  <a:pt x="235181" y="84428"/>
                </a:lnTo>
                <a:lnTo>
                  <a:pt x="235181" y="67767"/>
                </a:lnTo>
                <a:lnTo>
                  <a:pt x="281880" y="67767"/>
                </a:lnTo>
                <a:lnTo>
                  <a:pt x="281880" y="84428"/>
                </a:lnTo>
                <a:close/>
                <a:moveTo>
                  <a:pt x="339233" y="3044"/>
                </a:moveTo>
                <a:lnTo>
                  <a:pt x="339233" y="91797"/>
                </a:lnTo>
                <a:cubicBezTo>
                  <a:pt x="339233" y="98529"/>
                  <a:pt x="339526" y="102824"/>
                  <a:pt x="340114" y="104681"/>
                </a:cubicBezTo>
                <a:cubicBezTo>
                  <a:pt x="340701" y="106539"/>
                  <a:pt x="341929" y="108060"/>
                  <a:pt x="343798" y="109245"/>
                </a:cubicBezTo>
                <a:cubicBezTo>
                  <a:pt x="345668" y="110430"/>
                  <a:pt x="348658" y="111022"/>
                  <a:pt x="352770" y="111022"/>
                </a:cubicBezTo>
                <a:lnTo>
                  <a:pt x="355253" y="111022"/>
                </a:lnTo>
                <a:lnTo>
                  <a:pt x="355253" y="113906"/>
                </a:lnTo>
                <a:lnTo>
                  <a:pt x="298060" y="113906"/>
                </a:lnTo>
                <a:lnTo>
                  <a:pt x="298060" y="111022"/>
                </a:lnTo>
                <a:lnTo>
                  <a:pt x="300944" y="111022"/>
                </a:lnTo>
                <a:cubicBezTo>
                  <a:pt x="305590" y="111022"/>
                  <a:pt x="308901" y="110484"/>
                  <a:pt x="310876" y="109407"/>
                </a:cubicBezTo>
                <a:cubicBezTo>
                  <a:pt x="312852" y="108329"/>
                  <a:pt x="314187" y="106848"/>
                  <a:pt x="314881" y="104964"/>
                </a:cubicBezTo>
                <a:cubicBezTo>
                  <a:pt x="315576" y="103079"/>
                  <a:pt x="315923" y="98690"/>
                  <a:pt x="315923" y="91797"/>
                </a:cubicBezTo>
                <a:lnTo>
                  <a:pt x="315923" y="35565"/>
                </a:lnTo>
                <a:cubicBezTo>
                  <a:pt x="315923" y="30546"/>
                  <a:pt x="315683" y="27408"/>
                  <a:pt x="315202" y="26153"/>
                </a:cubicBezTo>
                <a:cubicBezTo>
                  <a:pt x="314721" y="24899"/>
                  <a:pt x="313827" y="23830"/>
                  <a:pt x="312518" y="22949"/>
                </a:cubicBezTo>
                <a:cubicBezTo>
                  <a:pt x="311210" y="22068"/>
                  <a:pt x="309702" y="21628"/>
                  <a:pt x="307993" y="21628"/>
                </a:cubicBezTo>
                <a:cubicBezTo>
                  <a:pt x="305269" y="21628"/>
                  <a:pt x="301958" y="22482"/>
                  <a:pt x="298060" y="24191"/>
                </a:cubicBezTo>
                <a:lnTo>
                  <a:pt x="296618" y="21307"/>
                </a:lnTo>
                <a:lnTo>
                  <a:pt x="336589" y="3044"/>
                </a:lnTo>
                <a:lnTo>
                  <a:pt x="339233" y="3044"/>
                </a:lnTo>
                <a:close/>
                <a:moveTo>
                  <a:pt x="395224" y="36847"/>
                </a:moveTo>
                <a:cubicBezTo>
                  <a:pt x="398909" y="36847"/>
                  <a:pt x="402046" y="38142"/>
                  <a:pt x="404636" y="40732"/>
                </a:cubicBezTo>
                <a:cubicBezTo>
                  <a:pt x="407226" y="43322"/>
                  <a:pt x="408521" y="46459"/>
                  <a:pt x="408521" y="50144"/>
                </a:cubicBezTo>
                <a:cubicBezTo>
                  <a:pt x="408521" y="53829"/>
                  <a:pt x="407226" y="56966"/>
                  <a:pt x="404636" y="59556"/>
                </a:cubicBezTo>
                <a:cubicBezTo>
                  <a:pt x="402046" y="62146"/>
                  <a:pt x="398909" y="63441"/>
                  <a:pt x="395224" y="63441"/>
                </a:cubicBezTo>
                <a:cubicBezTo>
                  <a:pt x="391539" y="63441"/>
                  <a:pt x="388402" y="62146"/>
                  <a:pt x="385812" y="59556"/>
                </a:cubicBezTo>
                <a:cubicBezTo>
                  <a:pt x="383222" y="56966"/>
                  <a:pt x="381927" y="53829"/>
                  <a:pt x="381927" y="50144"/>
                </a:cubicBezTo>
                <a:cubicBezTo>
                  <a:pt x="381927" y="46459"/>
                  <a:pt x="383222" y="43322"/>
                  <a:pt x="385812" y="40732"/>
                </a:cubicBezTo>
                <a:cubicBezTo>
                  <a:pt x="388402" y="38142"/>
                  <a:pt x="391539" y="36847"/>
                  <a:pt x="395224" y="36847"/>
                </a:cubicBezTo>
                <a:moveTo>
                  <a:pt x="395144" y="89234"/>
                </a:moveTo>
                <a:cubicBezTo>
                  <a:pt x="398882" y="89234"/>
                  <a:pt x="402046" y="90547"/>
                  <a:pt x="404636" y="93172"/>
                </a:cubicBezTo>
                <a:cubicBezTo>
                  <a:pt x="407226" y="95795"/>
                  <a:pt x="408521" y="98955"/>
                  <a:pt x="408521" y="102651"/>
                </a:cubicBezTo>
                <a:cubicBezTo>
                  <a:pt x="408521" y="106348"/>
                  <a:pt x="407213" y="109495"/>
                  <a:pt x="404596" y="112093"/>
                </a:cubicBezTo>
                <a:cubicBezTo>
                  <a:pt x="401979" y="114690"/>
                  <a:pt x="398829" y="115988"/>
                  <a:pt x="395144" y="115988"/>
                </a:cubicBezTo>
                <a:cubicBezTo>
                  <a:pt x="391459" y="115988"/>
                  <a:pt x="388322" y="114690"/>
                  <a:pt x="385732" y="112093"/>
                </a:cubicBezTo>
                <a:cubicBezTo>
                  <a:pt x="383142" y="109495"/>
                  <a:pt x="381847" y="106348"/>
                  <a:pt x="381847" y="102651"/>
                </a:cubicBezTo>
                <a:cubicBezTo>
                  <a:pt x="381847" y="98955"/>
                  <a:pt x="383142" y="95795"/>
                  <a:pt x="385732" y="93172"/>
                </a:cubicBezTo>
                <a:cubicBezTo>
                  <a:pt x="388322" y="90547"/>
                  <a:pt x="391459" y="89234"/>
                  <a:pt x="395144" y="89234"/>
                </a:cubicBezTo>
                <a:close/>
                <a:moveTo>
                  <a:pt x="512175" y="146427"/>
                </a:moveTo>
                <a:lnTo>
                  <a:pt x="476930" y="146427"/>
                </a:lnTo>
                <a:lnTo>
                  <a:pt x="476930" y="2723"/>
                </a:lnTo>
                <a:lnTo>
                  <a:pt x="512175" y="2723"/>
                </a:lnTo>
                <a:lnTo>
                  <a:pt x="512175" y="9052"/>
                </a:lnTo>
                <a:lnTo>
                  <a:pt x="488945" y="9052"/>
                </a:lnTo>
                <a:lnTo>
                  <a:pt x="488945" y="140259"/>
                </a:lnTo>
                <a:lnTo>
                  <a:pt x="512175" y="140259"/>
                </a:lnTo>
                <a:lnTo>
                  <a:pt x="512175" y="146427"/>
                </a:lnTo>
                <a:close/>
                <a:moveTo>
                  <a:pt x="593157" y="77539"/>
                </a:moveTo>
                <a:lnTo>
                  <a:pt x="551104" y="77539"/>
                </a:lnTo>
                <a:lnTo>
                  <a:pt x="543734" y="94681"/>
                </a:lnTo>
                <a:cubicBezTo>
                  <a:pt x="541918" y="98900"/>
                  <a:pt x="541011" y="102051"/>
                  <a:pt x="541011" y="104133"/>
                </a:cubicBezTo>
                <a:cubicBezTo>
                  <a:pt x="541011" y="105789"/>
                  <a:pt x="541798" y="107244"/>
                  <a:pt x="543374" y="108499"/>
                </a:cubicBezTo>
                <a:cubicBezTo>
                  <a:pt x="544949" y="109754"/>
                  <a:pt x="548353" y="110568"/>
                  <a:pt x="553587" y="110942"/>
                </a:cubicBezTo>
                <a:lnTo>
                  <a:pt x="553587" y="113906"/>
                </a:lnTo>
                <a:lnTo>
                  <a:pt x="519383" y="113906"/>
                </a:lnTo>
                <a:lnTo>
                  <a:pt x="519383" y="110942"/>
                </a:lnTo>
                <a:cubicBezTo>
                  <a:pt x="523922" y="110141"/>
                  <a:pt x="526859" y="109100"/>
                  <a:pt x="528194" y="107820"/>
                </a:cubicBezTo>
                <a:cubicBezTo>
                  <a:pt x="530918" y="105259"/>
                  <a:pt x="533935" y="100056"/>
                  <a:pt x="537246" y="92213"/>
                </a:cubicBezTo>
                <a:lnTo>
                  <a:pt x="575455" y="2884"/>
                </a:lnTo>
                <a:lnTo>
                  <a:pt x="578258" y="2884"/>
                </a:lnTo>
                <a:lnTo>
                  <a:pt x="616067" y="93172"/>
                </a:lnTo>
                <a:cubicBezTo>
                  <a:pt x="619111" y="100429"/>
                  <a:pt x="621874" y="105139"/>
                  <a:pt x="624357" y="107300"/>
                </a:cubicBezTo>
                <a:cubicBezTo>
                  <a:pt x="626840" y="109461"/>
                  <a:pt x="630298" y="110675"/>
                  <a:pt x="634731" y="110942"/>
                </a:cubicBezTo>
                <a:lnTo>
                  <a:pt x="634731" y="113906"/>
                </a:lnTo>
                <a:lnTo>
                  <a:pt x="591876" y="113906"/>
                </a:lnTo>
                <a:lnTo>
                  <a:pt x="591876" y="110942"/>
                </a:lnTo>
                <a:cubicBezTo>
                  <a:pt x="596201" y="110728"/>
                  <a:pt x="599125" y="110007"/>
                  <a:pt x="600647" y="108779"/>
                </a:cubicBezTo>
                <a:cubicBezTo>
                  <a:pt x="602169" y="107551"/>
                  <a:pt x="602930" y="106056"/>
                  <a:pt x="602930" y="104293"/>
                </a:cubicBezTo>
                <a:cubicBezTo>
                  <a:pt x="602930" y="101944"/>
                  <a:pt x="601862" y="98232"/>
                  <a:pt x="599726" y="93159"/>
                </a:cubicBezTo>
                <a:lnTo>
                  <a:pt x="593157" y="77539"/>
                </a:lnTo>
                <a:moveTo>
                  <a:pt x="590914" y="71612"/>
                </a:moveTo>
                <a:lnTo>
                  <a:pt x="572491" y="27778"/>
                </a:lnTo>
                <a:lnTo>
                  <a:pt x="553587" y="71612"/>
                </a:lnTo>
                <a:lnTo>
                  <a:pt x="590914" y="71612"/>
                </a:lnTo>
                <a:close/>
                <a:moveTo>
                  <a:pt x="663059" y="53989"/>
                </a:moveTo>
                <a:cubicBezTo>
                  <a:pt x="671657" y="43629"/>
                  <a:pt x="679854" y="38449"/>
                  <a:pt x="687651" y="38449"/>
                </a:cubicBezTo>
                <a:cubicBezTo>
                  <a:pt x="691656" y="38449"/>
                  <a:pt x="695100" y="39449"/>
                  <a:pt x="697984" y="41448"/>
                </a:cubicBezTo>
                <a:cubicBezTo>
                  <a:pt x="700868" y="43446"/>
                  <a:pt x="703164" y="46736"/>
                  <a:pt x="704873" y="51318"/>
                </a:cubicBezTo>
                <a:cubicBezTo>
                  <a:pt x="706048" y="54514"/>
                  <a:pt x="706635" y="59416"/>
                  <a:pt x="706635" y="66024"/>
                </a:cubicBezTo>
                <a:lnTo>
                  <a:pt x="706635" y="97274"/>
                </a:lnTo>
                <a:cubicBezTo>
                  <a:pt x="706635" y="101910"/>
                  <a:pt x="707009" y="105054"/>
                  <a:pt x="707756" y="106706"/>
                </a:cubicBezTo>
                <a:cubicBezTo>
                  <a:pt x="708344" y="108038"/>
                  <a:pt x="709292" y="109077"/>
                  <a:pt x="710600" y="109823"/>
                </a:cubicBezTo>
                <a:cubicBezTo>
                  <a:pt x="711908" y="110569"/>
                  <a:pt x="714325" y="110942"/>
                  <a:pt x="717849" y="110942"/>
                </a:cubicBezTo>
                <a:lnTo>
                  <a:pt x="717849" y="113906"/>
                </a:lnTo>
                <a:lnTo>
                  <a:pt x="681563" y="113906"/>
                </a:lnTo>
                <a:lnTo>
                  <a:pt x="681563" y="110942"/>
                </a:lnTo>
                <a:lnTo>
                  <a:pt x="683085" y="110942"/>
                </a:lnTo>
                <a:cubicBezTo>
                  <a:pt x="686503" y="110942"/>
                  <a:pt x="688892" y="110424"/>
                  <a:pt x="690254" y="109387"/>
                </a:cubicBezTo>
                <a:cubicBezTo>
                  <a:pt x="691616" y="108351"/>
                  <a:pt x="692564" y="106824"/>
                  <a:pt x="693098" y="104807"/>
                </a:cubicBezTo>
                <a:cubicBezTo>
                  <a:pt x="693311" y="104009"/>
                  <a:pt x="693418" y="101512"/>
                  <a:pt x="693418" y="97314"/>
                </a:cubicBezTo>
                <a:lnTo>
                  <a:pt x="693418" y="67429"/>
                </a:lnTo>
                <a:cubicBezTo>
                  <a:pt x="693418" y="60789"/>
                  <a:pt x="692550" y="55967"/>
                  <a:pt x="690815" y="52965"/>
                </a:cubicBezTo>
                <a:cubicBezTo>
                  <a:pt x="689079" y="49963"/>
                  <a:pt x="686155" y="48462"/>
                  <a:pt x="682043" y="48462"/>
                </a:cubicBezTo>
                <a:cubicBezTo>
                  <a:pt x="675689" y="48462"/>
                  <a:pt x="669361" y="51916"/>
                  <a:pt x="663059" y="58823"/>
                </a:cubicBezTo>
                <a:lnTo>
                  <a:pt x="663059" y="97314"/>
                </a:lnTo>
                <a:cubicBezTo>
                  <a:pt x="663059" y="102256"/>
                  <a:pt x="663353" y="105311"/>
                  <a:pt x="663940" y="106479"/>
                </a:cubicBezTo>
                <a:cubicBezTo>
                  <a:pt x="664688" y="108019"/>
                  <a:pt x="665716" y="109148"/>
                  <a:pt x="667024" y="109866"/>
                </a:cubicBezTo>
                <a:cubicBezTo>
                  <a:pt x="668333" y="110583"/>
                  <a:pt x="670989" y="110942"/>
                  <a:pt x="674994" y="110942"/>
                </a:cubicBezTo>
                <a:lnTo>
                  <a:pt x="674994" y="113906"/>
                </a:lnTo>
                <a:lnTo>
                  <a:pt x="638708" y="113906"/>
                </a:lnTo>
                <a:lnTo>
                  <a:pt x="638708" y="110942"/>
                </a:lnTo>
                <a:lnTo>
                  <a:pt x="640310" y="110942"/>
                </a:lnTo>
                <a:cubicBezTo>
                  <a:pt x="644048" y="110942"/>
                  <a:pt x="646571" y="109997"/>
                  <a:pt x="647880" y="108106"/>
                </a:cubicBezTo>
                <a:cubicBezTo>
                  <a:pt x="649188" y="106213"/>
                  <a:pt x="649842" y="102603"/>
                  <a:pt x="649842" y="97274"/>
                </a:cubicBezTo>
                <a:lnTo>
                  <a:pt x="649842" y="70100"/>
                </a:lnTo>
                <a:cubicBezTo>
                  <a:pt x="649842" y="61308"/>
                  <a:pt x="649642" y="55954"/>
                  <a:pt x="649242" y="54037"/>
                </a:cubicBezTo>
                <a:cubicBezTo>
                  <a:pt x="648841" y="52118"/>
                  <a:pt x="648227" y="50812"/>
                  <a:pt x="647399" y="50119"/>
                </a:cubicBezTo>
                <a:cubicBezTo>
                  <a:pt x="646571" y="49427"/>
                  <a:pt x="645463" y="49080"/>
                  <a:pt x="644075" y="49080"/>
                </a:cubicBezTo>
                <a:cubicBezTo>
                  <a:pt x="642580" y="49080"/>
                  <a:pt x="640791" y="49480"/>
                  <a:pt x="638708" y="50279"/>
                </a:cubicBezTo>
                <a:lnTo>
                  <a:pt x="637507" y="47401"/>
                </a:lnTo>
                <a:lnTo>
                  <a:pt x="659615" y="38449"/>
                </a:lnTo>
                <a:lnTo>
                  <a:pt x="663059" y="38449"/>
                </a:lnTo>
                <a:lnTo>
                  <a:pt x="663059" y="53989"/>
                </a:lnTo>
                <a:close/>
                <a:moveTo>
                  <a:pt x="771117" y="38449"/>
                </a:moveTo>
                <a:lnTo>
                  <a:pt x="771117" y="63281"/>
                </a:lnTo>
                <a:lnTo>
                  <a:pt x="768474" y="63281"/>
                </a:lnTo>
                <a:cubicBezTo>
                  <a:pt x="766445" y="55493"/>
                  <a:pt x="763841" y="50195"/>
                  <a:pt x="760664" y="47388"/>
                </a:cubicBezTo>
                <a:cubicBezTo>
                  <a:pt x="757487" y="44580"/>
                  <a:pt x="753441" y="43175"/>
                  <a:pt x="748528" y="43175"/>
                </a:cubicBezTo>
                <a:cubicBezTo>
                  <a:pt x="744790" y="43175"/>
                  <a:pt x="741773" y="44162"/>
                  <a:pt x="739477" y="46137"/>
                </a:cubicBezTo>
                <a:cubicBezTo>
                  <a:pt x="737181" y="48109"/>
                  <a:pt x="736032" y="50296"/>
                  <a:pt x="736032" y="52697"/>
                </a:cubicBezTo>
                <a:cubicBezTo>
                  <a:pt x="736032" y="55685"/>
                  <a:pt x="736887" y="58245"/>
                  <a:pt x="738596" y="60377"/>
                </a:cubicBezTo>
                <a:cubicBezTo>
                  <a:pt x="740251" y="62565"/>
                  <a:pt x="743615" y="64885"/>
                  <a:pt x="748689" y="67339"/>
                </a:cubicBezTo>
                <a:lnTo>
                  <a:pt x="760384" y="73021"/>
                </a:lnTo>
                <a:cubicBezTo>
                  <a:pt x="771224" y="78301"/>
                  <a:pt x="776644" y="85262"/>
                  <a:pt x="776644" y="93905"/>
                </a:cubicBezTo>
                <a:cubicBezTo>
                  <a:pt x="776644" y="100572"/>
                  <a:pt x="774121" y="105946"/>
                  <a:pt x="769075" y="110028"/>
                </a:cubicBezTo>
                <a:cubicBezTo>
                  <a:pt x="764028" y="114108"/>
                  <a:pt x="758381" y="116149"/>
                  <a:pt x="752133" y="116149"/>
                </a:cubicBezTo>
                <a:cubicBezTo>
                  <a:pt x="747647" y="116149"/>
                  <a:pt x="742521" y="115348"/>
                  <a:pt x="736753" y="113745"/>
                </a:cubicBezTo>
                <a:cubicBezTo>
                  <a:pt x="734991" y="113211"/>
                  <a:pt x="733549" y="112944"/>
                  <a:pt x="732428" y="112944"/>
                </a:cubicBezTo>
                <a:cubicBezTo>
                  <a:pt x="731200" y="112944"/>
                  <a:pt x="730238" y="113639"/>
                  <a:pt x="729544" y="115027"/>
                </a:cubicBezTo>
                <a:lnTo>
                  <a:pt x="726901" y="115027"/>
                </a:lnTo>
                <a:lnTo>
                  <a:pt x="726901" y="88754"/>
                </a:lnTo>
                <a:lnTo>
                  <a:pt x="729544" y="88754"/>
                </a:lnTo>
                <a:cubicBezTo>
                  <a:pt x="731039" y="96256"/>
                  <a:pt x="733896" y="101910"/>
                  <a:pt x="738115" y="105715"/>
                </a:cubicBezTo>
                <a:cubicBezTo>
                  <a:pt x="742334" y="109520"/>
                  <a:pt x="747060" y="111423"/>
                  <a:pt x="752293" y="111423"/>
                </a:cubicBezTo>
                <a:cubicBezTo>
                  <a:pt x="755978" y="111423"/>
                  <a:pt x="758982" y="110343"/>
                  <a:pt x="761305" y="108183"/>
                </a:cubicBezTo>
                <a:cubicBezTo>
                  <a:pt x="763628" y="106022"/>
                  <a:pt x="764789" y="103421"/>
                  <a:pt x="764789" y="100381"/>
                </a:cubicBezTo>
                <a:cubicBezTo>
                  <a:pt x="764789" y="96700"/>
                  <a:pt x="763494" y="93606"/>
                  <a:pt x="760904" y="91099"/>
                </a:cubicBezTo>
                <a:cubicBezTo>
                  <a:pt x="758314" y="88592"/>
                  <a:pt x="753148" y="85419"/>
                  <a:pt x="745404" y="81579"/>
                </a:cubicBezTo>
                <a:cubicBezTo>
                  <a:pt x="737661" y="77738"/>
                  <a:pt x="732588" y="74270"/>
                  <a:pt x="730185" y="71176"/>
                </a:cubicBezTo>
                <a:cubicBezTo>
                  <a:pt x="727782" y="68135"/>
                  <a:pt x="726580" y="64295"/>
                  <a:pt x="726580" y="59654"/>
                </a:cubicBezTo>
                <a:cubicBezTo>
                  <a:pt x="726580" y="53626"/>
                  <a:pt x="728650" y="48585"/>
                  <a:pt x="732788" y="44532"/>
                </a:cubicBezTo>
                <a:cubicBezTo>
                  <a:pt x="736927" y="40477"/>
                  <a:pt x="742280" y="38449"/>
                  <a:pt x="748849" y="38449"/>
                </a:cubicBezTo>
                <a:cubicBezTo>
                  <a:pt x="751733" y="38449"/>
                  <a:pt x="755230" y="39063"/>
                  <a:pt x="759342" y="40292"/>
                </a:cubicBezTo>
                <a:cubicBezTo>
                  <a:pt x="762066" y="41093"/>
                  <a:pt x="763881" y="41493"/>
                  <a:pt x="764789" y="41493"/>
                </a:cubicBezTo>
                <a:cubicBezTo>
                  <a:pt x="765644" y="41493"/>
                  <a:pt x="766311" y="41306"/>
                  <a:pt x="766792" y="40932"/>
                </a:cubicBezTo>
                <a:cubicBezTo>
                  <a:pt x="767272" y="40559"/>
                  <a:pt x="767833" y="39731"/>
                  <a:pt x="768474" y="38449"/>
                </a:cubicBezTo>
                <a:lnTo>
                  <a:pt x="771117" y="38449"/>
                </a:lnTo>
                <a:close/>
                <a:moveTo>
                  <a:pt x="783427" y="40532"/>
                </a:moveTo>
                <a:lnTo>
                  <a:pt x="814186" y="40532"/>
                </a:lnTo>
                <a:lnTo>
                  <a:pt x="814186" y="43496"/>
                </a:lnTo>
                <a:cubicBezTo>
                  <a:pt x="811356" y="43709"/>
                  <a:pt x="809500" y="44217"/>
                  <a:pt x="808619" y="45018"/>
                </a:cubicBezTo>
                <a:cubicBezTo>
                  <a:pt x="807738" y="45819"/>
                  <a:pt x="807297" y="46967"/>
                  <a:pt x="807297" y="48462"/>
                </a:cubicBezTo>
                <a:cubicBezTo>
                  <a:pt x="807297" y="50117"/>
                  <a:pt x="807751" y="52120"/>
                  <a:pt x="808659" y="54470"/>
                </a:cubicBezTo>
                <a:lnTo>
                  <a:pt x="824359" y="96684"/>
                </a:lnTo>
                <a:lnTo>
                  <a:pt x="840139" y="62320"/>
                </a:lnTo>
                <a:lnTo>
                  <a:pt x="835974" y="51506"/>
                </a:lnTo>
                <a:cubicBezTo>
                  <a:pt x="834692" y="48302"/>
                  <a:pt x="833010" y="46086"/>
                  <a:pt x="830928" y="44857"/>
                </a:cubicBezTo>
                <a:cubicBezTo>
                  <a:pt x="829753" y="44110"/>
                  <a:pt x="827563" y="43656"/>
                  <a:pt x="824359" y="43496"/>
                </a:cubicBezTo>
                <a:lnTo>
                  <a:pt x="824359" y="40532"/>
                </a:lnTo>
                <a:lnTo>
                  <a:pt x="859284" y="40532"/>
                </a:lnTo>
                <a:lnTo>
                  <a:pt x="859284" y="43496"/>
                </a:lnTo>
                <a:cubicBezTo>
                  <a:pt x="855439" y="43656"/>
                  <a:pt x="852715" y="44350"/>
                  <a:pt x="851113" y="45578"/>
                </a:cubicBezTo>
                <a:cubicBezTo>
                  <a:pt x="850045" y="46433"/>
                  <a:pt x="849511" y="47794"/>
                  <a:pt x="849511" y="49664"/>
                </a:cubicBezTo>
                <a:cubicBezTo>
                  <a:pt x="849511" y="50732"/>
                  <a:pt x="849725" y="51826"/>
                  <a:pt x="850152" y="52948"/>
                </a:cubicBezTo>
                <a:lnTo>
                  <a:pt x="866814" y="95082"/>
                </a:lnTo>
                <a:lnTo>
                  <a:pt x="882273" y="54470"/>
                </a:lnTo>
                <a:cubicBezTo>
                  <a:pt x="883341" y="51586"/>
                  <a:pt x="883875" y="49290"/>
                  <a:pt x="883875" y="47581"/>
                </a:cubicBezTo>
                <a:cubicBezTo>
                  <a:pt x="883875" y="46566"/>
                  <a:pt x="883355" y="45658"/>
                  <a:pt x="882313" y="44857"/>
                </a:cubicBezTo>
                <a:cubicBezTo>
                  <a:pt x="881272" y="44056"/>
                  <a:pt x="879229" y="43602"/>
                  <a:pt x="876185" y="43496"/>
                </a:cubicBezTo>
                <a:lnTo>
                  <a:pt x="876185" y="40532"/>
                </a:lnTo>
                <a:lnTo>
                  <a:pt x="899335" y="40532"/>
                </a:lnTo>
                <a:lnTo>
                  <a:pt x="899335" y="43496"/>
                </a:lnTo>
                <a:cubicBezTo>
                  <a:pt x="894689" y="44190"/>
                  <a:pt x="891271" y="47341"/>
                  <a:pt x="889082" y="52948"/>
                </a:cubicBezTo>
                <a:lnTo>
                  <a:pt x="864571" y="116149"/>
                </a:lnTo>
                <a:lnTo>
                  <a:pt x="861286" y="116149"/>
                </a:lnTo>
                <a:lnTo>
                  <a:pt x="842943" y="69289"/>
                </a:lnTo>
                <a:lnTo>
                  <a:pt x="821556" y="116149"/>
                </a:lnTo>
                <a:lnTo>
                  <a:pt x="818592" y="116149"/>
                </a:lnTo>
                <a:lnTo>
                  <a:pt x="795042" y="54470"/>
                </a:lnTo>
                <a:cubicBezTo>
                  <a:pt x="793493" y="50571"/>
                  <a:pt x="791971" y="47941"/>
                  <a:pt x="790476" y="46580"/>
                </a:cubicBezTo>
                <a:cubicBezTo>
                  <a:pt x="788981" y="45218"/>
                  <a:pt x="786631" y="44190"/>
                  <a:pt x="783427" y="43496"/>
                </a:cubicBezTo>
                <a:lnTo>
                  <a:pt x="783427" y="40532"/>
                </a:lnTo>
                <a:close/>
                <a:moveTo>
                  <a:pt x="918292" y="68247"/>
                </a:moveTo>
                <a:cubicBezTo>
                  <a:pt x="918238" y="79116"/>
                  <a:pt x="920882" y="87641"/>
                  <a:pt x="926222" y="93823"/>
                </a:cubicBezTo>
                <a:cubicBezTo>
                  <a:pt x="931562" y="100002"/>
                  <a:pt x="937837" y="103092"/>
                  <a:pt x="945046" y="103092"/>
                </a:cubicBezTo>
                <a:cubicBezTo>
                  <a:pt x="949852" y="103092"/>
                  <a:pt x="954031" y="101770"/>
                  <a:pt x="957582" y="99127"/>
                </a:cubicBezTo>
                <a:cubicBezTo>
                  <a:pt x="961133" y="96483"/>
                  <a:pt x="964110" y="91958"/>
                  <a:pt x="966513" y="85549"/>
                </a:cubicBezTo>
                <a:lnTo>
                  <a:pt x="968997" y="87151"/>
                </a:lnTo>
                <a:cubicBezTo>
                  <a:pt x="967875" y="94468"/>
                  <a:pt x="964618" y="101129"/>
                  <a:pt x="959224" y="107137"/>
                </a:cubicBezTo>
                <a:cubicBezTo>
                  <a:pt x="953831" y="113145"/>
                  <a:pt x="947075" y="116149"/>
                  <a:pt x="938958" y="116149"/>
                </a:cubicBezTo>
                <a:cubicBezTo>
                  <a:pt x="930147" y="116149"/>
                  <a:pt x="922604" y="112725"/>
                  <a:pt x="916329" y="105878"/>
                </a:cubicBezTo>
                <a:cubicBezTo>
                  <a:pt x="910055" y="99029"/>
                  <a:pt x="906917" y="89822"/>
                  <a:pt x="906917" y="78258"/>
                </a:cubicBezTo>
                <a:cubicBezTo>
                  <a:pt x="906917" y="65735"/>
                  <a:pt x="910135" y="55970"/>
                  <a:pt x="916570" y="48963"/>
                </a:cubicBezTo>
                <a:cubicBezTo>
                  <a:pt x="923004" y="41954"/>
                  <a:pt x="931081" y="38449"/>
                  <a:pt x="940801" y="38449"/>
                </a:cubicBezTo>
                <a:cubicBezTo>
                  <a:pt x="949024" y="38449"/>
                  <a:pt x="955780" y="41153"/>
                  <a:pt x="961067" y="46560"/>
                </a:cubicBezTo>
                <a:cubicBezTo>
                  <a:pt x="966353" y="51965"/>
                  <a:pt x="968997" y="59194"/>
                  <a:pt x="968997" y="68247"/>
                </a:cubicBezTo>
                <a:lnTo>
                  <a:pt x="918292" y="68247"/>
                </a:lnTo>
                <a:moveTo>
                  <a:pt x="918292" y="63601"/>
                </a:moveTo>
                <a:lnTo>
                  <a:pt x="952255" y="63601"/>
                </a:lnTo>
                <a:cubicBezTo>
                  <a:pt x="951988" y="58902"/>
                  <a:pt x="951428" y="55591"/>
                  <a:pt x="950573" y="53669"/>
                </a:cubicBezTo>
                <a:cubicBezTo>
                  <a:pt x="949238" y="50678"/>
                  <a:pt x="947249" y="48328"/>
                  <a:pt x="944605" y="46620"/>
                </a:cubicBezTo>
                <a:cubicBezTo>
                  <a:pt x="941962" y="44911"/>
                  <a:pt x="939199" y="44056"/>
                  <a:pt x="936315" y="44056"/>
                </a:cubicBezTo>
                <a:cubicBezTo>
                  <a:pt x="931883" y="44056"/>
                  <a:pt x="927917" y="45779"/>
                  <a:pt x="924420" y="49223"/>
                </a:cubicBezTo>
                <a:cubicBezTo>
                  <a:pt x="920922" y="52667"/>
                  <a:pt x="918879" y="57460"/>
                  <a:pt x="918292" y="63601"/>
                </a:cubicBezTo>
                <a:close/>
                <a:moveTo>
                  <a:pt x="1000261" y="38449"/>
                </a:moveTo>
                <a:lnTo>
                  <a:pt x="1000261" y="54950"/>
                </a:lnTo>
                <a:cubicBezTo>
                  <a:pt x="1006403" y="43950"/>
                  <a:pt x="1012704" y="38449"/>
                  <a:pt x="1019166" y="38449"/>
                </a:cubicBezTo>
                <a:cubicBezTo>
                  <a:pt x="1022103" y="38449"/>
                  <a:pt x="1024532" y="39344"/>
                  <a:pt x="1026455" y="41133"/>
                </a:cubicBezTo>
                <a:cubicBezTo>
                  <a:pt x="1028377" y="42922"/>
                  <a:pt x="1029339" y="44991"/>
                  <a:pt x="1029339" y="47341"/>
                </a:cubicBezTo>
                <a:cubicBezTo>
                  <a:pt x="1029339" y="49423"/>
                  <a:pt x="1028644" y="51185"/>
                  <a:pt x="1027256" y="52627"/>
                </a:cubicBezTo>
                <a:cubicBezTo>
                  <a:pt x="1025868" y="54069"/>
                  <a:pt x="1024212" y="54790"/>
                  <a:pt x="1022290" y="54790"/>
                </a:cubicBezTo>
                <a:cubicBezTo>
                  <a:pt x="1020421" y="54790"/>
                  <a:pt x="1018325" y="53869"/>
                  <a:pt x="1016002" y="52027"/>
                </a:cubicBezTo>
                <a:cubicBezTo>
                  <a:pt x="1013679" y="50184"/>
                  <a:pt x="1011956" y="49263"/>
                  <a:pt x="1010835" y="49263"/>
                </a:cubicBezTo>
                <a:cubicBezTo>
                  <a:pt x="1009874" y="49263"/>
                  <a:pt x="1008832" y="49795"/>
                  <a:pt x="1007711" y="50860"/>
                </a:cubicBezTo>
                <a:cubicBezTo>
                  <a:pt x="1005308" y="53045"/>
                  <a:pt x="1002825" y="56640"/>
                  <a:pt x="1000261" y="61646"/>
                </a:cubicBezTo>
                <a:lnTo>
                  <a:pt x="1000261" y="96721"/>
                </a:lnTo>
                <a:cubicBezTo>
                  <a:pt x="1000261" y="100768"/>
                  <a:pt x="1000769" y="103830"/>
                  <a:pt x="1001783" y="105908"/>
                </a:cubicBezTo>
                <a:cubicBezTo>
                  <a:pt x="1002478" y="107346"/>
                  <a:pt x="1003706" y="108546"/>
                  <a:pt x="1005468" y="109505"/>
                </a:cubicBezTo>
                <a:cubicBezTo>
                  <a:pt x="1007230" y="110463"/>
                  <a:pt x="1009767" y="110942"/>
                  <a:pt x="1013078" y="110942"/>
                </a:cubicBezTo>
                <a:lnTo>
                  <a:pt x="1013078" y="113906"/>
                </a:lnTo>
                <a:lnTo>
                  <a:pt x="975510" y="113906"/>
                </a:lnTo>
                <a:lnTo>
                  <a:pt x="975510" y="110942"/>
                </a:lnTo>
                <a:cubicBezTo>
                  <a:pt x="979248" y="110942"/>
                  <a:pt x="982025" y="110356"/>
                  <a:pt x="983840" y="109185"/>
                </a:cubicBezTo>
                <a:cubicBezTo>
                  <a:pt x="985175" y="108332"/>
                  <a:pt x="986110" y="106973"/>
                  <a:pt x="986644" y="105107"/>
                </a:cubicBezTo>
                <a:cubicBezTo>
                  <a:pt x="986911" y="104201"/>
                  <a:pt x="987045" y="101617"/>
                  <a:pt x="987045" y="97355"/>
                </a:cubicBezTo>
                <a:lnTo>
                  <a:pt x="987045" y="68981"/>
                </a:lnTo>
                <a:cubicBezTo>
                  <a:pt x="987045" y="60455"/>
                  <a:pt x="986871" y="55380"/>
                  <a:pt x="986524" y="53756"/>
                </a:cubicBezTo>
                <a:cubicBezTo>
                  <a:pt x="986177" y="52131"/>
                  <a:pt x="985536" y="50945"/>
                  <a:pt x="984601" y="50199"/>
                </a:cubicBezTo>
                <a:cubicBezTo>
                  <a:pt x="983667" y="49453"/>
                  <a:pt x="982505" y="49080"/>
                  <a:pt x="981117" y="49080"/>
                </a:cubicBezTo>
                <a:cubicBezTo>
                  <a:pt x="979461" y="49080"/>
                  <a:pt x="977592" y="49480"/>
                  <a:pt x="975510" y="50279"/>
                </a:cubicBezTo>
                <a:lnTo>
                  <a:pt x="974709" y="47401"/>
                </a:lnTo>
                <a:lnTo>
                  <a:pt x="996897" y="38449"/>
                </a:lnTo>
                <a:lnTo>
                  <a:pt x="1000261" y="38449"/>
                </a:lnTo>
                <a:close/>
                <a:moveTo>
                  <a:pt x="1080844" y="38449"/>
                </a:moveTo>
                <a:lnTo>
                  <a:pt x="1080844" y="63281"/>
                </a:lnTo>
                <a:lnTo>
                  <a:pt x="1078200" y="63281"/>
                </a:lnTo>
                <a:cubicBezTo>
                  <a:pt x="1076171" y="55493"/>
                  <a:pt x="1073568" y="50195"/>
                  <a:pt x="1070390" y="47388"/>
                </a:cubicBezTo>
                <a:cubicBezTo>
                  <a:pt x="1067213" y="44580"/>
                  <a:pt x="1063168" y="43175"/>
                  <a:pt x="1058255" y="43175"/>
                </a:cubicBezTo>
                <a:cubicBezTo>
                  <a:pt x="1054517" y="43175"/>
                  <a:pt x="1051500" y="44162"/>
                  <a:pt x="1049203" y="46137"/>
                </a:cubicBezTo>
                <a:cubicBezTo>
                  <a:pt x="1046907" y="48109"/>
                  <a:pt x="1045759" y="50296"/>
                  <a:pt x="1045759" y="52697"/>
                </a:cubicBezTo>
                <a:cubicBezTo>
                  <a:pt x="1045759" y="55685"/>
                  <a:pt x="1046613" y="58245"/>
                  <a:pt x="1048322" y="60377"/>
                </a:cubicBezTo>
                <a:cubicBezTo>
                  <a:pt x="1049978" y="62565"/>
                  <a:pt x="1053342" y="64885"/>
                  <a:pt x="1058415" y="67339"/>
                </a:cubicBezTo>
                <a:lnTo>
                  <a:pt x="1070110" y="73021"/>
                </a:lnTo>
                <a:cubicBezTo>
                  <a:pt x="1080951" y="78301"/>
                  <a:pt x="1086371" y="85262"/>
                  <a:pt x="1086371" y="93905"/>
                </a:cubicBezTo>
                <a:cubicBezTo>
                  <a:pt x="1086371" y="100572"/>
                  <a:pt x="1083848" y="105946"/>
                  <a:pt x="1078801" y="110028"/>
                </a:cubicBezTo>
                <a:cubicBezTo>
                  <a:pt x="1073755" y="114108"/>
                  <a:pt x="1068107" y="116149"/>
                  <a:pt x="1061859" y="116149"/>
                </a:cubicBezTo>
                <a:cubicBezTo>
                  <a:pt x="1057374" y="116149"/>
                  <a:pt x="1052247" y="115348"/>
                  <a:pt x="1046480" y="113745"/>
                </a:cubicBezTo>
                <a:cubicBezTo>
                  <a:pt x="1044718" y="113211"/>
                  <a:pt x="1043276" y="112944"/>
                  <a:pt x="1042154" y="112944"/>
                </a:cubicBezTo>
                <a:cubicBezTo>
                  <a:pt x="1040926" y="112944"/>
                  <a:pt x="1039965" y="113639"/>
                  <a:pt x="1039271" y="115027"/>
                </a:cubicBezTo>
                <a:lnTo>
                  <a:pt x="1036627" y="115027"/>
                </a:lnTo>
                <a:lnTo>
                  <a:pt x="1036627" y="88754"/>
                </a:lnTo>
                <a:lnTo>
                  <a:pt x="1039271" y="88754"/>
                </a:lnTo>
                <a:cubicBezTo>
                  <a:pt x="1040766" y="96256"/>
                  <a:pt x="1043623" y="101910"/>
                  <a:pt x="1047842" y="105715"/>
                </a:cubicBezTo>
                <a:cubicBezTo>
                  <a:pt x="1052060" y="109520"/>
                  <a:pt x="1056786" y="111423"/>
                  <a:pt x="1062020" y="111423"/>
                </a:cubicBezTo>
                <a:cubicBezTo>
                  <a:pt x="1065704" y="111423"/>
                  <a:pt x="1068708" y="110343"/>
                  <a:pt x="1071031" y="108183"/>
                </a:cubicBezTo>
                <a:cubicBezTo>
                  <a:pt x="1073354" y="106022"/>
                  <a:pt x="1074516" y="103421"/>
                  <a:pt x="1074516" y="100381"/>
                </a:cubicBezTo>
                <a:cubicBezTo>
                  <a:pt x="1074516" y="96700"/>
                  <a:pt x="1073221" y="93606"/>
                  <a:pt x="1070631" y="91099"/>
                </a:cubicBezTo>
                <a:cubicBezTo>
                  <a:pt x="1068041" y="88592"/>
                  <a:pt x="1062874" y="85419"/>
                  <a:pt x="1055131" y="81579"/>
                </a:cubicBezTo>
                <a:cubicBezTo>
                  <a:pt x="1047388" y="77738"/>
                  <a:pt x="1042314" y="74270"/>
                  <a:pt x="1039911" y="71176"/>
                </a:cubicBezTo>
                <a:cubicBezTo>
                  <a:pt x="1037508" y="68135"/>
                  <a:pt x="1036307" y="64295"/>
                  <a:pt x="1036307" y="59654"/>
                </a:cubicBezTo>
                <a:cubicBezTo>
                  <a:pt x="1036307" y="53626"/>
                  <a:pt x="1038376" y="48585"/>
                  <a:pt x="1042515" y="44532"/>
                </a:cubicBezTo>
                <a:cubicBezTo>
                  <a:pt x="1046653" y="40477"/>
                  <a:pt x="1052007" y="38449"/>
                  <a:pt x="1058575" y="38449"/>
                </a:cubicBezTo>
                <a:cubicBezTo>
                  <a:pt x="1061459" y="38449"/>
                  <a:pt x="1064957" y="39063"/>
                  <a:pt x="1069069" y="40292"/>
                </a:cubicBezTo>
                <a:cubicBezTo>
                  <a:pt x="1071792" y="41093"/>
                  <a:pt x="1073608" y="41493"/>
                  <a:pt x="1074516" y="41493"/>
                </a:cubicBezTo>
                <a:cubicBezTo>
                  <a:pt x="1075370" y="41493"/>
                  <a:pt x="1076038" y="41306"/>
                  <a:pt x="1076518" y="40932"/>
                </a:cubicBezTo>
                <a:cubicBezTo>
                  <a:pt x="1076999" y="40559"/>
                  <a:pt x="1077560" y="39731"/>
                  <a:pt x="1078200" y="38449"/>
                </a:cubicBezTo>
                <a:lnTo>
                  <a:pt x="1080844" y="38449"/>
                </a:lnTo>
                <a:close/>
                <a:moveTo>
                  <a:pt x="1166927" y="46139"/>
                </a:moveTo>
                <a:lnTo>
                  <a:pt x="1166927" y="94421"/>
                </a:lnTo>
                <a:cubicBezTo>
                  <a:pt x="1166927" y="101265"/>
                  <a:pt x="1167675" y="105595"/>
                  <a:pt x="1169170" y="107412"/>
                </a:cubicBezTo>
                <a:cubicBezTo>
                  <a:pt x="1171146" y="109765"/>
                  <a:pt x="1173789" y="110942"/>
                  <a:pt x="1177100" y="110942"/>
                </a:cubicBezTo>
                <a:lnTo>
                  <a:pt x="1183749" y="110942"/>
                </a:lnTo>
                <a:lnTo>
                  <a:pt x="1183749" y="113906"/>
                </a:lnTo>
                <a:lnTo>
                  <a:pt x="1139933" y="113906"/>
                </a:lnTo>
                <a:lnTo>
                  <a:pt x="1139933" y="110942"/>
                </a:lnTo>
                <a:lnTo>
                  <a:pt x="1143217" y="110942"/>
                </a:lnTo>
                <a:cubicBezTo>
                  <a:pt x="1145353" y="110942"/>
                  <a:pt x="1147302" y="110407"/>
                  <a:pt x="1149064" y="109337"/>
                </a:cubicBezTo>
                <a:cubicBezTo>
                  <a:pt x="1150827" y="108268"/>
                  <a:pt x="1152041" y="106824"/>
                  <a:pt x="1152709" y="105007"/>
                </a:cubicBezTo>
                <a:cubicBezTo>
                  <a:pt x="1153376" y="103189"/>
                  <a:pt x="1153710" y="99661"/>
                  <a:pt x="1153710" y="94421"/>
                </a:cubicBezTo>
                <a:lnTo>
                  <a:pt x="1153710" y="46139"/>
                </a:lnTo>
                <a:lnTo>
                  <a:pt x="1139452" y="46139"/>
                </a:lnTo>
                <a:lnTo>
                  <a:pt x="1139452" y="40532"/>
                </a:lnTo>
                <a:lnTo>
                  <a:pt x="1153710" y="40532"/>
                </a:lnTo>
                <a:lnTo>
                  <a:pt x="1153710" y="35706"/>
                </a:lnTo>
                <a:cubicBezTo>
                  <a:pt x="1153710" y="28361"/>
                  <a:pt x="1154885" y="22142"/>
                  <a:pt x="1157235" y="17049"/>
                </a:cubicBezTo>
                <a:cubicBezTo>
                  <a:pt x="1159584" y="11956"/>
                  <a:pt x="1163176" y="7842"/>
                  <a:pt x="1168009" y="4706"/>
                </a:cubicBezTo>
                <a:cubicBezTo>
                  <a:pt x="1172841" y="1569"/>
                  <a:pt x="1178275" y="0"/>
                  <a:pt x="1184309" y="0"/>
                </a:cubicBezTo>
                <a:cubicBezTo>
                  <a:pt x="1189917" y="0"/>
                  <a:pt x="1195070" y="1816"/>
                  <a:pt x="1199769" y="5447"/>
                </a:cubicBezTo>
                <a:cubicBezTo>
                  <a:pt x="1202866" y="7850"/>
                  <a:pt x="1204415" y="10547"/>
                  <a:pt x="1204415" y="13537"/>
                </a:cubicBezTo>
                <a:cubicBezTo>
                  <a:pt x="1204415" y="15139"/>
                  <a:pt x="1203721" y="16648"/>
                  <a:pt x="1202332" y="18063"/>
                </a:cubicBezTo>
                <a:cubicBezTo>
                  <a:pt x="1200944" y="19478"/>
                  <a:pt x="1199449" y="20186"/>
                  <a:pt x="1197847" y="20186"/>
                </a:cubicBezTo>
                <a:cubicBezTo>
                  <a:pt x="1196618" y="20186"/>
                  <a:pt x="1195323" y="19740"/>
                  <a:pt x="1193962" y="18849"/>
                </a:cubicBezTo>
                <a:cubicBezTo>
                  <a:pt x="1192600" y="17958"/>
                  <a:pt x="1190931" y="16041"/>
                  <a:pt x="1188955" y="13099"/>
                </a:cubicBezTo>
                <a:cubicBezTo>
                  <a:pt x="1186979" y="10157"/>
                  <a:pt x="1185164" y="8173"/>
                  <a:pt x="1183508" y="7147"/>
                </a:cubicBezTo>
                <a:cubicBezTo>
                  <a:pt x="1181853" y="6120"/>
                  <a:pt x="1180011" y="5607"/>
                  <a:pt x="1177981" y="5607"/>
                </a:cubicBezTo>
                <a:cubicBezTo>
                  <a:pt x="1175525" y="5607"/>
                  <a:pt x="1173442" y="6268"/>
                  <a:pt x="1171733" y="7590"/>
                </a:cubicBezTo>
                <a:cubicBezTo>
                  <a:pt x="1170024" y="8910"/>
                  <a:pt x="1168796" y="10957"/>
                  <a:pt x="1168049" y="13733"/>
                </a:cubicBezTo>
                <a:cubicBezTo>
                  <a:pt x="1167301" y="16508"/>
                  <a:pt x="1166927" y="23662"/>
                  <a:pt x="1166927" y="35195"/>
                </a:cubicBezTo>
                <a:lnTo>
                  <a:pt x="1166927" y="40532"/>
                </a:lnTo>
                <a:lnTo>
                  <a:pt x="1185831" y="40532"/>
                </a:lnTo>
                <a:lnTo>
                  <a:pt x="1185831" y="46139"/>
                </a:lnTo>
                <a:lnTo>
                  <a:pt x="1166927" y="46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orQ1]">
            <a:extLst xmlns:a="http://schemas.openxmlformats.org/drawingml/2006/main">
              <a:ext uri="{FF2B5EF4-FFF2-40B4-BE49-F238E27FC236}">
                <a16:creationId xmlns:a16="http://schemas.microsoft.com/office/drawing/2014/main" id="{F2472E4C-256D-4AA9-AA3C-F98DC27A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553" y="5137301"/>
            <a:ext cx="413860" cy="143704"/>
          </a:xfrm>
          <a:custGeom xmlns:a="http://schemas.openxmlformats.org/drawingml/2006/main">
            <a:pathLst>
              <a:path w="413860" h="143704">
                <a:moveTo>
                  <a:pt x="35485" y="35726"/>
                </a:moveTo>
                <a:cubicBezTo>
                  <a:pt x="46593" y="35726"/>
                  <a:pt x="55511" y="39940"/>
                  <a:pt x="62240" y="48369"/>
                </a:cubicBezTo>
                <a:cubicBezTo>
                  <a:pt x="67954" y="55570"/>
                  <a:pt x="70811" y="63839"/>
                  <a:pt x="70811" y="73176"/>
                </a:cubicBezTo>
                <a:cubicBezTo>
                  <a:pt x="70811" y="79738"/>
                  <a:pt x="69235" y="86380"/>
                  <a:pt x="66085" y="93102"/>
                </a:cubicBezTo>
                <a:cubicBezTo>
                  <a:pt x="62934" y="99822"/>
                  <a:pt x="58595" y="104889"/>
                  <a:pt x="53068" y="108304"/>
                </a:cubicBezTo>
                <a:cubicBezTo>
                  <a:pt x="47541" y="111718"/>
                  <a:pt x="41386" y="113425"/>
                  <a:pt x="34604" y="113425"/>
                </a:cubicBezTo>
                <a:cubicBezTo>
                  <a:pt x="23550" y="113425"/>
                  <a:pt x="14766" y="109024"/>
                  <a:pt x="8251" y="100221"/>
                </a:cubicBezTo>
                <a:cubicBezTo>
                  <a:pt x="2750" y="92806"/>
                  <a:pt x="0" y="84485"/>
                  <a:pt x="0" y="75256"/>
                </a:cubicBezTo>
                <a:cubicBezTo>
                  <a:pt x="0" y="68534"/>
                  <a:pt x="1669" y="61852"/>
                  <a:pt x="5006" y="55211"/>
                </a:cubicBezTo>
                <a:cubicBezTo>
                  <a:pt x="8344" y="48569"/>
                  <a:pt x="12736" y="43661"/>
                  <a:pt x="18183" y="40487"/>
                </a:cubicBezTo>
                <a:cubicBezTo>
                  <a:pt x="23630" y="37313"/>
                  <a:pt x="29398" y="35726"/>
                  <a:pt x="35485" y="35726"/>
                </a:cubicBezTo>
                <a:moveTo>
                  <a:pt x="33002" y="41012"/>
                </a:moveTo>
                <a:cubicBezTo>
                  <a:pt x="30172" y="41012"/>
                  <a:pt x="27328" y="41853"/>
                  <a:pt x="24471" y="43533"/>
                </a:cubicBezTo>
                <a:cubicBezTo>
                  <a:pt x="21614" y="45214"/>
                  <a:pt x="19305" y="48161"/>
                  <a:pt x="17542" y="52374"/>
                </a:cubicBezTo>
                <a:cubicBezTo>
                  <a:pt x="15780" y="56588"/>
                  <a:pt x="14899" y="62002"/>
                  <a:pt x="14899" y="68615"/>
                </a:cubicBezTo>
                <a:cubicBezTo>
                  <a:pt x="14899" y="79282"/>
                  <a:pt x="17022" y="88483"/>
                  <a:pt x="21267" y="96218"/>
                </a:cubicBezTo>
                <a:cubicBezTo>
                  <a:pt x="25513" y="103951"/>
                  <a:pt x="31106" y="107818"/>
                  <a:pt x="38049" y="107818"/>
                </a:cubicBezTo>
                <a:cubicBezTo>
                  <a:pt x="43229" y="107818"/>
                  <a:pt x="47501" y="105684"/>
                  <a:pt x="50865" y="101417"/>
                </a:cubicBezTo>
                <a:cubicBezTo>
                  <a:pt x="54229" y="97150"/>
                  <a:pt x="55912" y="89817"/>
                  <a:pt x="55912" y="79417"/>
                </a:cubicBezTo>
                <a:cubicBezTo>
                  <a:pt x="55912" y="66402"/>
                  <a:pt x="53108" y="56160"/>
                  <a:pt x="47501" y="48692"/>
                </a:cubicBezTo>
                <a:cubicBezTo>
                  <a:pt x="43709" y="43572"/>
                  <a:pt x="38876" y="41012"/>
                  <a:pt x="33002" y="41012"/>
                </a:cubicBezTo>
                <a:close/>
                <a:moveTo>
                  <a:pt x="103092" y="35726"/>
                </a:moveTo>
                <a:lnTo>
                  <a:pt x="103092" y="52227"/>
                </a:lnTo>
                <a:cubicBezTo>
                  <a:pt x="109233" y="41226"/>
                  <a:pt x="115535" y="35726"/>
                  <a:pt x="121996" y="35726"/>
                </a:cubicBezTo>
                <a:cubicBezTo>
                  <a:pt x="124933" y="35726"/>
                  <a:pt x="127363" y="36620"/>
                  <a:pt x="129286" y="38409"/>
                </a:cubicBezTo>
                <a:cubicBezTo>
                  <a:pt x="131208" y="40198"/>
                  <a:pt x="132169" y="42267"/>
                  <a:pt x="132169" y="44617"/>
                </a:cubicBezTo>
                <a:cubicBezTo>
                  <a:pt x="132169" y="46700"/>
                  <a:pt x="131475" y="48462"/>
                  <a:pt x="130087" y="49904"/>
                </a:cubicBezTo>
                <a:cubicBezTo>
                  <a:pt x="128698" y="51346"/>
                  <a:pt x="127043" y="52067"/>
                  <a:pt x="125120" y="52067"/>
                </a:cubicBezTo>
                <a:cubicBezTo>
                  <a:pt x="123251" y="52067"/>
                  <a:pt x="121155" y="51145"/>
                  <a:pt x="118832" y="49303"/>
                </a:cubicBezTo>
                <a:cubicBezTo>
                  <a:pt x="116509" y="47461"/>
                  <a:pt x="114787" y="46540"/>
                  <a:pt x="113666" y="46540"/>
                </a:cubicBezTo>
                <a:cubicBezTo>
                  <a:pt x="112704" y="46540"/>
                  <a:pt x="111663" y="47072"/>
                  <a:pt x="110542" y="48137"/>
                </a:cubicBezTo>
                <a:cubicBezTo>
                  <a:pt x="108139" y="50321"/>
                  <a:pt x="105655" y="53916"/>
                  <a:pt x="103092" y="58923"/>
                </a:cubicBezTo>
                <a:lnTo>
                  <a:pt x="103092" y="93998"/>
                </a:lnTo>
                <a:cubicBezTo>
                  <a:pt x="103092" y="98045"/>
                  <a:pt x="103599" y="101107"/>
                  <a:pt x="104614" y="103184"/>
                </a:cubicBezTo>
                <a:cubicBezTo>
                  <a:pt x="105308" y="104623"/>
                  <a:pt x="106536" y="105822"/>
                  <a:pt x="108299" y="106782"/>
                </a:cubicBezTo>
                <a:cubicBezTo>
                  <a:pt x="110061" y="107739"/>
                  <a:pt x="112598" y="108218"/>
                  <a:pt x="115908" y="108218"/>
                </a:cubicBezTo>
                <a:lnTo>
                  <a:pt x="115908" y="111182"/>
                </a:lnTo>
                <a:lnTo>
                  <a:pt x="78340" y="111182"/>
                </a:lnTo>
                <a:lnTo>
                  <a:pt x="78340" y="108218"/>
                </a:lnTo>
                <a:cubicBezTo>
                  <a:pt x="82079" y="108218"/>
                  <a:pt x="84855" y="107633"/>
                  <a:pt x="86671" y="106461"/>
                </a:cubicBezTo>
                <a:cubicBezTo>
                  <a:pt x="88006" y="105608"/>
                  <a:pt x="88941" y="104249"/>
                  <a:pt x="89475" y="102383"/>
                </a:cubicBezTo>
                <a:cubicBezTo>
                  <a:pt x="89742" y="101477"/>
                  <a:pt x="89875" y="98893"/>
                  <a:pt x="89875" y="94631"/>
                </a:cubicBezTo>
                <a:lnTo>
                  <a:pt x="89875" y="66257"/>
                </a:lnTo>
                <a:cubicBezTo>
                  <a:pt x="89875" y="57731"/>
                  <a:pt x="89702" y="52657"/>
                  <a:pt x="89354" y="51033"/>
                </a:cubicBezTo>
                <a:cubicBezTo>
                  <a:pt x="89007" y="49407"/>
                  <a:pt x="88367" y="48222"/>
                  <a:pt x="87432" y="47476"/>
                </a:cubicBezTo>
                <a:cubicBezTo>
                  <a:pt x="86497" y="46730"/>
                  <a:pt x="85336" y="46357"/>
                  <a:pt x="83948" y="46357"/>
                </a:cubicBezTo>
                <a:cubicBezTo>
                  <a:pt x="82292" y="46357"/>
                  <a:pt x="80423" y="46756"/>
                  <a:pt x="78340" y="47556"/>
                </a:cubicBezTo>
                <a:lnTo>
                  <a:pt x="77539" y="44677"/>
                </a:lnTo>
                <a:lnTo>
                  <a:pt x="99728" y="35726"/>
                </a:lnTo>
                <a:lnTo>
                  <a:pt x="103092" y="35726"/>
                </a:lnTo>
                <a:close/>
                <a:moveTo>
                  <a:pt x="244391" y="112464"/>
                </a:moveTo>
                <a:cubicBezTo>
                  <a:pt x="249838" y="121836"/>
                  <a:pt x="255726" y="128731"/>
                  <a:pt x="262054" y="133150"/>
                </a:cubicBezTo>
                <a:cubicBezTo>
                  <a:pt x="268382" y="137571"/>
                  <a:pt x="275578" y="140101"/>
                  <a:pt x="283641" y="140740"/>
                </a:cubicBezTo>
                <a:lnTo>
                  <a:pt x="283641" y="143383"/>
                </a:lnTo>
                <a:cubicBezTo>
                  <a:pt x="276272" y="143116"/>
                  <a:pt x="268395" y="141635"/>
                  <a:pt x="260011" y="138938"/>
                </a:cubicBezTo>
                <a:cubicBezTo>
                  <a:pt x="251627" y="136241"/>
                  <a:pt x="243684" y="132503"/>
                  <a:pt x="236181" y="127723"/>
                </a:cubicBezTo>
                <a:cubicBezTo>
                  <a:pt x="228678" y="122944"/>
                  <a:pt x="222203" y="117857"/>
                  <a:pt x="216756" y="112464"/>
                </a:cubicBezTo>
                <a:cubicBezTo>
                  <a:pt x="209066" y="109367"/>
                  <a:pt x="202978" y="106082"/>
                  <a:pt x="198493" y="102611"/>
                </a:cubicBezTo>
                <a:cubicBezTo>
                  <a:pt x="191978" y="97431"/>
                  <a:pt x="186918" y="91063"/>
                  <a:pt x="183313" y="83507"/>
                </a:cubicBezTo>
                <a:cubicBezTo>
                  <a:pt x="179709" y="75950"/>
                  <a:pt x="177906" y="67019"/>
                  <a:pt x="177906" y="56713"/>
                </a:cubicBezTo>
                <a:cubicBezTo>
                  <a:pt x="177906" y="40478"/>
                  <a:pt x="183166" y="26995"/>
                  <a:pt x="193686" y="16261"/>
                </a:cubicBezTo>
                <a:cubicBezTo>
                  <a:pt x="204207" y="5527"/>
                  <a:pt x="216943" y="160"/>
                  <a:pt x="231895" y="160"/>
                </a:cubicBezTo>
                <a:cubicBezTo>
                  <a:pt x="246100" y="160"/>
                  <a:pt x="258396" y="5540"/>
                  <a:pt x="268782" y="16301"/>
                </a:cubicBezTo>
                <a:cubicBezTo>
                  <a:pt x="279169" y="27061"/>
                  <a:pt x="284362" y="40639"/>
                  <a:pt x="284362" y="57033"/>
                </a:cubicBezTo>
                <a:cubicBezTo>
                  <a:pt x="284362" y="70330"/>
                  <a:pt x="280664" y="81998"/>
                  <a:pt x="273268" y="92038"/>
                </a:cubicBezTo>
                <a:cubicBezTo>
                  <a:pt x="265872" y="102077"/>
                  <a:pt x="256246" y="108886"/>
                  <a:pt x="244391" y="112464"/>
                </a:cubicBezTo>
                <a:moveTo>
                  <a:pt x="230934" y="6328"/>
                </a:moveTo>
                <a:cubicBezTo>
                  <a:pt x="221215" y="6328"/>
                  <a:pt x="213392" y="9799"/>
                  <a:pt x="207464" y="16741"/>
                </a:cubicBezTo>
                <a:cubicBezTo>
                  <a:pt x="199988" y="25446"/>
                  <a:pt x="196250" y="38770"/>
                  <a:pt x="196250" y="56713"/>
                </a:cubicBezTo>
                <a:cubicBezTo>
                  <a:pt x="196250" y="74282"/>
                  <a:pt x="200041" y="87819"/>
                  <a:pt x="207624" y="97324"/>
                </a:cubicBezTo>
                <a:cubicBezTo>
                  <a:pt x="213498" y="104641"/>
                  <a:pt x="221268" y="108299"/>
                  <a:pt x="230934" y="108299"/>
                </a:cubicBezTo>
                <a:cubicBezTo>
                  <a:pt x="240974" y="108299"/>
                  <a:pt x="249064" y="104641"/>
                  <a:pt x="255205" y="97324"/>
                </a:cubicBezTo>
                <a:cubicBezTo>
                  <a:pt x="262414" y="88673"/>
                  <a:pt x="266019" y="75910"/>
                  <a:pt x="266019" y="59036"/>
                </a:cubicBezTo>
                <a:cubicBezTo>
                  <a:pt x="266019" y="46059"/>
                  <a:pt x="264043" y="35138"/>
                  <a:pt x="260091" y="26274"/>
                </a:cubicBezTo>
                <a:cubicBezTo>
                  <a:pt x="257047" y="19438"/>
                  <a:pt x="253002" y="14405"/>
                  <a:pt x="247956" y="11174"/>
                </a:cubicBezTo>
                <a:cubicBezTo>
                  <a:pt x="242909" y="7943"/>
                  <a:pt x="237235" y="6328"/>
                  <a:pt x="230934" y="6328"/>
                </a:cubicBezTo>
                <a:close/>
                <a:moveTo>
                  <a:pt x="309807" y="13217"/>
                </a:moveTo>
                <a:lnTo>
                  <a:pt x="336241" y="320"/>
                </a:lnTo>
                <a:lnTo>
                  <a:pt x="338885" y="320"/>
                </a:lnTo>
                <a:lnTo>
                  <a:pt x="338885" y="92038"/>
                </a:lnTo>
                <a:cubicBezTo>
                  <a:pt x="338885" y="98126"/>
                  <a:pt x="339138" y="101917"/>
                  <a:pt x="339646" y="103412"/>
                </a:cubicBezTo>
                <a:cubicBezTo>
                  <a:pt x="340153" y="104908"/>
                  <a:pt x="341208" y="106056"/>
                  <a:pt x="342810" y="106857"/>
                </a:cubicBezTo>
                <a:cubicBezTo>
                  <a:pt x="344412" y="107658"/>
                  <a:pt x="347669" y="108112"/>
                  <a:pt x="352582" y="108218"/>
                </a:cubicBezTo>
                <a:lnTo>
                  <a:pt x="352582" y="111182"/>
                </a:lnTo>
                <a:lnTo>
                  <a:pt x="311730" y="111182"/>
                </a:lnTo>
                <a:lnTo>
                  <a:pt x="311730" y="108218"/>
                </a:lnTo>
                <a:cubicBezTo>
                  <a:pt x="316856" y="108112"/>
                  <a:pt x="320167" y="107671"/>
                  <a:pt x="321663" y="106897"/>
                </a:cubicBezTo>
                <a:cubicBezTo>
                  <a:pt x="323158" y="106122"/>
                  <a:pt x="324199" y="105081"/>
                  <a:pt x="324787" y="103773"/>
                </a:cubicBezTo>
                <a:cubicBezTo>
                  <a:pt x="325374" y="102464"/>
                  <a:pt x="325668" y="98553"/>
                  <a:pt x="325668" y="92038"/>
                </a:cubicBezTo>
                <a:lnTo>
                  <a:pt x="325668" y="33403"/>
                </a:lnTo>
                <a:cubicBezTo>
                  <a:pt x="325668" y="25499"/>
                  <a:pt x="325401" y="20426"/>
                  <a:pt x="324867" y="18183"/>
                </a:cubicBezTo>
                <a:cubicBezTo>
                  <a:pt x="324493" y="16474"/>
                  <a:pt x="323812" y="15219"/>
                  <a:pt x="322824" y="14418"/>
                </a:cubicBezTo>
                <a:cubicBezTo>
                  <a:pt x="321836" y="13617"/>
                  <a:pt x="320648" y="13217"/>
                  <a:pt x="319259" y="13217"/>
                </a:cubicBezTo>
                <a:cubicBezTo>
                  <a:pt x="317284" y="13217"/>
                  <a:pt x="314533" y="14045"/>
                  <a:pt x="311009" y="15700"/>
                </a:cubicBezTo>
                <a:lnTo>
                  <a:pt x="309807" y="13217"/>
                </a:lnTo>
                <a:close/>
                <a:moveTo>
                  <a:pt x="378615" y="0"/>
                </a:moveTo>
                <a:lnTo>
                  <a:pt x="413860" y="0"/>
                </a:lnTo>
                <a:lnTo>
                  <a:pt x="413860" y="143704"/>
                </a:lnTo>
                <a:lnTo>
                  <a:pt x="378615" y="143704"/>
                </a:lnTo>
                <a:lnTo>
                  <a:pt x="378615" y="137376"/>
                </a:lnTo>
                <a:lnTo>
                  <a:pt x="401845" y="137376"/>
                </a:lnTo>
                <a:lnTo>
                  <a:pt x="401845" y="6328"/>
                </a:lnTo>
                <a:lnTo>
                  <a:pt x="378615" y="6328"/>
                </a:lnTo>
                <a:lnTo>
                  <a:pt x="3786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Aa-2:[Answersf">
            <a:extLst xmlns:a="http://schemas.openxmlformats.org/drawingml/2006/main">
              <a:ext uri="{FF2B5EF4-FFF2-40B4-BE49-F238E27FC236}">
                <a16:creationId xmlns:a16="http://schemas.microsoft.com/office/drawing/2014/main" id="{DF8D5C40-B2BE-4323-A87F-74F34991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273" y="5339639"/>
            <a:ext cx="1204415" cy="146427"/>
          </a:xfrm>
          <a:custGeom xmlns:a="http://schemas.openxmlformats.org/drawingml/2006/main">
            <a:pathLst>
              <a:path w="1204415" h="146427">
                <a:moveTo>
                  <a:pt x="66966" y="82826"/>
                </a:moveTo>
                <a:lnTo>
                  <a:pt x="28597" y="82826"/>
                </a:lnTo>
                <a:lnTo>
                  <a:pt x="24031" y="93452"/>
                </a:lnTo>
                <a:cubicBezTo>
                  <a:pt x="22535" y="97015"/>
                  <a:pt x="21788" y="99957"/>
                  <a:pt x="21788" y="102278"/>
                </a:cubicBezTo>
                <a:cubicBezTo>
                  <a:pt x="21788" y="105354"/>
                  <a:pt x="23016" y="107621"/>
                  <a:pt x="25473" y="109080"/>
                </a:cubicBezTo>
                <a:cubicBezTo>
                  <a:pt x="26914" y="109942"/>
                  <a:pt x="30466" y="110590"/>
                  <a:pt x="36126" y="111022"/>
                </a:cubicBezTo>
                <a:lnTo>
                  <a:pt x="36126" y="113906"/>
                </a:lnTo>
                <a:lnTo>
                  <a:pt x="0" y="113906"/>
                </a:lnTo>
                <a:lnTo>
                  <a:pt x="0" y="111022"/>
                </a:lnTo>
                <a:cubicBezTo>
                  <a:pt x="3898" y="110430"/>
                  <a:pt x="7102" y="108799"/>
                  <a:pt x="9612" y="106131"/>
                </a:cubicBezTo>
                <a:cubicBezTo>
                  <a:pt x="12122" y="103461"/>
                  <a:pt x="15219" y="97947"/>
                  <a:pt x="18904" y="89590"/>
                </a:cubicBezTo>
                <a:lnTo>
                  <a:pt x="57754" y="2884"/>
                </a:lnTo>
                <a:lnTo>
                  <a:pt x="59276" y="2884"/>
                </a:lnTo>
                <a:lnTo>
                  <a:pt x="98446" y="92005"/>
                </a:lnTo>
                <a:cubicBezTo>
                  <a:pt x="102184" y="100529"/>
                  <a:pt x="105255" y="105897"/>
                  <a:pt x="107658" y="108108"/>
                </a:cubicBezTo>
                <a:cubicBezTo>
                  <a:pt x="109473" y="109780"/>
                  <a:pt x="112037" y="110752"/>
                  <a:pt x="115348" y="111022"/>
                </a:cubicBezTo>
                <a:lnTo>
                  <a:pt x="115348" y="113906"/>
                </a:lnTo>
                <a:lnTo>
                  <a:pt x="62800" y="113906"/>
                </a:lnTo>
                <a:lnTo>
                  <a:pt x="62800" y="111022"/>
                </a:lnTo>
                <a:lnTo>
                  <a:pt x="64963" y="111022"/>
                </a:lnTo>
                <a:cubicBezTo>
                  <a:pt x="69182" y="111022"/>
                  <a:pt x="72146" y="110425"/>
                  <a:pt x="73854" y="109230"/>
                </a:cubicBezTo>
                <a:cubicBezTo>
                  <a:pt x="75029" y="108362"/>
                  <a:pt x="75617" y="107113"/>
                  <a:pt x="75617" y="105482"/>
                </a:cubicBezTo>
                <a:cubicBezTo>
                  <a:pt x="75617" y="104506"/>
                  <a:pt x="75457" y="103502"/>
                  <a:pt x="75136" y="102469"/>
                </a:cubicBezTo>
                <a:cubicBezTo>
                  <a:pt x="75029" y="101981"/>
                  <a:pt x="74228" y="99945"/>
                  <a:pt x="72733" y="96361"/>
                </a:cubicBezTo>
                <a:lnTo>
                  <a:pt x="66966" y="82826"/>
                </a:lnTo>
                <a:moveTo>
                  <a:pt x="64242" y="76898"/>
                </a:moveTo>
                <a:lnTo>
                  <a:pt x="48061" y="39445"/>
                </a:lnTo>
                <a:lnTo>
                  <a:pt x="31400" y="76898"/>
                </a:lnTo>
                <a:lnTo>
                  <a:pt x="64242" y="76898"/>
                </a:lnTo>
                <a:close/>
                <a:moveTo>
                  <a:pt x="196011" y="102852"/>
                </a:moveTo>
                <a:cubicBezTo>
                  <a:pt x="186879" y="110969"/>
                  <a:pt x="178682" y="115027"/>
                  <a:pt x="171419" y="115027"/>
                </a:cubicBezTo>
                <a:cubicBezTo>
                  <a:pt x="167147" y="115027"/>
                  <a:pt x="163596" y="113621"/>
                  <a:pt x="160766" y="110809"/>
                </a:cubicBezTo>
                <a:cubicBezTo>
                  <a:pt x="157935" y="107996"/>
                  <a:pt x="156520" y="104473"/>
                  <a:pt x="156520" y="100241"/>
                </a:cubicBezTo>
                <a:cubicBezTo>
                  <a:pt x="156520" y="94507"/>
                  <a:pt x="158977" y="89349"/>
                  <a:pt x="163890" y="84768"/>
                </a:cubicBezTo>
                <a:cubicBezTo>
                  <a:pt x="168803" y="80188"/>
                  <a:pt x="179510" y="74093"/>
                  <a:pt x="196011" y="66485"/>
                </a:cubicBezTo>
                <a:lnTo>
                  <a:pt x="196011" y="58955"/>
                </a:lnTo>
                <a:cubicBezTo>
                  <a:pt x="196011" y="53295"/>
                  <a:pt x="195704" y="49730"/>
                  <a:pt x="195090" y="48262"/>
                </a:cubicBezTo>
                <a:cubicBezTo>
                  <a:pt x="194476" y="46793"/>
                  <a:pt x="193314" y="45512"/>
                  <a:pt x="191605" y="44417"/>
                </a:cubicBezTo>
                <a:cubicBezTo>
                  <a:pt x="189896" y="43322"/>
                  <a:pt x="187974" y="42775"/>
                  <a:pt x="185838" y="42775"/>
                </a:cubicBezTo>
                <a:cubicBezTo>
                  <a:pt x="182367" y="42775"/>
                  <a:pt x="179510" y="43549"/>
                  <a:pt x="177267" y="45098"/>
                </a:cubicBezTo>
                <a:cubicBezTo>
                  <a:pt x="175878" y="46059"/>
                  <a:pt x="175184" y="47180"/>
                  <a:pt x="175184" y="48462"/>
                </a:cubicBezTo>
                <a:cubicBezTo>
                  <a:pt x="175184" y="49583"/>
                  <a:pt x="175932" y="50972"/>
                  <a:pt x="177427" y="52627"/>
                </a:cubicBezTo>
                <a:cubicBezTo>
                  <a:pt x="179456" y="54924"/>
                  <a:pt x="180471" y="57140"/>
                  <a:pt x="180471" y="59276"/>
                </a:cubicBezTo>
                <a:cubicBezTo>
                  <a:pt x="180471" y="61893"/>
                  <a:pt x="179496" y="64122"/>
                  <a:pt x="177547" y="65964"/>
                </a:cubicBezTo>
                <a:cubicBezTo>
                  <a:pt x="175598" y="67807"/>
                  <a:pt x="173048" y="68728"/>
                  <a:pt x="169897" y="68728"/>
                </a:cubicBezTo>
                <a:cubicBezTo>
                  <a:pt x="166533" y="68728"/>
                  <a:pt x="163716" y="67713"/>
                  <a:pt x="161447" y="65684"/>
                </a:cubicBezTo>
                <a:cubicBezTo>
                  <a:pt x="159177" y="63655"/>
                  <a:pt x="158042" y="61278"/>
                  <a:pt x="158042" y="58555"/>
                </a:cubicBezTo>
                <a:cubicBezTo>
                  <a:pt x="158042" y="54710"/>
                  <a:pt x="159564" y="51039"/>
                  <a:pt x="162608" y="47541"/>
                </a:cubicBezTo>
                <a:cubicBezTo>
                  <a:pt x="165652" y="44043"/>
                  <a:pt x="169897" y="41360"/>
                  <a:pt x="175344" y="39491"/>
                </a:cubicBezTo>
                <a:cubicBezTo>
                  <a:pt x="180791" y="37621"/>
                  <a:pt x="186452" y="36687"/>
                  <a:pt x="192326" y="36687"/>
                </a:cubicBezTo>
                <a:cubicBezTo>
                  <a:pt x="199429" y="36687"/>
                  <a:pt x="205049" y="38200"/>
                  <a:pt x="209188" y="41225"/>
                </a:cubicBezTo>
                <a:cubicBezTo>
                  <a:pt x="213326" y="44249"/>
                  <a:pt x="216010" y="47527"/>
                  <a:pt x="217238" y="51060"/>
                </a:cubicBezTo>
                <a:cubicBezTo>
                  <a:pt x="217986" y="53308"/>
                  <a:pt x="218359" y="58473"/>
                  <a:pt x="218359" y="66555"/>
                </a:cubicBezTo>
                <a:lnTo>
                  <a:pt x="218359" y="95700"/>
                </a:lnTo>
                <a:cubicBezTo>
                  <a:pt x="218359" y="99126"/>
                  <a:pt x="218493" y="101281"/>
                  <a:pt x="218760" y="102166"/>
                </a:cubicBezTo>
                <a:cubicBezTo>
                  <a:pt x="219027" y="103048"/>
                  <a:pt x="219427" y="103704"/>
                  <a:pt x="219961" y="104133"/>
                </a:cubicBezTo>
                <a:cubicBezTo>
                  <a:pt x="220495" y="104560"/>
                  <a:pt x="221110" y="104774"/>
                  <a:pt x="221804" y="104774"/>
                </a:cubicBezTo>
                <a:cubicBezTo>
                  <a:pt x="223192" y="104774"/>
                  <a:pt x="224607" y="103786"/>
                  <a:pt x="226049" y="101810"/>
                </a:cubicBezTo>
                <a:lnTo>
                  <a:pt x="228452" y="103733"/>
                </a:lnTo>
                <a:cubicBezTo>
                  <a:pt x="225782" y="107684"/>
                  <a:pt x="223019" y="110555"/>
                  <a:pt x="220162" y="112344"/>
                </a:cubicBezTo>
                <a:cubicBezTo>
                  <a:pt x="217305" y="114133"/>
                  <a:pt x="214061" y="115027"/>
                  <a:pt x="210429" y="115027"/>
                </a:cubicBezTo>
                <a:cubicBezTo>
                  <a:pt x="206157" y="115027"/>
                  <a:pt x="202820" y="114019"/>
                  <a:pt x="200416" y="112003"/>
                </a:cubicBezTo>
                <a:cubicBezTo>
                  <a:pt x="198013" y="109987"/>
                  <a:pt x="196545" y="106937"/>
                  <a:pt x="196011" y="102852"/>
                </a:cubicBezTo>
                <a:moveTo>
                  <a:pt x="196011" y="96924"/>
                </a:moveTo>
                <a:lnTo>
                  <a:pt x="196011" y="71867"/>
                </a:lnTo>
                <a:cubicBezTo>
                  <a:pt x="189549" y="75677"/>
                  <a:pt x="184743" y="79755"/>
                  <a:pt x="181592" y="84103"/>
                </a:cubicBezTo>
                <a:cubicBezTo>
                  <a:pt x="179510" y="87000"/>
                  <a:pt x="178468" y="89924"/>
                  <a:pt x="178468" y="92876"/>
                </a:cubicBezTo>
                <a:cubicBezTo>
                  <a:pt x="178468" y="95344"/>
                  <a:pt x="179350" y="97518"/>
                  <a:pt x="181112" y="99397"/>
                </a:cubicBezTo>
                <a:cubicBezTo>
                  <a:pt x="182447" y="100846"/>
                  <a:pt x="184316" y="101570"/>
                  <a:pt x="186719" y="101570"/>
                </a:cubicBezTo>
                <a:cubicBezTo>
                  <a:pt x="189389" y="101570"/>
                  <a:pt x="192486" y="100021"/>
                  <a:pt x="196011" y="96924"/>
                </a:cubicBezTo>
                <a:close/>
                <a:moveTo>
                  <a:pt x="281880" y="84428"/>
                </a:moveTo>
                <a:lnTo>
                  <a:pt x="235181" y="84428"/>
                </a:lnTo>
                <a:lnTo>
                  <a:pt x="235181" y="67767"/>
                </a:lnTo>
                <a:lnTo>
                  <a:pt x="281880" y="67767"/>
                </a:lnTo>
                <a:lnTo>
                  <a:pt x="281880" y="84428"/>
                </a:lnTo>
                <a:close/>
                <a:moveTo>
                  <a:pt x="353731" y="113906"/>
                </a:moveTo>
                <a:lnTo>
                  <a:pt x="289809" y="113906"/>
                </a:lnTo>
                <a:lnTo>
                  <a:pt x="289809" y="112143"/>
                </a:lnTo>
                <a:cubicBezTo>
                  <a:pt x="309408" y="88827"/>
                  <a:pt x="321303" y="73141"/>
                  <a:pt x="325495" y="65086"/>
                </a:cubicBezTo>
                <a:cubicBezTo>
                  <a:pt x="329687" y="57029"/>
                  <a:pt x="331783" y="49159"/>
                  <a:pt x="331783" y="41476"/>
                </a:cubicBezTo>
                <a:cubicBezTo>
                  <a:pt x="331783" y="35873"/>
                  <a:pt x="330048" y="31218"/>
                  <a:pt x="326576" y="27510"/>
                </a:cubicBezTo>
                <a:cubicBezTo>
                  <a:pt x="323105" y="23802"/>
                  <a:pt x="318860" y="21948"/>
                  <a:pt x="313840" y="21948"/>
                </a:cubicBezTo>
                <a:cubicBezTo>
                  <a:pt x="305616" y="21948"/>
                  <a:pt x="299235" y="26054"/>
                  <a:pt x="294696" y="34266"/>
                </a:cubicBezTo>
                <a:lnTo>
                  <a:pt x="291732" y="33228"/>
                </a:lnTo>
                <a:cubicBezTo>
                  <a:pt x="294616" y="22953"/>
                  <a:pt x="298995" y="15354"/>
                  <a:pt x="304869" y="10431"/>
                </a:cubicBezTo>
                <a:cubicBezTo>
                  <a:pt x="310743" y="5506"/>
                  <a:pt x="317525" y="3044"/>
                  <a:pt x="325215" y="3044"/>
                </a:cubicBezTo>
                <a:cubicBezTo>
                  <a:pt x="330715" y="3044"/>
                  <a:pt x="335735" y="4326"/>
                  <a:pt x="340274" y="6889"/>
                </a:cubicBezTo>
                <a:cubicBezTo>
                  <a:pt x="344813" y="9452"/>
                  <a:pt x="348364" y="12963"/>
                  <a:pt x="350928" y="17422"/>
                </a:cubicBezTo>
                <a:cubicBezTo>
                  <a:pt x="353491" y="21881"/>
                  <a:pt x="354773" y="26060"/>
                  <a:pt x="354773" y="29958"/>
                </a:cubicBezTo>
                <a:cubicBezTo>
                  <a:pt x="354773" y="37061"/>
                  <a:pt x="352797" y="44270"/>
                  <a:pt x="348845" y="51586"/>
                </a:cubicBezTo>
                <a:cubicBezTo>
                  <a:pt x="343451" y="61465"/>
                  <a:pt x="331676" y="75243"/>
                  <a:pt x="313520" y="92919"/>
                </a:cubicBezTo>
                <a:lnTo>
                  <a:pt x="336990" y="92919"/>
                </a:lnTo>
                <a:cubicBezTo>
                  <a:pt x="342757" y="92919"/>
                  <a:pt x="346509" y="92679"/>
                  <a:pt x="348244" y="92198"/>
                </a:cubicBezTo>
                <a:cubicBezTo>
                  <a:pt x="349980" y="91717"/>
                  <a:pt x="351408" y="90903"/>
                  <a:pt x="352530" y="89755"/>
                </a:cubicBezTo>
                <a:cubicBezTo>
                  <a:pt x="353651" y="88607"/>
                  <a:pt x="355120" y="86190"/>
                  <a:pt x="356935" y="82506"/>
                </a:cubicBezTo>
                <a:lnTo>
                  <a:pt x="359819" y="82506"/>
                </a:lnTo>
                <a:lnTo>
                  <a:pt x="353731" y="113906"/>
                </a:lnTo>
                <a:close/>
                <a:moveTo>
                  <a:pt x="395224" y="36847"/>
                </a:moveTo>
                <a:cubicBezTo>
                  <a:pt x="398909" y="36847"/>
                  <a:pt x="402046" y="38142"/>
                  <a:pt x="404636" y="40732"/>
                </a:cubicBezTo>
                <a:cubicBezTo>
                  <a:pt x="407226" y="43322"/>
                  <a:pt x="408521" y="46459"/>
                  <a:pt x="408521" y="50144"/>
                </a:cubicBezTo>
                <a:cubicBezTo>
                  <a:pt x="408521" y="53829"/>
                  <a:pt x="407226" y="56966"/>
                  <a:pt x="404636" y="59556"/>
                </a:cubicBezTo>
                <a:cubicBezTo>
                  <a:pt x="402046" y="62146"/>
                  <a:pt x="398909" y="63441"/>
                  <a:pt x="395224" y="63441"/>
                </a:cubicBezTo>
                <a:cubicBezTo>
                  <a:pt x="391539" y="63441"/>
                  <a:pt x="388402" y="62146"/>
                  <a:pt x="385812" y="59556"/>
                </a:cubicBezTo>
                <a:cubicBezTo>
                  <a:pt x="383222" y="56966"/>
                  <a:pt x="381927" y="53829"/>
                  <a:pt x="381927" y="50144"/>
                </a:cubicBezTo>
                <a:cubicBezTo>
                  <a:pt x="381927" y="46459"/>
                  <a:pt x="383222" y="43322"/>
                  <a:pt x="385812" y="40732"/>
                </a:cubicBezTo>
                <a:cubicBezTo>
                  <a:pt x="388402" y="38142"/>
                  <a:pt x="391539" y="36847"/>
                  <a:pt x="395224" y="36847"/>
                </a:cubicBezTo>
                <a:moveTo>
                  <a:pt x="395144" y="89234"/>
                </a:moveTo>
                <a:cubicBezTo>
                  <a:pt x="398882" y="89234"/>
                  <a:pt x="402046" y="90547"/>
                  <a:pt x="404636" y="93172"/>
                </a:cubicBezTo>
                <a:cubicBezTo>
                  <a:pt x="407226" y="95795"/>
                  <a:pt x="408521" y="98955"/>
                  <a:pt x="408521" y="102651"/>
                </a:cubicBezTo>
                <a:cubicBezTo>
                  <a:pt x="408521" y="106348"/>
                  <a:pt x="407213" y="109495"/>
                  <a:pt x="404596" y="112093"/>
                </a:cubicBezTo>
                <a:cubicBezTo>
                  <a:pt x="401979" y="114690"/>
                  <a:pt x="398829" y="115988"/>
                  <a:pt x="395144" y="115988"/>
                </a:cubicBezTo>
                <a:cubicBezTo>
                  <a:pt x="391459" y="115988"/>
                  <a:pt x="388322" y="114690"/>
                  <a:pt x="385732" y="112093"/>
                </a:cubicBezTo>
                <a:cubicBezTo>
                  <a:pt x="383142" y="109495"/>
                  <a:pt x="381847" y="106348"/>
                  <a:pt x="381847" y="102651"/>
                </a:cubicBezTo>
                <a:cubicBezTo>
                  <a:pt x="381847" y="98955"/>
                  <a:pt x="383142" y="95795"/>
                  <a:pt x="385732" y="93172"/>
                </a:cubicBezTo>
                <a:cubicBezTo>
                  <a:pt x="388322" y="90547"/>
                  <a:pt x="391459" y="89234"/>
                  <a:pt x="395144" y="89234"/>
                </a:cubicBezTo>
                <a:close/>
                <a:moveTo>
                  <a:pt x="512175" y="146427"/>
                </a:moveTo>
                <a:lnTo>
                  <a:pt x="476930" y="146427"/>
                </a:lnTo>
                <a:lnTo>
                  <a:pt x="476930" y="2723"/>
                </a:lnTo>
                <a:lnTo>
                  <a:pt x="512175" y="2723"/>
                </a:lnTo>
                <a:lnTo>
                  <a:pt x="512175" y="9052"/>
                </a:lnTo>
                <a:lnTo>
                  <a:pt x="488945" y="9052"/>
                </a:lnTo>
                <a:lnTo>
                  <a:pt x="488945" y="140259"/>
                </a:lnTo>
                <a:lnTo>
                  <a:pt x="512175" y="140259"/>
                </a:lnTo>
                <a:lnTo>
                  <a:pt x="512175" y="146427"/>
                </a:lnTo>
                <a:close/>
                <a:moveTo>
                  <a:pt x="593157" y="77539"/>
                </a:moveTo>
                <a:lnTo>
                  <a:pt x="551104" y="77539"/>
                </a:lnTo>
                <a:lnTo>
                  <a:pt x="543734" y="94681"/>
                </a:lnTo>
                <a:cubicBezTo>
                  <a:pt x="541918" y="98900"/>
                  <a:pt x="541011" y="102051"/>
                  <a:pt x="541011" y="104133"/>
                </a:cubicBezTo>
                <a:cubicBezTo>
                  <a:pt x="541011" y="105789"/>
                  <a:pt x="541798" y="107244"/>
                  <a:pt x="543374" y="108499"/>
                </a:cubicBezTo>
                <a:cubicBezTo>
                  <a:pt x="544949" y="109754"/>
                  <a:pt x="548353" y="110568"/>
                  <a:pt x="553587" y="110942"/>
                </a:cubicBezTo>
                <a:lnTo>
                  <a:pt x="553587" y="113906"/>
                </a:lnTo>
                <a:lnTo>
                  <a:pt x="519383" y="113906"/>
                </a:lnTo>
                <a:lnTo>
                  <a:pt x="519383" y="110942"/>
                </a:lnTo>
                <a:cubicBezTo>
                  <a:pt x="523922" y="110141"/>
                  <a:pt x="526859" y="109100"/>
                  <a:pt x="528194" y="107820"/>
                </a:cubicBezTo>
                <a:cubicBezTo>
                  <a:pt x="530918" y="105259"/>
                  <a:pt x="533935" y="100056"/>
                  <a:pt x="537246" y="92213"/>
                </a:cubicBezTo>
                <a:lnTo>
                  <a:pt x="575455" y="2884"/>
                </a:lnTo>
                <a:lnTo>
                  <a:pt x="578258" y="2884"/>
                </a:lnTo>
                <a:lnTo>
                  <a:pt x="616067" y="93172"/>
                </a:lnTo>
                <a:cubicBezTo>
                  <a:pt x="619111" y="100429"/>
                  <a:pt x="621874" y="105139"/>
                  <a:pt x="624357" y="107300"/>
                </a:cubicBezTo>
                <a:cubicBezTo>
                  <a:pt x="626840" y="109461"/>
                  <a:pt x="630298" y="110675"/>
                  <a:pt x="634731" y="110942"/>
                </a:cubicBezTo>
                <a:lnTo>
                  <a:pt x="634731" y="113906"/>
                </a:lnTo>
                <a:lnTo>
                  <a:pt x="591876" y="113906"/>
                </a:lnTo>
                <a:lnTo>
                  <a:pt x="591876" y="110942"/>
                </a:lnTo>
                <a:cubicBezTo>
                  <a:pt x="596201" y="110728"/>
                  <a:pt x="599125" y="110007"/>
                  <a:pt x="600647" y="108779"/>
                </a:cubicBezTo>
                <a:cubicBezTo>
                  <a:pt x="602169" y="107551"/>
                  <a:pt x="602930" y="106056"/>
                  <a:pt x="602930" y="104293"/>
                </a:cubicBezTo>
                <a:cubicBezTo>
                  <a:pt x="602930" y="101944"/>
                  <a:pt x="601862" y="98232"/>
                  <a:pt x="599726" y="93159"/>
                </a:cubicBezTo>
                <a:lnTo>
                  <a:pt x="593157" y="77539"/>
                </a:lnTo>
                <a:moveTo>
                  <a:pt x="590914" y="71612"/>
                </a:moveTo>
                <a:lnTo>
                  <a:pt x="572491" y="27778"/>
                </a:lnTo>
                <a:lnTo>
                  <a:pt x="553587" y="71612"/>
                </a:lnTo>
                <a:lnTo>
                  <a:pt x="590914" y="71612"/>
                </a:lnTo>
                <a:close/>
                <a:moveTo>
                  <a:pt x="663059" y="53989"/>
                </a:moveTo>
                <a:cubicBezTo>
                  <a:pt x="671657" y="43629"/>
                  <a:pt x="679854" y="38449"/>
                  <a:pt x="687651" y="38449"/>
                </a:cubicBezTo>
                <a:cubicBezTo>
                  <a:pt x="691656" y="38449"/>
                  <a:pt x="695100" y="39449"/>
                  <a:pt x="697984" y="41448"/>
                </a:cubicBezTo>
                <a:cubicBezTo>
                  <a:pt x="700868" y="43446"/>
                  <a:pt x="703164" y="46736"/>
                  <a:pt x="704873" y="51318"/>
                </a:cubicBezTo>
                <a:cubicBezTo>
                  <a:pt x="706048" y="54514"/>
                  <a:pt x="706635" y="59416"/>
                  <a:pt x="706635" y="66024"/>
                </a:cubicBezTo>
                <a:lnTo>
                  <a:pt x="706635" y="97274"/>
                </a:lnTo>
                <a:cubicBezTo>
                  <a:pt x="706635" y="101910"/>
                  <a:pt x="707009" y="105054"/>
                  <a:pt x="707756" y="106706"/>
                </a:cubicBezTo>
                <a:cubicBezTo>
                  <a:pt x="708344" y="108038"/>
                  <a:pt x="709292" y="109077"/>
                  <a:pt x="710600" y="109823"/>
                </a:cubicBezTo>
                <a:cubicBezTo>
                  <a:pt x="711908" y="110569"/>
                  <a:pt x="714325" y="110942"/>
                  <a:pt x="717849" y="110942"/>
                </a:cubicBezTo>
                <a:lnTo>
                  <a:pt x="717849" y="113906"/>
                </a:lnTo>
                <a:lnTo>
                  <a:pt x="681563" y="113906"/>
                </a:lnTo>
                <a:lnTo>
                  <a:pt x="681563" y="110942"/>
                </a:lnTo>
                <a:lnTo>
                  <a:pt x="683085" y="110942"/>
                </a:lnTo>
                <a:cubicBezTo>
                  <a:pt x="686503" y="110942"/>
                  <a:pt x="688892" y="110424"/>
                  <a:pt x="690254" y="109387"/>
                </a:cubicBezTo>
                <a:cubicBezTo>
                  <a:pt x="691616" y="108351"/>
                  <a:pt x="692564" y="106824"/>
                  <a:pt x="693098" y="104807"/>
                </a:cubicBezTo>
                <a:cubicBezTo>
                  <a:pt x="693311" y="104009"/>
                  <a:pt x="693418" y="101512"/>
                  <a:pt x="693418" y="97314"/>
                </a:cubicBezTo>
                <a:lnTo>
                  <a:pt x="693418" y="67429"/>
                </a:lnTo>
                <a:cubicBezTo>
                  <a:pt x="693418" y="60789"/>
                  <a:pt x="692550" y="55967"/>
                  <a:pt x="690815" y="52965"/>
                </a:cubicBezTo>
                <a:cubicBezTo>
                  <a:pt x="689079" y="49963"/>
                  <a:pt x="686155" y="48462"/>
                  <a:pt x="682043" y="48462"/>
                </a:cubicBezTo>
                <a:cubicBezTo>
                  <a:pt x="675689" y="48462"/>
                  <a:pt x="669361" y="51916"/>
                  <a:pt x="663059" y="58823"/>
                </a:cubicBezTo>
                <a:lnTo>
                  <a:pt x="663059" y="97314"/>
                </a:lnTo>
                <a:cubicBezTo>
                  <a:pt x="663059" y="102256"/>
                  <a:pt x="663353" y="105311"/>
                  <a:pt x="663940" y="106479"/>
                </a:cubicBezTo>
                <a:cubicBezTo>
                  <a:pt x="664688" y="108019"/>
                  <a:pt x="665716" y="109148"/>
                  <a:pt x="667024" y="109866"/>
                </a:cubicBezTo>
                <a:cubicBezTo>
                  <a:pt x="668333" y="110583"/>
                  <a:pt x="670989" y="110942"/>
                  <a:pt x="674994" y="110942"/>
                </a:cubicBezTo>
                <a:lnTo>
                  <a:pt x="674994" y="113906"/>
                </a:lnTo>
                <a:lnTo>
                  <a:pt x="638708" y="113906"/>
                </a:lnTo>
                <a:lnTo>
                  <a:pt x="638708" y="110942"/>
                </a:lnTo>
                <a:lnTo>
                  <a:pt x="640310" y="110942"/>
                </a:lnTo>
                <a:cubicBezTo>
                  <a:pt x="644048" y="110942"/>
                  <a:pt x="646571" y="109997"/>
                  <a:pt x="647880" y="108106"/>
                </a:cubicBezTo>
                <a:cubicBezTo>
                  <a:pt x="649188" y="106213"/>
                  <a:pt x="649842" y="102603"/>
                  <a:pt x="649842" y="97274"/>
                </a:cubicBezTo>
                <a:lnTo>
                  <a:pt x="649842" y="70100"/>
                </a:lnTo>
                <a:cubicBezTo>
                  <a:pt x="649842" y="61308"/>
                  <a:pt x="649642" y="55954"/>
                  <a:pt x="649242" y="54037"/>
                </a:cubicBezTo>
                <a:cubicBezTo>
                  <a:pt x="648841" y="52118"/>
                  <a:pt x="648227" y="50812"/>
                  <a:pt x="647399" y="50119"/>
                </a:cubicBezTo>
                <a:cubicBezTo>
                  <a:pt x="646571" y="49427"/>
                  <a:pt x="645463" y="49080"/>
                  <a:pt x="644075" y="49080"/>
                </a:cubicBezTo>
                <a:cubicBezTo>
                  <a:pt x="642580" y="49080"/>
                  <a:pt x="640791" y="49480"/>
                  <a:pt x="638708" y="50279"/>
                </a:cubicBezTo>
                <a:lnTo>
                  <a:pt x="637507" y="47401"/>
                </a:lnTo>
                <a:lnTo>
                  <a:pt x="659615" y="38449"/>
                </a:lnTo>
                <a:lnTo>
                  <a:pt x="663059" y="38449"/>
                </a:lnTo>
                <a:lnTo>
                  <a:pt x="663059" y="53989"/>
                </a:lnTo>
                <a:close/>
                <a:moveTo>
                  <a:pt x="771117" y="38449"/>
                </a:moveTo>
                <a:lnTo>
                  <a:pt x="771117" y="63281"/>
                </a:lnTo>
                <a:lnTo>
                  <a:pt x="768474" y="63281"/>
                </a:lnTo>
                <a:cubicBezTo>
                  <a:pt x="766445" y="55493"/>
                  <a:pt x="763841" y="50195"/>
                  <a:pt x="760664" y="47388"/>
                </a:cubicBezTo>
                <a:cubicBezTo>
                  <a:pt x="757487" y="44580"/>
                  <a:pt x="753441" y="43175"/>
                  <a:pt x="748528" y="43175"/>
                </a:cubicBezTo>
                <a:cubicBezTo>
                  <a:pt x="744790" y="43175"/>
                  <a:pt x="741773" y="44162"/>
                  <a:pt x="739477" y="46137"/>
                </a:cubicBezTo>
                <a:cubicBezTo>
                  <a:pt x="737181" y="48109"/>
                  <a:pt x="736032" y="50296"/>
                  <a:pt x="736032" y="52697"/>
                </a:cubicBezTo>
                <a:cubicBezTo>
                  <a:pt x="736032" y="55685"/>
                  <a:pt x="736887" y="58245"/>
                  <a:pt x="738596" y="60377"/>
                </a:cubicBezTo>
                <a:cubicBezTo>
                  <a:pt x="740251" y="62565"/>
                  <a:pt x="743615" y="64885"/>
                  <a:pt x="748689" y="67339"/>
                </a:cubicBezTo>
                <a:lnTo>
                  <a:pt x="760384" y="73021"/>
                </a:lnTo>
                <a:cubicBezTo>
                  <a:pt x="771224" y="78301"/>
                  <a:pt x="776644" y="85262"/>
                  <a:pt x="776644" y="93905"/>
                </a:cubicBezTo>
                <a:cubicBezTo>
                  <a:pt x="776644" y="100572"/>
                  <a:pt x="774121" y="105946"/>
                  <a:pt x="769075" y="110028"/>
                </a:cubicBezTo>
                <a:cubicBezTo>
                  <a:pt x="764028" y="114108"/>
                  <a:pt x="758381" y="116149"/>
                  <a:pt x="752133" y="116149"/>
                </a:cubicBezTo>
                <a:cubicBezTo>
                  <a:pt x="747647" y="116149"/>
                  <a:pt x="742521" y="115348"/>
                  <a:pt x="736753" y="113745"/>
                </a:cubicBezTo>
                <a:cubicBezTo>
                  <a:pt x="734991" y="113211"/>
                  <a:pt x="733549" y="112944"/>
                  <a:pt x="732428" y="112944"/>
                </a:cubicBezTo>
                <a:cubicBezTo>
                  <a:pt x="731200" y="112944"/>
                  <a:pt x="730238" y="113639"/>
                  <a:pt x="729544" y="115027"/>
                </a:cubicBezTo>
                <a:lnTo>
                  <a:pt x="726901" y="115027"/>
                </a:lnTo>
                <a:lnTo>
                  <a:pt x="726901" y="88754"/>
                </a:lnTo>
                <a:lnTo>
                  <a:pt x="729544" y="88754"/>
                </a:lnTo>
                <a:cubicBezTo>
                  <a:pt x="731039" y="96256"/>
                  <a:pt x="733896" y="101910"/>
                  <a:pt x="738115" y="105715"/>
                </a:cubicBezTo>
                <a:cubicBezTo>
                  <a:pt x="742334" y="109520"/>
                  <a:pt x="747060" y="111423"/>
                  <a:pt x="752293" y="111423"/>
                </a:cubicBezTo>
                <a:cubicBezTo>
                  <a:pt x="755978" y="111423"/>
                  <a:pt x="758982" y="110343"/>
                  <a:pt x="761305" y="108183"/>
                </a:cubicBezTo>
                <a:cubicBezTo>
                  <a:pt x="763628" y="106022"/>
                  <a:pt x="764789" y="103421"/>
                  <a:pt x="764789" y="100381"/>
                </a:cubicBezTo>
                <a:cubicBezTo>
                  <a:pt x="764789" y="96700"/>
                  <a:pt x="763494" y="93606"/>
                  <a:pt x="760904" y="91099"/>
                </a:cubicBezTo>
                <a:cubicBezTo>
                  <a:pt x="758314" y="88592"/>
                  <a:pt x="753148" y="85419"/>
                  <a:pt x="745404" y="81579"/>
                </a:cubicBezTo>
                <a:cubicBezTo>
                  <a:pt x="737661" y="77738"/>
                  <a:pt x="732588" y="74270"/>
                  <a:pt x="730185" y="71176"/>
                </a:cubicBezTo>
                <a:cubicBezTo>
                  <a:pt x="727782" y="68135"/>
                  <a:pt x="726580" y="64295"/>
                  <a:pt x="726580" y="59654"/>
                </a:cubicBezTo>
                <a:cubicBezTo>
                  <a:pt x="726580" y="53626"/>
                  <a:pt x="728650" y="48585"/>
                  <a:pt x="732788" y="44532"/>
                </a:cubicBezTo>
                <a:cubicBezTo>
                  <a:pt x="736927" y="40477"/>
                  <a:pt x="742280" y="38449"/>
                  <a:pt x="748849" y="38449"/>
                </a:cubicBezTo>
                <a:cubicBezTo>
                  <a:pt x="751733" y="38449"/>
                  <a:pt x="755230" y="39063"/>
                  <a:pt x="759342" y="40292"/>
                </a:cubicBezTo>
                <a:cubicBezTo>
                  <a:pt x="762066" y="41093"/>
                  <a:pt x="763881" y="41493"/>
                  <a:pt x="764789" y="41493"/>
                </a:cubicBezTo>
                <a:cubicBezTo>
                  <a:pt x="765644" y="41493"/>
                  <a:pt x="766311" y="41306"/>
                  <a:pt x="766792" y="40932"/>
                </a:cubicBezTo>
                <a:cubicBezTo>
                  <a:pt x="767272" y="40559"/>
                  <a:pt x="767833" y="39731"/>
                  <a:pt x="768474" y="38449"/>
                </a:cubicBezTo>
                <a:lnTo>
                  <a:pt x="771117" y="38449"/>
                </a:lnTo>
                <a:close/>
                <a:moveTo>
                  <a:pt x="783427" y="40532"/>
                </a:moveTo>
                <a:lnTo>
                  <a:pt x="814186" y="40532"/>
                </a:lnTo>
                <a:lnTo>
                  <a:pt x="814186" y="43496"/>
                </a:lnTo>
                <a:cubicBezTo>
                  <a:pt x="811356" y="43709"/>
                  <a:pt x="809500" y="44217"/>
                  <a:pt x="808619" y="45018"/>
                </a:cubicBezTo>
                <a:cubicBezTo>
                  <a:pt x="807738" y="45819"/>
                  <a:pt x="807297" y="46967"/>
                  <a:pt x="807297" y="48462"/>
                </a:cubicBezTo>
                <a:cubicBezTo>
                  <a:pt x="807297" y="50117"/>
                  <a:pt x="807751" y="52120"/>
                  <a:pt x="808659" y="54470"/>
                </a:cubicBezTo>
                <a:lnTo>
                  <a:pt x="824359" y="96684"/>
                </a:lnTo>
                <a:lnTo>
                  <a:pt x="840139" y="62320"/>
                </a:lnTo>
                <a:lnTo>
                  <a:pt x="835974" y="51506"/>
                </a:lnTo>
                <a:cubicBezTo>
                  <a:pt x="834692" y="48302"/>
                  <a:pt x="833010" y="46086"/>
                  <a:pt x="830928" y="44857"/>
                </a:cubicBezTo>
                <a:cubicBezTo>
                  <a:pt x="829753" y="44110"/>
                  <a:pt x="827563" y="43656"/>
                  <a:pt x="824359" y="43496"/>
                </a:cubicBezTo>
                <a:lnTo>
                  <a:pt x="824359" y="40532"/>
                </a:lnTo>
                <a:lnTo>
                  <a:pt x="859284" y="40532"/>
                </a:lnTo>
                <a:lnTo>
                  <a:pt x="859284" y="43496"/>
                </a:lnTo>
                <a:cubicBezTo>
                  <a:pt x="855439" y="43656"/>
                  <a:pt x="852715" y="44350"/>
                  <a:pt x="851113" y="45578"/>
                </a:cubicBezTo>
                <a:cubicBezTo>
                  <a:pt x="850045" y="46433"/>
                  <a:pt x="849511" y="47794"/>
                  <a:pt x="849511" y="49664"/>
                </a:cubicBezTo>
                <a:cubicBezTo>
                  <a:pt x="849511" y="50732"/>
                  <a:pt x="849725" y="51826"/>
                  <a:pt x="850152" y="52948"/>
                </a:cubicBezTo>
                <a:lnTo>
                  <a:pt x="866814" y="95082"/>
                </a:lnTo>
                <a:lnTo>
                  <a:pt x="882273" y="54470"/>
                </a:lnTo>
                <a:cubicBezTo>
                  <a:pt x="883341" y="51586"/>
                  <a:pt x="883875" y="49290"/>
                  <a:pt x="883875" y="47581"/>
                </a:cubicBezTo>
                <a:cubicBezTo>
                  <a:pt x="883875" y="46566"/>
                  <a:pt x="883355" y="45658"/>
                  <a:pt x="882313" y="44857"/>
                </a:cubicBezTo>
                <a:cubicBezTo>
                  <a:pt x="881272" y="44056"/>
                  <a:pt x="879229" y="43602"/>
                  <a:pt x="876185" y="43496"/>
                </a:cubicBezTo>
                <a:lnTo>
                  <a:pt x="876185" y="40532"/>
                </a:lnTo>
                <a:lnTo>
                  <a:pt x="899335" y="40532"/>
                </a:lnTo>
                <a:lnTo>
                  <a:pt x="899335" y="43496"/>
                </a:lnTo>
                <a:cubicBezTo>
                  <a:pt x="894689" y="44190"/>
                  <a:pt x="891271" y="47341"/>
                  <a:pt x="889082" y="52948"/>
                </a:cubicBezTo>
                <a:lnTo>
                  <a:pt x="864571" y="116149"/>
                </a:lnTo>
                <a:lnTo>
                  <a:pt x="861286" y="116149"/>
                </a:lnTo>
                <a:lnTo>
                  <a:pt x="842943" y="69289"/>
                </a:lnTo>
                <a:lnTo>
                  <a:pt x="821556" y="116149"/>
                </a:lnTo>
                <a:lnTo>
                  <a:pt x="818592" y="116149"/>
                </a:lnTo>
                <a:lnTo>
                  <a:pt x="795042" y="54470"/>
                </a:lnTo>
                <a:cubicBezTo>
                  <a:pt x="793493" y="50571"/>
                  <a:pt x="791971" y="47941"/>
                  <a:pt x="790476" y="46580"/>
                </a:cubicBezTo>
                <a:cubicBezTo>
                  <a:pt x="788981" y="45218"/>
                  <a:pt x="786631" y="44190"/>
                  <a:pt x="783427" y="43496"/>
                </a:cubicBezTo>
                <a:lnTo>
                  <a:pt x="783427" y="40532"/>
                </a:lnTo>
                <a:close/>
                <a:moveTo>
                  <a:pt x="918292" y="68247"/>
                </a:moveTo>
                <a:cubicBezTo>
                  <a:pt x="918238" y="79116"/>
                  <a:pt x="920882" y="87641"/>
                  <a:pt x="926222" y="93823"/>
                </a:cubicBezTo>
                <a:cubicBezTo>
                  <a:pt x="931562" y="100002"/>
                  <a:pt x="937837" y="103092"/>
                  <a:pt x="945046" y="103092"/>
                </a:cubicBezTo>
                <a:cubicBezTo>
                  <a:pt x="949852" y="103092"/>
                  <a:pt x="954031" y="101770"/>
                  <a:pt x="957582" y="99127"/>
                </a:cubicBezTo>
                <a:cubicBezTo>
                  <a:pt x="961133" y="96483"/>
                  <a:pt x="964110" y="91958"/>
                  <a:pt x="966513" y="85549"/>
                </a:cubicBezTo>
                <a:lnTo>
                  <a:pt x="968997" y="87151"/>
                </a:lnTo>
                <a:cubicBezTo>
                  <a:pt x="967875" y="94468"/>
                  <a:pt x="964618" y="101129"/>
                  <a:pt x="959224" y="107137"/>
                </a:cubicBezTo>
                <a:cubicBezTo>
                  <a:pt x="953831" y="113145"/>
                  <a:pt x="947075" y="116149"/>
                  <a:pt x="938958" y="116149"/>
                </a:cubicBezTo>
                <a:cubicBezTo>
                  <a:pt x="930147" y="116149"/>
                  <a:pt x="922604" y="112725"/>
                  <a:pt x="916329" y="105878"/>
                </a:cubicBezTo>
                <a:cubicBezTo>
                  <a:pt x="910055" y="99029"/>
                  <a:pt x="906917" y="89822"/>
                  <a:pt x="906917" y="78258"/>
                </a:cubicBezTo>
                <a:cubicBezTo>
                  <a:pt x="906917" y="65735"/>
                  <a:pt x="910135" y="55970"/>
                  <a:pt x="916570" y="48963"/>
                </a:cubicBezTo>
                <a:cubicBezTo>
                  <a:pt x="923004" y="41954"/>
                  <a:pt x="931081" y="38449"/>
                  <a:pt x="940801" y="38449"/>
                </a:cubicBezTo>
                <a:cubicBezTo>
                  <a:pt x="949024" y="38449"/>
                  <a:pt x="955780" y="41153"/>
                  <a:pt x="961067" y="46560"/>
                </a:cubicBezTo>
                <a:cubicBezTo>
                  <a:pt x="966353" y="51965"/>
                  <a:pt x="968997" y="59194"/>
                  <a:pt x="968997" y="68247"/>
                </a:cubicBezTo>
                <a:lnTo>
                  <a:pt x="918292" y="68247"/>
                </a:lnTo>
                <a:moveTo>
                  <a:pt x="918292" y="63601"/>
                </a:moveTo>
                <a:lnTo>
                  <a:pt x="952255" y="63601"/>
                </a:lnTo>
                <a:cubicBezTo>
                  <a:pt x="951988" y="58902"/>
                  <a:pt x="951428" y="55591"/>
                  <a:pt x="950573" y="53669"/>
                </a:cubicBezTo>
                <a:cubicBezTo>
                  <a:pt x="949238" y="50678"/>
                  <a:pt x="947249" y="48328"/>
                  <a:pt x="944605" y="46620"/>
                </a:cubicBezTo>
                <a:cubicBezTo>
                  <a:pt x="941962" y="44911"/>
                  <a:pt x="939199" y="44056"/>
                  <a:pt x="936315" y="44056"/>
                </a:cubicBezTo>
                <a:cubicBezTo>
                  <a:pt x="931883" y="44056"/>
                  <a:pt x="927917" y="45779"/>
                  <a:pt x="924420" y="49223"/>
                </a:cubicBezTo>
                <a:cubicBezTo>
                  <a:pt x="920922" y="52667"/>
                  <a:pt x="918879" y="57460"/>
                  <a:pt x="918292" y="63601"/>
                </a:cubicBezTo>
                <a:close/>
                <a:moveTo>
                  <a:pt x="1000261" y="38449"/>
                </a:moveTo>
                <a:lnTo>
                  <a:pt x="1000261" y="54950"/>
                </a:lnTo>
                <a:cubicBezTo>
                  <a:pt x="1006403" y="43950"/>
                  <a:pt x="1012704" y="38449"/>
                  <a:pt x="1019166" y="38449"/>
                </a:cubicBezTo>
                <a:cubicBezTo>
                  <a:pt x="1022103" y="38449"/>
                  <a:pt x="1024532" y="39344"/>
                  <a:pt x="1026455" y="41133"/>
                </a:cubicBezTo>
                <a:cubicBezTo>
                  <a:pt x="1028377" y="42922"/>
                  <a:pt x="1029339" y="44991"/>
                  <a:pt x="1029339" y="47341"/>
                </a:cubicBezTo>
                <a:cubicBezTo>
                  <a:pt x="1029339" y="49423"/>
                  <a:pt x="1028644" y="51185"/>
                  <a:pt x="1027256" y="52627"/>
                </a:cubicBezTo>
                <a:cubicBezTo>
                  <a:pt x="1025868" y="54069"/>
                  <a:pt x="1024212" y="54790"/>
                  <a:pt x="1022290" y="54790"/>
                </a:cubicBezTo>
                <a:cubicBezTo>
                  <a:pt x="1020421" y="54790"/>
                  <a:pt x="1018325" y="53869"/>
                  <a:pt x="1016002" y="52027"/>
                </a:cubicBezTo>
                <a:cubicBezTo>
                  <a:pt x="1013679" y="50184"/>
                  <a:pt x="1011956" y="49263"/>
                  <a:pt x="1010835" y="49263"/>
                </a:cubicBezTo>
                <a:cubicBezTo>
                  <a:pt x="1009874" y="49263"/>
                  <a:pt x="1008832" y="49795"/>
                  <a:pt x="1007711" y="50860"/>
                </a:cubicBezTo>
                <a:cubicBezTo>
                  <a:pt x="1005308" y="53045"/>
                  <a:pt x="1002825" y="56640"/>
                  <a:pt x="1000261" y="61646"/>
                </a:cubicBezTo>
                <a:lnTo>
                  <a:pt x="1000261" y="96721"/>
                </a:lnTo>
                <a:cubicBezTo>
                  <a:pt x="1000261" y="100768"/>
                  <a:pt x="1000769" y="103830"/>
                  <a:pt x="1001783" y="105908"/>
                </a:cubicBezTo>
                <a:cubicBezTo>
                  <a:pt x="1002478" y="107346"/>
                  <a:pt x="1003706" y="108546"/>
                  <a:pt x="1005468" y="109505"/>
                </a:cubicBezTo>
                <a:cubicBezTo>
                  <a:pt x="1007230" y="110463"/>
                  <a:pt x="1009767" y="110942"/>
                  <a:pt x="1013078" y="110942"/>
                </a:cubicBezTo>
                <a:lnTo>
                  <a:pt x="1013078" y="113906"/>
                </a:lnTo>
                <a:lnTo>
                  <a:pt x="975510" y="113906"/>
                </a:lnTo>
                <a:lnTo>
                  <a:pt x="975510" y="110942"/>
                </a:lnTo>
                <a:cubicBezTo>
                  <a:pt x="979248" y="110942"/>
                  <a:pt x="982025" y="110356"/>
                  <a:pt x="983840" y="109185"/>
                </a:cubicBezTo>
                <a:cubicBezTo>
                  <a:pt x="985175" y="108332"/>
                  <a:pt x="986110" y="106973"/>
                  <a:pt x="986644" y="105107"/>
                </a:cubicBezTo>
                <a:cubicBezTo>
                  <a:pt x="986911" y="104201"/>
                  <a:pt x="987045" y="101617"/>
                  <a:pt x="987045" y="97355"/>
                </a:cubicBezTo>
                <a:lnTo>
                  <a:pt x="987045" y="68981"/>
                </a:lnTo>
                <a:cubicBezTo>
                  <a:pt x="987045" y="60455"/>
                  <a:pt x="986871" y="55380"/>
                  <a:pt x="986524" y="53756"/>
                </a:cubicBezTo>
                <a:cubicBezTo>
                  <a:pt x="986177" y="52131"/>
                  <a:pt x="985536" y="50945"/>
                  <a:pt x="984601" y="50199"/>
                </a:cubicBezTo>
                <a:cubicBezTo>
                  <a:pt x="983667" y="49453"/>
                  <a:pt x="982505" y="49080"/>
                  <a:pt x="981117" y="49080"/>
                </a:cubicBezTo>
                <a:cubicBezTo>
                  <a:pt x="979461" y="49080"/>
                  <a:pt x="977592" y="49480"/>
                  <a:pt x="975510" y="50279"/>
                </a:cubicBezTo>
                <a:lnTo>
                  <a:pt x="974709" y="47401"/>
                </a:lnTo>
                <a:lnTo>
                  <a:pt x="996897" y="38449"/>
                </a:lnTo>
                <a:lnTo>
                  <a:pt x="1000261" y="38449"/>
                </a:lnTo>
                <a:close/>
                <a:moveTo>
                  <a:pt x="1080844" y="38449"/>
                </a:moveTo>
                <a:lnTo>
                  <a:pt x="1080844" y="63281"/>
                </a:lnTo>
                <a:lnTo>
                  <a:pt x="1078200" y="63281"/>
                </a:lnTo>
                <a:cubicBezTo>
                  <a:pt x="1076171" y="55493"/>
                  <a:pt x="1073568" y="50195"/>
                  <a:pt x="1070390" y="47388"/>
                </a:cubicBezTo>
                <a:cubicBezTo>
                  <a:pt x="1067213" y="44580"/>
                  <a:pt x="1063168" y="43175"/>
                  <a:pt x="1058255" y="43175"/>
                </a:cubicBezTo>
                <a:cubicBezTo>
                  <a:pt x="1054517" y="43175"/>
                  <a:pt x="1051500" y="44162"/>
                  <a:pt x="1049203" y="46137"/>
                </a:cubicBezTo>
                <a:cubicBezTo>
                  <a:pt x="1046907" y="48109"/>
                  <a:pt x="1045759" y="50296"/>
                  <a:pt x="1045759" y="52697"/>
                </a:cubicBezTo>
                <a:cubicBezTo>
                  <a:pt x="1045759" y="55685"/>
                  <a:pt x="1046613" y="58245"/>
                  <a:pt x="1048322" y="60377"/>
                </a:cubicBezTo>
                <a:cubicBezTo>
                  <a:pt x="1049978" y="62565"/>
                  <a:pt x="1053342" y="64885"/>
                  <a:pt x="1058415" y="67339"/>
                </a:cubicBezTo>
                <a:lnTo>
                  <a:pt x="1070110" y="73021"/>
                </a:lnTo>
                <a:cubicBezTo>
                  <a:pt x="1080951" y="78301"/>
                  <a:pt x="1086371" y="85262"/>
                  <a:pt x="1086371" y="93905"/>
                </a:cubicBezTo>
                <a:cubicBezTo>
                  <a:pt x="1086371" y="100572"/>
                  <a:pt x="1083848" y="105946"/>
                  <a:pt x="1078801" y="110028"/>
                </a:cubicBezTo>
                <a:cubicBezTo>
                  <a:pt x="1073755" y="114108"/>
                  <a:pt x="1068107" y="116149"/>
                  <a:pt x="1061859" y="116149"/>
                </a:cubicBezTo>
                <a:cubicBezTo>
                  <a:pt x="1057374" y="116149"/>
                  <a:pt x="1052247" y="115348"/>
                  <a:pt x="1046480" y="113745"/>
                </a:cubicBezTo>
                <a:cubicBezTo>
                  <a:pt x="1044718" y="113211"/>
                  <a:pt x="1043276" y="112944"/>
                  <a:pt x="1042154" y="112944"/>
                </a:cubicBezTo>
                <a:cubicBezTo>
                  <a:pt x="1040926" y="112944"/>
                  <a:pt x="1039965" y="113639"/>
                  <a:pt x="1039271" y="115027"/>
                </a:cubicBezTo>
                <a:lnTo>
                  <a:pt x="1036627" y="115027"/>
                </a:lnTo>
                <a:lnTo>
                  <a:pt x="1036627" y="88754"/>
                </a:lnTo>
                <a:lnTo>
                  <a:pt x="1039271" y="88754"/>
                </a:lnTo>
                <a:cubicBezTo>
                  <a:pt x="1040766" y="96256"/>
                  <a:pt x="1043623" y="101910"/>
                  <a:pt x="1047842" y="105715"/>
                </a:cubicBezTo>
                <a:cubicBezTo>
                  <a:pt x="1052060" y="109520"/>
                  <a:pt x="1056786" y="111423"/>
                  <a:pt x="1062020" y="111423"/>
                </a:cubicBezTo>
                <a:cubicBezTo>
                  <a:pt x="1065704" y="111423"/>
                  <a:pt x="1068708" y="110343"/>
                  <a:pt x="1071031" y="108183"/>
                </a:cubicBezTo>
                <a:cubicBezTo>
                  <a:pt x="1073354" y="106022"/>
                  <a:pt x="1074516" y="103421"/>
                  <a:pt x="1074516" y="100381"/>
                </a:cubicBezTo>
                <a:cubicBezTo>
                  <a:pt x="1074516" y="96700"/>
                  <a:pt x="1073221" y="93606"/>
                  <a:pt x="1070631" y="91099"/>
                </a:cubicBezTo>
                <a:cubicBezTo>
                  <a:pt x="1068041" y="88592"/>
                  <a:pt x="1062874" y="85419"/>
                  <a:pt x="1055131" y="81579"/>
                </a:cubicBezTo>
                <a:cubicBezTo>
                  <a:pt x="1047388" y="77738"/>
                  <a:pt x="1042314" y="74270"/>
                  <a:pt x="1039911" y="71176"/>
                </a:cubicBezTo>
                <a:cubicBezTo>
                  <a:pt x="1037508" y="68135"/>
                  <a:pt x="1036307" y="64295"/>
                  <a:pt x="1036307" y="59654"/>
                </a:cubicBezTo>
                <a:cubicBezTo>
                  <a:pt x="1036307" y="53626"/>
                  <a:pt x="1038376" y="48585"/>
                  <a:pt x="1042515" y="44532"/>
                </a:cubicBezTo>
                <a:cubicBezTo>
                  <a:pt x="1046653" y="40477"/>
                  <a:pt x="1052007" y="38449"/>
                  <a:pt x="1058575" y="38449"/>
                </a:cubicBezTo>
                <a:cubicBezTo>
                  <a:pt x="1061459" y="38449"/>
                  <a:pt x="1064957" y="39063"/>
                  <a:pt x="1069069" y="40292"/>
                </a:cubicBezTo>
                <a:cubicBezTo>
                  <a:pt x="1071792" y="41093"/>
                  <a:pt x="1073608" y="41493"/>
                  <a:pt x="1074516" y="41493"/>
                </a:cubicBezTo>
                <a:cubicBezTo>
                  <a:pt x="1075370" y="41493"/>
                  <a:pt x="1076038" y="41306"/>
                  <a:pt x="1076518" y="40932"/>
                </a:cubicBezTo>
                <a:cubicBezTo>
                  <a:pt x="1076999" y="40559"/>
                  <a:pt x="1077560" y="39731"/>
                  <a:pt x="1078200" y="38449"/>
                </a:cubicBezTo>
                <a:lnTo>
                  <a:pt x="1080844" y="38449"/>
                </a:lnTo>
                <a:close/>
                <a:moveTo>
                  <a:pt x="1166927" y="46139"/>
                </a:moveTo>
                <a:lnTo>
                  <a:pt x="1166927" y="94421"/>
                </a:lnTo>
                <a:cubicBezTo>
                  <a:pt x="1166927" y="101265"/>
                  <a:pt x="1167675" y="105595"/>
                  <a:pt x="1169170" y="107412"/>
                </a:cubicBezTo>
                <a:cubicBezTo>
                  <a:pt x="1171146" y="109765"/>
                  <a:pt x="1173789" y="110942"/>
                  <a:pt x="1177100" y="110942"/>
                </a:cubicBezTo>
                <a:lnTo>
                  <a:pt x="1183749" y="110942"/>
                </a:lnTo>
                <a:lnTo>
                  <a:pt x="1183749" y="113906"/>
                </a:lnTo>
                <a:lnTo>
                  <a:pt x="1139933" y="113906"/>
                </a:lnTo>
                <a:lnTo>
                  <a:pt x="1139933" y="110942"/>
                </a:lnTo>
                <a:lnTo>
                  <a:pt x="1143217" y="110942"/>
                </a:lnTo>
                <a:cubicBezTo>
                  <a:pt x="1145353" y="110942"/>
                  <a:pt x="1147302" y="110407"/>
                  <a:pt x="1149064" y="109337"/>
                </a:cubicBezTo>
                <a:cubicBezTo>
                  <a:pt x="1150827" y="108268"/>
                  <a:pt x="1152041" y="106824"/>
                  <a:pt x="1152709" y="105007"/>
                </a:cubicBezTo>
                <a:cubicBezTo>
                  <a:pt x="1153376" y="103189"/>
                  <a:pt x="1153710" y="99661"/>
                  <a:pt x="1153710" y="94421"/>
                </a:cubicBezTo>
                <a:lnTo>
                  <a:pt x="1153710" y="46139"/>
                </a:lnTo>
                <a:lnTo>
                  <a:pt x="1139452" y="46139"/>
                </a:lnTo>
                <a:lnTo>
                  <a:pt x="1139452" y="40532"/>
                </a:lnTo>
                <a:lnTo>
                  <a:pt x="1153710" y="40532"/>
                </a:lnTo>
                <a:lnTo>
                  <a:pt x="1153710" y="35706"/>
                </a:lnTo>
                <a:cubicBezTo>
                  <a:pt x="1153710" y="28361"/>
                  <a:pt x="1154885" y="22142"/>
                  <a:pt x="1157235" y="17049"/>
                </a:cubicBezTo>
                <a:cubicBezTo>
                  <a:pt x="1159584" y="11956"/>
                  <a:pt x="1163176" y="7842"/>
                  <a:pt x="1168009" y="4706"/>
                </a:cubicBezTo>
                <a:cubicBezTo>
                  <a:pt x="1172841" y="1569"/>
                  <a:pt x="1178275" y="0"/>
                  <a:pt x="1184309" y="0"/>
                </a:cubicBezTo>
                <a:cubicBezTo>
                  <a:pt x="1189917" y="0"/>
                  <a:pt x="1195070" y="1816"/>
                  <a:pt x="1199769" y="5447"/>
                </a:cubicBezTo>
                <a:cubicBezTo>
                  <a:pt x="1202866" y="7850"/>
                  <a:pt x="1204415" y="10547"/>
                  <a:pt x="1204415" y="13537"/>
                </a:cubicBezTo>
                <a:cubicBezTo>
                  <a:pt x="1204415" y="15139"/>
                  <a:pt x="1203721" y="16648"/>
                  <a:pt x="1202332" y="18063"/>
                </a:cubicBezTo>
                <a:cubicBezTo>
                  <a:pt x="1200944" y="19478"/>
                  <a:pt x="1199449" y="20186"/>
                  <a:pt x="1197847" y="20186"/>
                </a:cubicBezTo>
                <a:cubicBezTo>
                  <a:pt x="1196618" y="20186"/>
                  <a:pt x="1195323" y="19740"/>
                  <a:pt x="1193962" y="18849"/>
                </a:cubicBezTo>
                <a:cubicBezTo>
                  <a:pt x="1192600" y="17958"/>
                  <a:pt x="1190931" y="16041"/>
                  <a:pt x="1188955" y="13099"/>
                </a:cubicBezTo>
                <a:cubicBezTo>
                  <a:pt x="1186979" y="10157"/>
                  <a:pt x="1185164" y="8173"/>
                  <a:pt x="1183508" y="7147"/>
                </a:cubicBezTo>
                <a:cubicBezTo>
                  <a:pt x="1181853" y="6120"/>
                  <a:pt x="1180011" y="5607"/>
                  <a:pt x="1177981" y="5607"/>
                </a:cubicBezTo>
                <a:cubicBezTo>
                  <a:pt x="1175525" y="5607"/>
                  <a:pt x="1173442" y="6268"/>
                  <a:pt x="1171733" y="7590"/>
                </a:cubicBezTo>
                <a:cubicBezTo>
                  <a:pt x="1170024" y="8910"/>
                  <a:pt x="1168796" y="10957"/>
                  <a:pt x="1168049" y="13733"/>
                </a:cubicBezTo>
                <a:cubicBezTo>
                  <a:pt x="1167301" y="16508"/>
                  <a:pt x="1166927" y="23662"/>
                  <a:pt x="1166927" y="35195"/>
                </a:cubicBezTo>
                <a:lnTo>
                  <a:pt x="1166927" y="40532"/>
                </a:lnTo>
                <a:lnTo>
                  <a:pt x="1185831" y="40532"/>
                </a:lnTo>
                <a:lnTo>
                  <a:pt x="1185831" y="46139"/>
                </a:lnTo>
                <a:lnTo>
                  <a:pt x="1166927" y="46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orQ2]...">
            <a:extLst xmlns:a="http://schemas.openxmlformats.org/drawingml/2006/main">
              <a:ext uri="{FF2B5EF4-FFF2-40B4-BE49-F238E27FC236}">
                <a16:creationId xmlns:a16="http://schemas.microsoft.com/office/drawing/2014/main" id="{B66408E4-4FD3-4E95-8AF1-50DE45C1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553" y="5342363"/>
            <a:ext cx="579788" cy="143704"/>
          </a:xfrm>
          <a:custGeom xmlns:a="http://schemas.openxmlformats.org/drawingml/2006/main">
            <a:pathLst>
              <a:path w="579788" h="143704">
                <a:moveTo>
                  <a:pt x="35485" y="35726"/>
                </a:moveTo>
                <a:cubicBezTo>
                  <a:pt x="46593" y="35726"/>
                  <a:pt x="55511" y="39940"/>
                  <a:pt x="62240" y="48369"/>
                </a:cubicBezTo>
                <a:cubicBezTo>
                  <a:pt x="67954" y="55570"/>
                  <a:pt x="70811" y="63839"/>
                  <a:pt x="70811" y="73176"/>
                </a:cubicBezTo>
                <a:cubicBezTo>
                  <a:pt x="70811" y="79738"/>
                  <a:pt x="69235" y="86380"/>
                  <a:pt x="66085" y="93102"/>
                </a:cubicBezTo>
                <a:cubicBezTo>
                  <a:pt x="62934" y="99822"/>
                  <a:pt x="58595" y="104889"/>
                  <a:pt x="53068" y="108304"/>
                </a:cubicBezTo>
                <a:cubicBezTo>
                  <a:pt x="47541" y="111718"/>
                  <a:pt x="41386" y="113425"/>
                  <a:pt x="34604" y="113425"/>
                </a:cubicBezTo>
                <a:cubicBezTo>
                  <a:pt x="23550" y="113425"/>
                  <a:pt x="14766" y="109024"/>
                  <a:pt x="8251" y="100221"/>
                </a:cubicBezTo>
                <a:cubicBezTo>
                  <a:pt x="2750" y="92806"/>
                  <a:pt x="0" y="84485"/>
                  <a:pt x="0" y="75256"/>
                </a:cubicBezTo>
                <a:cubicBezTo>
                  <a:pt x="0" y="68534"/>
                  <a:pt x="1669" y="61852"/>
                  <a:pt x="5006" y="55211"/>
                </a:cubicBezTo>
                <a:cubicBezTo>
                  <a:pt x="8344" y="48569"/>
                  <a:pt x="12736" y="43661"/>
                  <a:pt x="18183" y="40487"/>
                </a:cubicBezTo>
                <a:cubicBezTo>
                  <a:pt x="23630" y="37313"/>
                  <a:pt x="29398" y="35726"/>
                  <a:pt x="35485" y="35726"/>
                </a:cubicBezTo>
                <a:moveTo>
                  <a:pt x="33002" y="41012"/>
                </a:moveTo>
                <a:cubicBezTo>
                  <a:pt x="30172" y="41012"/>
                  <a:pt x="27328" y="41853"/>
                  <a:pt x="24471" y="43533"/>
                </a:cubicBezTo>
                <a:cubicBezTo>
                  <a:pt x="21614" y="45214"/>
                  <a:pt x="19305" y="48161"/>
                  <a:pt x="17542" y="52374"/>
                </a:cubicBezTo>
                <a:cubicBezTo>
                  <a:pt x="15780" y="56588"/>
                  <a:pt x="14899" y="62002"/>
                  <a:pt x="14899" y="68615"/>
                </a:cubicBezTo>
                <a:cubicBezTo>
                  <a:pt x="14899" y="79282"/>
                  <a:pt x="17022" y="88483"/>
                  <a:pt x="21267" y="96218"/>
                </a:cubicBezTo>
                <a:cubicBezTo>
                  <a:pt x="25513" y="103951"/>
                  <a:pt x="31106" y="107818"/>
                  <a:pt x="38049" y="107818"/>
                </a:cubicBezTo>
                <a:cubicBezTo>
                  <a:pt x="43229" y="107818"/>
                  <a:pt x="47501" y="105684"/>
                  <a:pt x="50865" y="101417"/>
                </a:cubicBezTo>
                <a:cubicBezTo>
                  <a:pt x="54229" y="97150"/>
                  <a:pt x="55912" y="89817"/>
                  <a:pt x="55912" y="79417"/>
                </a:cubicBezTo>
                <a:cubicBezTo>
                  <a:pt x="55912" y="66402"/>
                  <a:pt x="53108" y="56160"/>
                  <a:pt x="47501" y="48692"/>
                </a:cubicBezTo>
                <a:cubicBezTo>
                  <a:pt x="43709" y="43572"/>
                  <a:pt x="38876" y="41012"/>
                  <a:pt x="33002" y="41012"/>
                </a:cubicBezTo>
                <a:close/>
                <a:moveTo>
                  <a:pt x="103092" y="35726"/>
                </a:moveTo>
                <a:lnTo>
                  <a:pt x="103092" y="52227"/>
                </a:lnTo>
                <a:cubicBezTo>
                  <a:pt x="109233" y="41226"/>
                  <a:pt x="115535" y="35726"/>
                  <a:pt x="121996" y="35726"/>
                </a:cubicBezTo>
                <a:cubicBezTo>
                  <a:pt x="124933" y="35726"/>
                  <a:pt x="127363" y="36620"/>
                  <a:pt x="129286" y="38409"/>
                </a:cubicBezTo>
                <a:cubicBezTo>
                  <a:pt x="131208" y="40198"/>
                  <a:pt x="132169" y="42267"/>
                  <a:pt x="132169" y="44617"/>
                </a:cubicBezTo>
                <a:cubicBezTo>
                  <a:pt x="132169" y="46700"/>
                  <a:pt x="131475" y="48462"/>
                  <a:pt x="130087" y="49904"/>
                </a:cubicBezTo>
                <a:cubicBezTo>
                  <a:pt x="128698" y="51346"/>
                  <a:pt x="127043" y="52067"/>
                  <a:pt x="125120" y="52067"/>
                </a:cubicBezTo>
                <a:cubicBezTo>
                  <a:pt x="123251" y="52067"/>
                  <a:pt x="121155" y="51145"/>
                  <a:pt x="118832" y="49303"/>
                </a:cubicBezTo>
                <a:cubicBezTo>
                  <a:pt x="116509" y="47461"/>
                  <a:pt x="114787" y="46540"/>
                  <a:pt x="113666" y="46540"/>
                </a:cubicBezTo>
                <a:cubicBezTo>
                  <a:pt x="112704" y="46540"/>
                  <a:pt x="111663" y="47072"/>
                  <a:pt x="110542" y="48137"/>
                </a:cubicBezTo>
                <a:cubicBezTo>
                  <a:pt x="108139" y="50321"/>
                  <a:pt x="105655" y="53916"/>
                  <a:pt x="103092" y="58923"/>
                </a:cubicBezTo>
                <a:lnTo>
                  <a:pt x="103092" y="93998"/>
                </a:lnTo>
                <a:cubicBezTo>
                  <a:pt x="103092" y="98045"/>
                  <a:pt x="103599" y="101107"/>
                  <a:pt x="104614" y="103184"/>
                </a:cubicBezTo>
                <a:cubicBezTo>
                  <a:pt x="105308" y="104623"/>
                  <a:pt x="106536" y="105822"/>
                  <a:pt x="108299" y="106782"/>
                </a:cubicBezTo>
                <a:cubicBezTo>
                  <a:pt x="110061" y="107739"/>
                  <a:pt x="112598" y="108218"/>
                  <a:pt x="115908" y="108218"/>
                </a:cubicBezTo>
                <a:lnTo>
                  <a:pt x="115908" y="111182"/>
                </a:lnTo>
                <a:lnTo>
                  <a:pt x="78340" y="111182"/>
                </a:lnTo>
                <a:lnTo>
                  <a:pt x="78340" y="108218"/>
                </a:lnTo>
                <a:cubicBezTo>
                  <a:pt x="82079" y="108218"/>
                  <a:pt x="84855" y="107633"/>
                  <a:pt x="86671" y="106461"/>
                </a:cubicBezTo>
                <a:cubicBezTo>
                  <a:pt x="88006" y="105608"/>
                  <a:pt x="88941" y="104249"/>
                  <a:pt x="89475" y="102383"/>
                </a:cubicBezTo>
                <a:cubicBezTo>
                  <a:pt x="89742" y="101477"/>
                  <a:pt x="89875" y="98893"/>
                  <a:pt x="89875" y="94631"/>
                </a:cubicBezTo>
                <a:lnTo>
                  <a:pt x="89875" y="66257"/>
                </a:lnTo>
                <a:cubicBezTo>
                  <a:pt x="89875" y="57731"/>
                  <a:pt x="89702" y="52657"/>
                  <a:pt x="89354" y="51033"/>
                </a:cubicBezTo>
                <a:cubicBezTo>
                  <a:pt x="89007" y="49407"/>
                  <a:pt x="88367" y="48222"/>
                  <a:pt x="87432" y="47476"/>
                </a:cubicBezTo>
                <a:cubicBezTo>
                  <a:pt x="86497" y="46730"/>
                  <a:pt x="85336" y="46357"/>
                  <a:pt x="83948" y="46357"/>
                </a:cubicBezTo>
                <a:cubicBezTo>
                  <a:pt x="82292" y="46357"/>
                  <a:pt x="80423" y="46756"/>
                  <a:pt x="78340" y="47556"/>
                </a:cubicBezTo>
                <a:lnTo>
                  <a:pt x="77539" y="44677"/>
                </a:lnTo>
                <a:lnTo>
                  <a:pt x="99728" y="35726"/>
                </a:lnTo>
                <a:lnTo>
                  <a:pt x="103092" y="35726"/>
                </a:lnTo>
                <a:close/>
                <a:moveTo>
                  <a:pt x="244391" y="112464"/>
                </a:moveTo>
                <a:cubicBezTo>
                  <a:pt x="249838" y="121836"/>
                  <a:pt x="255726" y="128731"/>
                  <a:pt x="262054" y="133150"/>
                </a:cubicBezTo>
                <a:cubicBezTo>
                  <a:pt x="268382" y="137571"/>
                  <a:pt x="275578" y="140101"/>
                  <a:pt x="283641" y="140740"/>
                </a:cubicBezTo>
                <a:lnTo>
                  <a:pt x="283641" y="143383"/>
                </a:lnTo>
                <a:cubicBezTo>
                  <a:pt x="276272" y="143116"/>
                  <a:pt x="268395" y="141635"/>
                  <a:pt x="260011" y="138938"/>
                </a:cubicBezTo>
                <a:cubicBezTo>
                  <a:pt x="251627" y="136241"/>
                  <a:pt x="243684" y="132503"/>
                  <a:pt x="236181" y="127723"/>
                </a:cubicBezTo>
                <a:cubicBezTo>
                  <a:pt x="228678" y="122944"/>
                  <a:pt x="222203" y="117857"/>
                  <a:pt x="216756" y="112464"/>
                </a:cubicBezTo>
                <a:cubicBezTo>
                  <a:pt x="209066" y="109367"/>
                  <a:pt x="202978" y="106082"/>
                  <a:pt x="198493" y="102611"/>
                </a:cubicBezTo>
                <a:cubicBezTo>
                  <a:pt x="191978" y="97431"/>
                  <a:pt x="186918" y="91063"/>
                  <a:pt x="183313" y="83507"/>
                </a:cubicBezTo>
                <a:cubicBezTo>
                  <a:pt x="179709" y="75950"/>
                  <a:pt x="177906" y="67019"/>
                  <a:pt x="177906" y="56713"/>
                </a:cubicBezTo>
                <a:cubicBezTo>
                  <a:pt x="177906" y="40478"/>
                  <a:pt x="183166" y="26995"/>
                  <a:pt x="193686" y="16261"/>
                </a:cubicBezTo>
                <a:cubicBezTo>
                  <a:pt x="204207" y="5527"/>
                  <a:pt x="216943" y="160"/>
                  <a:pt x="231895" y="160"/>
                </a:cubicBezTo>
                <a:cubicBezTo>
                  <a:pt x="246100" y="160"/>
                  <a:pt x="258396" y="5540"/>
                  <a:pt x="268782" y="16301"/>
                </a:cubicBezTo>
                <a:cubicBezTo>
                  <a:pt x="279169" y="27061"/>
                  <a:pt x="284362" y="40639"/>
                  <a:pt x="284362" y="57033"/>
                </a:cubicBezTo>
                <a:cubicBezTo>
                  <a:pt x="284362" y="70330"/>
                  <a:pt x="280664" y="81998"/>
                  <a:pt x="273268" y="92038"/>
                </a:cubicBezTo>
                <a:cubicBezTo>
                  <a:pt x="265872" y="102077"/>
                  <a:pt x="256246" y="108886"/>
                  <a:pt x="244391" y="112464"/>
                </a:cubicBezTo>
                <a:moveTo>
                  <a:pt x="230934" y="6328"/>
                </a:moveTo>
                <a:cubicBezTo>
                  <a:pt x="221215" y="6328"/>
                  <a:pt x="213392" y="9799"/>
                  <a:pt x="207464" y="16741"/>
                </a:cubicBezTo>
                <a:cubicBezTo>
                  <a:pt x="199988" y="25446"/>
                  <a:pt x="196250" y="38770"/>
                  <a:pt x="196250" y="56713"/>
                </a:cubicBezTo>
                <a:cubicBezTo>
                  <a:pt x="196250" y="74282"/>
                  <a:pt x="200041" y="87819"/>
                  <a:pt x="207624" y="97324"/>
                </a:cubicBezTo>
                <a:cubicBezTo>
                  <a:pt x="213498" y="104641"/>
                  <a:pt x="221268" y="108299"/>
                  <a:pt x="230934" y="108299"/>
                </a:cubicBezTo>
                <a:cubicBezTo>
                  <a:pt x="240974" y="108299"/>
                  <a:pt x="249064" y="104641"/>
                  <a:pt x="255205" y="97324"/>
                </a:cubicBezTo>
                <a:cubicBezTo>
                  <a:pt x="262414" y="88673"/>
                  <a:pt x="266019" y="75910"/>
                  <a:pt x="266019" y="59036"/>
                </a:cubicBezTo>
                <a:cubicBezTo>
                  <a:pt x="266019" y="46059"/>
                  <a:pt x="264043" y="35138"/>
                  <a:pt x="260091" y="26274"/>
                </a:cubicBezTo>
                <a:cubicBezTo>
                  <a:pt x="257047" y="19438"/>
                  <a:pt x="253002" y="14405"/>
                  <a:pt x="247956" y="11174"/>
                </a:cubicBezTo>
                <a:cubicBezTo>
                  <a:pt x="242909" y="7943"/>
                  <a:pt x="237235" y="6328"/>
                  <a:pt x="230934" y="6328"/>
                </a:cubicBezTo>
                <a:close/>
                <a:moveTo>
                  <a:pt x="365799" y="90195"/>
                </a:moveTo>
                <a:lnTo>
                  <a:pt x="358189" y="111182"/>
                </a:lnTo>
                <a:lnTo>
                  <a:pt x="294107" y="111182"/>
                </a:lnTo>
                <a:lnTo>
                  <a:pt x="294107" y="108213"/>
                </a:lnTo>
                <a:cubicBezTo>
                  <a:pt x="312958" y="90990"/>
                  <a:pt x="326228" y="76923"/>
                  <a:pt x="333918" y="66012"/>
                </a:cubicBezTo>
                <a:cubicBezTo>
                  <a:pt x="341608" y="55100"/>
                  <a:pt x="345453" y="45124"/>
                  <a:pt x="345453" y="36084"/>
                </a:cubicBezTo>
                <a:cubicBezTo>
                  <a:pt x="345453" y="29185"/>
                  <a:pt x="343344" y="23516"/>
                  <a:pt x="339125" y="19077"/>
                </a:cubicBezTo>
                <a:cubicBezTo>
                  <a:pt x="334906" y="14636"/>
                  <a:pt x="329860" y="12416"/>
                  <a:pt x="323986" y="12416"/>
                </a:cubicBezTo>
                <a:cubicBezTo>
                  <a:pt x="318645" y="12416"/>
                  <a:pt x="313853" y="13985"/>
                  <a:pt x="309607" y="17122"/>
                </a:cubicBezTo>
                <a:cubicBezTo>
                  <a:pt x="305362" y="20259"/>
                  <a:pt x="302224" y="24858"/>
                  <a:pt x="300195" y="30920"/>
                </a:cubicBezTo>
                <a:lnTo>
                  <a:pt x="297231" y="30920"/>
                </a:lnTo>
                <a:cubicBezTo>
                  <a:pt x="298566" y="21065"/>
                  <a:pt x="301997" y="13502"/>
                  <a:pt x="307524" y="8231"/>
                </a:cubicBezTo>
                <a:cubicBezTo>
                  <a:pt x="313052" y="2957"/>
                  <a:pt x="319954" y="320"/>
                  <a:pt x="328231" y="320"/>
                </a:cubicBezTo>
                <a:cubicBezTo>
                  <a:pt x="337042" y="320"/>
                  <a:pt x="344398" y="3151"/>
                  <a:pt x="350299" y="8811"/>
                </a:cubicBezTo>
                <a:cubicBezTo>
                  <a:pt x="356200" y="14472"/>
                  <a:pt x="359151" y="21147"/>
                  <a:pt x="359151" y="28837"/>
                </a:cubicBezTo>
                <a:cubicBezTo>
                  <a:pt x="359151" y="34337"/>
                  <a:pt x="357869" y="39838"/>
                  <a:pt x="355306" y="45338"/>
                </a:cubicBezTo>
                <a:cubicBezTo>
                  <a:pt x="351354" y="53989"/>
                  <a:pt x="344946" y="63147"/>
                  <a:pt x="336081" y="72813"/>
                </a:cubicBezTo>
                <a:cubicBezTo>
                  <a:pt x="322784" y="87338"/>
                  <a:pt x="314480" y="96096"/>
                  <a:pt x="311169" y="99087"/>
                </a:cubicBezTo>
                <a:lnTo>
                  <a:pt x="339525" y="99087"/>
                </a:lnTo>
                <a:cubicBezTo>
                  <a:pt x="345293" y="99087"/>
                  <a:pt x="349338" y="98871"/>
                  <a:pt x="351661" y="98441"/>
                </a:cubicBezTo>
                <a:cubicBezTo>
                  <a:pt x="353984" y="98009"/>
                  <a:pt x="356080" y="97133"/>
                  <a:pt x="357949" y="95813"/>
                </a:cubicBezTo>
                <a:cubicBezTo>
                  <a:pt x="359818" y="94493"/>
                  <a:pt x="361447" y="92620"/>
                  <a:pt x="362835" y="90195"/>
                </a:cubicBezTo>
                <a:lnTo>
                  <a:pt x="365799" y="90195"/>
                </a:lnTo>
                <a:close/>
                <a:moveTo>
                  <a:pt x="378615" y="0"/>
                </a:moveTo>
                <a:lnTo>
                  <a:pt x="413860" y="0"/>
                </a:lnTo>
                <a:lnTo>
                  <a:pt x="413860" y="143704"/>
                </a:lnTo>
                <a:lnTo>
                  <a:pt x="378615" y="143704"/>
                </a:lnTo>
                <a:lnTo>
                  <a:pt x="378615" y="137376"/>
                </a:lnTo>
                <a:lnTo>
                  <a:pt x="401845" y="137376"/>
                </a:lnTo>
                <a:lnTo>
                  <a:pt x="401845" y="6328"/>
                </a:lnTo>
                <a:lnTo>
                  <a:pt x="378615" y="6328"/>
                </a:lnTo>
                <a:lnTo>
                  <a:pt x="378615" y="0"/>
                </a:lnTo>
                <a:close/>
                <a:moveTo>
                  <a:pt x="488872" y="95642"/>
                </a:moveTo>
                <a:cubicBezTo>
                  <a:pt x="491381" y="95642"/>
                  <a:pt x="493491" y="96510"/>
                  <a:pt x="495200" y="98246"/>
                </a:cubicBezTo>
                <a:cubicBezTo>
                  <a:pt x="496908" y="99981"/>
                  <a:pt x="497763" y="102077"/>
                  <a:pt x="497763" y="104534"/>
                </a:cubicBezTo>
                <a:cubicBezTo>
                  <a:pt x="497763" y="106990"/>
                  <a:pt x="496895" y="109086"/>
                  <a:pt x="495160" y="110822"/>
                </a:cubicBezTo>
                <a:cubicBezTo>
                  <a:pt x="493424" y="112557"/>
                  <a:pt x="491328" y="113425"/>
                  <a:pt x="488872" y="113425"/>
                </a:cubicBezTo>
                <a:cubicBezTo>
                  <a:pt x="486415" y="113425"/>
                  <a:pt x="484319" y="112557"/>
                  <a:pt x="482583" y="110822"/>
                </a:cubicBezTo>
                <a:cubicBezTo>
                  <a:pt x="480848" y="109086"/>
                  <a:pt x="479980" y="106990"/>
                  <a:pt x="479980" y="104534"/>
                </a:cubicBezTo>
                <a:cubicBezTo>
                  <a:pt x="479980" y="102024"/>
                  <a:pt x="480848" y="99914"/>
                  <a:pt x="482583" y="98206"/>
                </a:cubicBezTo>
                <a:cubicBezTo>
                  <a:pt x="484319" y="96497"/>
                  <a:pt x="486415" y="95642"/>
                  <a:pt x="488872" y="95642"/>
                </a:cubicBezTo>
                <a:close/>
                <a:moveTo>
                  <a:pt x="529884" y="95642"/>
                </a:moveTo>
                <a:cubicBezTo>
                  <a:pt x="532394" y="95642"/>
                  <a:pt x="534503" y="96510"/>
                  <a:pt x="536212" y="98246"/>
                </a:cubicBezTo>
                <a:cubicBezTo>
                  <a:pt x="537921" y="99981"/>
                  <a:pt x="538775" y="102077"/>
                  <a:pt x="538775" y="104534"/>
                </a:cubicBezTo>
                <a:cubicBezTo>
                  <a:pt x="538775" y="106990"/>
                  <a:pt x="537907" y="109086"/>
                  <a:pt x="536172" y="110822"/>
                </a:cubicBezTo>
                <a:cubicBezTo>
                  <a:pt x="534436" y="112557"/>
                  <a:pt x="532340" y="113425"/>
                  <a:pt x="529884" y="113425"/>
                </a:cubicBezTo>
                <a:cubicBezTo>
                  <a:pt x="527427" y="113425"/>
                  <a:pt x="525331" y="112557"/>
                  <a:pt x="523596" y="110822"/>
                </a:cubicBezTo>
                <a:cubicBezTo>
                  <a:pt x="521860" y="109086"/>
                  <a:pt x="520992" y="106990"/>
                  <a:pt x="520992" y="104534"/>
                </a:cubicBezTo>
                <a:cubicBezTo>
                  <a:pt x="520992" y="102024"/>
                  <a:pt x="521860" y="99914"/>
                  <a:pt x="523596" y="98206"/>
                </a:cubicBezTo>
                <a:cubicBezTo>
                  <a:pt x="525331" y="96497"/>
                  <a:pt x="527427" y="95642"/>
                  <a:pt x="529884" y="95642"/>
                </a:cubicBezTo>
                <a:close/>
                <a:moveTo>
                  <a:pt x="570896" y="95642"/>
                </a:moveTo>
                <a:cubicBezTo>
                  <a:pt x="573406" y="95642"/>
                  <a:pt x="575516" y="96510"/>
                  <a:pt x="577224" y="98246"/>
                </a:cubicBezTo>
                <a:cubicBezTo>
                  <a:pt x="578933" y="99981"/>
                  <a:pt x="579788" y="102077"/>
                  <a:pt x="579788" y="104534"/>
                </a:cubicBezTo>
                <a:cubicBezTo>
                  <a:pt x="579788" y="106990"/>
                  <a:pt x="578920" y="109086"/>
                  <a:pt x="577184" y="110822"/>
                </a:cubicBezTo>
                <a:cubicBezTo>
                  <a:pt x="575449" y="112557"/>
                  <a:pt x="573353" y="113425"/>
                  <a:pt x="570896" y="113425"/>
                </a:cubicBezTo>
                <a:cubicBezTo>
                  <a:pt x="568440" y="113425"/>
                  <a:pt x="566344" y="112557"/>
                  <a:pt x="564608" y="110822"/>
                </a:cubicBezTo>
                <a:cubicBezTo>
                  <a:pt x="562873" y="109086"/>
                  <a:pt x="562005" y="106990"/>
                  <a:pt x="562005" y="104534"/>
                </a:cubicBezTo>
                <a:cubicBezTo>
                  <a:pt x="562005" y="102024"/>
                  <a:pt x="562873" y="99914"/>
                  <a:pt x="564608" y="98206"/>
                </a:cubicBezTo>
                <a:cubicBezTo>
                  <a:pt x="566344" y="96497"/>
                  <a:pt x="568440" y="95642"/>
                  <a:pt x="570896" y="956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Contextb:[Sentencesofauthorb]">
            <a:extLst xmlns:a="http://schemas.openxmlformats.org/drawingml/2006/main">
              <a:ext uri="{FF2B5EF4-FFF2-40B4-BE49-F238E27FC236}">
                <a16:creationId xmlns:a16="http://schemas.microsoft.com/office/drawing/2014/main" id="{F67E511A-E222-4D77-9859-689984B9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545" y="5534449"/>
            <a:ext cx="2290014" cy="146427"/>
          </a:xfrm>
          <a:custGeom xmlns:a="http://schemas.openxmlformats.org/drawingml/2006/main">
            <a:pathLst>
              <a:path w="2290014" h="146427">
                <a:moveTo>
                  <a:pt x="103012" y="2884"/>
                </a:moveTo>
                <a:lnTo>
                  <a:pt x="103012" y="40532"/>
                </a:lnTo>
                <a:lnTo>
                  <a:pt x="99888" y="40532"/>
                </a:lnTo>
                <a:cubicBezTo>
                  <a:pt x="97538" y="30654"/>
                  <a:pt x="93159" y="23085"/>
                  <a:pt x="86751" y="17825"/>
                </a:cubicBezTo>
                <a:cubicBezTo>
                  <a:pt x="80343" y="12564"/>
                  <a:pt x="73080" y="9933"/>
                  <a:pt x="64963" y="9933"/>
                </a:cubicBezTo>
                <a:cubicBezTo>
                  <a:pt x="58181" y="9933"/>
                  <a:pt x="51960" y="11882"/>
                  <a:pt x="46299" y="15780"/>
                </a:cubicBezTo>
                <a:cubicBezTo>
                  <a:pt x="40639" y="19678"/>
                  <a:pt x="36500" y="24778"/>
                  <a:pt x="33883" y="31080"/>
                </a:cubicBezTo>
                <a:cubicBezTo>
                  <a:pt x="30519" y="39143"/>
                  <a:pt x="28837" y="48115"/>
                  <a:pt x="28837" y="57994"/>
                </a:cubicBezTo>
                <a:cubicBezTo>
                  <a:pt x="28837" y="67713"/>
                  <a:pt x="30065" y="76565"/>
                  <a:pt x="32522" y="84548"/>
                </a:cubicBezTo>
                <a:cubicBezTo>
                  <a:pt x="34978" y="92532"/>
                  <a:pt x="38823" y="98566"/>
                  <a:pt x="44056" y="102651"/>
                </a:cubicBezTo>
                <a:cubicBezTo>
                  <a:pt x="49290" y="106737"/>
                  <a:pt x="56072" y="108779"/>
                  <a:pt x="64402" y="108779"/>
                </a:cubicBezTo>
                <a:cubicBezTo>
                  <a:pt x="71238" y="108779"/>
                  <a:pt x="77499" y="107284"/>
                  <a:pt x="83186" y="104293"/>
                </a:cubicBezTo>
                <a:cubicBezTo>
                  <a:pt x="88874" y="101303"/>
                  <a:pt x="94868" y="96150"/>
                  <a:pt x="101169" y="88834"/>
                </a:cubicBezTo>
                <a:lnTo>
                  <a:pt x="101169" y="98206"/>
                </a:lnTo>
                <a:cubicBezTo>
                  <a:pt x="95082" y="104560"/>
                  <a:pt x="88740" y="109166"/>
                  <a:pt x="82145" y="112023"/>
                </a:cubicBezTo>
                <a:cubicBezTo>
                  <a:pt x="75550" y="114880"/>
                  <a:pt x="67847" y="116309"/>
                  <a:pt x="59036" y="116309"/>
                </a:cubicBezTo>
                <a:cubicBezTo>
                  <a:pt x="47447" y="116309"/>
                  <a:pt x="37154" y="113989"/>
                  <a:pt x="28156" y="109350"/>
                </a:cubicBezTo>
                <a:cubicBezTo>
                  <a:pt x="19158" y="104711"/>
                  <a:pt x="12216" y="98045"/>
                  <a:pt x="7329" y="89354"/>
                </a:cubicBezTo>
                <a:cubicBezTo>
                  <a:pt x="2443" y="80662"/>
                  <a:pt x="0" y="71409"/>
                  <a:pt x="0" y="61596"/>
                </a:cubicBezTo>
                <a:cubicBezTo>
                  <a:pt x="0" y="51251"/>
                  <a:pt x="2710" y="41440"/>
                  <a:pt x="8130" y="32161"/>
                </a:cubicBezTo>
                <a:cubicBezTo>
                  <a:pt x="13551" y="22881"/>
                  <a:pt x="20867" y="15682"/>
                  <a:pt x="30078" y="10564"/>
                </a:cubicBezTo>
                <a:cubicBezTo>
                  <a:pt x="39290" y="5444"/>
                  <a:pt x="49076" y="2884"/>
                  <a:pt x="59436" y="2884"/>
                </a:cubicBezTo>
                <a:cubicBezTo>
                  <a:pt x="67072" y="2884"/>
                  <a:pt x="75136" y="4539"/>
                  <a:pt x="83627" y="7850"/>
                </a:cubicBezTo>
                <a:cubicBezTo>
                  <a:pt x="88540" y="9773"/>
                  <a:pt x="91664" y="10734"/>
                  <a:pt x="92999" y="10734"/>
                </a:cubicBezTo>
                <a:cubicBezTo>
                  <a:pt x="94708" y="10734"/>
                  <a:pt x="96190" y="10106"/>
                  <a:pt x="97445" y="8851"/>
                </a:cubicBezTo>
                <a:cubicBezTo>
                  <a:pt x="98700" y="7596"/>
                  <a:pt x="99514" y="5607"/>
                  <a:pt x="99888" y="2884"/>
                </a:cubicBezTo>
                <a:lnTo>
                  <a:pt x="103012" y="2884"/>
                </a:lnTo>
                <a:close/>
                <a:moveTo>
                  <a:pt x="152808" y="36687"/>
                </a:moveTo>
                <a:cubicBezTo>
                  <a:pt x="159323" y="36687"/>
                  <a:pt x="165384" y="38371"/>
                  <a:pt x="170991" y="41738"/>
                </a:cubicBezTo>
                <a:cubicBezTo>
                  <a:pt x="176598" y="45106"/>
                  <a:pt x="180857" y="49890"/>
                  <a:pt x="183767" y="56092"/>
                </a:cubicBezTo>
                <a:cubicBezTo>
                  <a:pt x="186678" y="62293"/>
                  <a:pt x="188133" y="69082"/>
                  <a:pt x="188133" y="76458"/>
                </a:cubicBezTo>
                <a:cubicBezTo>
                  <a:pt x="188133" y="87095"/>
                  <a:pt x="185436" y="95995"/>
                  <a:pt x="180043" y="103159"/>
                </a:cubicBezTo>
                <a:cubicBezTo>
                  <a:pt x="173528" y="111819"/>
                  <a:pt x="164529" y="116149"/>
                  <a:pt x="153048" y="116149"/>
                </a:cubicBezTo>
                <a:cubicBezTo>
                  <a:pt x="141780" y="116149"/>
                  <a:pt x="133102" y="112193"/>
                  <a:pt x="127015" y="104281"/>
                </a:cubicBezTo>
                <a:cubicBezTo>
                  <a:pt x="120927" y="96369"/>
                  <a:pt x="117883" y="87202"/>
                  <a:pt x="117883" y="76778"/>
                </a:cubicBezTo>
                <a:cubicBezTo>
                  <a:pt x="117883" y="66034"/>
                  <a:pt x="120994" y="56667"/>
                  <a:pt x="127215" y="48675"/>
                </a:cubicBezTo>
                <a:cubicBezTo>
                  <a:pt x="133436" y="40683"/>
                  <a:pt x="141967" y="36687"/>
                  <a:pt x="152808" y="36687"/>
                </a:cubicBezTo>
                <a:moveTo>
                  <a:pt x="153128" y="42294"/>
                </a:moveTo>
                <a:cubicBezTo>
                  <a:pt x="150405" y="42294"/>
                  <a:pt x="148068" y="43324"/>
                  <a:pt x="146119" y="45383"/>
                </a:cubicBezTo>
                <a:cubicBezTo>
                  <a:pt x="144170" y="47441"/>
                  <a:pt x="142888" y="51503"/>
                  <a:pt x="142274" y="57571"/>
                </a:cubicBezTo>
                <a:cubicBezTo>
                  <a:pt x="141660" y="63639"/>
                  <a:pt x="141353" y="72073"/>
                  <a:pt x="141353" y="82874"/>
                </a:cubicBezTo>
                <a:cubicBezTo>
                  <a:pt x="141353" y="88594"/>
                  <a:pt x="141727" y="93941"/>
                  <a:pt x="142474" y="98914"/>
                </a:cubicBezTo>
                <a:cubicBezTo>
                  <a:pt x="143062" y="102709"/>
                  <a:pt x="144317" y="105596"/>
                  <a:pt x="146239" y="107575"/>
                </a:cubicBezTo>
                <a:cubicBezTo>
                  <a:pt x="148162" y="109553"/>
                  <a:pt x="150351" y="110541"/>
                  <a:pt x="152808" y="110541"/>
                </a:cubicBezTo>
                <a:cubicBezTo>
                  <a:pt x="155211" y="110541"/>
                  <a:pt x="157213" y="109873"/>
                  <a:pt x="158815" y="108536"/>
                </a:cubicBezTo>
                <a:cubicBezTo>
                  <a:pt x="160898" y="106719"/>
                  <a:pt x="162286" y="104179"/>
                  <a:pt x="162981" y="100917"/>
                </a:cubicBezTo>
                <a:cubicBezTo>
                  <a:pt x="164049" y="95838"/>
                  <a:pt x="164583" y="85574"/>
                  <a:pt x="164583" y="70122"/>
                </a:cubicBezTo>
                <a:cubicBezTo>
                  <a:pt x="164583" y="61034"/>
                  <a:pt x="164075" y="54793"/>
                  <a:pt x="163061" y="51398"/>
                </a:cubicBezTo>
                <a:cubicBezTo>
                  <a:pt x="162046" y="48002"/>
                  <a:pt x="160551" y="45529"/>
                  <a:pt x="158575" y="43979"/>
                </a:cubicBezTo>
                <a:cubicBezTo>
                  <a:pt x="157187" y="42856"/>
                  <a:pt x="155371" y="42294"/>
                  <a:pt x="153128" y="42294"/>
                </a:cubicBezTo>
                <a:close/>
                <a:moveTo>
                  <a:pt x="230107" y="38930"/>
                </a:moveTo>
                <a:lnTo>
                  <a:pt x="230107" y="48702"/>
                </a:lnTo>
                <a:cubicBezTo>
                  <a:pt x="233952" y="44509"/>
                  <a:pt x="237636" y="41458"/>
                  <a:pt x="241161" y="39551"/>
                </a:cubicBezTo>
                <a:cubicBezTo>
                  <a:pt x="244685" y="37641"/>
                  <a:pt x="248477" y="36687"/>
                  <a:pt x="252535" y="36687"/>
                </a:cubicBezTo>
                <a:cubicBezTo>
                  <a:pt x="257395" y="36687"/>
                  <a:pt x="261427" y="38037"/>
                  <a:pt x="264631" y="40737"/>
                </a:cubicBezTo>
                <a:cubicBezTo>
                  <a:pt x="267835" y="43437"/>
                  <a:pt x="269971" y="46792"/>
                  <a:pt x="271039" y="50802"/>
                </a:cubicBezTo>
                <a:cubicBezTo>
                  <a:pt x="271894" y="53851"/>
                  <a:pt x="272321" y="59707"/>
                  <a:pt x="272321" y="68370"/>
                </a:cubicBezTo>
                <a:lnTo>
                  <a:pt x="272321" y="97565"/>
                </a:lnTo>
                <a:cubicBezTo>
                  <a:pt x="272321" y="103332"/>
                  <a:pt x="272841" y="106923"/>
                  <a:pt x="273883" y="108339"/>
                </a:cubicBezTo>
                <a:cubicBezTo>
                  <a:pt x="274924" y="109754"/>
                  <a:pt x="277100" y="110648"/>
                  <a:pt x="280411" y="111022"/>
                </a:cubicBezTo>
                <a:lnTo>
                  <a:pt x="280411" y="113906"/>
                </a:lnTo>
                <a:lnTo>
                  <a:pt x="242523" y="113906"/>
                </a:lnTo>
                <a:lnTo>
                  <a:pt x="242523" y="111022"/>
                </a:lnTo>
                <a:cubicBezTo>
                  <a:pt x="245353" y="110648"/>
                  <a:pt x="247382" y="109473"/>
                  <a:pt x="248610" y="107498"/>
                </a:cubicBezTo>
                <a:cubicBezTo>
                  <a:pt x="249465" y="106162"/>
                  <a:pt x="249892" y="102852"/>
                  <a:pt x="249892" y="97565"/>
                </a:cubicBezTo>
                <a:lnTo>
                  <a:pt x="249892" y="64242"/>
                </a:lnTo>
                <a:cubicBezTo>
                  <a:pt x="249892" y="58101"/>
                  <a:pt x="249652" y="54229"/>
                  <a:pt x="249171" y="52627"/>
                </a:cubicBezTo>
                <a:cubicBezTo>
                  <a:pt x="248691" y="51025"/>
                  <a:pt x="247876" y="49784"/>
                  <a:pt x="246728" y="48903"/>
                </a:cubicBezTo>
                <a:cubicBezTo>
                  <a:pt x="245580" y="48021"/>
                  <a:pt x="244312" y="47581"/>
                  <a:pt x="242923" y="47581"/>
                </a:cubicBezTo>
                <a:cubicBezTo>
                  <a:pt x="238331" y="47581"/>
                  <a:pt x="234058" y="50892"/>
                  <a:pt x="230107" y="57514"/>
                </a:cubicBezTo>
                <a:lnTo>
                  <a:pt x="230107" y="97565"/>
                </a:lnTo>
                <a:cubicBezTo>
                  <a:pt x="230107" y="103172"/>
                  <a:pt x="230627" y="106723"/>
                  <a:pt x="231669" y="108218"/>
                </a:cubicBezTo>
                <a:cubicBezTo>
                  <a:pt x="232710" y="109714"/>
                  <a:pt x="234646" y="110648"/>
                  <a:pt x="237476" y="111022"/>
                </a:cubicBezTo>
                <a:lnTo>
                  <a:pt x="237476" y="113906"/>
                </a:lnTo>
                <a:lnTo>
                  <a:pt x="199588" y="113906"/>
                </a:lnTo>
                <a:lnTo>
                  <a:pt x="199588" y="111022"/>
                </a:lnTo>
                <a:cubicBezTo>
                  <a:pt x="202738" y="110702"/>
                  <a:pt x="204981" y="109687"/>
                  <a:pt x="206316" y="107978"/>
                </a:cubicBezTo>
                <a:cubicBezTo>
                  <a:pt x="207224" y="106803"/>
                  <a:pt x="207678" y="103332"/>
                  <a:pt x="207678" y="97565"/>
                </a:cubicBezTo>
                <a:lnTo>
                  <a:pt x="207678" y="55271"/>
                </a:lnTo>
                <a:cubicBezTo>
                  <a:pt x="207678" y="49542"/>
                  <a:pt x="207157" y="45975"/>
                  <a:pt x="206116" y="44570"/>
                </a:cubicBezTo>
                <a:cubicBezTo>
                  <a:pt x="205075" y="43164"/>
                  <a:pt x="202899" y="42246"/>
                  <a:pt x="199588" y="41813"/>
                </a:cubicBezTo>
                <a:lnTo>
                  <a:pt x="199588" y="38930"/>
                </a:lnTo>
                <a:lnTo>
                  <a:pt x="230107" y="38930"/>
                </a:lnTo>
                <a:close/>
                <a:moveTo>
                  <a:pt x="320437" y="11375"/>
                </a:moveTo>
                <a:lnTo>
                  <a:pt x="320437" y="38930"/>
                </a:lnTo>
                <a:lnTo>
                  <a:pt x="338220" y="38930"/>
                </a:lnTo>
                <a:lnTo>
                  <a:pt x="338220" y="46780"/>
                </a:lnTo>
                <a:lnTo>
                  <a:pt x="320437" y="46780"/>
                </a:lnTo>
                <a:lnTo>
                  <a:pt x="320437" y="93124"/>
                </a:lnTo>
                <a:cubicBezTo>
                  <a:pt x="320437" y="97461"/>
                  <a:pt x="320638" y="100259"/>
                  <a:pt x="321038" y="101517"/>
                </a:cubicBezTo>
                <a:cubicBezTo>
                  <a:pt x="321439" y="102776"/>
                  <a:pt x="322146" y="103794"/>
                  <a:pt x="323161" y="104571"/>
                </a:cubicBezTo>
                <a:cubicBezTo>
                  <a:pt x="324175" y="105347"/>
                  <a:pt x="325110" y="105735"/>
                  <a:pt x="325964" y="105735"/>
                </a:cubicBezTo>
                <a:cubicBezTo>
                  <a:pt x="329435" y="105735"/>
                  <a:pt x="332720" y="103065"/>
                  <a:pt x="335817" y="97725"/>
                </a:cubicBezTo>
                <a:lnTo>
                  <a:pt x="338220" y="99505"/>
                </a:lnTo>
                <a:cubicBezTo>
                  <a:pt x="333895" y="109853"/>
                  <a:pt x="326872" y="115027"/>
                  <a:pt x="317153" y="115027"/>
                </a:cubicBezTo>
                <a:cubicBezTo>
                  <a:pt x="312400" y="115027"/>
                  <a:pt x="308382" y="113701"/>
                  <a:pt x="305098" y="111050"/>
                </a:cubicBezTo>
                <a:cubicBezTo>
                  <a:pt x="301814" y="108396"/>
                  <a:pt x="299717" y="105435"/>
                  <a:pt x="298810" y="102166"/>
                </a:cubicBezTo>
                <a:cubicBezTo>
                  <a:pt x="298276" y="100343"/>
                  <a:pt x="298009" y="95413"/>
                  <a:pt x="298009" y="87374"/>
                </a:cubicBezTo>
                <a:lnTo>
                  <a:pt x="298009" y="46780"/>
                </a:lnTo>
                <a:lnTo>
                  <a:pt x="288236" y="46780"/>
                </a:lnTo>
                <a:lnTo>
                  <a:pt x="288236" y="43969"/>
                </a:lnTo>
                <a:cubicBezTo>
                  <a:pt x="294965" y="39206"/>
                  <a:pt x="300692" y="34202"/>
                  <a:pt x="305418" y="28957"/>
                </a:cubicBezTo>
                <a:cubicBezTo>
                  <a:pt x="310144" y="23712"/>
                  <a:pt x="314269" y="17851"/>
                  <a:pt x="317794" y="11375"/>
                </a:cubicBezTo>
                <a:lnTo>
                  <a:pt x="320437" y="11375"/>
                </a:lnTo>
                <a:close/>
                <a:moveTo>
                  <a:pt x="408789" y="73694"/>
                </a:moveTo>
                <a:lnTo>
                  <a:pt x="367696" y="73694"/>
                </a:lnTo>
                <a:cubicBezTo>
                  <a:pt x="368177" y="83654"/>
                  <a:pt x="370820" y="91525"/>
                  <a:pt x="375627" y="97307"/>
                </a:cubicBezTo>
                <a:cubicBezTo>
                  <a:pt x="379311" y="101751"/>
                  <a:pt x="383744" y="103973"/>
                  <a:pt x="388924" y="103973"/>
                </a:cubicBezTo>
                <a:cubicBezTo>
                  <a:pt x="392128" y="103973"/>
                  <a:pt x="395038" y="103079"/>
                  <a:pt x="397655" y="101290"/>
                </a:cubicBezTo>
                <a:cubicBezTo>
                  <a:pt x="400271" y="99501"/>
                  <a:pt x="403075" y="96283"/>
                  <a:pt x="406066" y="91637"/>
                </a:cubicBezTo>
                <a:lnTo>
                  <a:pt x="408789" y="93399"/>
                </a:lnTo>
                <a:cubicBezTo>
                  <a:pt x="404730" y="101677"/>
                  <a:pt x="400245" y="107538"/>
                  <a:pt x="395332" y="110982"/>
                </a:cubicBezTo>
                <a:cubicBezTo>
                  <a:pt x="390419" y="114426"/>
                  <a:pt x="384732" y="116149"/>
                  <a:pt x="378270" y="116149"/>
                </a:cubicBezTo>
                <a:cubicBezTo>
                  <a:pt x="367162" y="116149"/>
                  <a:pt x="358752" y="111872"/>
                  <a:pt x="353038" y="103320"/>
                </a:cubicBezTo>
                <a:cubicBezTo>
                  <a:pt x="348445" y="96424"/>
                  <a:pt x="346149" y="87872"/>
                  <a:pt x="346149" y="77662"/>
                </a:cubicBezTo>
                <a:cubicBezTo>
                  <a:pt x="346149" y="65153"/>
                  <a:pt x="349527" y="55196"/>
                  <a:pt x="356282" y="47794"/>
                </a:cubicBezTo>
                <a:cubicBezTo>
                  <a:pt x="363037" y="40389"/>
                  <a:pt x="370954" y="36687"/>
                  <a:pt x="380032" y="36687"/>
                </a:cubicBezTo>
                <a:cubicBezTo>
                  <a:pt x="387615" y="36687"/>
                  <a:pt x="394197" y="39798"/>
                  <a:pt x="399777" y="46019"/>
                </a:cubicBezTo>
                <a:cubicBezTo>
                  <a:pt x="405358" y="52240"/>
                  <a:pt x="408362" y="61465"/>
                  <a:pt x="408789" y="73694"/>
                </a:cubicBezTo>
                <a:moveTo>
                  <a:pt x="389084" y="68408"/>
                </a:moveTo>
                <a:cubicBezTo>
                  <a:pt x="389084" y="59810"/>
                  <a:pt x="388617" y="53909"/>
                  <a:pt x="387682" y="50705"/>
                </a:cubicBezTo>
                <a:cubicBezTo>
                  <a:pt x="386747" y="47501"/>
                  <a:pt x="385292" y="45071"/>
                  <a:pt x="383316" y="43416"/>
                </a:cubicBezTo>
                <a:cubicBezTo>
                  <a:pt x="382195" y="42454"/>
                  <a:pt x="380700" y="41974"/>
                  <a:pt x="378831" y="41974"/>
                </a:cubicBezTo>
                <a:cubicBezTo>
                  <a:pt x="376054" y="41974"/>
                  <a:pt x="373784" y="43335"/>
                  <a:pt x="372022" y="46059"/>
                </a:cubicBezTo>
                <a:cubicBezTo>
                  <a:pt x="368871" y="50812"/>
                  <a:pt x="367296" y="57327"/>
                  <a:pt x="367296" y="65604"/>
                </a:cubicBezTo>
                <a:lnTo>
                  <a:pt x="367296" y="68408"/>
                </a:lnTo>
                <a:lnTo>
                  <a:pt x="389084" y="68408"/>
                </a:lnTo>
                <a:close/>
                <a:moveTo>
                  <a:pt x="462145" y="67962"/>
                </a:moveTo>
                <a:lnTo>
                  <a:pt x="475459" y="92684"/>
                </a:lnTo>
                <a:cubicBezTo>
                  <a:pt x="479945" y="101280"/>
                  <a:pt x="483496" y="106725"/>
                  <a:pt x="486113" y="109019"/>
                </a:cubicBezTo>
                <a:cubicBezTo>
                  <a:pt x="487555" y="110248"/>
                  <a:pt x="489531" y="110915"/>
                  <a:pt x="492041" y="111022"/>
                </a:cubicBezTo>
                <a:lnTo>
                  <a:pt x="492041" y="113906"/>
                </a:lnTo>
                <a:lnTo>
                  <a:pt x="450307" y="113906"/>
                </a:lnTo>
                <a:lnTo>
                  <a:pt x="450307" y="111022"/>
                </a:lnTo>
                <a:cubicBezTo>
                  <a:pt x="453565" y="110755"/>
                  <a:pt x="455581" y="110328"/>
                  <a:pt x="456355" y="109740"/>
                </a:cubicBezTo>
                <a:cubicBezTo>
                  <a:pt x="457129" y="109151"/>
                  <a:pt x="457516" y="108349"/>
                  <a:pt x="457516" y="107332"/>
                </a:cubicBezTo>
                <a:cubicBezTo>
                  <a:pt x="457516" y="105835"/>
                  <a:pt x="456662" y="103482"/>
                  <a:pt x="454953" y="100273"/>
                </a:cubicBezTo>
                <a:lnTo>
                  <a:pt x="448415" y="88133"/>
                </a:lnTo>
                <a:lnTo>
                  <a:pt x="442938" y="96183"/>
                </a:lnTo>
                <a:cubicBezTo>
                  <a:pt x="440428" y="99873"/>
                  <a:pt x="439013" y="102066"/>
                  <a:pt x="438692" y="102761"/>
                </a:cubicBezTo>
                <a:cubicBezTo>
                  <a:pt x="438265" y="103776"/>
                  <a:pt x="438052" y="104685"/>
                  <a:pt x="438052" y="105487"/>
                </a:cubicBezTo>
                <a:cubicBezTo>
                  <a:pt x="438052" y="106717"/>
                  <a:pt x="438305" y="107747"/>
                  <a:pt x="438812" y="108576"/>
                </a:cubicBezTo>
                <a:cubicBezTo>
                  <a:pt x="439320" y="109404"/>
                  <a:pt x="440014" y="110019"/>
                  <a:pt x="440895" y="110421"/>
                </a:cubicBezTo>
                <a:cubicBezTo>
                  <a:pt x="441776" y="110822"/>
                  <a:pt x="443392" y="111022"/>
                  <a:pt x="445741" y="111022"/>
                </a:cubicBezTo>
                <a:lnTo>
                  <a:pt x="445741" y="113906"/>
                </a:lnTo>
                <a:lnTo>
                  <a:pt x="416424" y="113906"/>
                </a:lnTo>
                <a:lnTo>
                  <a:pt x="416424" y="111022"/>
                </a:lnTo>
                <a:cubicBezTo>
                  <a:pt x="420055" y="111022"/>
                  <a:pt x="423379" y="110020"/>
                  <a:pt x="426397" y="108016"/>
                </a:cubicBezTo>
                <a:cubicBezTo>
                  <a:pt x="429414" y="106010"/>
                  <a:pt x="433806" y="100757"/>
                  <a:pt x="439573" y="92258"/>
                </a:cubicBezTo>
                <a:lnTo>
                  <a:pt x="445754" y="83189"/>
                </a:lnTo>
                <a:lnTo>
                  <a:pt x="432845" y="59218"/>
                </a:lnTo>
                <a:cubicBezTo>
                  <a:pt x="428626" y="51375"/>
                  <a:pt x="425475" y="46567"/>
                  <a:pt x="423393" y="44795"/>
                </a:cubicBezTo>
                <a:cubicBezTo>
                  <a:pt x="421310" y="43023"/>
                  <a:pt x="418987" y="42029"/>
                  <a:pt x="416424" y="41813"/>
                </a:cubicBezTo>
                <a:lnTo>
                  <a:pt x="416424" y="38930"/>
                </a:lnTo>
                <a:lnTo>
                  <a:pt x="457917" y="38930"/>
                </a:lnTo>
                <a:lnTo>
                  <a:pt x="457917" y="41813"/>
                </a:lnTo>
                <a:lnTo>
                  <a:pt x="455754" y="41894"/>
                </a:lnTo>
                <a:lnTo>
                  <a:pt x="451589" y="43350"/>
                </a:lnTo>
                <a:cubicBezTo>
                  <a:pt x="451162" y="43728"/>
                  <a:pt x="450948" y="44348"/>
                  <a:pt x="450948" y="45210"/>
                </a:cubicBezTo>
                <a:cubicBezTo>
                  <a:pt x="450948" y="46018"/>
                  <a:pt x="451082" y="46853"/>
                  <a:pt x="451349" y="47716"/>
                </a:cubicBezTo>
                <a:cubicBezTo>
                  <a:pt x="451509" y="48093"/>
                  <a:pt x="452256" y="49548"/>
                  <a:pt x="453591" y="52082"/>
                </a:cubicBezTo>
                <a:lnTo>
                  <a:pt x="459489" y="63031"/>
                </a:lnTo>
                <a:lnTo>
                  <a:pt x="462483" y="58635"/>
                </a:lnTo>
                <a:cubicBezTo>
                  <a:pt x="466755" y="52732"/>
                  <a:pt x="468891" y="48601"/>
                  <a:pt x="468891" y="46239"/>
                </a:cubicBezTo>
                <a:cubicBezTo>
                  <a:pt x="468891" y="45113"/>
                  <a:pt x="468424" y="44161"/>
                  <a:pt x="467489" y="43383"/>
                </a:cubicBezTo>
                <a:cubicBezTo>
                  <a:pt x="466555" y="42605"/>
                  <a:pt x="464886" y="42082"/>
                  <a:pt x="462483" y="41813"/>
                </a:cubicBezTo>
                <a:lnTo>
                  <a:pt x="462483" y="38930"/>
                </a:lnTo>
                <a:lnTo>
                  <a:pt x="488997" y="38930"/>
                </a:lnTo>
                <a:lnTo>
                  <a:pt x="488997" y="41813"/>
                </a:lnTo>
                <a:cubicBezTo>
                  <a:pt x="485739" y="41920"/>
                  <a:pt x="482695" y="42928"/>
                  <a:pt x="479865" y="44837"/>
                </a:cubicBezTo>
                <a:cubicBezTo>
                  <a:pt x="477035" y="46746"/>
                  <a:pt x="473857" y="50444"/>
                  <a:pt x="470333" y="55929"/>
                </a:cubicBezTo>
                <a:lnTo>
                  <a:pt x="462145" y="67962"/>
                </a:lnTo>
                <a:close/>
                <a:moveTo>
                  <a:pt x="529929" y="11375"/>
                </a:moveTo>
                <a:lnTo>
                  <a:pt x="529929" y="38930"/>
                </a:lnTo>
                <a:lnTo>
                  <a:pt x="547712" y="38930"/>
                </a:lnTo>
                <a:lnTo>
                  <a:pt x="547712" y="46780"/>
                </a:lnTo>
                <a:lnTo>
                  <a:pt x="529929" y="46780"/>
                </a:lnTo>
                <a:lnTo>
                  <a:pt x="529929" y="93124"/>
                </a:lnTo>
                <a:cubicBezTo>
                  <a:pt x="529929" y="97461"/>
                  <a:pt x="530129" y="100259"/>
                  <a:pt x="530530" y="101517"/>
                </a:cubicBezTo>
                <a:cubicBezTo>
                  <a:pt x="530930" y="102776"/>
                  <a:pt x="531638" y="103794"/>
                  <a:pt x="532653" y="104571"/>
                </a:cubicBezTo>
                <a:cubicBezTo>
                  <a:pt x="533667" y="105347"/>
                  <a:pt x="534602" y="105735"/>
                  <a:pt x="535456" y="105735"/>
                </a:cubicBezTo>
                <a:cubicBezTo>
                  <a:pt x="538927" y="105735"/>
                  <a:pt x="542212" y="103065"/>
                  <a:pt x="545309" y="97725"/>
                </a:cubicBezTo>
                <a:lnTo>
                  <a:pt x="547712" y="99505"/>
                </a:lnTo>
                <a:cubicBezTo>
                  <a:pt x="543386" y="109853"/>
                  <a:pt x="536364" y="115027"/>
                  <a:pt x="526645" y="115027"/>
                </a:cubicBezTo>
                <a:cubicBezTo>
                  <a:pt x="521892" y="115027"/>
                  <a:pt x="517874" y="113701"/>
                  <a:pt x="514590" y="111050"/>
                </a:cubicBezTo>
                <a:cubicBezTo>
                  <a:pt x="511305" y="108396"/>
                  <a:pt x="509209" y="105435"/>
                  <a:pt x="508302" y="102166"/>
                </a:cubicBezTo>
                <a:cubicBezTo>
                  <a:pt x="507768" y="100343"/>
                  <a:pt x="507501" y="95413"/>
                  <a:pt x="507501" y="87374"/>
                </a:cubicBezTo>
                <a:lnTo>
                  <a:pt x="507501" y="46780"/>
                </a:lnTo>
                <a:lnTo>
                  <a:pt x="497728" y="46780"/>
                </a:lnTo>
                <a:lnTo>
                  <a:pt x="497728" y="43969"/>
                </a:lnTo>
                <a:cubicBezTo>
                  <a:pt x="504457" y="39206"/>
                  <a:pt x="510184" y="34202"/>
                  <a:pt x="514910" y="28957"/>
                </a:cubicBezTo>
                <a:cubicBezTo>
                  <a:pt x="519636" y="23712"/>
                  <a:pt x="523761" y="17851"/>
                  <a:pt x="527286" y="11375"/>
                </a:cubicBezTo>
                <a:lnTo>
                  <a:pt x="529929" y="11375"/>
                </a:lnTo>
                <a:close/>
                <a:moveTo>
                  <a:pt x="624849" y="5287"/>
                </a:moveTo>
                <a:lnTo>
                  <a:pt x="624849" y="46459"/>
                </a:lnTo>
                <a:cubicBezTo>
                  <a:pt x="631151" y="39944"/>
                  <a:pt x="638039" y="36687"/>
                  <a:pt x="645516" y="36687"/>
                </a:cubicBezTo>
                <a:cubicBezTo>
                  <a:pt x="650642" y="36687"/>
                  <a:pt x="655475" y="38197"/>
                  <a:pt x="660014" y="41218"/>
                </a:cubicBezTo>
                <a:cubicBezTo>
                  <a:pt x="664553" y="44238"/>
                  <a:pt x="668104" y="48528"/>
                  <a:pt x="670668" y="54087"/>
                </a:cubicBezTo>
                <a:cubicBezTo>
                  <a:pt x="673231" y="59645"/>
                  <a:pt x="674513" y="66060"/>
                  <a:pt x="674513" y="73331"/>
                </a:cubicBezTo>
                <a:cubicBezTo>
                  <a:pt x="674513" y="81510"/>
                  <a:pt x="672884" y="88940"/>
                  <a:pt x="669626" y="95622"/>
                </a:cubicBezTo>
                <a:cubicBezTo>
                  <a:pt x="666369" y="102304"/>
                  <a:pt x="662017" y="107396"/>
                  <a:pt x="656570" y="110897"/>
                </a:cubicBezTo>
                <a:cubicBezTo>
                  <a:pt x="651123" y="114398"/>
                  <a:pt x="644901" y="116149"/>
                  <a:pt x="637906" y="116149"/>
                </a:cubicBezTo>
                <a:cubicBezTo>
                  <a:pt x="633847" y="116149"/>
                  <a:pt x="630243" y="115508"/>
                  <a:pt x="627092" y="114226"/>
                </a:cubicBezTo>
                <a:cubicBezTo>
                  <a:pt x="623941" y="112944"/>
                  <a:pt x="620844" y="110862"/>
                  <a:pt x="617800" y="107978"/>
                </a:cubicBezTo>
                <a:lnTo>
                  <a:pt x="605384" y="116149"/>
                </a:lnTo>
                <a:lnTo>
                  <a:pt x="602661" y="116149"/>
                </a:lnTo>
                <a:lnTo>
                  <a:pt x="602661" y="20827"/>
                </a:lnTo>
                <a:cubicBezTo>
                  <a:pt x="602661" y="16473"/>
                  <a:pt x="602474" y="13786"/>
                  <a:pt x="602100" y="12766"/>
                </a:cubicBezTo>
                <a:cubicBezTo>
                  <a:pt x="601566" y="11261"/>
                  <a:pt x="600725" y="10145"/>
                  <a:pt x="599577" y="9420"/>
                </a:cubicBezTo>
                <a:cubicBezTo>
                  <a:pt x="598429" y="8694"/>
                  <a:pt x="596493" y="8277"/>
                  <a:pt x="593769" y="8170"/>
                </a:cubicBezTo>
                <a:lnTo>
                  <a:pt x="593769" y="5287"/>
                </a:lnTo>
                <a:lnTo>
                  <a:pt x="624849" y="5287"/>
                </a:lnTo>
                <a:moveTo>
                  <a:pt x="624849" y="53599"/>
                </a:moveTo>
                <a:lnTo>
                  <a:pt x="624849" y="86961"/>
                </a:lnTo>
                <a:cubicBezTo>
                  <a:pt x="624849" y="93752"/>
                  <a:pt x="625009" y="98083"/>
                  <a:pt x="625330" y="99955"/>
                </a:cubicBezTo>
                <a:cubicBezTo>
                  <a:pt x="625864" y="103109"/>
                  <a:pt x="627145" y="105663"/>
                  <a:pt x="629175" y="107615"/>
                </a:cubicBezTo>
                <a:cubicBezTo>
                  <a:pt x="631204" y="109566"/>
                  <a:pt x="633794" y="110541"/>
                  <a:pt x="636945" y="110541"/>
                </a:cubicBezTo>
                <a:cubicBezTo>
                  <a:pt x="639668" y="110541"/>
                  <a:pt x="642004" y="109766"/>
                  <a:pt x="643954" y="108216"/>
                </a:cubicBezTo>
                <a:cubicBezTo>
                  <a:pt x="645903" y="106666"/>
                  <a:pt x="647531" y="103592"/>
                  <a:pt x="648840" y="98994"/>
                </a:cubicBezTo>
                <a:cubicBezTo>
                  <a:pt x="650148" y="94395"/>
                  <a:pt x="650802" y="86107"/>
                  <a:pt x="650802" y="74130"/>
                </a:cubicBezTo>
                <a:cubicBezTo>
                  <a:pt x="650802" y="62633"/>
                  <a:pt x="649360" y="54747"/>
                  <a:pt x="646477" y="50470"/>
                </a:cubicBezTo>
                <a:cubicBezTo>
                  <a:pt x="644394" y="47369"/>
                  <a:pt x="641591" y="45819"/>
                  <a:pt x="638066" y="45819"/>
                </a:cubicBezTo>
                <a:cubicBezTo>
                  <a:pt x="633473" y="45819"/>
                  <a:pt x="629068" y="48412"/>
                  <a:pt x="624849" y="53599"/>
                </a:cubicBezTo>
                <a:close/>
                <a:moveTo>
                  <a:pt x="708932" y="36847"/>
                </a:moveTo>
                <a:cubicBezTo>
                  <a:pt x="712617" y="36847"/>
                  <a:pt x="715754" y="38142"/>
                  <a:pt x="718344" y="40732"/>
                </a:cubicBezTo>
                <a:cubicBezTo>
                  <a:pt x="720934" y="43322"/>
                  <a:pt x="722229" y="46459"/>
                  <a:pt x="722229" y="50144"/>
                </a:cubicBezTo>
                <a:cubicBezTo>
                  <a:pt x="722229" y="53829"/>
                  <a:pt x="720934" y="56966"/>
                  <a:pt x="718344" y="59556"/>
                </a:cubicBezTo>
                <a:cubicBezTo>
                  <a:pt x="715754" y="62146"/>
                  <a:pt x="712617" y="63441"/>
                  <a:pt x="708932" y="63441"/>
                </a:cubicBezTo>
                <a:cubicBezTo>
                  <a:pt x="705247" y="63441"/>
                  <a:pt x="702110" y="62146"/>
                  <a:pt x="699520" y="59556"/>
                </a:cubicBezTo>
                <a:cubicBezTo>
                  <a:pt x="696930" y="56966"/>
                  <a:pt x="695635" y="53829"/>
                  <a:pt x="695635" y="50144"/>
                </a:cubicBezTo>
                <a:cubicBezTo>
                  <a:pt x="695635" y="46459"/>
                  <a:pt x="696930" y="43322"/>
                  <a:pt x="699520" y="40732"/>
                </a:cubicBezTo>
                <a:cubicBezTo>
                  <a:pt x="702110" y="38142"/>
                  <a:pt x="705247" y="36847"/>
                  <a:pt x="708932" y="36847"/>
                </a:cubicBezTo>
                <a:moveTo>
                  <a:pt x="708852" y="89234"/>
                </a:moveTo>
                <a:cubicBezTo>
                  <a:pt x="712590" y="89234"/>
                  <a:pt x="715754" y="90547"/>
                  <a:pt x="718344" y="93172"/>
                </a:cubicBezTo>
                <a:cubicBezTo>
                  <a:pt x="720934" y="95795"/>
                  <a:pt x="722229" y="98955"/>
                  <a:pt x="722229" y="102651"/>
                </a:cubicBezTo>
                <a:cubicBezTo>
                  <a:pt x="722229" y="106348"/>
                  <a:pt x="720921" y="109495"/>
                  <a:pt x="718304" y="112093"/>
                </a:cubicBezTo>
                <a:cubicBezTo>
                  <a:pt x="715687" y="114690"/>
                  <a:pt x="712537" y="115988"/>
                  <a:pt x="708852" y="115988"/>
                </a:cubicBezTo>
                <a:cubicBezTo>
                  <a:pt x="705167" y="115988"/>
                  <a:pt x="702030" y="114690"/>
                  <a:pt x="699440" y="112093"/>
                </a:cubicBezTo>
                <a:cubicBezTo>
                  <a:pt x="696850" y="109495"/>
                  <a:pt x="695555" y="106348"/>
                  <a:pt x="695555" y="102651"/>
                </a:cubicBezTo>
                <a:cubicBezTo>
                  <a:pt x="695555" y="98955"/>
                  <a:pt x="696850" y="95795"/>
                  <a:pt x="699440" y="93172"/>
                </a:cubicBezTo>
                <a:cubicBezTo>
                  <a:pt x="702030" y="90547"/>
                  <a:pt x="705167" y="89234"/>
                  <a:pt x="708852" y="89234"/>
                </a:cubicBezTo>
                <a:close/>
                <a:moveTo>
                  <a:pt x="825936" y="146427"/>
                </a:moveTo>
                <a:lnTo>
                  <a:pt x="790691" y="146427"/>
                </a:lnTo>
                <a:lnTo>
                  <a:pt x="790691" y="2723"/>
                </a:lnTo>
                <a:lnTo>
                  <a:pt x="825936" y="2723"/>
                </a:lnTo>
                <a:lnTo>
                  <a:pt x="825936" y="9052"/>
                </a:lnTo>
                <a:lnTo>
                  <a:pt x="802706" y="9052"/>
                </a:lnTo>
                <a:lnTo>
                  <a:pt x="802706" y="140259"/>
                </a:lnTo>
                <a:lnTo>
                  <a:pt x="825936" y="140259"/>
                </a:lnTo>
                <a:lnTo>
                  <a:pt x="825936" y="146427"/>
                </a:lnTo>
                <a:close/>
                <a:moveTo>
                  <a:pt x="907078" y="2884"/>
                </a:moveTo>
                <a:lnTo>
                  <a:pt x="907078" y="40372"/>
                </a:lnTo>
                <a:lnTo>
                  <a:pt x="904115" y="40372"/>
                </a:lnTo>
                <a:cubicBezTo>
                  <a:pt x="903153" y="33162"/>
                  <a:pt x="901431" y="27422"/>
                  <a:pt x="898948" y="23150"/>
                </a:cubicBezTo>
                <a:cubicBezTo>
                  <a:pt x="896465" y="18877"/>
                  <a:pt x="892927" y="15486"/>
                  <a:pt x="888335" y="12977"/>
                </a:cubicBezTo>
                <a:cubicBezTo>
                  <a:pt x="883742" y="10467"/>
                  <a:pt x="878989" y="9212"/>
                  <a:pt x="874076" y="9212"/>
                </a:cubicBezTo>
                <a:cubicBezTo>
                  <a:pt x="868523" y="9212"/>
                  <a:pt x="863930" y="10906"/>
                  <a:pt x="860299" y="14296"/>
                </a:cubicBezTo>
                <a:cubicBezTo>
                  <a:pt x="856667" y="17683"/>
                  <a:pt x="854852" y="21538"/>
                  <a:pt x="854852" y="25861"/>
                </a:cubicBezTo>
                <a:cubicBezTo>
                  <a:pt x="854852" y="29170"/>
                  <a:pt x="856000" y="32185"/>
                  <a:pt x="858296" y="34905"/>
                </a:cubicBezTo>
                <a:cubicBezTo>
                  <a:pt x="861607" y="38908"/>
                  <a:pt x="869484" y="44245"/>
                  <a:pt x="881926" y="50915"/>
                </a:cubicBezTo>
                <a:cubicBezTo>
                  <a:pt x="892073" y="56357"/>
                  <a:pt x="899001" y="60532"/>
                  <a:pt x="902713" y="63441"/>
                </a:cubicBezTo>
                <a:cubicBezTo>
                  <a:pt x="906424" y="66348"/>
                  <a:pt x="909281" y="69777"/>
                  <a:pt x="911284" y="73727"/>
                </a:cubicBezTo>
                <a:cubicBezTo>
                  <a:pt x="913286" y="77675"/>
                  <a:pt x="914288" y="81810"/>
                  <a:pt x="914288" y="86133"/>
                </a:cubicBezTo>
                <a:cubicBezTo>
                  <a:pt x="914288" y="94350"/>
                  <a:pt x="911097" y="101434"/>
                  <a:pt x="904715" y="107385"/>
                </a:cubicBezTo>
                <a:cubicBezTo>
                  <a:pt x="898334" y="113334"/>
                  <a:pt x="890123" y="116309"/>
                  <a:pt x="880084" y="116309"/>
                </a:cubicBezTo>
                <a:cubicBezTo>
                  <a:pt x="876933" y="116309"/>
                  <a:pt x="873969" y="116072"/>
                  <a:pt x="871193" y="115598"/>
                </a:cubicBezTo>
                <a:cubicBezTo>
                  <a:pt x="869537" y="115334"/>
                  <a:pt x="866106" y="114372"/>
                  <a:pt x="860899" y="112712"/>
                </a:cubicBezTo>
                <a:cubicBezTo>
                  <a:pt x="855693" y="111051"/>
                  <a:pt x="852395" y="110221"/>
                  <a:pt x="851007" y="110221"/>
                </a:cubicBezTo>
                <a:cubicBezTo>
                  <a:pt x="849672" y="110221"/>
                  <a:pt x="848617" y="110616"/>
                  <a:pt x="847843" y="111408"/>
                </a:cubicBezTo>
                <a:cubicBezTo>
                  <a:pt x="847068" y="112199"/>
                  <a:pt x="846494" y="113832"/>
                  <a:pt x="846121" y="116309"/>
                </a:cubicBezTo>
                <a:lnTo>
                  <a:pt x="843157" y="116309"/>
                </a:lnTo>
                <a:lnTo>
                  <a:pt x="843157" y="79141"/>
                </a:lnTo>
                <a:lnTo>
                  <a:pt x="846121" y="79141"/>
                </a:lnTo>
                <a:cubicBezTo>
                  <a:pt x="847509" y="86938"/>
                  <a:pt x="849378" y="92772"/>
                  <a:pt x="851728" y="96644"/>
                </a:cubicBezTo>
                <a:cubicBezTo>
                  <a:pt x="854077" y="100515"/>
                  <a:pt x="857669" y="103733"/>
                  <a:pt x="862501" y="106296"/>
                </a:cubicBezTo>
                <a:cubicBezTo>
                  <a:pt x="867334" y="108859"/>
                  <a:pt x="872634" y="110141"/>
                  <a:pt x="878402" y="110141"/>
                </a:cubicBezTo>
                <a:cubicBezTo>
                  <a:pt x="885077" y="110141"/>
                  <a:pt x="890350" y="108380"/>
                  <a:pt x="894222" y="104859"/>
                </a:cubicBezTo>
                <a:cubicBezTo>
                  <a:pt x="898094" y="101336"/>
                  <a:pt x="900029" y="97173"/>
                  <a:pt x="900029" y="92371"/>
                </a:cubicBezTo>
                <a:cubicBezTo>
                  <a:pt x="900029" y="89702"/>
                  <a:pt x="899295" y="87008"/>
                  <a:pt x="897827" y="84288"/>
                </a:cubicBezTo>
                <a:cubicBezTo>
                  <a:pt x="896358" y="81566"/>
                  <a:pt x="894075" y="79031"/>
                  <a:pt x="890978" y="76683"/>
                </a:cubicBezTo>
                <a:cubicBezTo>
                  <a:pt x="888895" y="75083"/>
                  <a:pt x="883208" y="71681"/>
                  <a:pt x="873916" y="66478"/>
                </a:cubicBezTo>
                <a:cubicBezTo>
                  <a:pt x="864624" y="61274"/>
                  <a:pt x="858016" y="57126"/>
                  <a:pt x="854091" y="54032"/>
                </a:cubicBezTo>
                <a:cubicBezTo>
                  <a:pt x="850166" y="50936"/>
                  <a:pt x="847189" y="47521"/>
                  <a:pt x="845159" y="43786"/>
                </a:cubicBezTo>
                <a:cubicBezTo>
                  <a:pt x="843130" y="40050"/>
                  <a:pt x="842115" y="35940"/>
                  <a:pt x="842115" y="31458"/>
                </a:cubicBezTo>
                <a:cubicBezTo>
                  <a:pt x="842115" y="23668"/>
                  <a:pt x="845106" y="16958"/>
                  <a:pt x="851087" y="11329"/>
                </a:cubicBezTo>
                <a:cubicBezTo>
                  <a:pt x="857068" y="5699"/>
                  <a:pt x="864678" y="2884"/>
                  <a:pt x="873916" y="2884"/>
                </a:cubicBezTo>
                <a:cubicBezTo>
                  <a:pt x="879683" y="2884"/>
                  <a:pt x="885798" y="4299"/>
                  <a:pt x="892260" y="7129"/>
                </a:cubicBezTo>
                <a:cubicBezTo>
                  <a:pt x="895250" y="8464"/>
                  <a:pt x="897359" y="9132"/>
                  <a:pt x="898588" y="9132"/>
                </a:cubicBezTo>
                <a:cubicBezTo>
                  <a:pt x="899976" y="9132"/>
                  <a:pt x="901111" y="8718"/>
                  <a:pt x="901992" y="7890"/>
                </a:cubicBezTo>
                <a:cubicBezTo>
                  <a:pt x="902873" y="7062"/>
                  <a:pt x="903581" y="5394"/>
                  <a:pt x="904115" y="2884"/>
                </a:cubicBezTo>
                <a:lnTo>
                  <a:pt x="907078" y="2884"/>
                </a:lnTo>
                <a:close/>
                <a:moveTo>
                  <a:pt x="940537" y="68247"/>
                </a:moveTo>
                <a:cubicBezTo>
                  <a:pt x="940483" y="79116"/>
                  <a:pt x="943127" y="87641"/>
                  <a:pt x="948467" y="93823"/>
                </a:cubicBezTo>
                <a:cubicBezTo>
                  <a:pt x="953807" y="100002"/>
                  <a:pt x="960082" y="103092"/>
                  <a:pt x="967291" y="103092"/>
                </a:cubicBezTo>
                <a:cubicBezTo>
                  <a:pt x="972097" y="103092"/>
                  <a:pt x="976276" y="101770"/>
                  <a:pt x="979827" y="99127"/>
                </a:cubicBezTo>
                <a:cubicBezTo>
                  <a:pt x="983378" y="96483"/>
                  <a:pt x="986355" y="91958"/>
                  <a:pt x="988758" y="85549"/>
                </a:cubicBezTo>
                <a:lnTo>
                  <a:pt x="991241" y="87151"/>
                </a:lnTo>
                <a:cubicBezTo>
                  <a:pt x="990120" y="94468"/>
                  <a:pt x="986863" y="101129"/>
                  <a:pt x="981469" y="107137"/>
                </a:cubicBezTo>
                <a:cubicBezTo>
                  <a:pt x="976075" y="113145"/>
                  <a:pt x="969320" y="116149"/>
                  <a:pt x="961203" y="116149"/>
                </a:cubicBezTo>
                <a:cubicBezTo>
                  <a:pt x="952392" y="116149"/>
                  <a:pt x="944849" y="112725"/>
                  <a:pt x="938574" y="105878"/>
                </a:cubicBezTo>
                <a:cubicBezTo>
                  <a:pt x="932299" y="99029"/>
                  <a:pt x="929162" y="89822"/>
                  <a:pt x="929162" y="78258"/>
                </a:cubicBezTo>
                <a:cubicBezTo>
                  <a:pt x="929162" y="65735"/>
                  <a:pt x="932379" y="55970"/>
                  <a:pt x="938814" y="48963"/>
                </a:cubicBezTo>
                <a:cubicBezTo>
                  <a:pt x="945249" y="41954"/>
                  <a:pt x="953326" y="38449"/>
                  <a:pt x="963045" y="38449"/>
                </a:cubicBezTo>
                <a:cubicBezTo>
                  <a:pt x="971269" y="38449"/>
                  <a:pt x="978025" y="41153"/>
                  <a:pt x="983311" y="46560"/>
                </a:cubicBezTo>
                <a:cubicBezTo>
                  <a:pt x="988598" y="51965"/>
                  <a:pt x="991241" y="59194"/>
                  <a:pt x="991241" y="68247"/>
                </a:cubicBezTo>
                <a:lnTo>
                  <a:pt x="940537" y="68247"/>
                </a:lnTo>
                <a:moveTo>
                  <a:pt x="940537" y="63601"/>
                </a:moveTo>
                <a:lnTo>
                  <a:pt x="974500" y="63601"/>
                </a:lnTo>
                <a:cubicBezTo>
                  <a:pt x="974233" y="58902"/>
                  <a:pt x="973672" y="55591"/>
                  <a:pt x="972818" y="53669"/>
                </a:cubicBezTo>
                <a:cubicBezTo>
                  <a:pt x="971483" y="50678"/>
                  <a:pt x="969494" y="48328"/>
                  <a:pt x="966850" y="46620"/>
                </a:cubicBezTo>
                <a:cubicBezTo>
                  <a:pt x="964207" y="44911"/>
                  <a:pt x="961443" y="44056"/>
                  <a:pt x="958560" y="44056"/>
                </a:cubicBezTo>
                <a:cubicBezTo>
                  <a:pt x="954127" y="44056"/>
                  <a:pt x="950162" y="45779"/>
                  <a:pt x="946664" y="49223"/>
                </a:cubicBezTo>
                <a:cubicBezTo>
                  <a:pt x="943167" y="52667"/>
                  <a:pt x="941124" y="57460"/>
                  <a:pt x="940537" y="63601"/>
                </a:cubicBezTo>
                <a:close/>
                <a:moveTo>
                  <a:pt x="1022426" y="53989"/>
                </a:moveTo>
                <a:cubicBezTo>
                  <a:pt x="1031024" y="43629"/>
                  <a:pt x="1039221" y="38449"/>
                  <a:pt x="1047018" y="38449"/>
                </a:cubicBezTo>
                <a:cubicBezTo>
                  <a:pt x="1051023" y="38449"/>
                  <a:pt x="1054467" y="39449"/>
                  <a:pt x="1057351" y="41448"/>
                </a:cubicBezTo>
                <a:cubicBezTo>
                  <a:pt x="1060234" y="43446"/>
                  <a:pt x="1062531" y="46736"/>
                  <a:pt x="1064240" y="51318"/>
                </a:cubicBezTo>
                <a:cubicBezTo>
                  <a:pt x="1065414" y="54514"/>
                  <a:pt x="1066002" y="59416"/>
                  <a:pt x="1066002" y="66024"/>
                </a:cubicBezTo>
                <a:lnTo>
                  <a:pt x="1066002" y="97274"/>
                </a:lnTo>
                <a:cubicBezTo>
                  <a:pt x="1066002" y="101910"/>
                  <a:pt x="1066376" y="105054"/>
                  <a:pt x="1067123" y="106706"/>
                </a:cubicBezTo>
                <a:cubicBezTo>
                  <a:pt x="1067711" y="108038"/>
                  <a:pt x="1068659" y="109077"/>
                  <a:pt x="1069967" y="109823"/>
                </a:cubicBezTo>
                <a:cubicBezTo>
                  <a:pt x="1071275" y="110569"/>
                  <a:pt x="1073692" y="110942"/>
                  <a:pt x="1077216" y="110942"/>
                </a:cubicBezTo>
                <a:lnTo>
                  <a:pt x="1077216" y="113906"/>
                </a:lnTo>
                <a:lnTo>
                  <a:pt x="1040930" y="113906"/>
                </a:lnTo>
                <a:lnTo>
                  <a:pt x="1040930" y="110942"/>
                </a:lnTo>
                <a:lnTo>
                  <a:pt x="1042452" y="110942"/>
                </a:lnTo>
                <a:cubicBezTo>
                  <a:pt x="1045869" y="110942"/>
                  <a:pt x="1048259" y="110424"/>
                  <a:pt x="1049621" y="109387"/>
                </a:cubicBezTo>
                <a:cubicBezTo>
                  <a:pt x="1050983" y="108351"/>
                  <a:pt x="1051931" y="106824"/>
                  <a:pt x="1052465" y="104807"/>
                </a:cubicBezTo>
                <a:cubicBezTo>
                  <a:pt x="1052678" y="104009"/>
                  <a:pt x="1052785" y="101512"/>
                  <a:pt x="1052785" y="97314"/>
                </a:cubicBezTo>
                <a:lnTo>
                  <a:pt x="1052785" y="67429"/>
                </a:lnTo>
                <a:cubicBezTo>
                  <a:pt x="1052785" y="60789"/>
                  <a:pt x="1051917" y="55967"/>
                  <a:pt x="1050182" y="52965"/>
                </a:cubicBezTo>
                <a:cubicBezTo>
                  <a:pt x="1048446" y="49963"/>
                  <a:pt x="1045522" y="48462"/>
                  <a:pt x="1041410" y="48462"/>
                </a:cubicBezTo>
                <a:cubicBezTo>
                  <a:pt x="1035056" y="48462"/>
                  <a:pt x="1028728" y="51916"/>
                  <a:pt x="1022426" y="58823"/>
                </a:cubicBezTo>
                <a:lnTo>
                  <a:pt x="1022426" y="97314"/>
                </a:lnTo>
                <a:cubicBezTo>
                  <a:pt x="1022426" y="102256"/>
                  <a:pt x="1022720" y="105311"/>
                  <a:pt x="1023307" y="106479"/>
                </a:cubicBezTo>
                <a:cubicBezTo>
                  <a:pt x="1024055" y="108019"/>
                  <a:pt x="1025083" y="109148"/>
                  <a:pt x="1026391" y="109866"/>
                </a:cubicBezTo>
                <a:cubicBezTo>
                  <a:pt x="1027700" y="110583"/>
                  <a:pt x="1030356" y="110942"/>
                  <a:pt x="1034361" y="110942"/>
                </a:cubicBezTo>
                <a:lnTo>
                  <a:pt x="1034361" y="113906"/>
                </a:lnTo>
                <a:lnTo>
                  <a:pt x="998075" y="113906"/>
                </a:lnTo>
                <a:lnTo>
                  <a:pt x="998075" y="110942"/>
                </a:lnTo>
                <a:lnTo>
                  <a:pt x="999677" y="110942"/>
                </a:lnTo>
                <a:cubicBezTo>
                  <a:pt x="1003415" y="110942"/>
                  <a:pt x="1005938" y="109997"/>
                  <a:pt x="1007247" y="108106"/>
                </a:cubicBezTo>
                <a:cubicBezTo>
                  <a:pt x="1008555" y="106213"/>
                  <a:pt x="1009209" y="102603"/>
                  <a:pt x="1009209" y="97274"/>
                </a:cubicBezTo>
                <a:lnTo>
                  <a:pt x="1009209" y="70100"/>
                </a:lnTo>
                <a:cubicBezTo>
                  <a:pt x="1009209" y="61308"/>
                  <a:pt x="1009009" y="55954"/>
                  <a:pt x="1008608" y="54037"/>
                </a:cubicBezTo>
                <a:cubicBezTo>
                  <a:pt x="1008208" y="52118"/>
                  <a:pt x="1007594" y="50812"/>
                  <a:pt x="1006766" y="50119"/>
                </a:cubicBezTo>
                <a:cubicBezTo>
                  <a:pt x="1005938" y="49427"/>
                  <a:pt x="1004830" y="49080"/>
                  <a:pt x="1003442" y="49080"/>
                </a:cubicBezTo>
                <a:cubicBezTo>
                  <a:pt x="1001947" y="49080"/>
                  <a:pt x="1000158" y="49480"/>
                  <a:pt x="998075" y="50279"/>
                </a:cubicBezTo>
                <a:lnTo>
                  <a:pt x="996873" y="47401"/>
                </a:lnTo>
                <a:lnTo>
                  <a:pt x="1018982" y="38449"/>
                </a:lnTo>
                <a:lnTo>
                  <a:pt x="1022426" y="38449"/>
                </a:lnTo>
                <a:lnTo>
                  <a:pt x="1022426" y="53989"/>
                </a:lnTo>
                <a:close/>
                <a:moveTo>
                  <a:pt x="1104371" y="16341"/>
                </a:moveTo>
                <a:lnTo>
                  <a:pt x="1104371" y="40532"/>
                </a:lnTo>
                <a:lnTo>
                  <a:pt x="1121513" y="40532"/>
                </a:lnTo>
                <a:lnTo>
                  <a:pt x="1121513" y="46139"/>
                </a:lnTo>
                <a:lnTo>
                  <a:pt x="1104371" y="46139"/>
                </a:lnTo>
                <a:lnTo>
                  <a:pt x="1104371" y="93655"/>
                </a:lnTo>
                <a:cubicBezTo>
                  <a:pt x="1104371" y="98403"/>
                  <a:pt x="1105052" y="101603"/>
                  <a:pt x="1106413" y="103257"/>
                </a:cubicBezTo>
                <a:cubicBezTo>
                  <a:pt x="1107775" y="104909"/>
                  <a:pt x="1109524" y="105735"/>
                  <a:pt x="1111660" y="105735"/>
                </a:cubicBezTo>
                <a:cubicBezTo>
                  <a:pt x="1113422" y="105735"/>
                  <a:pt x="1115131" y="105188"/>
                  <a:pt x="1116787" y="104093"/>
                </a:cubicBezTo>
                <a:cubicBezTo>
                  <a:pt x="1118442" y="102998"/>
                  <a:pt x="1119724" y="101383"/>
                  <a:pt x="1120632" y="99247"/>
                </a:cubicBezTo>
                <a:lnTo>
                  <a:pt x="1123756" y="99247"/>
                </a:lnTo>
                <a:cubicBezTo>
                  <a:pt x="1121887" y="104495"/>
                  <a:pt x="1119243" y="108465"/>
                  <a:pt x="1115825" y="111155"/>
                </a:cubicBezTo>
                <a:cubicBezTo>
                  <a:pt x="1112408" y="113843"/>
                  <a:pt x="1108883" y="115187"/>
                  <a:pt x="1105252" y="115187"/>
                </a:cubicBezTo>
                <a:cubicBezTo>
                  <a:pt x="1102796" y="115187"/>
                  <a:pt x="1100392" y="114506"/>
                  <a:pt x="1098043" y="113142"/>
                </a:cubicBezTo>
                <a:cubicBezTo>
                  <a:pt x="1095693" y="111779"/>
                  <a:pt x="1093958" y="109828"/>
                  <a:pt x="1092836" y="107290"/>
                </a:cubicBezTo>
                <a:cubicBezTo>
                  <a:pt x="1091715" y="104750"/>
                  <a:pt x="1091154" y="100833"/>
                  <a:pt x="1091154" y="95540"/>
                </a:cubicBezTo>
                <a:lnTo>
                  <a:pt x="1091154" y="46139"/>
                </a:lnTo>
                <a:lnTo>
                  <a:pt x="1079539" y="46139"/>
                </a:lnTo>
                <a:lnTo>
                  <a:pt x="1079539" y="43496"/>
                </a:lnTo>
                <a:cubicBezTo>
                  <a:pt x="1082476" y="42317"/>
                  <a:pt x="1085480" y="40322"/>
                  <a:pt x="1088551" y="37510"/>
                </a:cubicBezTo>
                <a:cubicBezTo>
                  <a:pt x="1091621" y="34699"/>
                  <a:pt x="1094358" y="31364"/>
                  <a:pt x="1096761" y="27508"/>
                </a:cubicBezTo>
                <a:cubicBezTo>
                  <a:pt x="1097989" y="25473"/>
                  <a:pt x="1099698" y="21751"/>
                  <a:pt x="1101888" y="16341"/>
                </a:cubicBezTo>
                <a:lnTo>
                  <a:pt x="1104371" y="16341"/>
                </a:lnTo>
                <a:close/>
                <a:moveTo>
                  <a:pt x="1141005" y="68247"/>
                </a:moveTo>
                <a:cubicBezTo>
                  <a:pt x="1140952" y="79116"/>
                  <a:pt x="1143595" y="87641"/>
                  <a:pt x="1148936" y="93823"/>
                </a:cubicBezTo>
                <a:cubicBezTo>
                  <a:pt x="1154276" y="100002"/>
                  <a:pt x="1160550" y="103092"/>
                  <a:pt x="1167760" y="103092"/>
                </a:cubicBezTo>
                <a:cubicBezTo>
                  <a:pt x="1172566" y="103092"/>
                  <a:pt x="1176744" y="101770"/>
                  <a:pt x="1180296" y="99127"/>
                </a:cubicBezTo>
                <a:cubicBezTo>
                  <a:pt x="1183847" y="96483"/>
                  <a:pt x="1186824" y="91958"/>
                  <a:pt x="1189227" y="85549"/>
                </a:cubicBezTo>
                <a:lnTo>
                  <a:pt x="1191710" y="87151"/>
                </a:lnTo>
                <a:cubicBezTo>
                  <a:pt x="1190589" y="94468"/>
                  <a:pt x="1187331" y="101129"/>
                  <a:pt x="1181938" y="107137"/>
                </a:cubicBezTo>
                <a:cubicBezTo>
                  <a:pt x="1176544" y="113145"/>
                  <a:pt x="1169789" y="116149"/>
                  <a:pt x="1161672" y="116149"/>
                </a:cubicBezTo>
                <a:cubicBezTo>
                  <a:pt x="1152861" y="116149"/>
                  <a:pt x="1145318" y="112725"/>
                  <a:pt x="1139043" y="105878"/>
                </a:cubicBezTo>
                <a:cubicBezTo>
                  <a:pt x="1132768" y="99029"/>
                  <a:pt x="1129631" y="89822"/>
                  <a:pt x="1129631" y="78258"/>
                </a:cubicBezTo>
                <a:cubicBezTo>
                  <a:pt x="1129631" y="65735"/>
                  <a:pt x="1132848" y="55970"/>
                  <a:pt x="1139283" y="48963"/>
                </a:cubicBezTo>
                <a:cubicBezTo>
                  <a:pt x="1145718" y="41954"/>
                  <a:pt x="1153795" y="38449"/>
                  <a:pt x="1163514" y="38449"/>
                </a:cubicBezTo>
                <a:cubicBezTo>
                  <a:pt x="1171738" y="38449"/>
                  <a:pt x="1178493" y="41153"/>
                  <a:pt x="1183780" y="46560"/>
                </a:cubicBezTo>
                <a:cubicBezTo>
                  <a:pt x="1189067" y="51965"/>
                  <a:pt x="1191710" y="59194"/>
                  <a:pt x="1191710" y="68247"/>
                </a:cubicBezTo>
                <a:lnTo>
                  <a:pt x="1141005" y="68247"/>
                </a:lnTo>
                <a:moveTo>
                  <a:pt x="1141005" y="63601"/>
                </a:moveTo>
                <a:lnTo>
                  <a:pt x="1174969" y="63601"/>
                </a:lnTo>
                <a:cubicBezTo>
                  <a:pt x="1174702" y="58902"/>
                  <a:pt x="1174141" y="55591"/>
                  <a:pt x="1173287" y="53669"/>
                </a:cubicBezTo>
                <a:cubicBezTo>
                  <a:pt x="1171952" y="50678"/>
                  <a:pt x="1169962" y="48328"/>
                  <a:pt x="1167319" y="46620"/>
                </a:cubicBezTo>
                <a:cubicBezTo>
                  <a:pt x="1164676" y="44911"/>
                  <a:pt x="1161912" y="44056"/>
                  <a:pt x="1159028" y="44056"/>
                </a:cubicBezTo>
                <a:cubicBezTo>
                  <a:pt x="1154596" y="44056"/>
                  <a:pt x="1150631" y="45779"/>
                  <a:pt x="1147133" y="49223"/>
                </a:cubicBezTo>
                <a:cubicBezTo>
                  <a:pt x="1143635" y="52667"/>
                  <a:pt x="1141593" y="57460"/>
                  <a:pt x="1141005" y="63601"/>
                </a:cubicBezTo>
                <a:close/>
                <a:moveTo>
                  <a:pt x="1222895" y="53989"/>
                </a:moveTo>
                <a:cubicBezTo>
                  <a:pt x="1231493" y="43629"/>
                  <a:pt x="1239690" y="38449"/>
                  <a:pt x="1247487" y="38449"/>
                </a:cubicBezTo>
                <a:cubicBezTo>
                  <a:pt x="1251492" y="38449"/>
                  <a:pt x="1254936" y="39449"/>
                  <a:pt x="1257820" y="41448"/>
                </a:cubicBezTo>
                <a:cubicBezTo>
                  <a:pt x="1260704" y="43446"/>
                  <a:pt x="1263000" y="46736"/>
                  <a:pt x="1264709" y="51318"/>
                </a:cubicBezTo>
                <a:cubicBezTo>
                  <a:pt x="1265884" y="54514"/>
                  <a:pt x="1266471" y="59416"/>
                  <a:pt x="1266471" y="66024"/>
                </a:cubicBezTo>
                <a:lnTo>
                  <a:pt x="1266471" y="97274"/>
                </a:lnTo>
                <a:cubicBezTo>
                  <a:pt x="1266471" y="101910"/>
                  <a:pt x="1266845" y="105054"/>
                  <a:pt x="1267592" y="106706"/>
                </a:cubicBezTo>
                <a:cubicBezTo>
                  <a:pt x="1268180" y="108038"/>
                  <a:pt x="1269128" y="109077"/>
                  <a:pt x="1270436" y="109823"/>
                </a:cubicBezTo>
                <a:cubicBezTo>
                  <a:pt x="1271744" y="110569"/>
                  <a:pt x="1274161" y="110942"/>
                  <a:pt x="1277685" y="110942"/>
                </a:cubicBezTo>
                <a:lnTo>
                  <a:pt x="1277685" y="113906"/>
                </a:lnTo>
                <a:lnTo>
                  <a:pt x="1241399" y="113906"/>
                </a:lnTo>
                <a:lnTo>
                  <a:pt x="1241399" y="110942"/>
                </a:lnTo>
                <a:lnTo>
                  <a:pt x="1242921" y="110942"/>
                </a:lnTo>
                <a:cubicBezTo>
                  <a:pt x="1246339" y="110942"/>
                  <a:pt x="1248728" y="110424"/>
                  <a:pt x="1250090" y="109387"/>
                </a:cubicBezTo>
                <a:cubicBezTo>
                  <a:pt x="1251452" y="108351"/>
                  <a:pt x="1252400" y="106824"/>
                  <a:pt x="1252934" y="104807"/>
                </a:cubicBezTo>
                <a:cubicBezTo>
                  <a:pt x="1253147" y="104009"/>
                  <a:pt x="1253254" y="101512"/>
                  <a:pt x="1253254" y="97314"/>
                </a:cubicBezTo>
                <a:lnTo>
                  <a:pt x="1253254" y="67429"/>
                </a:lnTo>
                <a:cubicBezTo>
                  <a:pt x="1253254" y="60789"/>
                  <a:pt x="1252386" y="55967"/>
                  <a:pt x="1250651" y="52965"/>
                </a:cubicBezTo>
                <a:cubicBezTo>
                  <a:pt x="1248915" y="49963"/>
                  <a:pt x="1245991" y="48462"/>
                  <a:pt x="1241879" y="48462"/>
                </a:cubicBezTo>
                <a:cubicBezTo>
                  <a:pt x="1235525" y="48462"/>
                  <a:pt x="1229197" y="51916"/>
                  <a:pt x="1222895" y="58823"/>
                </a:cubicBezTo>
                <a:lnTo>
                  <a:pt x="1222895" y="97314"/>
                </a:lnTo>
                <a:cubicBezTo>
                  <a:pt x="1222895" y="102256"/>
                  <a:pt x="1223189" y="105311"/>
                  <a:pt x="1223776" y="106479"/>
                </a:cubicBezTo>
                <a:cubicBezTo>
                  <a:pt x="1224524" y="108019"/>
                  <a:pt x="1225552" y="109148"/>
                  <a:pt x="1226860" y="109866"/>
                </a:cubicBezTo>
                <a:cubicBezTo>
                  <a:pt x="1228169" y="110583"/>
                  <a:pt x="1230825" y="110942"/>
                  <a:pt x="1234830" y="110942"/>
                </a:cubicBezTo>
                <a:lnTo>
                  <a:pt x="1234830" y="113906"/>
                </a:lnTo>
                <a:lnTo>
                  <a:pt x="1198544" y="113906"/>
                </a:lnTo>
                <a:lnTo>
                  <a:pt x="1198544" y="110942"/>
                </a:lnTo>
                <a:lnTo>
                  <a:pt x="1200146" y="110942"/>
                </a:lnTo>
                <a:cubicBezTo>
                  <a:pt x="1203884" y="110942"/>
                  <a:pt x="1206407" y="109997"/>
                  <a:pt x="1207716" y="108106"/>
                </a:cubicBezTo>
                <a:cubicBezTo>
                  <a:pt x="1209024" y="106213"/>
                  <a:pt x="1209678" y="102603"/>
                  <a:pt x="1209678" y="97274"/>
                </a:cubicBezTo>
                <a:lnTo>
                  <a:pt x="1209678" y="70100"/>
                </a:lnTo>
                <a:cubicBezTo>
                  <a:pt x="1209678" y="61308"/>
                  <a:pt x="1209478" y="55954"/>
                  <a:pt x="1209078" y="54037"/>
                </a:cubicBezTo>
                <a:cubicBezTo>
                  <a:pt x="1208677" y="52118"/>
                  <a:pt x="1208063" y="50812"/>
                  <a:pt x="1207235" y="50119"/>
                </a:cubicBezTo>
                <a:cubicBezTo>
                  <a:pt x="1206407" y="49427"/>
                  <a:pt x="1205299" y="49080"/>
                  <a:pt x="1203911" y="49080"/>
                </a:cubicBezTo>
                <a:cubicBezTo>
                  <a:pt x="1202416" y="49080"/>
                  <a:pt x="1200627" y="49480"/>
                  <a:pt x="1198544" y="50279"/>
                </a:cubicBezTo>
                <a:lnTo>
                  <a:pt x="1197342" y="47401"/>
                </a:lnTo>
                <a:lnTo>
                  <a:pt x="1219451" y="38449"/>
                </a:lnTo>
                <a:lnTo>
                  <a:pt x="1222895" y="38449"/>
                </a:lnTo>
                <a:lnTo>
                  <a:pt x="1222895" y="53989"/>
                </a:lnTo>
                <a:close/>
                <a:moveTo>
                  <a:pt x="1345852" y="86030"/>
                </a:moveTo>
                <a:cubicBezTo>
                  <a:pt x="1343877" y="95696"/>
                  <a:pt x="1340005" y="103132"/>
                  <a:pt x="1334238" y="108339"/>
                </a:cubicBezTo>
                <a:cubicBezTo>
                  <a:pt x="1328470" y="113545"/>
                  <a:pt x="1322089" y="116149"/>
                  <a:pt x="1315093" y="116149"/>
                </a:cubicBezTo>
                <a:cubicBezTo>
                  <a:pt x="1306762" y="116149"/>
                  <a:pt x="1299500" y="112655"/>
                  <a:pt x="1293305" y="105668"/>
                </a:cubicBezTo>
                <a:cubicBezTo>
                  <a:pt x="1287111" y="98679"/>
                  <a:pt x="1284013" y="89236"/>
                  <a:pt x="1284013" y="77339"/>
                </a:cubicBezTo>
                <a:cubicBezTo>
                  <a:pt x="1284013" y="65816"/>
                  <a:pt x="1287444" y="56454"/>
                  <a:pt x="1294306" y="49253"/>
                </a:cubicBezTo>
                <a:cubicBezTo>
                  <a:pt x="1301169" y="42050"/>
                  <a:pt x="1309406" y="38449"/>
                  <a:pt x="1319018" y="38449"/>
                </a:cubicBezTo>
                <a:cubicBezTo>
                  <a:pt x="1326227" y="38449"/>
                  <a:pt x="1332155" y="40352"/>
                  <a:pt x="1336801" y="44159"/>
                </a:cubicBezTo>
                <a:cubicBezTo>
                  <a:pt x="1341447" y="47964"/>
                  <a:pt x="1343770" y="51916"/>
                  <a:pt x="1343770" y="56014"/>
                </a:cubicBezTo>
                <a:cubicBezTo>
                  <a:pt x="1343770" y="58037"/>
                  <a:pt x="1343116" y="59674"/>
                  <a:pt x="1341807" y="60925"/>
                </a:cubicBezTo>
                <a:cubicBezTo>
                  <a:pt x="1340499" y="62175"/>
                  <a:pt x="1338670" y="62800"/>
                  <a:pt x="1336320" y="62800"/>
                </a:cubicBezTo>
                <a:cubicBezTo>
                  <a:pt x="1333169" y="62800"/>
                  <a:pt x="1330793" y="61786"/>
                  <a:pt x="1329191" y="59756"/>
                </a:cubicBezTo>
                <a:cubicBezTo>
                  <a:pt x="1328283" y="58635"/>
                  <a:pt x="1327682" y="56499"/>
                  <a:pt x="1327389" y="53348"/>
                </a:cubicBezTo>
                <a:cubicBezTo>
                  <a:pt x="1327095" y="50198"/>
                  <a:pt x="1326014" y="47794"/>
                  <a:pt x="1324145" y="46139"/>
                </a:cubicBezTo>
                <a:cubicBezTo>
                  <a:pt x="1322276" y="44537"/>
                  <a:pt x="1319686" y="43736"/>
                  <a:pt x="1316375" y="43736"/>
                </a:cubicBezTo>
                <a:cubicBezTo>
                  <a:pt x="1311034" y="43736"/>
                  <a:pt x="1306736" y="45712"/>
                  <a:pt x="1303478" y="49664"/>
                </a:cubicBezTo>
                <a:cubicBezTo>
                  <a:pt x="1299153" y="54897"/>
                  <a:pt x="1296990" y="61812"/>
                  <a:pt x="1296990" y="70410"/>
                </a:cubicBezTo>
                <a:cubicBezTo>
                  <a:pt x="1296990" y="79168"/>
                  <a:pt x="1299139" y="86898"/>
                  <a:pt x="1303438" y="93600"/>
                </a:cubicBezTo>
                <a:cubicBezTo>
                  <a:pt x="1307737" y="100302"/>
                  <a:pt x="1313544" y="103653"/>
                  <a:pt x="1320860" y="103653"/>
                </a:cubicBezTo>
                <a:cubicBezTo>
                  <a:pt x="1326094" y="103653"/>
                  <a:pt x="1330793" y="101864"/>
                  <a:pt x="1334958" y="98286"/>
                </a:cubicBezTo>
                <a:cubicBezTo>
                  <a:pt x="1337896" y="95829"/>
                  <a:pt x="1340753" y="91370"/>
                  <a:pt x="1343529" y="84909"/>
                </a:cubicBezTo>
                <a:lnTo>
                  <a:pt x="1345852" y="86030"/>
                </a:lnTo>
                <a:close/>
                <a:moveTo>
                  <a:pt x="1368707" y="68247"/>
                </a:moveTo>
                <a:cubicBezTo>
                  <a:pt x="1368654" y="79116"/>
                  <a:pt x="1371297" y="87641"/>
                  <a:pt x="1376637" y="93823"/>
                </a:cubicBezTo>
                <a:cubicBezTo>
                  <a:pt x="1381977" y="100002"/>
                  <a:pt x="1388252" y="103092"/>
                  <a:pt x="1395461" y="103092"/>
                </a:cubicBezTo>
                <a:cubicBezTo>
                  <a:pt x="1400267" y="103092"/>
                  <a:pt x="1404446" y="101770"/>
                  <a:pt x="1407997" y="99127"/>
                </a:cubicBezTo>
                <a:cubicBezTo>
                  <a:pt x="1411548" y="96483"/>
                  <a:pt x="1414526" y="91958"/>
                  <a:pt x="1416929" y="85549"/>
                </a:cubicBezTo>
                <a:lnTo>
                  <a:pt x="1419412" y="87151"/>
                </a:lnTo>
                <a:cubicBezTo>
                  <a:pt x="1418290" y="94468"/>
                  <a:pt x="1415033" y="101129"/>
                  <a:pt x="1409639" y="107137"/>
                </a:cubicBezTo>
                <a:cubicBezTo>
                  <a:pt x="1404246" y="113145"/>
                  <a:pt x="1397490" y="116149"/>
                  <a:pt x="1389373" y="116149"/>
                </a:cubicBezTo>
                <a:cubicBezTo>
                  <a:pt x="1380562" y="116149"/>
                  <a:pt x="1373019" y="112725"/>
                  <a:pt x="1366744" y="105878"/>
                </a:cubicBezTo>
                <a:cubicBezTo>
                  <a:pt x="1360470" y="99029"/>
                  <a:pt x="1357332" y="89822"/>
                  <a:pt x="1357332" y="78258"/>
                </a:cubicBezTo>
                <a:cubicBezTo>
                  <a:pt x="1357332" y="65735"/>
                  <a:pt x="1360550" y="55970"/>
                  <a:pt x="1366985" y="48963"/>
                </a:cubicBezTo>
                <a:cubicBezTo>
                  <a:pt x="1373420" y="41954"/>
                  <a:pt x="1381497" y="38449"/>
                  <a:pt x="1391216" y="38449"/>
                </a:cubicBezTo>
                <a:cubicBezTo>
                  <a:pt x="1399440" y="38449"/>
                  <a:pt x="1406195" y="41153"/>
                  <a:pt x="1411482" y="46560"/>
                </a:cubicBezTo>
                <a:cubicBezTo>
                  <a:pt x="1416768" y="51965"/>
                  <a:pt x="1419412" y="59194"/>
                  <a:pt x="1419412" y="68247"/>
                </a:cubicBezTo>
                <a:lnTo>
                  <a:pt x="1368707" y="68247"/>
                </a:lnTo>
                <a:moveTo>
                  <a:pt x="1368707" y="63601"/>
                </a:moveTo>
                <a:lnTo>
                  <a:pt x="1402670" y="63601"/>
                </a:lnTo>
                <a:cubicBezTo>
                  <a:pt x="1402403" y="58902"/>
                  <a:pt x="1401843" y="55591"/>
                  <a:pt x="1400988" y="53669"/>
                </a:cubicBezTo>
                <a:cubicBezTo>
                  <a:pt x="1399653" y="50678"/>
                  <a:pt x="1397664" y="48328"/>
                  <a:pt x="1395021" y="46620"/>
                </a:cubicBezTo>
                <a:cubicBezTo>
                  <a:pt x="1392377" y="44911"/>
                  <a:pt x="1389614" y="44056"/>
                  <a:pt x="1386730" y="44056"/>
                </a:cubicBezTo>
                <a:cubicBezTo>
                  <a:pt x="1382298" y="44056"/>
                  <a:pt x="1378333" y="45779"/>
                  <a:pt x="1374835" y="49223"/>
                </a:cubicBezTo>
                <a:cubicBezTo>
                  <a:pt x="1371337" y="52667"/>
                  <a:pt x="1369294" y="57460"/>
                  <a:pt x="1368707" y="63601"/>
                </a:cubicBezTo>
                <a:close/>
                <a:moveTo>
                  <a:pt x="1476630" y="38449"/>
                </a:moveTo>
                <a:lnTo>
                  <a:pt x="1476630" y="63281"/>
                </a:lnTo>
                <a:lnTo>
                  <a:pt x="1473986" y="63281"/>
                </a:lnTo>
                <a:cubicBezTo>
                  <a:pt x="1471957" y="55493"/>
                  <a:pt x="1469354" y="50195"/>
                  <a:pt x="1466176" y="47388"/>
                </a:cubicBezTo>
                <a:cubicBezTo>
                  <a:pt x="1462999" y="44580"/>
                  <a:pt x="1458954" y="43175"/>
                  <a:pt x="1454041" y="43175"/>
                </a:cubicBezTo>
                <a:cubicBezTo>
                  <a:pt x="1450303" y="43175"/>
                  <a:pt x="1447286" y="44162"/>
                  <a:pt x="1444989" y="46137"/>
                </a:cubicBezTo>
                <a:cubicBezTo>
                  <a:pt x="1442693" y="48109"/>
                  <a:pt x="1441545" y="50296"/>
                  <a:pt x="1441545" y="52697"/>
                </a:cubicBezTo>
                <a:cubicBezTo>
                  <a:pt x="1441545" y="55685"/>
                  <a:pt x="1442399" y="58245"/>
                  <a:pt x="1444108" y="60377"/>
                </a:cubicBezTo>
                <a:cubicBezTo>
                  <a:pt x="1445764" y="62565"/>
                  <a:pt x="1449128" y="64885"/>
                  <a:pt x="1454201" y="67339"/>
                </a:cubicBezTo>
                <a:lnTo>
                  <a:pt x="1465896" y="73021"/>
                </a:lnTo>
                <a:cubicBezTo>
                  <a:pt x="1476737" y="78301"/>
                  <a:pt x="1482157" y="85262"/>
                  <a:pt x="1482157" y="93905"/>
                </a:cubicBezTo>
                <a:cubicBezTo>
                  <a:pt x="1482157" y="100572"/>
                  <a:pt x="1479634" y="105946"/>
                  <a:pt x="1474587" y="110028"/>
                </a:cubicBezTo>
                <a:cubicBezTo>
                  <a:pt x="1469541" y="114108"/>
                  <a:pt x="1463894" y="116149"/>
                  <a:pt x="1457646" y="116149"/>
                </a:cubicBezTo>
                <a:cubicBezTo>
                  <a:pt x="1453160" y="116149"/>
                  <a:pt x="1448033" y="115348"/>
                  <a:pt x="1442266" y="113745"/>
                </a:cubicBezTo>
                <a:cubicBezTo>
                  <a:pt x="1440504" y="113211"/>
                  <a:pt x="1439062" y="112944"/>
                  <a:pt x="1437940" y="112944"/>
                </a:cubicBezTo>
                <a:cubicBezTo>
                  <a:pt x="1436712" y="112944"/>
                  <a:pt x="1435751" y="113639"/>
                  <a:pt x="1435057" y="115027"/>
                </a:cubicBezTo>
                <a:lnTo>
                  <a:pt x="1432413" y="115027"/>
                </a:lnTo>
                <a:lnTo>
                  <a:pt x="1432413" y="88754"/>
                </a:lnTo>
                <a:lnTo>
                  <a:pt x="1435057" y="88754"/>
                </a:lnTo>
                <a:cubicBezTo>
                  <a:pt x="1436552" y="96256"/>
                  <a:pt x="1439409" y="101910"/>
                  <a:pt x="1443628" y="105715"/>
                </a:cubicBezTo>
                <a:cubicBezTo>
                  <a:pt x="1447846" y="109520"/>
                  <a:pt x="1452572" y="111423"/>
                  <a:pt x="1457806" y="111423"/>
                </a:cubicBezTo>
                <a:cubicBezTo>
                  <a:pt x="1461490" y="111423"/>
                  <a:pt x="1464494" y="110343"/>
                  <a:pt x="1466817" y="108183"/>
                </a:cubicBezTo>
                <a:cubicBezTo>
                  <a:pt x="1469140" y="106022"/>
                  <a:pt x="1470302" y="103421"/>
                  <a:pt x="1470302" y="100381"/>
                </a:cubicBezTo>
                <a:cubicBezTo>
                  <a:pt x="1470302" y="96700"/>
                  <a:pt x="1469007" y="93606"/>
                  <a:pt x="1466417" y="91099"/>
                </a:cubicBezTo>
                <a:cubicBezTo>
                  <a:pt x="1463827" y="88592"/>
                  <a:pt x="1458660" y="85419"/>
                  <a:pt x="1450917" y="81579"/>
                </a:cubicBezTo>
                <a:cubicBezTo>
                  <a:pt x="1443174" y="77738"/>
                  <a:pt x="1438101" y="74270"/>
                  <a:pt x="1435697" y="71176"/>
                </a:cubicBezTo>
                <a:cubicBezTo>
                  <a:pt x="1433294" y="68135"/>
                  <a:pt x="1432093" y="64295"/>
                  <a:pt x="1432093" y="59654"/>
                </a:cubicBezTo>
                <a:cubicBezTo>
                  <a:pt x="1432093" y="53626"/>
                  <a:pt x="1434162" y="48585"/>
                  <a:pt x="1438301" y="44532"/>
                </a:cubicBezTo>
                <a:cubicBezTo>
                  <a:pt x="1442439" y="40477"/>
                  <a:pt x="1447793" y="38449"/>
                  <a:pt x="1454361" y="38449"/>
                </a:cubicBezTo>
                <a:cubicBezTo>
                  <a:pt x="1457245" y="38449"/>
                  <a:pt x="1460743" y="39063"/>
                  <a:pt x="1464855" y="40292"/>
                </a:cubicBezTo>
                <a:cubicBezTo>
                  <a:pt x="1467578" y="41093"/>
                  <a:pt x="1469394" y="41493"/>
                  <a:pt x="1470302" y="41493"/>
                </a:cubicBezTo>
                <a:cubicBezTo>
                  <a:pt x="1471156" y="41493"/>
                  <a:pt x="1471824" y="41306"/>
                  <a:pt x="1472304" y="40932"/>
                </a:cubicBezTo>
                <a:cubicBezTo>
                  <a:pt x="1472785" y="40559"/>
                  <a:pt x="1473346" y="39731"/>
                  <a:pt x="1473986" y="38449"/>
                </a:cubicBezTo>
                <a:lnTo>
                  <a:pt x="1476630" y="38449"/>
                </a:lnTo>
                <a:close/>
                <a:moveTo>
                  <a:pt x="1569923" y="38449"/>
                </a:moveTo>
                <a:cubicBezTo>
                  <a:pt x="1581031" y="38449"/>
                  <a:pt x="1589949" y="42664"/>
                  <a:pt x="1596677" y="51093"/>
                </a:cubicBezTo>
                <a:cubicBezTo>
                  <a:pt x="1602391" y="58294"/>
                  <a:pt x="1605248" y="66563"/>
                  <a:pt x="1605248" y="75900"/>
                </a:cubicBezTo>
                <a:cubicBezTo>
                  <a:pt x="1605248" y="82461"/>
                  <a:pt x="1603673" y="89103"/>
                  <a:pt x="1600522" y="95825"/>
                </a:cubicBezTo>
                <a:cubicBezTo>
                  <a:pt x="1597371" y="102545"/>
                  <a:pt x="1593033" y="107613"/>
                  <a:pt x="1587505" y="111027"/>
                </a:cubicBezTo>
                <a:cubicBezTo>
                  <a:pt x="1581978" y="114441"/>
                  <a:pt x="1575824" y="116149"/>
                  <a:pt x="1569042" y="116149"/>
                </a:cubicBezTo>
                <a:cubicBezTo>
                  <a:pt x="1557988" y="116149"/>
                  <a:pt x="1549203" y="111747"/>
                  <a:pt x="1542688" y="102944"/>
                </a:cubicBezTo>
                <a:cubicBezTo>
                  <a:pt x="1537188" y="95530"/>
                  <a:pt x="1534438" y="87208"/>
                  <a:pt x="1534438" y="77980"/>
                </a:cubicBezTo>
                <a:cubicBezTo>
                  <a:pt x="1534438" y="71258"/>
                  <a:pt x="1536106" y="64576"/>
                  <a:pt x="1539444" y="57934"/>
                </a:cubicBezTo>
                <a:cubicBezTo>
                  <a:pt x="1542782" y="51292"/>
                  <a:pt x="1547174" y="46384"/>
                  <a:pt x="1552621" y="43210"/>
                </a:cubicBezTo>
                <a:cubicBezTo>
                  <a:pt x="1558068" y="40036"/>
                  <a:pt x="1563835" y="38449"/>
                  <a:pt x="1569923" y="38449"/>
                </a:cubicBezTo>
                <a:moveTo>
                  <a:pt x="1567440" y="43736"/>
                </a:moveTo>
                <a:cubicBezTo>
                  <a:pt x="1564610" y="43736"/>
                  <a:pt x="1561766" y="44576"/>
                  <a:pt x="1558909" y="46257"/>
                </a:cubicBezTo>
                <a:cubicBezTo>
                  <a:pt x="1556052" y="47937"/>
                  <a:pt x="1553742" y="50884"/>
                  <a:pt x="1551980" y="55098"/>
                </a:cubicBezTo>
                <a:cubicBezTo>
                  <a:pt x="1550218" y="59312"/>
                  <a:pt x="1549337" y="64725"/>
                  <a:pt x="1549337" y="71339"/>
                </a:cubicBezTo>
                <a:cubicBezTo>
                  <a:pt x="1549337" y="82006"/>
                  <a:pt x="1551459" y="91207"/>
                  <a:pt x="1555705" y="98942"/>
                </a:cubicBezTo>
                <a:cubicBezTo>
                  <a:pt x="1559950" y="106675"/>
                  <a:pt x="1565544" y="110541"/>
                  <a:pt x="1572486" y="110541"/>
                </a:cubicBezTo>
                <a:cubicBezTo>
                  <a:pt x="1577666" y="110541"/>
                  <a:pt x="1581938" y="108408"/>
                  <a:pt x="1585303" y="104141"/>
                </a:cubicBezTo>
                <a:cubicBezTo>
                  <a:pt x="1588667" y="99874"/>
                  <a:pt x="1590349" y="92540"/>
                  <a:pt x="1590349" y="82140"/>
                </a:cubicBezTo>
                <a:cubicBezTo>
                  <a:pt x="1590349" y="69125"/>
                  <a:pt x="1587546" y="58884"/>
                  <a:pt x="1581938" y="51416"/>
                </a:cubicBezTo>
                <a:cubicBezTo>
                  <a:pt x="1578147" y="46296"/>
                  <a:pt x="1573314" y="43736"/>
                  <a:pt x="1567440" y="43736"/>
                </a:cubicBezTo>
                <a:close/>
                <a:moveTo>
                  <a:pt x="1644738" y="46139"/>
                </a:moveTo>
                <a:lnTo>
                  <a:pt x="1644738" y="94421"/>
                </a:lnTo>
                <a:cubicBezTo>
                  <a:pt x="1644738" y="101265"/>
                  <a:pt x="1645486" y="105595"/>
                  <a:pt x="1646981" y="107412"/>
                </a:cubicBezTo>
                <a:cubicBezTo>
                  <a:pt x="1648957" y="109765"/>
                  <a:pt x="1651600" y="110942"/>
                  <a:pt x="1654911" y="110942"/>
                </a:cubicBezTo>
                <a:lnTo>
                  <a:pt x="1661560" y="110942"/>
                </a:lnTo>
                <a:lnTo>
                  <a:pt x="1661560" y="113906"/>
                </a:lnTo>
                <a:lnTo>
                  <a:pt x="1617744" y="113906"/>
                </a:lnTo>
                <a:lnTo>
                  <a:pt x="1617744" y="110942"/>
                </a:lnTo>
                <a:lnTo>
                  <a:pt x="1621028" y="110942"/>
                </a:lnTo>
                <a:cubicBezTo>
                  <a:pt x="1623164" y="110942"/>
                  <a:pt x="1625113" y="110407"/>
                  <a:pt x="1626875" y="109337"/>
                </a:cubicBezTo>
                <a:cubicBezTo>
                  <a:pt x="1628638" y="108268"/>
                  <a:pt x="1629853" y="106824"/>
                  <a:pt x="1630520" y="105007"/>
                </a:cubicBezTo>
                <a:cubicBezTo>
                  <a:pt x="1631188" y="103189"/>
                  <a:pt x="1631521" y="99661"/>
                  <a:pt x="1631521" y="94421"/>
                </a:cubicBezTo>
                <a:lnTo>
                  <a:pt x="1631521" y="46139"/>
                </a:lnTo>
                <a:lnTo>
                  <a:pt x="1617263" y="46139"/>
                </a:lnTo>
                <a:lnTo>
                  <a:pt x="1617263" y="40532"/>
                </a:lnTo>
                <a:lnTo>
                  <a:pt x="1631521" y="40532"/>
                </a:lnTo>
                <a:lnTo>
                  <a:pt x="1631521" y="35706"/>
                </a:lnTo>
                <a:cubicBezTo>
                  <a:pt x="1631521" y="28361"/>
                  <a:pt x="1632696" y="22142"/>
                  <a:pt x="1635046" y="17049"/>
                </a:cubicBezTo>
                <a:cubicBezTo>
                  <a:pt x="1637396" y="11956"/>
                  <a:pt x="1640987" y="7842"/>
                  <a:pt x="1645820" y="4706"/>
                </a:cubicBezTo>
                <a:cubicBezTo>
                  <a:pt x="1650653" y="1569"/>
                  <a:pt x="1656086" y="0"/>
                  <a:pt x="1662121" y="0"/>
                </a:cubicBezTo>
                <a:cubicBezTo>
                  <a:pt x="1667728" y="0"/>
                  <a:pt x="1672881" y="1816"/>
                  <a:pt x="1677580" y="5447"/>
                </a:cubicBezTo>
                <a:cubicBezTo>
                  <a:pt x="1680678" y="7850"/>
                  <a:pt x="1682226" y="10547"/>
                  <a:pt x="1682226" y="13537"/>
                </a:cubicBezTo>
                <a:cubicBezTo>
                  <a:pt x="1682226" y="15139"/>
                  <a:pt x="1681532" y="16648"/>
                  <a:pt x="1680144" y="18063"/>
                </a:cubicBezTo>
                <a:cubicBezTo>
                  <a:pt x="1678755" y="19478"/>
                  <a:pt x="1677260" y="20186"/>
                  <a:pt x="1675658" y="20186"/>
                </a:cubicBezTo>
                <a:cubicBezTo>
                  <a:pt x="1674430" y="20186"/>
                  <a:pt x="1673135" y="19740"/>
                  <a:pt x="1671773" y="18849"/>
                </a:cubicBezTo>
                <a:cubicBezTo>
                  <a:pt x="1670411" y="17958"/>
                  <a:pt x="1668742" y="16041"/>
                  <a:pt x="1666766" y="13099"/>
                </a:cubicBezTo>
                <a:cubicBezTo>
                  <a:pt x="1664791" y="10157"/>
                  <a:pt x="1662975" y="8173"/>
                  <a:pt x="1661320" y="7147"/>
                </a:cubicBezTo>
                <a:cubicBezTo>
                  <a:pt x="1659664" y="6120"/>
                  <a:pt x="1657822" y="5607"/>
                  <a:pt x="1655792" y="5607"/>
                </a:cubicBezTo>
                <a:cubicBezTo>
                  <a:pt x="1653336" y="5607"/>
                  <a:pt x="1651253" y="6268"/>
                  <a:pt x="1649544" y="7590"/>
                </a:cubicBezTo>
                <a:cubicBezTo>
                  <a:pt x="1647836" y="8910"/>
                  <a:pt x="1646607" y="10957"/>
                  <a:pt x="1645860" y="13733"/>
                </a:cubicBezTo>
                <a:cubicBezTo>
                  <a:pt x="1645112" y="16508"/>
                  <a:pt x="1644738" y="23662"/>
                  <a:pt x="1644738" y="35195"/>
                </a:cubicBezTo>
                <a:lnTo>
                  <a:pt x="1644738" y="40532"/>
                </a:lnTo>
                <a:lnTo>
                  <a:pt x="1663643" y="40532"/>
                </a:lnTo>
                <a:lnTo>
                  <a:pt x="1663643" y="46139"/>
                </a:lnTo>
                <a:lnTo>
                  <a:pt x="1644738" y="46139"/>
                </a:lnTo>
                <a:close/>
                <a:moveTo>
                  <a:pt x="1753276" y="103332"/>
                </a:moveTo>
                <a:cubicBezTo>
                  <a:pt x="1745746" y="109153"/>
                  <a:pt x="1741020" y="112517"/>
                  <a:pt x="1739098" y="113425"/>
                </a:cubicBezTo>
                <a:cubicBezTo>
                  <a:pt x="1736214" y="114814"/>
                  <a:pt x="1733143" y="115508"/>
                  <a:pt x="1729886" y="115508"/>
                </a:cubicBezTo>
                <a:cubicBezTo>
                  <a:pt x="1724813" y="115508"/>
                  <a:pt x="1720634" y="113772"/>
                  <a:pt x="1717350" y="110301"/>
                </a:cubicBezTo>
                <a:cubicBezTo>
                  <a:pt x="1714066" y="106830"/>
                  <a:pt x="1712424" y="102264"/>
                  <a:pt x="1712424" y="96604"/>
                </a:cubicBezTo>
                <a:cubicBezTo>
                  <a:pt x="1712424" y="93026"/>
                  <a:pt x="1713225" y="89928"/>
                  <a:pt x="1714827" y="87312"/>
                </a:cubicBezTo>
                <a:cubicBezTo>
                  <a:pt x="1717016" y="83680"/>
                  <a:pt x="1720821" y="80263"/>
                  <a:pt x="1726241" y="77059"/>
                </a:cubicBezTo>
                <a:cubicBezTo>
                  <a:pt x="1731662" y="73854"/>
                  <a:pt x="1740673" y="69956"/>
                  <a:pt x="1753276" y="65364"/>
                </a:cubicBezTo>
                <a:lnTo>
                  <a:pt x="1753276" y="62480"/>
                </a:lnTo>
                <a:cubicBezTo>
                  <a:pt x="1753276" y="55164"/>
                  <a:pt x="1752114" y="50144"/>
                  <a:pt x="1749791" y="47421"/>
                </a:cubicBezTo>
                <a:cubicBezTo>
                  <a:pt x="1747468" y="44697"/>
                  <a:pt x="1744091" y="43335"/>
                  <a:pt x="1739658" y="43335"/>
                </a:cubicBezTo>
                <a:cubicBezTo>
                  <a:pt x="1736294" y="43335"/>
                  <a:pt x="1733624" y="44240"/>
                  <a:pt x="1731648" y="46049"/>
                </a:cubicBezTo>
                <a:cubicBezTo>
                  <a:pt x="1729619" y="47858"/>
                  <a:pt x="1728604" y="49933"/>
                  <a:pt x="1728604" y="52274"/>
                </a:cubicBezTo>
                <a:lnTo>
                  <a:pt x="1728765" y="56903"/>
                </a:lnTo>
                <a:cubicBezTo>
                  <a:pt x="1728765" y="59349"/>
                  <a:pt x="1728137" y="61237"/>
                  <a:pt x="1726882" y="62568"/>
                </a:cubicBezTo>
                <a:cubicBezTo>
                  <a:pt x="1725627" y="63898"/>
                  <a:pt x="1723985" y="64563"/>
                  <a:pt x="1721956" y="64563"/>
                </a:cubicBezTo>
                <a:cubicBezTo>
                  <a:pt x="1719980" y="64563"/>
                  <a:pt x="1718365" y="63871"/>
                  <a:pt x="1717110" y="62487"/>
                </a:cubicBezTo>
                <a:cubicBezTo>
                  <a:pt x="1715855" y="61102"/>
                  <a:pt x="1715227" y="59212"/>
                  <a:pt x="1715227" y="56815"/>
                </a:cubicBezTo>
                <a:cubicBezTo>
                  <a:pt x="1715227" y="52238"/>
                  <a:pt x="1717577" y="48032"/>
                  <a:pt x="1722276" y="44199"/>
                </a:cubicBezTo>
                <a:cubicBezTo>
                  <a:pt x="1726976" y="40366"/>
                  <a:pt x="1733571" y="38449"/>
                  <a:pt x="1742062" y="38449"/>
                </a:cubicBezTo>
                <a:cubicBezTo>
                  <a:pt x="1748577" y="38449"/>
                  <a:pt x="1753917" y="39542"/>
                  <a:pt x="1758082" y="41728"/>
                </a:cubicBezTo>
                <a:cubicBezTo>
                  <a:pt x="1761233" y="43382"/>
                  <a:pt x="1763556" y="45970"/>
                  <a:pt x="1765051" y="49491"/>
                </a:cubicBezTo>
                <a:cubicBezTo>
                  <a:pt x="1766012" y="51784"/>
                  <a:pt x="1766493" y="56477"/>
                  <a:pt x="1766493" y="63571"/>
                </a:cubicBezTo>
                <a:lnTo>
                  <a:pt x="1766493" y="88453"/>
                </a:lnTo>
                <a:cubicBezTo>
                  <a:pt x="1766493" y="95440"/>
                  <a:pt x="1766626" y="99721"/>
                  <a:pt x="1766893" y="101295"/>
                </a:cubicBezTo>
                <a:cubicBezTo>
                  <a:pt x="1767160" y="102868"/>
                  <a:pt x="1767601" y="103922"/>
                  <a:pt x="1768215" y="104456"/>
                </a:cubicBezTo>
                <a:cubicBezTo>
                  <a:pt x="1768829" y="104988"/>
                  <a:pt x="1769537" y="105255"/>
                  <a:pt x="1770338" y="105255"/>
                </a:cubicBezTo>
                <a:cubicBezTo>
                  <a:pt x="1771192" y="105255"/>
                  <a:pt x="1771940" y="105068"/>
                  <a:pt x="1772581" y="104694"/>
                </a:cubicBezTo>
                <a:cubicBezTo>
                  <a:pt x="1773702" y="104000"/>
                  <a:pt x="1775865" y="102051"/>
                  <a:pt x="1779069" y="98846"/>
                </a:cubicBezTo>
                <a:lnTo>
                  <a:pt x="1779069" y="103332"/>
                </a:lnTo>
                <a:cubicBezTo>
                  <a:pt x="1773088" y="111342"/>
                  <a:pt x="1767374" y="115348"/>
                  <a:pt x="1761927" y="115348"/>
                </a:cubicBezTo>
                <a:cubicBezTo>
                  <a:pt x="1759310" y="115348"/>
                  <a:pt x="1757228" y="114440"/>
                  <a:pt x="1755679" y="112624"/>
                </a:cubicBezTo>
                <a:cubicBezTo>
                  <a:pt x="1754130" y="110808"/>
                  <a:pt x="1753329" y="107711"/>
                  <a:pt x="1753276" y="103332"/>
                </a:cubicBezTo>
                <a:moveTo>
                  <a:pt x="1753276" y="98080"/>
                </a:moveTo>
                <a:lnTo>
                  <a:pt x="1753276" y="70250"/>
                </a:lnTo>
                <a:cubicBezTo>
                  <a:pt x="1745212" y="73439"/>
                  <a:pt x="1740006" y="75698"/>
                  <a:pt x="1737656" y="77029"/>
                </a:cubicBezTo>
                <a:cubicBezTo>
                  <a:pt x="1733437" y="79368"/>
                  <a:pt x="1730420" y="81814"/>
                  <a:pt x="1728604" y="84365"/>
                </a:cubicBezTo>
                <a:cubicBezTo>
                  <a:pt x="1726789" y="86917"/>
                  <a:pt x="1725881" y="89708"/>
                  <a:pt x="1725881" y="92739"/>
                </a:cubicBezTo>
                <a:cubicBezTo>
                  <a:pt x="1725881" y="96567"/>
                  <a:pt x="1727029" y="99743"/>
                  <a:pt x="1729325" y="102268"/>
                </a:cubicBezTo>
                <a:cubicBezTo>
                  <a:pt x="1731622" y="104793"/>
                  <a:pt x="1734265" y="106056"/>
                  <a:pt x="1737255" y="106056"/>
                </a:cubicBezTo>
                <a:cubicBezTo>
                  <a:pt x="1741314" y="106056"/>
                  <a:pt x="1746654" y="103397"/>
                  <a:pt x="1753276" y="98080"/>
                </a:cubicBezTo>
                <a:close/>
                <a:moveTo>
                  <a:pt x="1848864" y="40532"/>
                </a:moveTo>
                <a:lnTo>
                  <a:pt x="1848864" y="84989"/>
                </a:lnTo>
                <a:cubicBezTo>
                  <a:pt x="1848864" y="93480"/>
                  <a:pt x="1849064" y="98673"/>
                  <a:pt x="1849464" y="100569"/>
                </a:cubicBezTo>
                <a:cubicBezTo>
                  <a:pt x="1849865" y="102464"/>
                  <a:pt x="1850506" y="103786"/>
                  <a:pt x="1851387" y="104534"/>
                </a:cubicBezTo>
                <a:cubicBezTo>
                  <a:pt x="1852268" y="105281"/>
                  <a:pt x="1853296" y="105655"/>
                  <a:pt x="1854471" y="105655"/>
                </a:cubicBezTo>
                <a:cubicBezTo>
                  <a:pt x="1856126" y="105655"/>
                  <a:pt x="1857995" y="105201"/>
                  <a:pt x="1860078" y="104293"/>
                </a:cubicBezTo>
                <a:lnTo>
                  <a:pt x="1861199" y="107097"/>
                </a:lnTo>
                <a:lnTo>
                  <a:pt x="1839251" y="116149"/>
                </a:lnTo>
                <a:lnTo>
                  <a:pt x="1835647" y="116149"/>
                </a:lnTo>
                <a:lnTo>
                  <a:pt x="1835647" y="100609"/>
                </a:lnTo>
                <a:cubicBezTo>
                  <a:pt x="1829345" y="107444"/>
                  <a:pt x="1824539" y="111743"/>
                  <a:pt x="1821228" y="113505"/>
                </a:cubicBezTo>
                <a:cubicBezTo>
                  <a:pt x="1817917" y="115267"/>
                  <a:pt x="1814419" y="116149"/>
                  <a:pt x="1810735" y="116149"/>
                </a:cubicBezTo>
                <a:cubicBezTo>
                  <a:pt x="1806623" y="116149"/>
                  <a:pt x="1803058" y="114960"/>
                  <a:pt x="1800041" y="112584"/>
                </a:cubicBezTo>
                <a:cubicBezTo>
                  <a:pt x="1797024" y="110208"/>
                  <a:pt x="1794928" y="107150"/>
                  <a:pt x="1793753" y="103412"/>
                </a:cubicBezTo>
                <a:cubicBezTo>
                  <a:pt x="1792578" y="99674"/>
                  <a:pt x="1791991" y="94387"/>
                  <a:pt x="1791991" y="87552"/>
                </a:cubicBezTo>
                <a:lnTo>
                  <a:pt x="1791991" y="54790"/>
                </a:lnTo>
                <a:cubicBezTo>
                  <a:pt x="1791991" y="51319"/>
                  <a:pt x="1791617" y="48916"/>
                  <a:pt x="1790869" y="47581"/>
                </a:cubicBezTo>
                <a:cubicBezTo>
                  <a:pt x="1790122" y="46246"/>
                  <a:pt x="1789014" y="45218"/>
                  <a:pt x="1787545" y="44497"/>
                </a:cubicBezTo>
                <a:cubicBezTo>
                  <a:pt x="1786077" y="43776"/>
                  <a:pt x="1783420" y="43442"/>
                  <a:pt x="1779575" y="43496"/>
                </a:cubicBezTo>
                <a:lnTo>
                  <a:pt x="1779575" y="40532"/>
                </a:lnTo>
                <a:lnTo>
                  <a:pt x="1805288" y="40532"/>
                </a:lnTo>
                <a:lnTo>
                  <a:pt x="1805288" y="89515"/>
                </a:lnTo>
                <a:cubicBezTo>
                  <a:pt x="1805288" y="96333"/>
                  <a:pt x="1806476" y="100808"/>
                  <a:pt x="1808852" y="102939"/>
                </a:cubicBezTo>
                <a:cubicBezTo>
                  <a:pt x="1811229" y="105070"/>
                  <a:pt x="1814099" y="106136"/>
                  <a:pt x="1817463" y="106136"/>
                </a:cubicBezTo>
                <a:cubicBezTo>
                  <a:pt x="1819760" y="106136"/>
                  <a:pt x="1822363" y="105417"/>
                  <a:pt x="1825273" y="103978"/>
                </a:cubicBezTo>
                <a:cubicBezTo>
                  <a:pt x="1828184" y="102539"/>
                  <a:pt x="1831642" y="99797"/>
                  <a:pt x="1835647" y="95750"/>
                </a:cubicBezTo>
                <a:lnTo>
                  <a:pt x="1835647" y="54282"/>
                </a:lnTo>
                <a:cubicBezTo>
                  <a:pt x="1835647" y="50127"/>
                  <a:pt x="1834886" y="47317"/>
                  <a:pt x="1833364" y="45854"/>
                </a:cubicBezTo>
                <a:cubicBezTo>
                  <a:pt x="1831842" y="44388"/>
                  <a:pt x="1828678" y="43602"/>
                  <a:pt x="1823872" y="43496"/>
                </a:cubicBezTo>
                <a:lnTo>
                  <a:pt x="1823872" y="40532"/>
                </a:lnTo>
                <a:lnTo>
                  <a:pt x="1848864" y="40532"/>
                </a:lnTo>
                <a:close/>
                <a:moveTo>
                  <a:pt x="1887873" y="16341"/>
                </a:moveTo>
                <a:lnTo>
                  <a:pt x="1887873" y="40532"/>
                </a:lnTo>
                <a:lnTo>
                  <a:pt x="1905015" y="40532"/>
                </a:lnTo>
                <a:lnTo>
                  <a:pt x="1905015" y="46139"/>
                </a:lnTo>
                <a:lnTo>
                  <a:pt x="1887873" y="46139"/>
                </a:lnTo>
                <a:lnTo>
                  <a:pt x="1887873" y="93655"/>
                </a:lnTo>
                <a:cubicBezTo>
                  <a:pt x="1887873" y="98403"/>
                  <a:pt x="1888554" y="101603"/>
                  <a:pt x="1889916" y="103257"/>
                </a:cubicBezTo>
                <a:cubicBezTo>
                  <a:pt x="1891277" y="104909"/>
                  <a:pt x="1893026" y="105735"/>
                  <a:pt x="1895162" y="105735"/>
                </a:cubicBezTo>
                <a:cubicBezTo>
                  <a:pt x="1896925" y="105735"/>
                  <a:pt x="1898633" y="105188"/>
                  <a:pt x="1900289" y="104093"/>
                </a:cubicBezTo>
                <a:cubicBezTo>
                  <a:pt x="1901944" y="102998"/>
                  <a:pt x="1903226" y="101383"/>
                  <a:pt x="1904134" y="99247"/>
                </a:cubicBezTo>
                <a:lnTo>
                  <a:pt x="1907258" y="99247"/>
                </a:lnTo>
                <a:cubicBezTo>
                  <a:pt x="1905389" y="104495"/>
                  <a:pt x="1902745" y="108465"/>
                  <a:pt x="1899328" y="111155"/>
                </a:cubicBezTo>
                <a:cubicBezTo>
                  <a:pt x="1895910" y="113843"/>
                  <a:pt x="1892385" y="115187"/>
                  <a:pt x="1888754" y="115187"/>
                </a:cubicBezTo>
                <a:cubicBezTo>
                  <a:pt x="1886298" y="115187"/>
                  <a:pt x="1883895" y="114506"/>
                  <a:pt x="1881545" y="113142"/>
                </a:cubicBezTo>
                <a:cubicBezTo>
                  <a:pt x="1879195" y="111779"/>
                  <a:pt x="1877460" y="109828"/>
                  <a:pt x="1876338" y="107290"/>
                </a:cubicBezTo>
                <a:cubicBezTo>
                  <a:pt x="1875217" y="104750"/>
                  <a:pt x="1874656" y="100833"/>
                  <a:pt x="1874656" y="95540"/>
                </a:cubicBezTo>
                <a:lnTo>
                  <a:pt x="1874656" y="46139"/>
                </a:lnTo>
                <a:lnTo>
                  <a:pt x="1863041" y="46139"/>
                </a:lnTo>
                <a:lnTo>
                  <a:pt x="1863041" y="43496"/>
                </a:lnTo>
                <a:cubicBezTo>
                  <a:pt x="1865978" y="42317"/>
                  <a:pt x="1868982" y="40322"/>
                  <a:pt x="1872053" y="37510"/>
                </a:cubicBezTo>
                <a:cubicBezTo>
                  <a:pt x="1875123" y="34699"/>
                  <a:pt x="1877860" y="31364"/>
                  <a:pt x="1880263" y="27508"/>
                </a:cubicBezTo>
                <a:cubicBezTo>
                  <a:pt x="1881492" y="25473"/>
                  <a:pt x="1883200" y="21751"/>
                  <a:pt x="1885390" y="16341"/>
                </a:cubicBezTo>
                <a:lnTo>
                  <a:pt x="1887873" y="16341"/>
                </a:lnTo>
                <a:close/>
                <a:moveTo>
                  <a:pt x="1933719" y="0"/>
                </a:moveTo>
                <a:lnTo>
                  <a:pt x="1933719" y="53749"/>
                </a:lnTo>
                <a:cubicBezTo>
                  <a:pt x="1939647" y="47234"/>
                  <a:pt x="1944346" y="43055"/>
                  <a:pt x="1947817" y="41213"/>
                </a:cubicBezTo>
                <a:cubicBezTo>
                  <a:pt x="1951288" y="39370"/>
                  <a:pt x="1954760" y="38449"/>
                  <a:pt x="1958231" y="38449"/>
                </a:cubicBezTo>
                <a:cubicBezTo>
                  <a:pt x="1962396" y="38449"/>
                  <a:pt x="1965974" y="39595"/>
                  <a:pt x="1968964" y="41886"/>
                </a:cubicBezTo>
                <a:cubicBezTo>
                  <a:pt x="1971955" y="44177"/>
                  <a:pt x="1974171" y="47774"/>
                  <a:pt x="1975613" y="52675"/>
                </a:cubicBezTo>
                <a:cubicBezTo>
                  <a:pt x="1976628" y="56086"/>
                  <a:pt x="1977135" y="62321"/>
                  <a:pt x="1977135" y="71379"/>
                </a:cubicBezTo>
                <a:lnTo>
                  <a:pt x="1977135" y="97274"/>
                </a:lnTo>
                <a:cubicBezTo>
                  <a:pt x="1977135" y="101910"/>
                  <a:pt x="1977509" y="105081"/>
                  <a:pt x="1978256" y="106787"/>
                </a:cubicBezTo>
                <a:cubicBezTo>
                  <a:pt x="1978790" y="108065"/>
                  <a:pt x="1979698" y="109077"/>
                  <a:pt x="1980980" y="109823"/>
                </a:cubicBezTo>
                <a:cubicBezTo>
                  <a:pt x="1982261" y="110569"/>
                  <a:pt x="1984611" y="110942"/>
                  <a:pt x="1988029" y="110942"/>
                </a:cubicBezTo>
                <a:lnTo>
                  <a:pt x="1988029" y="113906"/>
                </a:lnTo>
                <a:lnTo>
                  <a:pt x="1951983" y="113906"/>
                </a:lnTo>
                <a:lnTo>
                  <a:pt x="1951983" y="110942"/>
                </a:lnTo>
                <a:lnTo>
                  <a:pt x="1953665" y="110942"/>
                </a:lnTo>
                <a:cubicBezTo>
                  <a:pt x="1957083" y="110942"/>
                  <a:pt x="1959459" y="110421"/>
                  <a:pt x="1960794" y="109380"/>
                </a:cubicBezTo>
                <a:cubicBezTo>
                  <a:pt x="1962129" y="108339"/>
                  <a:pt x="1963064" y="106803"/>
                  <a:pt x="1963598" y="104774"/>
                </a:cubicBezTo>
                <a:cubicBezTo>
                  <a:pt x="1963758" y="103920"/>
                  <a:pt x="1963838" y="101410"/>
                  <a:pt x="1963838" y="97244"/>
                </a:cubicBezTo>
                <a:lnTo>
                  <a:pt x="1963838" y="71291"/>
                </a:lnTo>
                <a:cubicBezTo>
                  <a:pt x="1963838" y="63281"/>
                  <a:pt x="1963424" y="58021"/>
                  <a:pt x="1962596" y="55511"/>
                </a:cubicBezTo>
                <a:cubicBezTo>
                  <a:pt x="1961769" y="53001"/>
                  <a:pt x="1960447" y="51119"/>
                  <a:pt x="1958631" y="49864"/>
                </a:cubicBezTo>
                <a:cubicBezTo>
                  <a:pt x="1956816" y="48609"/>
                  <a:pt x="1954626" y="47981"/>
                  <a:pt x="1952063" y="47981"/>
                </a:cubicBezTo>
                <a:cubicBezTo>
                  <a:pt x="1949446" y="47981"/>
                  <a:pt x="1946723" y="48676"/>
                  <a:pt x="1943892" y="50064"/>
                </a:cubicBezTo>
                <a:cubicBezTo>
                  <a:pt x="1941062" y="51452"/>
                  <a:pt x="1937671" y="54256"/>
                  <a:pt x="1933719" y="58475"/>
                </a:cubicBezTo>
                <a:lnTo>
                  <a:pt x="1933719" y="97244"/>
                </a:lnTo>
                <a:cubicBezTo>
                  <a:pt x="1933719" y="102264"/>
                  <a:pt x="1934000" y="105388"/>
                  <a:pt x="1934560" y="106616"/>
                </a:cubicBezTo>
                <a:cubicBezTo>
                  <a:pt x="1935121" y="107845"/>
                  <a:pt x="1936162" y="108873"/>
                  <a:pt x="1937684" y="109700"/>
                </a:cubicBezTo>
                <a:cubicBezTo>
                  <a:pt x="1939206" y="110528"/>
                  <a:pt x="1941836" y="110942"/>
                  <a:pt x="1945575" y="110942"/>
                </a:cubicBezTo>
                <a:lnTo>
                  <a:pt x="1945575" y="113906"/>
                </a:lnTo>
                <a:lnTo>
                  <a:pt x="1909208" y="113906"/>
                </a:lnTo>
                <a:lnTo>
                  <a:pt x="1909208" y="110942"/>
                </a:lnTo>
                <a:cubicBezTo>
                  <a:pt x="1912466" y="110942"/>
                  <a:pt x="1915029" y="110435"/>
                  <a:pt x="1916898" y="109420"/>
                </a:cubicBezTo>
                <a:cubicBezTo>
                  <a:pt x="1917966" y="108888"/>
                  <a:pt x="1918820" y="107875"/>
                  <a:pt x="1919461" y="106381"/>
                </a:cubicBezTo>
                <a:cubicBezTo>
                  <a:pt x="1920102" y="104886"/>
                  <a:pt x="1920422" y="101844"/>
                  <a:pt x="1920422" y="97254"/>
                </a:cubicBezTo>
                <a:lnTo>
                  <a:pt x="1920422" y="30897"/>
                </a:lnTo>
                <a:cubicBezTo>
                  <a:pt x="1920422" y="22520"/>
                  <a:pt x="1920222" y="17371"/>
                  <a:pt x="1919822" y="15450"/>
                </a:cubicBezTo>
                <a:cubicBezTo>
                  <a:pt x="1919421" y="13527"/>
                  <a:pt x="1918807" y="12220"/>
                  <a:pt x="1917979" y="11527"/>
                </a:cubicBezTo>
                <a:cubicBezTo>
                  <a:pt x="1917151" y="10833"/>
                  <a:pt x="1916043" y="10486"/>
                  <a:pt x="1914655" y="10486"/>
                </a:cubicBezTo>
                <a:cubicBezTo>
                  <a:pt x="1913534" y="10486"/>
                  <a:pt x="1911718" y="10913"/>
                  <a:pt x="1909208" y="11768"/>
                </a:cubicBezTo>
                <a:lnTo>
                  <a:pt x="1908087" y="8964"/>
                </a:lnTo>
                <a:lnTo>
                  <a:pt x="1930035" y="0"/>
                </a:lnTo>
                <a:lnTo>
                  <a:pt x="1933719" y="0"/>
                </a:lnTo>
                <a:close/>
                <a:moveTo>
                  <a:pt x="2030083" y="38449"/>
                </a:moveTo>
                <a:cubicBezTo>
                  <a:pt x="2041190" y="38449"/>
                  <a:pt x="2050108" y="42664"/>
                  <a:pt x="2056837" y="51093"/>
                </a:cubicBezTo>
                <a:cubicBezTo>
                  <a:pt x="2062551" y="58294"/>
                  <a:pt x="2065408" y="66563"/>
                  <a:pt x="2065408" y="75900"/>
                </a:cubicBezTo>
                <a:cubicBezTo>
                  <a:pt x="2065408" y="82461"/>
                  <a:pt x="2063832" y="89103"/>
                  <a:pt x="2060682" y="95825"/>
                </a:cubicBezTo>
                <a:cubicBezTo>
                  <a:pt x="2057531" y="102545"/>
                  <a:pt x="2053192" y="107613"/>
                  <a:pt x="2047665" y="111027"/>
                </a:cubicBezTo>
                <a:cubicBezTo>
                  <a:pt x="2042138" y="114441"/>
                  <a:pt x="2035983" y="116149"/>
                  <a:pt x="2029201" y="116149"/>
                </a:cubicBezTo>
                <a:cubicBezTo>
                  <a:pt x="2018147" y="116149"/>
                  <a:pt x="2009363" y="111747"/>
                  <a:pt x="2002848" y="102944"/>
                </a:cubicBezTo>
                <a:cubicBezTo>
                  <a:pt x="1997347" y="95530"/>
                  <a:pt x="1994597" y="87208"/>
                  <a:pt x="1994597" y="77980"/>
                </a:cubicBezTo>
                <a:cubicBezTo>
                  <a:pt x="1994597" y="71258"/>
                  <a:pt x="1996266" y="64576"/>
                  <a:pt x="1999604" y="57934"/>
                </a:cubicBezTo>
                <a:cubicBezTo>
                  <a:pt x="2002941" y="51292"/>
                  <a:pt x="2007333" y="46384"/>
                  <a:pt x="2012780" y="43210"/>
                </a:cubicBezTo>
                <a:cubicBezTo>
                  <a:pt x="2018227" y="40036"/>
                  <a:pt x="2023995" y="38449"/>
                  <a:pt x="2030083" y="38449"/>
                </a:cubicBezTo>
                <a:moveTo>
                  <a:pt x="2027599" y="43736"/>
                </a:moveTo>
                <a:cubicBezTo>
                  <a:pt x="2024769" y="43736"/>
                  <a:pt x="2021925" y="44576"/>
                  <a:pt x="2019068" y="46257"/>
                </a:cubicBezTo>
                <a:cubicBezTo>
                  <a:pt x="2016211" y="47937"/>
                  <a:pt x="2013902" y="50884"/>
                  <a:pt x="2012140" y="55098"/>
                </a:cubicBezTo>
                <a:cubicBezTo>
                  <a:pt x="2010377" y="59312"/>
                  <a:pt x="2009496" y="64725"/>
                  <a:pt x="2009496" y="71339"/>
                </a:cubicBezTo>
                <a:cubicBezTo>
                  <a:pt x="2009496" y="82006"/>
                  <a:pt x="2011619" y="91207"/>
                  <a:pt x="2015864" y="98942"/>
                </a:cubicBezTo>
                <a:cubicBezTo>
                  <a:pt x="2020110" y="106675"/>
                  <a:pt x="2025704" y="110541"/>
                  <a:pt x="2032646" y="110541"/>
                </a:cubicBezTo>
                <a:cubicBezTo>
                  <a:pt x="2037826" y="110541"/>
                  <a:pt x="2042098" y="108408"/>
                  <a:pt x="2045462" y="104141"/>
                </a:cubicBezTo>
                <a:cubicBezTo>
                  <a:pt x="2048826" y="99874"/>
                  <a:pt x="2050509" y="92540"/>
                  <a:pt x="2050509" y="82140"/>
                </a:cubicBezTo>
                <a:cubicBezTo>
                  <a:pt x="2050509" y="69125"/>
                  <a:pt x="2047705" y="58884"/>
                  <a:pt x="2042098" y="51416"/>
                </a:cubicBezTo>
                <a:cubicBezTo>
                  <a:pt x="2038306" y="46296"/>
                  <a:pt x="2033474" y="43736"/>
                  <a:pt x="2027599" y="43736"/>
                </a:cubicBezTo>
                <a:close/>
                <a:moveTo>
                  <a:pt x="2097689" y="38449"/>
                </a:moveTo>
                <a:lnTo>
                  <a:pt x="2097689" y="54950"/>
                </a:lnTo>
                <a:cubicBezTo>
                  <a:pt x="2103830" y="43950"/>
                  <a:pt x="2110132" y="38449"/>
                  <a:pt x="2116593" y="38449"/>
                </a:cubicBezTo>
                <a:cubicBezTo>
                  <a:pt x="2119530" y="38449"/>
                  <a:pt x="2121960" y="39344"/>
                  <a:pt x="2123883" y="41133"/>
                </a:cubicBezTo>
                <a:cubicBezTo>
                  <a:pt x="2125805" y="42922"/>
                  <a:pt x="2126766" y="44991"/>
                  <a:pt x="2126766" y="47341"/>
                </a:cubicBezTo>
                <a:cubicBezTo>
                  <a:pt x="2126766" y="49423"/>
                  <a:pt x="2126072" y="51185"/>
                  <a:pt x="2124684" y="52627"/>
                </a:cubicBezTo>
                <a:cubicBezTo>
                  <a:pt x="2123295" y="54069"/>
                  <a:pt x="2121640" y="54790"/>
                  <a:pt x="2119717" y="54790"/>
                </a:cubicBezTo>
                <a:cubicBezTo>
                  <a:pt x="2117848" y="54790"/>
                  <a:pt x="2115752" y="53869"/>
                  <a:pt x="2113429" y="52027"/>
                </a:cubicBezTo>
                <a:cubicBezTo>
                  <a:pt x="2111106" y="50184"/>
                  <a:pt x="2109384" y="49263"/>
                  <a:pt x="2108263" y="49263"/>
                </a:cubicBezTo>
                <a:cubicBezTo>
                  <a:pt x="2107301" y="49263"/>
                  <a:pt x="2106260" y="49795"/>
                  <a:pt x="2105139" y="50860"/>
                </a:cubicBezTo>
                <a:cubicBezTo>
                  <a:pt x="2102736" y="53045"/>
                  <a:pt x="2100252" y="56640"/>
                  <a:pt x="2097689" y="61646"/>
                </a:cubicBezTo>
                <a:lnTo>
                  <a:pt x="2097689" y="96721"/>
                </a:lnTo>
                <a:cubicBezTo>
                  <a:pt x="2097689" y="100768"/>
                  <a:pt x="2098196" y="103830"/>
                  <a:pt x="2099211" y="105908"/>
                </a:cubicBezTo>
                <a:cubicBezTo>
                  <a:pt x="2099905" y="107346"/>
                  <a:pt x="2101134" y="108546"/>
                  <a:pt x="2102896" y="109505"/>
                </a:cubicBezTo>
                <a:cubicBezTo>
                  <a:pt x="2104658" y="110463"/>
                  <a:pt x="2107195" y="110942"/>
                  <a:pt x="2110506" y="110942"/>
                </a:cubicBezTo>
                <a:lnTo>
                  <a:pt x="2110506" y="113906"/>
                </a:lnTo>
                <a:lnTo>
                  <a:pt x="2072938" y="113906"/>
                </a:lnTo>
                <a:lnTo>
                  <a:pt x="2072938" y="110942"/>
                </a:lnTo>
                <a:cubicBezTo>
                  <a:pt x="2076676" y="110942"/>
                  <a:pt x="2079453" y="110356"/>
                  <a:pt x="2081268" y="109185"/>
                </a:cubicBezTo>
                <a:cubicBezTo>
                  <a:pt x="2082603" y="108332"/>
                  <a:pt x="2083538" y="106973"/>
                  <a:pt x="2084072" y="105107"/>
                </a:cubicBezTo>
                <a:cubicBezTo>
                  <a:pt x="2084339" y="104201"/>
                  <a:pt x="2084472" y="101617"/>
                  <a:pt x="2084472" y="97355"/>
                </a:cubicBezTo>
                <a:lnTo>
                  <a:pt x="2084472" y="68981"/>
                </a:lnTo>
                <a:cubicBezTo>
                  <a:pt x="2084472" y="60455"/>
                  <a:pt x="2084299" y="55380"/>
                  <a:pt x="2083952" y="53756"/>
                </a:cubicBezTo>
                <a:cubicBezTo>
                  <a:pt x="2083605" y="52131"/>
                  <a:pt x="2082964" y="50945"/>
                  <a:pt x="2082029" y="50199"/>
                </a:cubicBezTo>
                <a:cubicBezTo>
                  <a:pt x="2081095" y="49453"/>
                  <a:pt x="2079933" y="49080"/>
                  <a:pt x="2078545" y="49080"/>
                </a:cubicBezTo>
                <a:cubicBezTo>
                  <a:pt x="2076889" y="49080"/>
                  <a:pt x="2075020" y="49480"/>
                  <a:pt x="2072938" y="50279"/>
                </a:cubicBezTo>
                <a:lnTo>
                  <a:pt x="2072136" y="47401"/>
                </a:lnTo>
                <a:lnTo>
                  <a:pt x="2094325" y="38449"/>
                </a:lnTo>
                <a:lnTo>
                  <a:pt x="2097689" y="38449"/>
                </a:lnTo>
                <a:close/>
                <a:moveTo>
                  <a:pt x="2191968" y="53268"/>
                </a:moveTo>
                <a:cubicBezTo>
                  <a:pt x="2199071" y="43389"/>
                  <a:pt x="2206734" y="38449"/>
                  <a:pt x="2214958" y="38449"/>
                </a:cubicBezTo>
                <a:cubicBezTo>
                  <a:pt x="2222487" y="38449"/>
                  <a:pt x="2229056" y="41663"/>
                  <a:pt x="2234663" y="48092"/>
                </a:cubicBezTo>
                <a:cubicBezTo>
                  <a:pt x="2240270" y="54520"/>
                  <a:pt x="2243074" y="63308"/>
                  <a:pt x="2243074" y="74458"/>
                </a:cubicBezTo>
                <a:cubicBezTo>
                  <a:pt x="2243074" y="87474"/>
                  <a:pt x="2238748" y="97957"/>
                  <a:pt x="2230097" y="105905"/>
                </a:cubicBezTo>
                <a:cubicBezTo>
                  <a:pt x="2222674" y="112734"/>
                  <a:pt x="2214397" y="116149"/>
                  <a:pt x="2205265" y="116149"/>
                </a:cubicBezTo>
                <a:cubicBezTo>
                  <a:pt x="2200993" y="116149"/>
                  <a:pt x="2196654" y="115374"/>
                  <a:pt x="2192249" y="113826"/>
                </a:cubicBezTo>
                <a:cubicBezTo>
                  <a:pt x="2187843" y="112277"/>
                  <a:pt x="2183344" y="109954"/>
                  <a:pt x="2178751" y="106857"/>
                </a:cubicBezTo>
                <a:lnTo>
                  <a:pt x="2178751" y="30839"/>
                </a:lnTo>
                <a:cubicBezTo>
                  <a:pt x="2178751" y="22509"/>
                  <a:pt x="2178551" y="17382"/>
                  <a:pt x="2178151" y="15460"/>
                </a:cubicBezTo>
                <a:cubicBezTo>
                  <a:pt x="2177750" y="13537"/>
                  <a:pt x="2177123" y="12229"/>
                  <a:pt x="2176268" y="11535"/>
                </a:cubicBezTo>
                <a:cubicBezTo>
                  <a:pt x="2175414" y="10841"/>
                  <a:pt x="2174346" y="10493"/>
                  <a:pt x="2173064" y="10493"/>
                </a:cubicBezTo>
                <a:cubicBezTo>
                  <a:pt x="2171569" y="10493"/>
                  <a:pt x="2169700" y="10921"/>
                  <a:pt x="2167457" y="11775"/>
                </a:cubicBezTo>
                <a:lnTo>
                  <a:pt x="2166335" y="8971"/>
                </a:lnTo>
                <a:lnTo>
                  <a:pt x="2188364" y="0"/>
                </a:lnTo>
                <a:lnTo>
                  <a:pt x="2191968" y="0"/>
                </a:lnTo>
                <a:lnTo>
                  <a:pt x="2191968" y="53268"/>
                </a:lnTo>
                <a:moveTo>
                  <a:pt x="2191968" y="58372"/>
                </a:moveTo>
                <a:lnTo>
                  <a:pt x="2191968" y="102153"/>
                </a:lnTo>
                <a:cubicBezTo>
                  <a:pt x="2194692" y="104815"/>
                  <a:pt x="2197509" y="106825"/>
                  <a:pt x="2200419" y="108183"/>
                </a:cubicBezTo>
                <a:cubicBezTo>
                  <a:pt x="2203329" y="109542"/>
                  <a:pt x="2206307" y="110221"/>
                  <a:pt x="2209350" y="110221"/>
                </a:cubicBezTo>
                <a:cubicBezTo>
                  <a:pt x="2214210" y="110221"/>
                  <a:pt x="2218736" y="107558"/>
                  <a:pt x="2222928" y="102233"/>
                </a:cubicBezTo>
                <a:cubicBezTo>
                  <a:pt x="2227120" y="96906"/>
                  <a:pt x="2229216" y="89157"/>
                  <a:pt x="2229216" y="78984"/>
                </a:cubicBezTo>
                <a:cubicBezTo>
                  <a:pt x="2229216" y="69610"/>
                  <a:pt x="2227120" y="62406"/>
                  <a:pt x="2222928" y="57373"/>
                </a:cubicBezTo>
                <a:cubicBezTo>
                  <a:pt x="2218736" y="52340"/>
                  <a:pt x="2213970" y="49824"/>
                  <a:pt x="2208630" y="49824"/>
                </a:cubicBezTo>
                <a:cubicBezTo>
                  <a:pt x="2205799" y="49824"/>
                  <a:pt x="2202969" y="50543"/>
                  <a:pt x="2200139" y="51981"/>
                </a:cubicBezTo>
                <a:cubicBezTo>
                  <a:pt x="2198003" y="53046"/>
                  <a:pt x="2195279" y="55176"/>
                  <a:pt x="2191968" y="58372"/>
                </a:cubicBezTo>
                <a:close/>
                <a:moveTo>
                  <a:pt x="2254769" y="2723"/>
                </a:moveTo>
                <a:lnTo>
                  <a:pt x="2290014" y="2723"/>
                </a:lnTo>
                <a:lnTo>
                  <a:pt x="2290014" y="146427"/>
                </a:lnTo>
                <a:lnTo>
                  <a:pt x="2254769" y="146427"/>
                </a:lnTo>
                <a:lnTo>
                  <a:pt x="2254769" y="140099"/>
                </a:lnTo>
                <a:lnTo>
                  <a:pt x="2277998" y="140099"/>
                </a:lnTo>
                <a:lnTo>
                  <a:pt x="2277998" y="9052"/>
                </a:lnTo>
                <a:lnTo>
                  <a:pt x="2254769" y="9052"/>
                </a:lnTo>
                <a:lnTo>
                  <a:pt x="2254769" y="2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...">
            <a:extLst xmlns:a="http://schemas.openxmlformats.org/drawingml/2006/main">
              <a:ext uri="{FF2B5EF4-FFF2-40B4-BE49-F238E27FC236}">
                <a16:creationId xmlns:a16="http://schemas.microsoft.com/office/drawing/2014/main" id="{171DF070-C864-4DE0-B8B9-A9E52A29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070" y="5827624"/>
            <a:ext cx="99808" cy="17783"/>
          </a:xfrm>
          <a:custGeom xmlns:a="http://schemas.openxmlformats.org/drawingml/2006/main">
            <a:pathLst>
              <a:path w="99808" h="17783">
                <a:moveTo>
                  <a:pt x="8891" y="0"/>
                </a:moveTo>
                <a:cubicBezTo>
                  <a:pt x="11401" y="0"/>
                  <a:pt x="13511" y="868"/>
                  <a:pt x="15219" y="2603"/>
                </a:cubicBezTo>
                <a:cubicBezTo>
                  <a:pt x="16928" y="4339"/>
                  <a:pt x="17783" y="6435"/>
                  <a:pt x="17783" y="8891"/>
                </a:cubicBezTo>
                <a:cubicBezTo>
                  <a:pt x="17783" y="11348"/>
                  <a:pt x="16915" y="13444"/>
                  <a:pt x="15179" y="15179"/>
                </a:cubicBezTo>
                <a:cubicBezTo>
                  <a:pt x="13444" y="16915"/>
                  <a:pt x="11348" y="17783"/>
                  <a:pt x="8891" y="17783"/>
                </a:cubicBezTo>
                <a:cubicBezTo>
                  <a:pt x="6435" y="17783"/>
                  <a:pt x="4339" y="16915"/>
                  <a:pt x="2603" y="15179"/>
                </a:cubicBezTo>
                <a:cubicBezTo>
                  <a:pt x="868" y="13444"/>
                  <a:pt x="0" y="11348"/>
                  <a:pt x="0" y="8891"/>
                </a:cubicBezTo>
                <a:cubicBezTo>
                  <a:pt x="0" y="6381"/>
                  <a:pt x="868" y="4272"/>
                  <a:pt x="2603" y="2563"/>
                </a:cubicBezTo>
                <a:cubicBezTo>
                  <a:pt x="4339" y="854"/>
                  <a:pt x="6435" y="0"/>
                  <a:pt x="8891" y="0"/>
                </a:cubicBezTo>
                <a:close/>
                <a:moveTo>
                  <a:pt x="49904" y="0"/>
                </a:moveTo>
                <a:cubicBezTo>
                  <a:pt x="52414" y="0"/>
                  <a:pt x="54523" y="868"/>
                  <a:pt x="56232" y="2603"/>
                </a:cubicBezTo>
                <a:cubicBezTo>
                  <a:pt x="57941" y="4339"/>
                  <a:pt x="58795" y="6435"/>
                  <a:pt x="58795" y="8891"/>
                </a:cubicBezTo>
                <a:cubicBezTo>
                  <a:pt x="58795" y="11348"/>
                  <a:pt x="57927" y="13444"/>
                  <a:pt x="56192" y="15179"/>
                </a:cubicBezTo>
                <a:cubicBezTo>
                  <a:pt x="54456" y="16915"/>
                  <a:pt x="52360" y="17783"/>
                  <a:pt x="49904" y="17783"/>
                </a:cubicBezTo>
                <a:cubicBezTo>
                  <a:pt x="47447" y="17783"/>
                  <a:pt x="45351" y="16915"/>
                  <a:pt x="43616" y="15179"/>
                </a:cubicBezTo>
                <a:cubicBezTo>
                  <a:pt x="41880" y="13444"/>
                  <a:pt x="41012" y="11348"/>
                  <a:pt x="41012" y="8891"/>
                </a:cubicBezTo>
                <a:cubicBezTo>
                  <a:pt x="41012" y="6381"/>
                  <a:pt x="41880" y="4272"/>
                  <a:pt x="43616" y="2563"/>
                </a:cubicBezTo>
                <a:cubicBezTo>
                  <a:pt x="45351" y="854"/>
                  <a:pt x="47447" y="0"/>
                  <a:pt x="49904" y="0"/>
                </a:cubicBezTo>
                <a:close/>
                <a:moveTo>
                  <a:pt x="90916" y="0"/>
                </a:moveTo>
                <a:cubicBezTo>
                  <a:pt x="93426" y="0"/>
                  <a:pt x="95535" y="868"/>
                  <a:pt x="97244" y="2603"/>
                </a:cubicBezTo>
                <a:cubicBezTo>
                  <a:pt x="98953" y="4339"/>
                  <a:pt x="99808" y="6435"/>
                  <a:pt x="99808" y="8891"/>
                </a:cubicBezTo>
                <a:cubicBezTo>
                  <a:pt x="99808" y="11348"/>
                  <a:pt x="98940" y="13444"/>
                  <a:pt x="97204" y="15179"/>
                </a:cubicBezTo>
                <a:cubicBezTo>
                  <a:pt x="95469" y="16915"/>
                  <a:pt x="93373" y="17783"/>
                  <a:pt x="90916" y="17783"/>
                </a:cubicBezTo>
                <a:cubicBezTo>
                  <a:pt x="88460" y="17783"/>
                  <a:pt x="86364" y="16915"/>
                  <a:pt x="84628" y="15179"/>
                </a:cubicBezTo>
                <a:cubicBezTo>
                  <a:pt x="82893" y="13444"/>
                  <a:pt x="82025" y="11348"/>
                  <a:pt x="82025" y="8891"/>
                </a:cubicBezTo>
                <a:cubicBezTo>
                  <a:pt x="82025" y="6381"/>
                  <a:pt x="82893" y="4272"/>
                  <a:pt x="84628" y="2563"/>
                </a:cubicBezTo>
                <a:cubicBezTo>
                  <a:pt x="86364" y="854"/>
                  <a:pt x="88460" y="0"/>
                  <a:pt x="9091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CA701-6466-495B-94F7-70AF597F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080" y="5525317"/>
            <a:ext cx="1630245" cy="512656"/>
          </a:xfrm>
          <a:custGeom xmlns:a="http://schemas.openxmlformats.org/drawingml/2006/main">
            <a:pathLst>
              <a:path w="1630245" h="512656">
                <a:moveTo>
                  <a:pt x="0" y="0"/>
                </a:moveTo>
                <a:lnTo>
                  <a:pt x="1630245" y="0"/>
                </a:lnTo>
                <a:lnTo>
                  <a:pt x="1630245" y="512656"/>
                </a:lnTo>
                <a:lnTo>
                  <a:pt x="0" y="512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4F07B-DD42-4386-A475-FF7D2EBA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080" y="5525317"/>
            <a:ext cx="1630245" cy="512656"/>
          </a:xfrm>
          <a:custGeom xmlns:a="http://schemas.openxmlformats.org/drawingml/2006/main">
            <a:pathLst>
              <a:path w="1630245" h="512656" fill="none">
                <a:moveTo>
                  <a:pt x="0" y="0"/>
                </a:moveTo>
                <a:lnTo>
                  <a:pt x="1630245" y="0"/>
                </a:lnTo>
                <a:lnTo>
                  <a:pt x="1630245" y="512656"/>
                </a:lnTo>
                <a:lnTo>
                  <a:pt x="0" y="5126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00" name="Text Q1(w/oPC):...">
            <a:extLst xmlns:a="http://schemas.openxmlformats.org/drawingml/2006/main">
              <a:ext uri="{FF2B5EF4-FFF2-40B4-BE49-F238E27FC236}">
                <a16:creationId xmlns:a16="http://schemas.microsoft.com/office/drawing/2014/main" id="{887A7804-970A-4FD2-8C9B-C0C16D7F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443" y="5629610"/>
            <a:ext cx="1066404" cy="143864"/>
          </a:xfrm>
          <a:custGeom xmlns:a="http://schemas.openxmlformats.org/drawingml/2006/main">
            <a:pathLst>
              <a:path w="1066404" h="143864">
                <a:moveTo>
                  <a:pt x="72012" y="111983"/>
                </a:moveTo>
                <a:cubicBezTo>
                  <a:pt x="74469" y="119112"/>
                  <a:pt x="78287" y="124473"/>
                  <a:pt x="83467" y="128064"/>
                </a:cubicBezTo>
                <a:cubicBezTo>
                  <a:pt x="88647" y="131655"/>
                  <a:pt x="95135" y="133451"/>
                  <a:pt x="102932" y="133451"/>
                </a:cubicBezTo>
                <a:cubicBezTo>
                  <a:pt x="105068" y="133451"/>
                  <a:pt x="107337" y="133237"/>
                  <a:pt x="109740" y="132810"/>
                </a:cubicBezTo>
                <a:lnTo>
                  <a:pt x="109740" y="137776"/>
                </a:lnTo>
                <a:cubicBezTo>
                  <a:pt x="101677" y="139912"/>
                  <a:pt x="94468" y="140980"/>
                  <a:pt x="88113" y="140980"/>
                </a:cubicBezTo>
                <a:cubicBezTo>
                  <a:pt x="78180" y="140980"/>
                  <a:pt x="69302" y="138523"/>
                  <a:pt x="61479" y="133608"/>
                </a:cubicBezTo>
                <a:cubicBezTo>
                  <a:pt x="53655" y="128695"/>
                  <a:pt x="47768" y="121487"/>
                  <a:pt x="43816" y="111983"/>
                </a:cubicBezTo>
                <a:cubicBezTo>
                  <a:pt x="30679" y="109208"/>
                  <a:pt x="20092" y="102778"/>
                  <a:pt x="12055" y="92694"/>
                </a:cubicBezTo>
                <a:cubicBezTo>
                  <a:pt x="4018" y="82607"/>
                  <a:pt x="0" y="70574"/>
                  <a:pt x="0" y="56592"/>
                </a:cubicBezTo>
                <a:cubicBezTo>
                  <a:pt x="0" y="40370"/>
                  <a:pt x="5447" y="26883"/>
                  <a:pt x="16341" y="16131"/>
                </a:cubicBezTo>
                <a:cubicBezTo>
                  <a:pt x="27235" y="5377"/>
                  <a:pt x="41066" y="0"/>
                  <a:pt x="57834" y="0"/>
                </a:cubicBezTo>
                <a:cubicBezTo>
                  <a:pt x="74549" y="0"/>
                  <a:pt x="88326" y="5390"/>
                  <a:pt x="99167" y="16171"/>
                </a:cubicBezTo>
                <a:cubicBezTo>
                  <a:pt x="110007" y="26949"/>
                  <a:pt x="115428" y="40423"/>
                  <a:pt x="115428" y="56592"/>
                </a:cubicBezTo>
                <a:cubicBezTo>
                  <a:pt x="115428" y="70680"/>
                  <a:pt x="111182" y="82928"/>
                  <a:pt x="102691" y="93334"/>
                </a:cubicBezTo>
                <a:cubicBezTo>
                  <a:pt x="94200" y="103739"/>
                  <a:pt x="83974" y="109956"/>
                  <a:pt x="72012" y="111983"/>
                </a:cubicBezTo>
                <a:moveTo>
                  <a:pt x="57754" y="6088"/>
                </a:moveTo>
                <a:cubicBezTo>
                  <a:pt x="48142" y="6088"/>
                  <a:pt x="40719" y="11077"/>
                  <a:pt x="35485" y="21054"/>
                </a:cubicBezTo>
                <a:cubicBezTo>
                  <a:pt x="31106" y="29432"/>
                  <a:pt x="28917" y="41358"/>
                  <a:pt x="28917" y="56833"/>
                </a:cubicBezTo>
                <a:cubicBezTo>
                  <a:pt x="28917" y="75401"/>
                  <a:pt x="32201" y="89168"/>
                  <a:pt x="38770" y="98133"/>
                </a:cubicBezTo>
                <a:cubicBezTo>
                  <a:pt x="43362" y="104376"/>
                  <a:pt x="49690" y="107497"/>
                  <a:pt x="57754" y="107497"/>
                </a:cubicBezTo>
                <a:cubicBezTo>
                  <a:pt x="65871" y="107497"/>
                  <a:pt x="72199" y="104429"/>
                  <a:pt x="76738" y="98293"/>
                </a:cubicBezTo>
                <a:cubicBezTo>
                  <a:pt x="83307" y="89489"/>
                  <a:pt x="86591" y="76255"/>
                  <a:pt x="86591" y="58592"/>
                </a:cubicBezTo>
                <a:cubicBezTo>
                  <a:pt x="86591" y="41199"/>
                  <a:pt x="84535" y="28606"/>
                  <a:pt x="80423" y="20814"/>
                </a:cubicBezTo>
                <a:cubicBezTo>
                  <a:pt x="75296" y="10997"/>
                  <a:pt x="67740" y="6088"/>
                  <a:pt x="57754" y="6088"/>
                </a:cubicBezTo>
                <a:close/>
                <a:moveTo>
                  <a:pt x="174651" y="160"/>
                </a:moveTo>
                <a:lnTo>
                  <a:pt x="174651" y="88914"/>
                </a:lnTo>
                <a:cubicBezTo>
                  <a:pt x="174651" y="95646"/>
                  <a:pt x="174945" y="99940"/>
                  <a:pt x="175532" y="101798"/>
                </a:cubicBezTo>
                <a:cubicBezTo>
                  <a:pt x="176119" y="103655"/>
                  <a:pt x="177348" y="105176"/>
                  <a:pt x="179217" y="106361"/>
                </a:cubicBezTo>
                <a:cubicBezTo>
                  <a:pt x="181086" y="107546"/>
                  <a:pt x="184076" y="108138"/>
                  <a:pt x="188188" y="108138"/>
                </a:cubicBezTo>
                <a:lnTo>
                  <a:pt x="190671" y="108138"/>
                </a:lnTo>
                <a:lnTo>
                  <a:pt x="190671" y="111022"/>
                </a:lnTo>
                <a:lnTo>
                  <a:pt x="133478" y="111022"/>
                </a:lnTo>
                <a:lnTo>
                  <a:pt x="133478" y="108138"/>
                </a:lnTo>
                <a:lnTo>
                  <a:pt x="136362" y="108138"/>
                </a:lnTo>
                <a:cubicBezTo>
                  <a:pt x="141008" y="108138"/>
                  <a:pt x="144319" y="107600"/>
                  <a:pt x="146295" y="106524"/>
                </a:cubicBezTo>
                <a:cubicBezTo>
                  <a:pt x="148271" y="105446"/>
                  <a:pt x="149606" y="103965"/>
                  <a:pt x="150300" y="102081"/>
                </a:cubicBezTo>
                <a:cubicBezTo>
                  <a:pt x="150994" y="100195"/>
                  <a:pt x="151341" y="95806"/>
                  <a:pt x="151341" y="88914"/>
                </a:cubicBezTo>
                <a:lnTo>
                  <a:pt x="151341" y="32682"/>
                </a:lnTo>
                <a:cubicBezTo>
                  <a:pt x="151341" y="27662"/>
                  <a:pt x="151101" y="24525"/>
                  <a:pt x="150620" y="23270"/>
                </a:cubicBezTo>
                <a:cubicBezTo>
                  <a:pt x="150140" y="22015"/>
                  <a:pt x="149245" y="20947"/>
                  <a:pt x="147937" y="20066"/>
                </a:cubicBezTo>
                <a:cubicBezTo>
                  <a:pt x="146628" y="19185"/>
                  <a:pt x="145120" y="18744"/>
                  <a:pt x="143411" y="18744"/>
                </a:cubicBezTo>
                <a:cubicBezTo>
                  <a:pt x="140688" y="18744"/>
                  <a:pt x="137377" y="19598"/>
                  <a:pt x="133478" y="21307"/>
                </a:cubicBezTo>
                <a:lnTo>
                  <a:pt x="132036" y="18424"/>
                </a:lnTo>
                <a:lnTo>
                  <a:pt x="172008" y="160"/>
                </a:lnTo>
                <a:lnTo>
                  <a:pt x="174651" y="160"/>
                </a:lnTo>
                <a:close/>
                <a:moveTo>
                  <a:pt x="296967" y="0"/>
                </a:moveTo>
                <a:lnTo>
                  <a:pt x="296967" y="3685"/>
                </a:lnTo>
                <a:cubicBezTo>
                  <a:pt x="291414" y="7314"/>
                  <a:pt x="287328" y="10864"/>
                  <a:pt x="284712" y="14333"/>
                </a:cubicBezTo>
                <a:cubicBezTo>
                  <a:pt x="281080" y="19136"/>
                  <a:pt x="278250" y="25300"/>
                  <a:pt x="276221" y="32824"/>
                </a:cubicBezTo>
                <a:cubicBezTo>
                  <a:pt x="273658" y="42165"/>
                  <a:pt x="272376" y="55214"/>
                  <a:pt x="272376" y="71972"/>
                </a:cubicBezTo>
                <a:cubicBezTo>
                  <a:pt x="272376" y="87769"/>
                  <a:pt x="273537" y="100044"/>
                  <a:pt x="275860" y="108797"/>
                </a:cubicBezTo>
                <a:cubicBezTo>
                  <a:pt x="278183" y="117550"/>
                  <a:pt x="281347" y="124621"/>
                  <a:pt x="285353" y="130011"/>
                </a:cubicBezTo>
                <a:cubicBezTo>
                  <a:pt x="288129" y="133748"/>
                  <a:pt x="292001" y="137030"/>
                  <a:pt x="296967" y="139859"/>
                </a:cubicBezTo>
                <a:lnTo>
                  <a:pt x="296967" y="143864"/>
                </a:lnTo>
                <a:cubicBezTo>
                  <a:pt x="284098" y="139540"/>
                  <a:pt x="273190" y="130720"/>
                  <a:pt x="264246" y="117403"/>
                </a:cubicBezTo>
                <a:cubicBezTo>
                  <a:pt x="255301" y="104087"/>
                  <a:pt x="250828" y="88784"/>
                  <a:pt x="250828" y="71491"/>
                </a:cubicBezTo>
                <a:cubicBezTo>
                  <a:pt x="250828" y="54413"/>
                  <a:pt x="255287" y="39296"/>
                  <a:pt x="264206" y="26141"/>
                </a:cubicBezTo>
                <a:cubicBezTo>
                  <a:pt x="273124" y="12984"/>
                  <a:pt x="284044" y="4270"/>
                  <a:pt x="296967" y="0"/>
                </a:cubicBezTo>
                <a:close/>
                <a:moveTo>
                  <a:pt x="378671" y="113265"/>
                </a:moveTo>
                <a:lnTo>
                  <a:pt x="358164" y="58262"/>
                </a:lnTo>
                <a:lnTo>
                  <a:pt x="338059" y="113265"/>
                </a:lnTo>
                <a:lnTo>
                  <a:pt x="333893" y="113265"/>
                </a:lnTo>
                <a:lnTo>
                  <a:pt x="313948" y="58930"/>
                </a:lnTo>
                <a:cubicBezTo>
                  <a:pt x="310957" y="50596"/>
                  <a:pt x="308421" y="45166"/>
                  <a:pt x="306338" y="42640"/>
                </a:cubicBezTo>
                <a:cubicBezTo>
                  <a:pt x="305003" y="40919"/>
                  <a:pt x="302974" y="39682"/>
                  <a:pt x="300250" y="38930"/>
                </a:cubicBezTo>
                <a:lnTo>
                  <a:pt x="300250" y="36046"/>
                </a:lnTo>
                <a:lnTo>
                  <a:pt x="338059" y="36046"/>
                </a:lnTo>
                <a:lnTo>
                  <a:pt x="338059" y="38930"/>
                </a:lnTo>
                <a:cubicBezTo>
                  <a:pt x="335495" y="38930"/>
                  <a:pt x="333733" y="39307"/>
                  <a:pt x="332772" y="40061"/>
                </a:cubicBezTo>
                <a:cubicBezTo>
                  <a:pt x="331811" y="40814"/>
                  <a:pt x="331330" y="41675"/>
                  <a:pt x="331330" y="42645"/>
                </a:cubicBezTo>
                <a:cubicBezTo>
                  <a:pt x="331330" y="43559"/>
                  <a:pt x="332184" y="46304"/>
                  <a:pt x="333893" y="50880"/>
                </a:cubicBezTo>
                <a:lnTo>
                  <a:pt x="344867" y="80148"/>
                </a:lnTo>
                <a:lnTo>
                  <a:pt x="355441" y="50970"/>
                </a:lnTo>
                <a:lnTo>
                  <a:pt x="354640" y="48918"/>
                </a:lnTo>
                <a:cubicBezTo>
                  <a:pt x="353038" y="44891"/>
                  <a:pt x="351636" y="42327"/>
                  <a:pt x="350434" y="41225"/>
                </a:cubicBezTo>
                <a:cubicBezTo>
                  <a:pt x="349233" y="40124"/>
                  <a:pt x="347377" y="39359"/>
                  <a:pt x="344867" y="38930"/>
                </a:cubicBezTo>
                <a:lnTo>
                  <a:pt x="344867" y="36046"/>
                </a:lnTo>
                <a:lnTo>
                  <a:pt x="383236" y="36046"/>
                </a:lnTo>
                <a:lnTo>
                  <a:pt x="383236" y="38930"/>
                </a:lnTo>
                <a:cubicBezTo>
                  <a:pt x="380246" y="39092"/>
                  <a:pt x="378350" y="39509"/>
                  <a:pt x="377549" y="40181"/>
                </a:cubicBezTo>
                <a:cubicBezTo>
                  <a:pt x="376748" y="40854"/>
                  <a:pt x="376348" y="41809"/>
                  <a:pt x="376348" y="43048"/>
                </a:cubicBezTo>
                <a:cubicBezTo>
                  <a:pt x="376348" y="44232"/>
                  <a:pt x="377122" y="46843"/>
                  <a:pt x="378671" y="50880"/>
                </a:cubicBezTo>
                <a:lnTo>
                  <a:pt x="389244" y="80148"/>
                </a:lnTo>
                <a:lnTo>
                  <a:pt x="398856" y="53206"/>
                </a:lnTo>
                <a:cubicBezTo>
                  <a:pt x="400245" y="49334"/>
                  <a:pt x="400939" y="46699"/>
                  <a:pt x="400939" y="45300"/>
                </a:cubicBezTo>
                <a:cubicBezTo>
                  <a:pt x="400939" y="43204"/>
                  <a:pt x="400432" y="41672"/>
                  <a:pt x="399417" y="40705"/>
                </a:cubicBezTo>
                <a:cubicBezTo>
                  <a:pt x="398402" y="39737"/>
                  <a:pt x="396427" y="39145"/>
                  <a:pt x="393490" y="38930"/>
                </a:cubicBezTo>
                <a:lnTo>
                  <a:pt x="393490" y="36046"/>
                </a:lnTo>
                <a:lnTo>
                  <a:pt x="415678" y="36046"/>
                </a:lnTo>
                <a:lnTo>
                  <a:pt x="415678" y="38930"/>
                </a:lnTo>
                <a:cubicBezTo>
                  <a:pt x="413221" y="39254"/>
                  <a:pt x="411272" y="40129"/>
                  <a:pt x="409830" y="41556"/>
                </a:cubicBezTo>
                <a:cubicBezTo>
                  <a:pt x="408389" y="42982"/>
                  <a:pt x="406520" y="47036"/>
                  <a:pt x="404223" y="53716"/>
                </a:cubicBezTo>
                <a:lnTo>
                  <a:pt x="383236" y="113265"/>
                </a:lnTo>
                <a:lnTo>
                  <a:pt x="378671" y="113265"/>
                </a:lnTo>
                <a:close/>
                <a:moveTo>
                  <a:pt x="463391" y="0"/>
                </a:moveTo>
                <a:lnTo>
                  <a:pt x="427746" y="113585"/>
                </a:lnTo>
                <a:lnTo>
                  <a:pt x="417493" y="113585"/>
                </a:lnTo>
                <a:lnTo>
                  <a:pt x="453298" y="0"/>
                </a:lnTo>
                <a:lnTo>
                  <a:pt x="463391" y="0"/>
                </a:lnTo>
                <a:close/>
                <a:moveTo>
                  <a:pt x="503791" y="33803"/>
                </a:moveTo>
                <a:cubicBezTo>
                  <a:pt x="510306" y="33803"/>
                  <a:pt x="516367" y="35487"/>
                  <a:pt x="521974" y="38855"/>
                </a:cubicBezTo>
                <a:cubicBezTo>
                  <a:pt x="527581" y="42222"/>
                  <a:pt x="531840" y="47007"/>
                  <a:pt x="534750" y="53208"/>
                </a:cubicBezTo>
                <a:cubicBezTo>
                  <a:pt x="537661" y="59409"/>
                  <a:pt x="539116" y="66198"/>
                  <a:pt x="539116" y="73574"/>
                </a:cubicBezTo>
                <a:cubicBezTo>
                  <a:pt x="539116" y="84211"/>
                  <a:pt x="536419" y="93112"/>
                  <a:pt x="531026" y="100276"/>
                </a:cubicBezTo>
                <a:cubicBezTo>
                  <a:pt x="524511" y="108935"/>
                  <a:pt x="515512" y="113265"/>
                  <a:pt x="504031" y="113265"/>
                </a:cubicBezTo>
                <a:cubicBezTo>
                  <a:pt x="492763" y="113265"/>
                  <a:pt x="484086" y="109309"/>
                  <a:pt x="477998" y="101397"/>
                </a:cubicBezTo>
                <a:cubicBezTo>
                  <a:pt x="471910" y="93485"/>
                  <a:pt x="468866" y="84318"/>
                  <a:pt x="468866" y="73895"/>
                </a:cubicBezTo>
                <a:cubicBezTo>
                  <a:pt x="468866" y="63151"/>
                  <a:pt x="471977" y="53783"/>
                  <a:pt x="478198" y="45791"/>
                </a:cubicBezTo>
                <a:cubicBezTo>
                  <a:pt x="484419" y="37799"/>
                  <a:pt x="492950" y="33803"/>
                  <a:pt x="503791" y="33803"/>
                </a:cubicBezTo>
                <a:moveTo>
                  <a:pt x="504111" y="39410"/>
                </a:moveTo>
                <a:cubicBezTo>
                  <a:pt x="501388" y="39410"/>
                  <a:pt x="499051" y="40440"/>
                  <a:pt x="497102" y="42499"/>
                </a:cubicBezTo>
                <a:cubicBezTo>
                  <a:pt x="495153" y="44557"/>
                  <a:pt x="493871" y="48620"/>
                  <a:pt x="493257" y="54687"/>
                </a:cubicBezTo>
                <a:cubicBezTo>
                  <a:pt x="492643" y="60755"/>
                  <a:pt x="492336" y="69189"/>
                  <a:pt x="492336" y="79990"/>
                </a:cubicBezTo>
                <a:cubicBezTo>
                  <a:pt x="492336" y="85710"/>
                  <a:pt x="492710" y="91057"/>
                  <a:pt x="493458" y="96030"/>
                </a:cubicBezTo>
                <a:cubicBezTo>
                  <a:pt x="494045" y="99825"/>
                  <a:pt x="495300" y="102712"/>
                  <a:pt x="497222" y="104691"/>
                </a:cubicBezTo>
                <a:cubicBezTo>
                  <a:pt x="499145" y="106669"/>
                  <a:pt x="501334" y="107658"/>
                  <a:pt x="503791" y="107658"/>
                </a:cubicBezTo>
                <a:cubicBezTo>
                  <a:pt x="506194" y="107658"/>
                  <a:pt x="508196" y="106989"/>
                  <a:pt x="509798" y="105653"/>
                </a:cubicBezTo>
                <a:cubicBezTo>
                  <a:pt x="511881" y="103835"/>
                  <a:pt x="513270" y="101295"/>
                  <a:pt x="513964" y="98033"/>
                </a:cubicBezTo>
                <a:cubicBezTo>
                  <a:pt x="515032" y="92955"/>
                  <a:pt x="515566" y="82690"/>
                  <a:pt x="515566" y="67239"/>
                </a:cubicBezTo>
                <a:cubicBezTo>
                  <a:pt x="515566" y="58150"/>
                  <a:pt x="515058" y="51909"/>
                  <a:pt x="514044" y="48515"/>
                </a:cubicBezTo>
                <a:cubicBezTo>
                  <a:pt x="513029" y="45119"/>
                  <a:pt x="511534" y="42645"/>
                  <a:pt x="509558" y="41095"/>
                </a:cubicBezTo>
                <a:cubicBezTo>
                  <a:pt x="508170" y="39972"/>
                  <a:pt x="506354" y="39410"/>
                  <a:pt x="504111" y="39410"/>
                </a:cubicBezTo>
                <a:close/>
                <a:moveTo>
                  <a:pt x="630273" y="61839"/>
                </a:moveTo>
                <a:lnTo>
                  <a:pt x="630273" y="91958"/>
                </a:lnTo>
                <a:cubicBezTo>
                  <a:pt x="630273" y="97862"/>
                  <a:pt x="630633" y="101579"/>
                  <a:pt x="631354" y="103109"/>
                </a:cubicBezTo>
                <a:cubicBezTo>
                  <a:pt x="632075" y="104638"/>
                  <a:pt x="633356" y="105859"/>
                  <a:pt x="635199" y="106772"/>
                </a:cubicBezTo>
                <a:cubicBezTo>
                  <a:pt x="637041" y="107683"/>
                  <a:pt x="640419" y="108138"/>
                  <a:pt x="645332" y="108138"/>
                </a:cubicBezTo>
                <a:lnTo>
                  <a:pt x="645332" y="111022"/>
                </a:lnTo>
                <a:lnTo>
                  <a:pt x="590141" y="111022"/>
                </a:lnTo>
                <a:lnTo>
                  <a:pt x="590141" y="108138"/>
                </a:lnTo>
                <a:cubicBezTo>
                  <a:pt x="595161" y="108138"/>
                  <a:pt x="598565" y="107669"/>
                  <a:pt x="600354" y="106729"/>
                </a:cubicBezTo>
                <a:cubicBezTo>
                  <a:pt x="602143" y="105789"/>
                  <a:pt x="603398" y="104569"/>
                  <a:pt x="604119" y="103067"/>
                </a:cubicBezTo>
                <a:cubicBezTo>
                  <a:pt x="604840" y="101565"/>
                  <a:pt x="605200" y="97862"/>
                  <a:pt x="605200" y="91958"/>
                </a:cubicBezTo>
                <a:lnTo>
                  <a:pt x="605200" y="21467"/>
                </a:lnTo>
                <a:cubicBezTo>
                  <a:pt x="605200" y="15563"/>
                  <a:pt x="604840" y="11847"/>
                  <a:pt x="604119" y="10318"/>
                </a:cubicBezTo>
                <a:cubicBezTo>
                  <a:pt x="603398" y="8788"/>
                  <a:pt x="602130" y="7567"/>
                  <a:pt x="600314" y="6656"/>
                </a:cubicBezTo>
                <a:cubicBezTo>
                  <a:pt x="598499" y="5743"/>
                  <a:pt x="595108" y="5287"/>
                  <a:pt x="590141" y="5287"/>
                </a:cubicBezTo>
                <a:lnTo>
                  <a:pt x="590141" y="2403"/>
                </a:lnTo>
                <a:lnTo>
                  <a:pt x="637482" y="2403"/>
                </a:lnTo>
                <a:cubicBezTo>
                  <a:pt x="653075" y="2403"/>
                  <a:pt x="664263" y="5180"/>
                  <a:pt x="671045" y="10734"/>
                </a:cubicBezTo>
                <a:cubicBezTo>
                  <a:pt x="677827" y="16287"/>
                  <a:pt x="681218" y="23230"/>
                  <a:pt x="681218" y="31560"/>
                </a:cubicBezTo>
                <a:cubicBezTo>
                  <a:pt x="681218" y="38609"/>
                  <a:pt x="679028" y="44644"/>
                  <a:pt x="674649" y="49664"/>
                </a:cubicBezTo>
                <a:cubicBezTo>
                  <a:pt x="670270" y="54683"/>
                  <a:pt x="664236" y="58101"/>
                  <a:pt x="656546" y="59917"/>
                </a:cubicBezTo>
                <a:cubicBezTo>
                  <a:pt x="651366" y="61198"/>
                  <a:pt x="642608" y="61839"/>
                  <a:pt x="630273" y="61839"/>
                </a:cubicBezTo>
                <a:moveTo>
                  <a:pt x="630273" y="8651"/>
                </a:moveTo>
                <a:lnTo>
                  <a:pt x="630273" y="55591"/>
                </a:lnTo>
                <a:cubicBezTo>
                  <a:pt x="632035" y="55698"/>
                  <a:pt x="633370" y="55751"/>
                  <a:pt x="634278" y="55751"/>
                </a:cubicBezTo>
                <a:cubicBezTo>
                  <a:pt x="640793" y="55751"/>
                  <a:pt x="645812" y="53815"/>
                  <a:pt x="649337" y="49944"/>
                </a:cubicBezTo>
                <a:cubicBezTo>
                  <a:pt x="652861" y="46072"/>
                  <a:pt x="654624" y="40078"/>
                  <a:pt x="654624" y="31961"/>
                </a:cubicBezTo>
                <a:cubicBezTo>
                  <a:pt x="654624" y="23897"/>
                  <a:pt x="652861" y="17996"/>
                  <a:pt x="649337" y="14258"/>
                </a:cubicBezTo>
                <a:cubicBezTo>
                  <a:pt x="645812" y="10520"/>
                  <a:pt x="640552" y="8651"/>
                  <a:pt x="633557" y="8651"/>
                </a:cubicBezTo>
                <a:lnTo>
                  <a:pt x="630273" y="8651"/>
                </a:lnTo>
                <a:close/>
                <a:moveTo>
                  <a:pt x="795710" y="0"/>
                </a:moveTo>
                <a:lnTo>
                  <a:pt x="795710" y="37648"/>
                </a:lnTo>
                <a:lnTo>
                  <a:pt x="792586" y="37648"/>
                </a:lnTo>
                <a:cubicBezTo>
                  <a:pt x="790237" y="27771"/>
                  <a:pt x="785858" y="20202"/>
                  <a:pt x="779450" y="14942"/>
                </a:cubicBezTo>
                <a:cubicBezTo>
                  <a:pt x="773041" y="9680"/>
                  <a:pt x="765779" y="7049"/>
                  <a:pt x="757662" y="7049"/>
                </a:cubicBezTo>
                <a:cubicBezTo>
                  <a:pt x="750880" y="7049"/>
                  <a:pt x="744658" y="8998"/>
                  <a:pt x="738998" y="12896"/>
                </a:cubicBezTo>
                <a:cubicBezTo>
                  <a:pt x="733337" y="16795"/>
                  <a:pt x="729199" y="21895"/>
                  <a:pt x="726582" y="28196"/>
                </a:cubicBezTo>
                <a:cubicBezTo>
                  <a:pt x="723218" y="36260"/>
                  <a:pt x="721536" y="45231"/>
                  <a:pt x="721536" y="55110"/>
                </a:cubicBezTo>
                <a:cubicBezTo>
                  <a:pt x="721536" y="64830"/>
                  <a:pt x="722764" y="73681"/>
                  <a:pt x="725220" y="81664"/>
                </a:cubicBezTo>
                <a:cubicBezTo>
                  <a:pt x="727677" y="89648"/>
                  <a:pt x="731522" y="95682"/>
                  <a:pt x="736755" y="99768"/>
                </a:cubicBezTo>
                <a:cubicBezTo>
                  <a:pt x="741988" y="103853"/>
                  <a:pt x="748770" y="105895"/>
                  <a:pt x="757101" y="105895"/>
                </a:cubicBezTo>
                <a:cubicBezTo>
                  <a:pt x="763936" y="105895"/>
                  <a:pt x="770198" y="104400"/>
                  <a:pt x="775885" y="101410"/>
                </a:cubicBezTo>
                <a:cubicBezTo>
                  <a:pt x="781572" y="98419"/>
                  <a:pt x="787567" y="93266"/>
                  <a:pt x="793868" y="85950"/>
                </a:cubicBezTo>
                <a:lnTo>
                  <a:pt x="793868" y="95322"/>
                </a:lnTo>
                <a:cubicBezTo>
                  <a:pt x="787780" y="101677"/>
                  <a:pt x="781439" y="106283"/>
                  <a:pt x="774844" y="109140"/>
                </a:cubicBezTo>
                <a:cubicBezTo>
                  <a:pt x="768249" y="111997"/>
                  <a:pt x="760545" y="113425"/>
                  <a:pt x="751734" y="113425"/>
                </a:cubicBezTo>
                <a:cubicBezTo>
                  <a:pt x="740146" y="113425"/>
                  <a:pt x="729853" y="111105"/>
                  <a:pt x="720855" y="106466"/>
                </a:cubicBezTo>
                <a:cubicBezTo>
                  <a:pt x="711857" y="101827"/>
                  <a:pt x="704914" y="95162"/>
                  <a:pt x="700028" y="86471"/>
                </a:cubicBezTo>
                <a:cubicBezTo>
                  <a:pt x="695142" y="77778"/>
                  <a:pt x="692699" y="68525"/>
                  <a:pt x="692699" y="58713"/>
                </a:cubicBezTo>
                <a:cubicBezTo>
                  <a:pt x="692699" y="48368"/>
                  <a:pt x="695409" y="38556"/>
                  <a:pt x="700829" y="29277"/>
                </a:cubicBezTo>
                <a:cubicBezTo>
                  <a:pt x="706249" y="19997"/>
                  <a:pt x="713565" y="12798"/>
                  <a:pt x="722777" y="7680"/>
                </a:cubicBezTo>
                <a:cubicBezTo>
                  <a:pt x="731989" y="2560"/>
                  <a:pt x="741775" y="0"/>
                  <a:pt x="752135" y="0"/>
                </a:cubicBezTo>
                <a:cubicBezTo>
                  <a:pt x="759771" y="0"/>
                  <a:pt x="767835" y="1655"/>
                  <a:pt x="776326" y="4966"/>
                </a:cubicBezTo>
                <a:cubicBezTo>
                  <a:pt x="781239" y="6889"/>
                  <a:pt x="784363" y="7850"/>
                  <a:pt x="785698" y="7850"/>
                </a:cubicBezTo>
                <a:cubicBezTo>
                  <a:pt x="787406" y="7850"/>
                  <a:pt x="788888" y="7223"/>
                  <a:pt x="790143" y="5968"/>
                </a:cubicBezTo>
                <a:cubicBezTo>
                  <a:pt x="791398" y="4713"/>
                  <a:pt x="792213" y="2723"/>
                  <a:pt x="792586" y="0"/>
                </a:cubicBezTo>
                <a:lnTo>
                  <a:pt x="795710" y="0"/>
                </a:lnTo>
                <a:close/>
                <a:moveTo>
                  <a:pt x="806657" y="143864"/>
                </a:moveTo>
                <a:lnTo>
                  <a:pt x="806657" y="140179"/>
                </a:lnTo>
                <a:cubicBezTo>
                  <a:pt x="812211" y="136496"/>
                  <a:pt x="816296" y="132921"/>
                  <a:pt x="818913" y="129453"/>
                </a:cubicBezTo>
                <a:cubicBezTo>
                  <a:pt x="822490" y="124649"/>
                  <a:pt x="825321" y="118511"/>
                  <a:pt x="827403" y="111040"/>
                </a:cubicBezTo>
                <a:cubicBezTo>
                  <a:pt x="829967" y="101646"/>
                  <a:pt x="831248" y="88570"/>
                  <a:pt x="831248" y="71812"/>
                </a:cubicBezTo>
                <a:cubicBezTo>
                  <a:pt x="831248" y="56015"/>
                  <a:pt x="830087" y="43753"/>
                  <a:pt x="827764" y="35027"/>
                </a:cubicBezTo>
                <a:cubicBezTo>
                  <a:pt x="825441" y="26301"/>
                  <a:pt x="822277" y="19243"/>
                  <a:pt x="818272" y="13853"/>
                </a:cubicBezTo>
                <a:cubicBezTo>
                  <a:pt x="815495" y="10116"/>
                  <a:pt x="811623" y="6834"/>
                  <a:pt x="806657" y="4005"/>
                </a:cubicBezTo>
                <a:lnTo>
                  <a:pt x="806657" y="0"/>
                </a:lnTo>
                <a:cubicBezTo>
                  <a:pt x="819527" y="4324"/>
                  <a:pt x="830434" y="13144"/>
                  <a:pt x="839379" y="26461"/>
                </a:cubicBezTo>
                <a:cubicBezTo>
                  <a:pt x="848324" y="39777"/>
                  <a:pt x="852796" y="55080"/>
                  <a:pt x="852796" y="72373"/>
                </a:cubicBezTo>
                <a:cubicBezTo>
                  <a:pt x="852796" y="89398"/>
                  <a:pt x="848324" y="104488"/>
                  <a:pt x="839379" y="117643"/>
                </a:cubicBezTo>
                <a:cubicBezTo>
                  <a:pt x="830434" y="130800"/>
                  <a:pt x="819527" y="139540"/>
                  <a:pt x="806657" y="143864"/>
                </a:cubicBezTo>
                <a:close/>
                <a:moveTo>
                  <a:pt x="886678" y="33963"/>
                </a:moveTo>
                <a:cubicBezTo>
                  <a:pt x="890362" y="33963"/>
                  <a:pt x="893500" y="35258"/>
                  <a:pt x="896090" y="37848"/>
                </a:cubicBezTo>
                <a:cubicBezTo>
                  <a:pt x="898680" y="40438"/>
                  <a:pt x="899975" y="43576"/>
                  <a:pt x="899975" y="47260"/>
                </a:cubicBezTo>
                <a:cubicBezTo>
                  <a:pt x="899975" y="50945"/>
                  <a:pt x="898680" y="54083"/>
                  <a:pt x="896090" y="56672"/>
                </a:cubicBezTo>
                <a:cubicBezTo>
                  <a:pt x="893500" y="59262"/>
                  <a:pt x="890362" y="60557"/>
                  <a:pt x="886678" y="60557"/>
                </a:cubicBezTo>
                <a:cubicBezTo>
                  <a:pt x="882993" y="60557"/>
                  <a:pt x="879856" y="59262"/>
                  <a:pt x="877266" y="56672"/>
                </a:cubicBezTo>
                <a:cubicBezTo>
                  <a:pt x="874676" y="54083"/>
                  <a:pt x="873381" y="50945"/>
                  <a:pt x="873381" y="47260"/>
                </a:cubicBezTo>
                <a:cubicBezTo>
                  <a:pt x="873381" y="43576"/>
                  <a:pt x="874676" y="40438"/>
                  <a:pt x="877266" y="37848"/>
                </a:cubicBezTo>
                <a:cubicBezTo>
                  <a:pt x="879856" y="35258"/>
                  <a:pt x="882993" y="33963"/>
                  <a:pt x="886678" y="33963"/>
                </a:cubicBezTo>
                <a:moveTo>
                  <a:pt x="886598" y="86350"/>
                </a:moveTo>
                <a:cubicBezTo>
                  <a:pt x="890336" y="86350"/>
                  <a:pt x="893500" y="87663"/>
                  <a:pt x="896090" y="90288"/>
                </a:cubicBezTo>
                <a:cubicBezTo>
                  <a:pt x="898680" y="92911"/>
                  <a:pt x="899975" y="96071"/>
                  <a:pt x="899975" y="99768"/>
                </a:cubicBezTo>
                <a:cubicBezTo>
                  <a:pt x="899975" y="103464"/>
                  <a:pt x="898666" y="106611"/>
                  <a:pt x="896050" y="109210"/>
                </a:cubicBezTo>
                <a:cubicBezTo>
                  <a:pt x="893433" y="111806"/>
                  <a:pt x="890282" y="113105"/>
                  <a:pt x="886598" y="113105"/>
                </a:cubicBezTo>
                <a:cubicBezTo>
                  <a:pt x="882913" y="113105"/>
                  <a:pt x="879775" y="111806"/>
                  <a:pt x="877185" y="109210"/>
                </a:cubicBezTo>
                <a:cubicBezTo>
                  <a:pt x="874595" y="106611"/>
                  <a:pt x="873301" y="103464"/>
                  <a:pt x="873301" y="99768"/>
                </a:cubicBezTo>
                <a:cubicBezTo>
                  <a:pt x="873301" y="96071"/>
                  <a:pt x="874595" y="92911"/>
                  <a:pt x="877185" y="90288"/>
                </a:cubicBezTo>
                <a:cubicBezTo>
                  <a:pt x="879775" y="87663"/>
                  <a:pt x="882913" y="86350"/>
                  <a:pt x="886598" y="86350"/>
                </a:cubicBezTo>
                <a:close/>
                <a:moveTo>
                  <a:pt x="975488" y="95482"/>
                </a:moveTo>
                <a:cubicBezTo>
                  <a:pt x="977998" y="95482"/>
                  <a:pt x="980107" y="96350"/>
                  <a:pt x="981816" y="98085"/>
                </a:cubicBezTo>
                <a:cubicBezTo>
                  <a:pt x="983525" y="99821"/>
                  <a:pt x="984379" y="101917"/>
                  <a:pt x="984379" y="104374"/>
                </a:cubicBezTo>
                <a:cubicBezTo>
                  <a:pt x="984379" y="106830"/>
                  <a:pt x="983512" y="108926"/>
                  <a:pt x="981776" y="110662"/>
                </a:cubicBezTo>
                <a:cubicBezTo>
                  <a:pt x="980040" y="112397"/>
                  <a:pt x="977944" y="113265"/>
                  <a:pt x="975488" y="113265"/>
                </a:cubicBezTo>
                <a:cubicBezTo>
                  <a:pt x="973031" y="113265"/>
                  <a:pt x="970935" y="112397"/>
                  <a:pt x="969200" y="110662"/>
                </a:cubicBezTo>
                <a:cubicBezTo>
                  <a:pt x="967464" y="108926"/>
                  <a:pt x="966597" y="106830"/>
                  <a:pt x="966597" y="104374"/>
                </a:cubicBezTo>
                <a:cubicBezTo>
                  <a:pt x="966597" y="101864"/>
                  <a:pt x="967464" y="99754"/>
                  <a:pt x="969200" y="98045"/>
                </a:cubicBezTo>
                <a:cubicBezTo>
                  <a:pt x="970935" y="96337"/>
                  <a:pt x="973031" y="95482"/>
                  <a:pt x="975488" y="95482"/>
                </a:cubicBezTo>
                <a:close/>
                <a:moveTo>
                  <a:pt x="1016500" y="95482"/>
                </a:moveTo>
                <a:cubicBezTo>
                  <a:pt x="1019010" y="95482"/>
                  <a:pt x="1021119" y="96350"/>
                  <a:pt x="1022828" y="98085"/>
                </a:cubicBezTo>
                <a:cubicBezTo>
                  <a:pt x="1024537" y="99821"/>
                  <a:pt x="1025392" y="101917"/>
                  <a:pt x="1025392" y="104374"/>
                </a:cubicBezTo>
                <a:cubicBezTo>
                  <a:pt x="1025392" y="106830"/>
                  <a:pt x="1024524" y="108926"/>
                  <a:pt x="1022788" y="110662"/>
                </a:cubicBezTo>
                <a:cubicBezTo>
                  <a:pt x="1021053" y="112397"/>
                  <a:pt x="1018957" y="113265"/>
                  <a:pt x="1016500" y="113265"/>
                </a:cubicBezTo>
                <a:cubicBezTo>
                  <a:pt x="1014044" y="113265"/>
                  <a:pt x="1011948" y="112397"/>
                  <a:pt x="1010212" y="110662"/>
                </a:cubicBezTo>
                <a:cubicBezTo>
                  <a:pt x="1008477" y="108926"/>
                  <a:pt x="1007609" y="106830"/>
                  <a:pt x="1007609" y="104374"/>
                </a:cubicBezTo>
                <a:cubicBezTo>
                  <a:pt x="1007609" y="101864"/>
                  <a:pt x="1008477" y="99754"/>
                  <a:pt x="1010212" y="98045"/>
                </a:cubicBezTo>
                <a:cubicBezTo>
                  <a:pt x="1011948" y="96337"/>
                  <a:pt x="1014044" y="95482"/>
                  <a:pt x="1016500" y="95482"/>
                </a:cubicBezTo>
                <a:close/>
                <a:moveTo>
                  <a:pt x="1057513" y="95482"/>
                </a:moveTo>
                <a:cubicBezTo>
                  <a:pt x="1060023" y="95482"/>
                  <a:pt x="1062132" y="96350"/>
                  <a:pt x="1063841" y="98085"/>
                </a:cubicBezTo>
                <a:cubicBezTo>
                  <a:pt x="1065550" y="99821"/>
                  <a:pt x="1066404" y="101917"/>
                  <a:pt x="1066404" y="104374"/>
                </a:cubicBezTo>
                <a:cubicBezTo>
                  <a:pt x="1066404" y="106830"/>
                  <a:pt x="1065536" y="108926"/>
                  <a:pt x="1063801" y="110662"/>
                </a:cubicBezTo>
                <a:cubicBezTo>
                  <a:pt x="1062065" y="112397"/>
                  <a:pt x="1059969" y="113265"/>
                  <a:pt x="1057513" y="113265"/>
                </a:cubicBezTo>
                <a:cubicBezTo>
                  <a:pt x="1055056" y="113265"/>
                  <a:pt x="1052960" y="112397"/>
                  <a:pt x="1051225" y="110662"/>
                </a:cubicBezTo>
                <a:cubicBezTo>
                  <a:pt x="1049489" y="108926"/>
                  <a:pt x="1048621" y="106830"/>
                  <a:pt x="1048621" y="104374"/>
                </a:cubicBezTo>
                <a:cubicBezTo>
                  <a:pt x="1048621" y="101864"/>
                  <a:pt x="1049489" y="99754"/>
                  <a:pt x="1051225" y="98045"/>
                </a:cubicBezTo>
                <a:cubicBezTo>
                  <a:pt x="1052960" y="96337"/>
                  <a:pt x="1055056" y="95482"/>
                  <a:pt x="1057513" y="954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Q2:...Q3:...Q4:...">
            <a:extLst xmlns:a="http://schemas.openxmlformats.org/drawingml/2006/main">
              <a:ext uri="{FF2B5EF4-FFF2-40B4-BE49-F238E27FC236}">
                <a16:creationId xmlns:a16="http://schemas.microsoft.com/office/drawing/2014/main" id="{85CB5CD5-7550-46C0-B9EC-AD9BA113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130" y="5834673"/>
            <a:ext cx="1431191" cy="140980"/>
          </a:xfrm>
          <a:custGeom xmlns:a="http://schemas.openxmlformats.org/drawingml/2006/main">
            <a:pathLst>
              <a:path w="1431191" h="140980">
                <a:moveTo>
                  <a:pt x="72012" y="111983"/>
                </a:moveTo>
                <a:cubicBezTo>
                  <a:pt x="74469" y="119112"/>
                  <a:pt x="78287" y="124473"/>
                  <a:pt x="83467" y="128064"/>
                </a:cubicBezTo>
                <a:cubicBezTo>
                  <a:pt x="88647" y="131655"/>
                  <a:pt x="95135" y="133451"/>
                  <a:pt x="102932" y="133451"/>
                </a:cubicBezTo>
                <a:cubicBezTo>
                  <a:pt x="105068" y="133451"/>
                  <a:pt x="107337" y="133237"/>
                  <a:pt x="109740" y="132810"/>
                </a:cubicBezTo>
                <a:lnTo>
                  <a:pt x="109740" y="137776"/>
                </a:lnTo>
                <a:cubicBezTo>
                  <a:pt x="101677" y="139912"/>
                  <a:pt x="94468" y="140980"/>
                  <a:pt x="88113" y="140980"/>
                </a:cubicBezTo>
                <a:cubicBezTo>
                  <a:pt x="78180" y="140980"/>
                  <a:pt x="69302" y="138523"/>
                  <a:pt x="61479" y="133608"/>
                </a:cubicBezTo>
                <a:cubicBezTo>
                  <a:pt x="53655" y="128695"/>
                  <a:pt x="47768" y="121487"/>
                  <a:pt x="43816" y="111983"/>
                </a:cubicBezTo>
                <a:cubicBezTo>
                  <a:pt x="30679" y="109208"/>
                  <a:pt x="20092" y="102778"/>
                  <a:pt x="12055" y="92694"/>
                </a:cubicBezTo>
                <a:cubicBezTo>
                  <a:pt x="4018" y="82607"/>
                  <a:pt x="0" y="70574"/>
                  <a:pt x="0" y="56592"/>
                </a:cubicBezTo>
                <a:cubicBezTo>
                  <a:pt x="0" y="40370"/>
                  <a:pt x="5447" y="26883"/>
                  <a:pt x="16341" y="16131"/>
                </a:cubicBezTo>
                <a:cubicBezTo>
                  <a:pt x="27235" y="5377"/>
                  <a:pt x="41066" y="0"/>
                  <a:pt x="57834" y="0"/>
                </a:cubicBezTo>
                <a:cubicBezTo>
                  <a:pt x="74549" y="0"/>
                  <a:pt x="88326" y="5390"/>
                  <a:pt x="99167" y="16171"/>
                </a:cubicBezTo>
                <a:cubicBezTo>
                  <a:pt x="110007" y="26949"/>
                  <a:pt x="115428" y="40423"/>
                  <a:pt x="115428" y="56592"/>
                </a:cubicBezTo>
                <a:cubicBezTo>
                  <a:pt x="115428" y="70680"/>
                  <a:pt x="111182" y="82928"/>
                  <a:pt x="102691" y="93334"/>
                </a:cubicBezTo>
                <a:cubicBezTo>
                  <a:pt x="94200" y="103739"/>
                  <a:pt x="83974" y="109956"/>
                  <a:pt x="72012" y="111983"/>
                </a:cubicBezTo>
                <a:moveTo>
                  <a:pt x="57754" y="6088"/>
                </a:moveTo>
                <a:cubicBezTo>
                  <a:pt x="48142" y="6088"/>
                  <a:pt x="40719" y="11077"/>
                  <a:pt x="35485" y="21054"/>
                </a:cubicBezTo>
                <a:cubicBezTo>
                  <a:pt x="31106" y="29432"/>
                  <a:pt x="28917" y="41358"/>
                  <a:pt x="28917" y="56833"/>
                </a:cubicBezTo>
                <a:cubicBezTo>
                  <a:pt x="28917" y="75401"/>
                  <a:pt x="32201" y="89168"/>
                  <a:pt x="38770" y="98133"/>
                </a:cubicBezTo>
                <a:cubicBezTo>
                  <a:pt x="43362" y="104376"/>
                  <a:pt x="49690" y="107497"/>
                  <a:pt x="57754" y="107497"/>
                </a:cubicBezTo>
                <a:cubicBezTo>
                  <a:pt x="65871" y="107497"/>
                  <a:pt x="72199" y="104429"/>
                  <a:pt x="76738" y="98293"/>
                </a:cubicBezTo>
                <a:cubicBezTo>
                  <a:pt x="83307" y="89489"/>
                  <a:pt x="86591" y="76255"/>
                  <a:pt x="86591" y="58592"/>
                </a:cubicBezTo>
                <a:cubicBezTo>
                  <a:pt x="86591" y="41199"/>
                  <a:pt x="84535" y="28606"/>
                  <a:pt x="80423" y="20814"/>
                </a:cubicBezTo>
                <a:cubicBezTo>
                  <a:pt x="75296" y="10997"/>
                  <a:pt x="67740" y="6088"/>
                  <a:pt x="57754" y="6088"/>
                </a:cubicBezTo>
                <a:close/>
                <a:moveTo>
                  <a:pt x="189149" y="111022"/>
                </a:moveTo>
                <a:lnTo>
                  <a:pt x="125227" y="111022"/>
                </a:lnTo>
                <a:lnTo>
                  <a:pt x="125227" y="109260"/>
                </a:lnTo>
                <a:cubicBezTo>
                  <a:pt x="144826" y="85943"/>
                  <a:pt x="156721" y="70257"/>
                  <a:pt x="160913" y="62202"/>
                </a:cubicBezTo>
                <a:cubicBezTo>
                  <a:pt x="165105" y="54145"/>
                  <a:pt x="167201" y="46275"/>
                  <a:pt x="167201" y="38592"/>
                </a:cubicBezTo>
                <a:cubicBezTo>
                  <a:pt x="167201" y="32990"/>
                  <a:pt x="165466" y="28335"/>
                  <a:pt x="161994" y="24626"/>
                </a:cubicBezTo>
                <a:cubicBezTo>
                  <a:pt x="158523" y="20918"/>
                  <a:pt x="154278" y="19064"/>
                  <a:pt x="149258" y="19064"/>
                </a:cubicBezTo>
                <a:cubicBezTo>
                  <a:pt x="141034" y="19064"/>
                  <a:pt x="134653" y="23170"/>
                  <a:pt x="130114" y="31383"/>
                </a:cubicBezTo>
                <a:lnTo>
                  <a:pt x="127150" y="30344"/>
                </a:lnTo>
                <a:cubicBezTo>
                  <a:pt x="130034" y="20069"/>
                  <a:pt x="134413" y="12470"/>
                  <a:pt x="140287" y="7547"/>
                </a:cubicBezTo>
                <a:cubicBezTo>
                  <a:pt x="146161" y="2623"/>
                  <a:pt x="152943" y="160"/>
                  <a:pt x="160633" y="160"/>
                </a:cubicBezTo>
                <a:cubicBezTo>
                  <a:pt x="166133" y="160"/>
                  <a:pt x="171153" y="1442"/>
                  <a:pt x="175692" y="4005"/>
                </a:cubicBezTo>
                <a:cubicBezTo>
                  <a:pt x="180231" y="6568"/>
                  <a:pt x="183782" y="10080"/>
                  <a:pt x="186346" y="14539"/>
                </a:cubicBezTo>
                <a:cubicBezTo>
                  <a:pt x="188909" y="18998"/>
                  <a:pt x="190191" y="23176"/>
                  <a:pt x="190191" y="27075"/>
                </a:cubicBezTo>
                <a:cubicBezTo>
                  <a:pt x="190191" y="34177"/>
                  <a:pt x="188215" y="41386"/>
                  <a:pt x="184263" y="48702"/>
                </a:cubicBezTo>
                <a:cubicBezTo>
                  <a:pt x="178869" y="58582"/>
                  <a:pt x="167094" y="72359"/>
                  <a:pt x="148938" y="90035"/>
                </a:cubicBezTo>
                <a:lnTo>
                  <a:pt x="172408" y="90035"/>
                </a:lnTo>
                <a:cubicBezTo>
                  <a:pt x="178175" y="90035"/>
                  <a:pt x="181927" y="89795"/>
                  <a:pt x="183662" y="89314"/>
                </a:cubicBezTo>
                <a:cubicBezTo>
                  <a:pt x="185398" y="88834"/>
                  <a:pt x="186826" y="88019"/>
                  <a:pt x="187948" y="86871"/>
                </a:cubicBezTo>
                <a:cubicBezTo>
                  <a:pt x="189069" y="85723"/>
                  <a:pt x="190538" y="83307"/>
                  <a:pt x="192353" y="79622"/>
                </a:cubicBezTo>
                <a:lnTo>
                  <a:pt x="195237" y="79622"/>
                </a:lnTo>
                <a:lnTo>
                  <a:pt x="189149" y="111022"/>
                </a:lnTo>
                <a:close/>
                <a:moveTo>
                  <a:pt x="230642" y="33963"/>
                </a:moveTo>
                <a:cubicBezTo>
                  <a:pt x="234327" y="33963"/>
                  <a:pt x="237464" y="35258"/>
                  <a:pt x="240054" y="37848"/>
                </a:cubicBezTo>
                <a:cubicBezTo>
                  <a:pt x="242644" y="40438"/>
                  <a:pt x="243939" y="43576"/>
                  <a:pt x="243939" y="47260"/>
                </a:cubicBezTo>
                <a:cubicBezTo>
                  <a:pt x="243939" y="50945"/>
                  <a:pt x="242644" y="54083"/>
                  <a:pt x="240054" y="56672"/>
                </a:cubicBezTo>
                <a:cubicBezTo>
                  <a:pt x="237464" y="59262"/>
                  <a:pt x="234327" y="60557"/>
                  <a:pt x="230642" y="60557"/>
                </a:cubicBezTo>
                <a:cubicBezTo>
                  <a:pt x="226957" y="60557"/>
                  <a:pt x="223820" y="59262"/>
                  <a:pt x="221230" y="56672"/>
                </a:cubicBezTo>
                <a:cubicBezTo>
                  <a:pt x="218640" y="54083"/>
                  <a:pt x="217345" y="50945"/>
                  <a:pt x="217345" y="47260"/>
                </a:cubicBezTo>
                <a:cubicBezTo>
                  <a:pt x="217345" y="43576"/>
                  <a:pt x="218640" y="40438"/>
                  <a:pt x="221230" y="37848"/>
                </a:cubicBezTo>
                <a:cubicBezTo>
                  <a:pt x="223820" y="35258"/>
                  <a:pt x="226957" y="33963"/>
                  <a:pt x="230642" y="33963"/>
                </a:cubicBezTo>
                <a:moveTo>
                  <a:pt x="230562" y="86350"/>
                </a:moveTo>
                <a:cubicBezTo>
                  <a:pt x="234300" y="86350"/>
                  <a:pt x="237464" y="87663"/>
                  <a:pt x="240054" y="90288"/>
                </a:cubicBezTo>
                <a:cubicBezTo>
                  <a:pt x="242644" y="92911"/>
                  <a:pt x="243939" y="96071"/>
                  <a:pt x="243939" y="99768"/>
                </a:cubicBezTo>
                <a:cubicBezTo>
                  <a:pt x="243939" y="103464"/>
                  <a:pt x="242631" y="106611"/>
                  <a:pt x="240014" y="109210"/>
                </a:cubicBezTo>
                <a:cubicBezTo>
                  <a:pt x="237397" y="111806"/>
                  <a:pt x="234247" y="113105"/>
                  <a:pt x="230562" y="113105"/>
                </a:cubicBezTo>
                <a:cubicBezTo>
                  <a:pt x="226877" y="113105"/>
                  <a:pt x="223740" y="111806"/>
                  <a:pt x="221150" y="109210"/>
                </a:cubicBezTo>
                <a:cubicBezTo>
                  <a:pt x="218560" y="106611"/>
                  <a:pt x="217265" y="103464"/>
                  <a:pt x="217265" y="99768"/>
                </a:cubicBezTo>
                <a:cubicBezTo>
                  <a:pt x="217265" y="96071"/>
                  <a:pt x="218560" y="92911"/>
                  <a:pt x="221150" y="90288"/>
                </a:cubicBezTo>
                <a:cubicBezTo>
                  <a:pt x="223740" y="87663"/>
                  <a:pt x="226877" y="86350"/>
                  <a:pt x="230562" y="86350"/>
                </a:cubicBezTo>
                <a:close/>
                <a:moveTo>
                  <a:pt x="319448" y="95482"/>
                </a:moveTo>
                <a:cubicBezTo>
                  <a:pt x="321958" y="95482"/>
                  <a:pt x="324068" y="96350"/>
                  <a:pt x="325777" y="98085"/>
                </a:cubicBezTo>
                <a:cubicBezTo>
                  <a:pt x="327485" y="99821"/>
                  <a:pt x="328340" y="101917"/>
                  <a:pt x="328340" y="104374"/>
                </a:cubicBezTo>
                <a:cubicBezTo>
                  <a:pt x="328340" y="106830"/>
                  <a:pt x="327472" y="108926"/>
                  <a:pt x="325737" y="110662"/>
                </a:cubicBezTo>
                <a:cubicBezTo>
                  <a:pt x="324001" y="112397"/>
                  <a:pt x="321905" y="113265"/>
                  <a:pt x="319448" y="113265"/>
                </a:cubicBezTo>
                <a:cubicBezTo>
                  <a:pt x="316992" y="113265"/>
                  <a:pt x="314896" y="112397"/>
                  <a:pt x="313160" y="110662"/>
                </a:cubicBezTo>
                <a:cubicBezTo>
                  <a:pt x="311425" y="108926"/>
                  <a:pt x="310557" y="106830"/>
                  <a:pt x="310557" y="104374"/>
                </a:cubicBezTo>
                <a:cubicBezTo>
                  <a:pt x="310557" y="101864"/>
                  <a:pt x="311425" y="99754"/>
                  <a:pt x="313160" y="98045"/>
                </a:cubicBezTo>
                <a:cubicBezTo>
                  <a:pt x="314896" y="96337"/>
                  <a:pt x="316992" y="95482"/>
                  <a:pt x="319448" y="95482"/>
                </a:cubicBezTo>
                <a:close/>
                <a:moveTo>
                  <a:pt x="360461" y="95482"/>
                </a:moveTo>
                <a:cubicBezTo>
                  <a:pt x="362971" y="95482"/>
                  <a:pt x="365080" y="96350"/>
                  <a:pt x="366789" y="98085"/>
                </a:cubicBezTo>
                <a:cubicBezTo>
                  <a:pt x="368498" y="99821"/>
                  <a:pt x="369352" y="101917"/>
                  <a:pt x="369352" y="104374"/>
                </a:cubicBezTo>
                <a:cubicBezTo>
                  <a:pt x="369352" y="106830"/>
                  <a:pt x="368485" y="108926"/>
                  <a:pt x="366749" y="110662"/>
                </a:cubicBezTo>
                <a:cubicBezTo>
                  <a:pt x="365014" y="112397"/>
                  <a:pt x="362918" y="113265"/>
                  <a:pt x="360461" y="113265"/>
                </a:cubicBezTo>
                <a:cubicBezTo>
                  <a:pt x="358005" y="113265"/>
                  <a:pt x="355909" y="112397"/>
                  <a:pt x="354173" y="110662"/>
                </a:cubicBezTo>
                <a:cubicBezTo>
                  <a:pt x="352437" y="108926"/>
                  <a:pt x="351570" y="106830"/>
                  <a:pt x="351570" y="104374"/>
                </a:cubicBezTo>
                <a:cubicBezTo>
                  <a:pt x="351570" y="101864"/>
                  <a:pt x="352437" y="99754"/>
                  <a:pt x="354173" y="98045"/>
                </a:cubicBezTo>
                <a:cubicBezTo>
                  <a:pt x="355909" y="96337"/>
                  <a:pt x="358005" y="95482"/>
                  <a:pt x="360461" y="95482"/>
                </a:cubicBezTo>
                <a:close/>
                <a:moveTo>
                  <a:pt x="401474" y="95482"/>
                </a:moveTo>
                <a:cubicBezTo>
                  <a:pt x="403983" y="95482"/>
                  <a:pt x="406093" y="96350"/>
                  <a:pt x="407802" y="98085"/>
                </a:cubicBezTo>
                <a:cubicBezTo>
                  <a:pt x="409511" y="99821"/>
                  <a:pt x="410365" y="101917"/>
                  <a:pt x="410365" y="104374"/>
                </a:cubicBezTo>
                <a:cubicBezTo>
                  <a:pt x="410365" y="106830"/>
                  <a:pt x="409497" y="108926"/>
                  <a:pt x="407762" y="110662"/>
                </a:cubicBezTo>
                <a:cubicBezTo>
                  <a:pt x="406026" y="112397"/>
                  <a:pt x="403930" y="113265"/>
                  <a:pt x="401474" y="113265"/>
                </a:cubicBezTo>
                <a:cubicBezTo>
                  <a:pt x="399017" y="113265"/>
                  <a:pt x="396921" y="112397"/>
                  <a:pt x="395186" y="110662"/>
                </a:cubicBezTo>
                <a:cubicBezTo>
                  <a:pt x="393450" y="108926"/>
                  <a:pt x="392582" y="106830"/>
                  <a:pt x="392582" y="104374"/>
                </a:cubicBezTo>
                <a:cubicBezTo>
                  <a:pt x="392582" y="101864"/>
                  <a:pt x="393450" y="99754"/>
                  <a:pt x="395186" y="98045"/>
                </a:cubicBezTo>
                <a:cubicBezTo>
                  <a:pt x="396921" y="96337"/>
                  <a:pt x="399017" y="95482"/>
                  <a:pt x="401474" y="95482"/>
                </a:cubicBezTo>
                <a:close/>
                <a:moveTo>
                  <a:pt x="582425" y="111983"/>
                </a:moveTo>
                <a:cubicBezTo>
                  <a:pt x="584882" y="119112"/>
                  <a:pt x="588700" y="124473"/>
                  <a:pt x="593880" y="128064"/>
                </a:cubicBezTo>
                <a:cubicBezTo>
                  <a:pt x="599060" y="131655"/>
                  <a:pt x="605548" y="133451"/>
                  <a:pt x="613345" y="133451"/>
                </a:cubicBezTo>
                <a:cubicBezTo>
                  <a:pt x="615481" y="133451"/>
                  <a:pt x="617750" y="133237"/>
                  <a:pt x="620153" y="132810"/>
                </a:cubicBezTo>
                <a:lnTo>
                  <a:pt x="620153" y="137776"/>
                </a:lnTo>
                <a:cubicBezTo>
                  <a:pt x="612090" y="139912"/>
                  <a:pt x="604880" y="140980"/>
                  <a:pt x="598526" y="140980"/>
                </a:cubicBezTo>
                <a:cubicBezTo>
                  <a:pt x="588593" y="140980"/>
                  <a:pt x="579715" y="138523"/>
                  <a:pt x="571892" y="133608"/>
                </a:cubicBezTo>
                <a:cubicBezTo>
                  <a:pt x="564068" y="128695"/>
                  <a:pt x="558181" y="121487"/>
                  <a:pt x="554229" y="111983"/>
                </a:cubicBezTo>
                <a:cubicBezTo>
                  <a:pt x="541092" y="109208"/>
                  <a:pt x="530505" y="102778"/>
                  <a:pt x="522468" y="92694"/>
                </a:cubicBezTo>
                <a:cubicBezTo>
                  <a:pt x="514431" y="82607"/>
                  <a:pt x="510413" y="70574"/>
                  <a:pt x="510413" y="56592"/>
                </a:cubicBezTo>
                <a:cubicBezTo>
                  <a:pt x="510413" y="40370"/>
                  <a:pt x="515860" y="26883"/>
                  <a:pt x="526754" y="16131"/>
                </a:cubicBezTo>
                <a:cubicBezTo>
                  <a:pt x="537648" y="5377"/>
                  <a:pt x="551479" y="0"/>
                  <a:pt x="568247" y="0"/>
                </a:cubicBezTo>
                <a:cubicBezTo>
                  <a:pt x="584962" y="0"/>
                  <a:pt x="598739" y="5390"/>
                  <a:pt x="609580" y="16171"/>
                </a:cubicBezTo>
                <a:cubicBezTo>
                  <a:pt x="620420" y="26949"/>
                  <a:pt x="625841" y="40423"/>
                  <a:pt x="625841" y="56592"/>
                </a:cubicBezTo>
                <a:cubicBezTo>
                  <a:pt x="625841" y="70680"/>
                  <a:pt x="621595" y="82928"/>
                  <a:pt x="613104" y="93334"/>
                </a:cubicBezTo>
                <a:cubicBezTo>
                  <a:pt x="604613" y="103739"/>
                  <a:pt x="594387" y="109956"/>
                  <a:pt x="582425" y="111983"/>
                </a:cubicBezTo>
                <a:moveTo>
                  <a:pt x="568167" y="6088"/>
                </a:moveTo>
                <a:cubicBezTo>
                  <a:pt x="558555" y="6088"/>
                  <a:pt x="551132" y="11077"/>
                  <a:pt x="545898" y="21054"/>
                </a:cubicBezTo>
                <a:cubicBezTo>
                  <a:pt x="541519" y="29432"/>
                  <a:pt x="539330" y="41358"/>
                  <a:pt x="539330" y="56833"/>
                </a:cubicBezTo>
                <a:cubicBezTo>
                  <a:pt x="539330" y="75401"/>
                  <a:pt x="542614" y="89168"/>
                  <a:pt x="549183" y="98133"/>
                </a:cubicBezTo>
                <a:cubicBezTo>
                  <a:pt x="553775" y="104376"/>
                  <a:pt x="560103" y="107497"/>
                  <a:pt x="568167" y="107497"/>
                </a:cubicBezTo>
                <a:cubicBezTo>
                  <a:pt x="576284" y="107497"/>
                  <a:pt x="582612" y="104429"/>
                  <a:pt x="587151" y="98293"/>
                </a:cubicBezTo>
                <a:cubicBezTo>
                  <a:pt x="593719" y="89489"/>
                  <a:pt x="597004" y="76255"/>
                  <a:pt x="597004" y="58592"/>
                </a:cubicBezTo>
                <a:cubicBezTo>
                  <a:pt x="597004" y="41199"/>
                  <a:pt x="594948" y="28606"/>
                  <a:pt x="590836" y="20814"/>
                </a:cubicBezTo>
                <a:cubicBezTo>
                  <a:pt x="585709" y="10997"/>
                  <a:pt x="578153" y="6088"/>
                  <a:pt x="568167" y="6088"/>
                </a:cubicBezTo>
                <a:close/>
                <a:moveTo>
                  <a:pt x="655907" y="56552"/>
                </a:moveTo>
                <a:lnTo>
                  <a:pt x="655907" y="53669"/>
                </a:lnTo>
                <a:cubicBezTo>
                  <a:pt x="661994" y="51910"/>
                  <a:pt x="666213" y="50271"/>
                  <a:pt x="668563" y="48752"/>
                </a:cubicBezTo>
                <a:cubicBezTo>
                  <a:pt x="670912" y="47234"/>
                  <a:pt x="672942" y="44916"/>
                  <a:pt x="674651" y="41798"/>
                </a:cubicBezTo>
                <a:cubicBezTo>
                  <a:pt x="676359" y="38681"/>
                  <a:pt x="677214" y="35524"/>
                  <a:pt x="677214" y="32326"/>
                </a:cubicBezTo>
                <a:cubicBezTo>
                  <a:pt x="677214" y="27904"/>
                  <a:pt x="675598" y="24108"/>
                  <a:pt x="672368" y="20937"/>
                </a:cubicBezTo>
                <a:cubicBezTo>
                  <a:pt x="669137" y="17766"/>
                  <a:pt x="665118" y="16181"/>
                  <a:pt x="660312" y="16181"/>
                </a:cubicBezTo>
                <a:cubicBezTo>
                  <a:pt x="652836" y="16181"/>
                  <a:pt x="646481" y="20159"/>
                  <a:pt x="641248" y="28116"/>
                </a:cubicBezTo>
                <a:lnTo>
                  <a:pt x="638284" y="27075"/>
                </a:lnTo>
                <a:cubicBezTo>
                  <a:pt x="642129" y="18130"/>
                  <a:pt x="647055" y="11408"/>
                  <a:pt x="653063" y="6909"/>
                </a:cubicBezTo>
                <a:cubicBezTo>
                  <a:pt x="659071" y="2410"/>
                  <a:pt x="665759" y="160"/>
                  <a:pt x="673129" y="160"/>
                </a:cubicBezTo>
                <a:cubicBezTo>
                  <a:pt x="680658" y="160"/>
                  <a:pt x="686866" y="2456"/>
                  <a:pt x="691752" y="7049"/>
                </a:cubicBezTo>
                <a:cubicBezTo>
                  <a:pt x="696639" y="11642"/>
                  <a:pt x="699082" y="17008"/>
                  <a:pt x="699082" y="23150"/>
                </a:cubicBezTo>
                <a:cubicBezTo>
                  <a:pt x="699082" y="27155"/>
                  <a:pt x="697947" y="31013"/>
                  <a:pt x="695677" y="34724"/>
                </a:cubicBezTo>
                <a:cubicBezTo>
                  <a:pt x="693408" y="38436"/>
                  <a:pt x="689843" y="41707"/>
                  <a:pt x="684984" y="44537"/>
                </a:cubicBezTo>
                <a:cubicBezTo>
                  <a:pt x="691232" y="47584"/>
                  <a:pt x="695998" y="51340"/>
                  <a:pt x="699282" y="55804"/>
                </a:cubicBezTo>
                <a:cubicBezTo>
                  <a:pt x="702566" y="60268"/>
                  <a:pt x="704208" y="65868"/>
                  <a:pt x="704208" y="72605"/>
                </a:cubicBezTo>
                <a:cubicBezTo>
                  <a:pt x="704208" y="83940"/>
                  <a:pt x="700110" y="93577"/>
                  <a:pt x="691913" y="101517"/>
                </a:cubicBezTo>
                <a:cubicBezTo>
                  <a:pt x="683715" y="109456"/>
                  <a:pt x="672728" y="113425"/>
                  <a:pt x="658950" y="113425"/>
                </a:cubicBezTo>
                <a:cubicBezTo>
                  <a:pt x="649765" y="113425"/>
                  <a:pt x="643063" y="111897"/>
                  <a:pt x="638845" y="108842"/>
                </a:cubicBezTo>
                <a:cubicBezTo>
                  <a:pt x="635801" y="106699"/>
                  <a:pt x="634279" y="103939"/>
                  <a:pt x="634279" y="100561"/>
                </a:cubicBezTo>
                <a:cubicBezTo>
                  <a:pt x="634279" y="98096"/>
                  <a:pt x="635160" y="95993"/>
                  <a:pt x="636922" y="94251"/>
                </a:cubicBezTo>
                <a:cubicBezTo>
                  <a:pt x="638685" y="92508"/>
                  <a:pt x="640714" y="91637"/>
                  <a:pt x="643010" y="91637"/>
                </a:cubicBezTo>
                <a:cubicBezTo>
                  <a:pt x="644772" y="91637"/>
                  <a:pt x="646428" y="92013"/>
                  <a:pt x="647976" y="92764"/>
                </a:cubicBezTo>
                <a:cubicBezTo>
                  <a:pt x="648831" y="93194"/>
                  <a:pt x="651861" y="95544"/>
                  <a:pt x="657068" y="99813"/>
                </a:cubicBezTo>
                <a:cubicBezTo>
                  <a:pt x="662275" y="104081"/>
                  <a:pt x="667148" y="106216"/>
                  <a:pt x="671687" y="106216"/>
                </a:cubicBezTo>
                <a:cubicBezTo>
                  <a:pt x="675638" y="106216"/>
                  <a:pt x="679030" y="104651"/>
                  <a:pt x="681860" y="101522"/>
                </a:cubicBezTo>
                <a:cubicBezTo>
                  <a:pt x="684690" y="98393"/>
                  <a:pt x="686105" y="94422"/>
                  <a:pt x="686105" y="89607"/>
                </a:cubicBezTo>
                <a:cubicBezTo>
                  <a:pt x="686105" y="82279"/>
                  <a:pt x="683542" y="75527"/>
                  <a:pt x="678415" y="69349"/>
                </a:cubicBezTo>
                <a:cubicBezTo>
                  <a:pt x="673289" y="63171"/>
                  <a:pt x="665786" y="58905"/>
                  <a:pt x="655907" y="56552"/>
                </a:cubicBezTo>
                <a:close/>
                <a:moveTo>
                  <a:pt x="741055" y="33963"/>
                </a:moveTo>
                <a:cubicBezTo>
                  <a:pt x="744740" y="33963"/>
                  <a:pt x="747877" y="35258"/>
                  <a:pt x="750467" y="37848"/>
                </a:cubicBezTo>
                <a:cubicBezTo>
                  <a:pt x="753057" y="40438"/>
                  <a:pt x="754352" y="43576"/>
                  <a:pt x="754352" y="47260"/>
                </a:cubicBezTo>
                <a:cubicBezTo>
                  <a:pt x="754352" y="50945"/>
                  <a:pt x="753057" y="54083"/>
                  <a:pt x="750467" y="56672"/>
                </a:cubicBezTo>
                <a:cubicBezTo>
                  <a:pt x="747877" y="59262"/>
                  <a:pt x="744740" y="60557"/>
                  <a:pt x="741055" y="60557"/>
                </a:cubicBezTo>
                <a:cubicBezTo>
                  <a:pt x="737371" y="60557"/>
                  <a:pt x="734233" y="59262"/>
                  <a:pt x="731643" y="56672"/>
                </a:cubicBezTo>
                <a:cubicBezTo>
                  <a:pt x="729053" y="54083"/>
                  <a:pt x="727758" y="50945"/>
                  <a:pt x="727758" y="47260"/>
                </a:cubicBezTo>
                <a:cubicBezTo>
                  <a:pt x="727758" y="43576"/>
                  <a:pt x="729053" y="40438"/>
                  <a:pt x="731643" y="37848"/>
                </a:cubicBezTo>
                <a:cubicBezTo>
                  <a:pt x="734233" y="35258"/>
                  <a:pt x="737371" y="33963"/>
                  <a:pt x="741055" y="33963"/>
                </a:cubicBezTo>
                <a:moveTo>
                  <a:pt x="740975" y="86350"/>
                </a:moveTo>
                <a:cubicBezTo>
                  <a:pt x="744713" y="86350"/>
                  <a:pt x="747877" y="87663"/>
                  <a:pt x="750467" y="90288"/>
                </a:cubicBezTo>
                <a:cubicBezTo>
                  <a:pt x="753057" y="92911"/>
                  <a:pt x="754352" y="96071"/>
                  <a:pt x="754352" y="99768"/>
                </a:cubicBezTo>
                <a:cubicBezTo>
                  <a:pt x="754352" y="103464"/>
                  <a:pt x="753044" y="106611"/>
                  <a:pt x="750427" y="109210"/>
                </a:cubicBezTo>
                <a:cubicBezTo>
                  <a:pt x="747811" y="111806"/>
                  <a:pt x="744660" y="113105"/>
                  <a:pt x="740975" y="113105"/>
                </a:cubicBezTo>
                <a:cubicBezTo>
                  <a:pt x="737291" y="113105"/>
                  <a:pt x="734153" y="111806"/>
                  <a:pt x="731563" y="109210"/>
                </a:cubicBezTo>
                <a:cubicBezTo>
                  <a:pt x="728973" y="106611"/>
                  <a:pt x="727678" y="103464"/>
                  <a:pt x="727678" y="99768"/>
                </a:cubicBezTo>
                <a:cubicBezTo>
                  <a:pt x="727678" y="96071"/>
                  <a:pt x="728973" y="92911"/>
                  <a:pt x="731563" y="90288"/>
                </a:cubicBezTo>
                <a:cubicBezTo>
                  <a:pt x="734153" y="87663"/>
                  <a:pt x="737291" y="86350"/>
                  <a:pt x="740975" y="86350"/>
                </a:cubicBezTo>
                <a:close/>
                <a:moveTo>
                  <a:pt x="829861" y="95482"/>
                </a:moveTo>
                <a:cubicBezTo>
                  <a:pt x="832371" y="95482"/>
                  <a:pt x="834481" y="96350"/>
                  <a:pt x="836190" y="98085"/>
                </a:cubicBezTo>
                <a:cubicBezTo>
                  <a:pt x="837898" y="99821"/>
                  <a:pt x="838753" y="101917"/>
                  <a:pt x="838753" y="104374"/>
                </a:cubicBezTo>
                <a:cubicBezTo>
                  <a:pt x="838753" y="106830"/>
                  <a:pt x="837885" y="108926"/>
                  <a:pt x="836149" y="110662"/>
                </a:cubicBezTo>
                <a:cubicBezTo>
                  <a:pt x="834414" y="112397"/>
                  <a:pt x="832318" y="113265"/>
                  <a:pt x="829861" y="113265"/>
                </a:cubicBezTo>
                <a:cubicBezTo>
                  <a:pt x="827405" y="113265"/>
                  <a:pt x="825309" y="112397"/>
                  <a:pt x="823573" y="110662"/>
                </a:cubicBezTo>
                <a:cubicBezTo>
                  <a:pt x="821838" y="108926"/>
                  <a:pt x="820970" y="106830"/>
                  <a:pt x="820970" y="104374"/>
                </a:cubicBezTo>
                <a:cubicBezTo>
                  <a:pt x="820970" y="101864"/>
                  <a:pt x="821838" y="99754"/>
                  <a:pt x="823573" y="98045"/>
                </a:cubicBezTo>
                <a:cubicBezTo>
                  <a:pt x="825309" y="96337"/>
                  <a:pt x="827405" y="95482"/>
                  <a:pt x="829861" y="95482"/>
                </a:cubicBezTo>
                <a:close/>
                <a:moveTo>
                  <a:pt x="870874" y="95482"/>
                </a:moveTo>
                <a:cubicBezTo>
                  <a:pt x="873384" y="95482"/>
                  <a:pt x="875493" y="96350"/>
                  <a:pt x="877202" y="98085"/>
                </a:cubicBezTo>
                <a:cubicBezTo>
                  <a:pt x="878911" y="99821"/>
                  <a:pt x="879765" y="101917"/>
                  <a:pt x="879765" y="104374"/>
                </a:cubicBezTo>
                <a:cubicBezTo>
                  <a:pt x="879765" y="106830"/>
                  <a:pt x="878897" y="108926"/>
                  <a:pt x="877162" y="110662"/>
                </a:cubicBezTo>
                <a:cubicBezTo>
                  <a:pt x="875426" y="112397"/>
                  <a:pt x="873330" y="113265"/>
                  <a:pt x="870874" y="113265"/>
                </a:cubicBezTo>
                <a:cubicBezTo>
                  <a:pt x="868417" y="113265"/>
                  <a:pt x="866321" y="112397"/>
                  <a:pt x="864586" y="110662"/>
                </a:cubicBezTo>
                <a:cubicBezTo>
                  <a:pt x="862850" y="108926"/>
                  <a:pt x="861982" y="106830"/>
                  <a:pt x="861982" y="104374"/>
                </a:cubicBezTo>
                <a:cubicBezTo>
                  <a:pt x="861982" y="101864"/>
                  <a:pt x="862850" y="99754"/>
                  <a:pt x="864586" y="98045"/>
                </a:cubicBezTo>
                <a:cubicBezTo>
                  <a:pt x="866321" y="96337"/>
                  <a:pt x="868417" y="95482"/>
                  <a:pt x="870874" y="95482"/>
                </a:cubicBezTo>
                <a:close/>
                <a:moveTo>
                  <a:pt x="911886" y="95482"/>
                </a:moveTo>
                <a:cubicBezTo>
                  <a:pt x="914396" y="95482"/>
                  <a:pt x="916505" y="96350"/>
                  <a:pt x="918214" y="98085"/>
                </a:cubicBezTo>
                <a:cubicBezTo>
                  <a:pt x="919923" y="99821"/>
                  <a:pt x="920777" y="101917"/>
                  <a:pt x="920777" y="104374"/>
                </a:cubicBezTo>
                <a:cubicBezTo>
                  <a:pt x="920777" y="106830"/>
                  <a:pt x="919910" y="108926"/>
                  <a:pt x="918174" y="110662"/>
                </a:cubicBezTo>
                <a:cubicBezTo>
                  <a:pt x="916438" y="112397"/>
                  <a:pt x="914342" y="113265"/>
                  <a:pt x="911886" y="113265"/>
                </a:cubicBezTo>
                <a:cubicBezTo>
                  <a:pt x="909429" y="113265"/>
                  <a:pt x="907333" y="112397"/>
                  <a:pt x="905598" y="110662"/>
                </a:cubicBezTo>
                <a:cubicBezTo>
                  <a:pt x="903862" y="108926"/>
                  <a:pt x="902995" y="106830"/>
                  <a:pt x="902995" y="104374"/>
                </a:cubicBezTo>
                <a:cubicBezTo>
                  <a:pt x="902995" y="101864"/>
                  <a:pt x="903862" y="99754"/>
                  <a:pt x="905598" y="98045"/>
                </a:cubicBezTo>
                <a:cubicBezTo>
                  <a:pt x="907333" y="96337"/>
                  <a:pt x="909429" y="95482"/>
                  <a:pt x="911886" y="95482"/>
                </a:cubicBezTo>
                <a:close/>
                <a:moveTo>
                  <a:pt x="1092838" y="111983"/>
                </a:moveTo>
                <a:cubicBezTo>
                  <a:pt x="1095294" y="119112"/>
                  <a:pt x="1099112" y="124473"/>
                  <a:pt x="1104292" y="128064"/>
                </a:cubicBezTo>
                <a:cubicBezTo>
                  <a:pt x="1109472" y="131655"/>
                  <a:pt x="1115961" y="133451"/>
                  <a:pt x="1123757" y="133451"/>
                </a:cubicBezTo>
                <a:cubicBezTo>
                  <a:pt x="1125893" y="133451"/>
                  <a:pt x="1128163" y="133237"/>
                  <a:pt x="1130566" y="132810"/>
                </a:cubicBezTo>
                <a:lnTo>
                  <a:pt x="1130566" y="137776"/>
                </a:lnTo>
                <a:cubicBezTo>
                  <a:pt x="1122502" y="139912"/>
                  <a:pt x="1115293" y="140980"/>
                  <a:pt x="1108938" y="140980"/>
                </a:cubicBezTo>
                <a:cubicBezTo>
                  <a:pt x="1099006" y="140980"/>
                  <a:pt x="1090128" y="138523"/>
                  <a:pt x="1082304" y="133608"/>
                </a:cubicBezTo>
                <a:cubicBezTo>
                  <a:pt x="1074481" y="128695"/>
                  <a:pt x="1068593" y="121487"/>
                  <a:pt x="1064642" y="111983"/>
                </a:cubicBezTo>
                <a:cubicBezTo>
                  <a:pt x="1051505" y="109208"/>
                  <a:pt x="1040918" y="102778"/>
                  <a:pt x="1032881" y="92694"/>
                </a:cubicBezTo>
                <a:cubicBezTo>
                  <a:pt x="1024844" y="82607"/>
                  <a:pt x="1020826" y="70574"/>
                  <a:pt x="1020826" y="56592"/>
                </a:cubicBezTo>
                <a:cubicBezTo>
                  <a:pt x="1020826" y="40370"/>
                  <a:pt x="1026273" y="26883"/>
                  <a:pt x="1037166" y="16131"/>
                </a:cubicBezTo>
                <a:cubicBezTo>
                  <a:pt x="1048060" y="5377"/>
                  <a:pt x="1061891" y="0"/>
                  <a:pt x="1078660" y="0"/>
                </a:cubicBezTo>
                <a:cubicBezTo>
                  <a:pt x="1095374" y="0"/>
                  <a:pt x="1109152" y="5390"/>
                  <a:pt x="1119992" y="16171"/>
                </a:cubicBezTo>
                <a:cubicBezTo>
                  <a:pt x="1130833" y="26949"/>
                  <a:pt x="1136253" y="40423"/>
                  <a:pt x="1136253" y="56592"/>
                </a:cubicBezTo>
                <a:cubicBezTo>
                  <a:pt x="1136253" y="70680"/>
                  <a:pt x="1132008" y="82928"/>
                  <a:pt x="1123517" y="93334"/>
                </a:cubicBezTo>
                <a:cubicBezTo>
                  <a:pt x="1115026" y="103739"/>
                  <a:pt x="1104800" y="109956"/>
                  <a:pt x="1092838" y="111983"/>
                </a:cubicBezTo>
                <a:moveTo>
                  <a:pt x="1078579" y="6088"/>
                </a:moveTo>
                <a:cubicBezTo>
                  <a:pt x="1068967" y="6088"/>
                  <a:pt x="1061544" y="11077"/>
                  <a:pt x="1056311" y="21054"/>
                </a:cubicBezTo>
                <a:cubicBezTo>
                  <a:pt x="1051932" y="29432"/>
                  <a:pt x="1049743" y="41358"/>
                  <a:pt x="1049743" y="56833"/>
                </a:cubicBezTo>
                <a:cubicBezTo>
                  <a:pt x="1049743" y="75401"/>
                  <a:pt x="1053027" y="89168"/>
                  <a:pt x="1059595" y="98133"/>
                </a:cubicBezTo>
                <a:cubicBezTo>
                  <a:pt x="1064188" y="104376"/>
                  <a:pt x="1070516" y="107497"/>
                  <a:pt x="1078579" y="107497"/>
                </a:cubicBezTo>
                <a:cubicBezTo>
                  <a:pt x="1086697" y="107497"/>
                  <a:pt x="1093025" y="104429"/>
                  <a:pt x="1097564" y="98293"/>
                </a:cubicBezTo>
                <a:cubicBezTo>
                  <a:pt x="1104132" y="89489"/>
                  <a:pt x="1107416" y="76255"/>
                  <a:pt x="1107416" y="58592"/>
                </a:cubicBezTo>
                <a:cubicBezTo>
                  <a:pt x="1107416" y="41199"/>
                  <a:pt x="1105360" y="28606"/>
                  <a:pt x="1101248" y="20814"/>
                </a:cubicBezTo>
                <a:cubicBezTo>
                  <a:pt x="1096122" y="10997"/>
                  <a:pt x="1088566" y="6088"/>
                  <a:pt x="1078579" y="6088"/>
                </a:cubicBezTo>
                <a:close/>
                <a:moveTo>
                  <a:pt x="1146133" y="70010"/>
                </a:moveTo>
                <a:lnTo>
                  <a:pt x="1197719" y="160"/>
                </a:lnTo>
                <a:lnTo>
                  <a:pt x="1207492" y="160"/>
                </a:lnTo>
                <a:lnTo>
                  <a:pt x="1207492" y="70010"/>
                </a:lnTo>
                <a:lnTo>
                  <a:pt x="1217425" y="70010"/>
                </a:lnTo>
                <a:lnTo>
                  <a:pt x="1217425" y="86671"/>
                </a:lnTo>
                <a:lnTo>
                  <a:pt x="1207492" y="86671"/>
                </a:lnTo>
                <a:lnTo>
                  <a:pt x="1207492" y="111022"/>
                </a:lnTo>
                <a:lnTo>
                  <a:pt x="1185464" y="111022"/>
                </a:lnTo>
                <a:lnTo>
                  <a:pt x="1185464" y="86671"/>
                </a:lnTo>
                <a:lnTo>
                  <a:pt x="1146133" y="86671"/>
                </a:lnTo>
                <a:lnTo>
                  <a:pt x="1146133" y="70010"/>
                </a:lnTo>
                <a:moveTo>
                  <a:pt x="1153903" y="70010"/>
                </a:moveTo>
                <a:lnTo>
                  <a:pt x="1185464" y="70010"/>
                </a:lnTo>
                <a:lnTo>
                  <a:pt x="1185464" y="27277"/>
                </a:lnTo>
                <a:lnTo>
                  <a:pt x="1153903" y="70010"/>
                </a:lnTo>
                <a:close/>
                <a:moveTo>
                  <a:pt x="1251468" y="33963"/>
                </a:moveTo>
                <a:cubicBezTo>
                  <a:pt x="1255153" y="33963"/>
                  <a:pt x="1258290" y="35258"/>
                  <a:pt x="1260880" y="37848"/>
                </a:cubicBezTo>
                <a:cubicBezTo>
                  <a:pt x="1263470" y="40438"/>
                  <a:pt x="1264765" y="43576"/>
                  <a:pt x="1264765" y="47260"/>
                </a:cubicBezTo>
                <a:cubicBezTo>
                  <a:pt x="1264765" y="50945"/>
                  <a:pt x="1263470" y="54083"/>
                  <a:pt x="1260880" y="56672"/>
                </a:cubicBezTo>
                <a:cubicBezTo>
                  <a:pt x="1258290" y="59262"/>
                  <a:pt x="1255153" y="60557"/>
                  <a:pt x="1251468" y="60557"/>
                </a:cubicBezTo>
                <a:cubicBezTo>
                  <a:pt x="1247784" y="60557"/>
                  <a:pt x="1244646" y="59262"/>
                  <a:pt x="1242056" y="56672"/>
                </a:cubicBezTo>
                <a:cubicBezTo>
                  <a:pt x="1239466" y="54083"/>
                  <a:pt x="1238171" y="50945"/>
                  <a:pt x="1238171" y="47260"/>
                </a:cubicBezTo>
                <a:cubicBezTo>
                  <a:pt x="1238171" y="43576"/>
                  <a:pt x="1239466" y="40438"/>
                  <a:pt x="1242056" y="37848"/>
                </a:cubicBezTo>
                <a:cubicBezTo>
                  <a:pt x="1244646" y="35258"/>
                  <a:pt x="1247784" y="33963"/>
                  <a:pt x="1251468" y="33963"/>
                </a:cubicBezTo>
                <a:moveTo>
                  <a:pt x="1251388" y="86350"/>
                </a:moveTo>
                <a:cubicBezTo>
                  <a:pt x="1255126" y="86350"/>
                  <a:pt x="1258290" y="87663"/>
                  <a:pt x="1260880" y="90288"/>
                </a:cubicBezTo>
                <a:cubicBezTo>
                  <a:pt x="1263470" y="92911"/>
                  <a:pt x="1264765" y="96071"/>
                  <a:pt x="1264765" y="99768"/>
                </a:cubicBezTo>
                <a:cubicBezTo>
                  <a:pt x="1264765" y="103464"/>
                  <a:pt x="1263457" y="106611"/>
                  <a:pt x="1260840" y="109210"/>
                </a:cubicBezTo>
                <a:cubicBezTo>
                  <a:pt x="1258224" y="111806"/>
                  <a:pt x="1255073" y="113105"/>
                  <a:pt x="1251388" y="113105"/>
                </a:cubicBezTo>
                <a:cubicBezTo>
                  <a:pt x="1247704" y="113105"/>
                  <a:pt x="1244566" y="111806"/>
                  <a:pt x="1241976" y="109210"/>
                </a:cubicBezTo>
                <a:cubicBezTo>
                  <a:pt x="1239386" y="106611"/>
                  <a:pt x="1238091" y="103464"/>
                  <a:pt x="1238091" y="99768"/>
                </a:cubicBezTo>
                <a:cubicBezTo>
                  <a:pt x="1238091" y="96071"/>
                  <a:pt x="1239386" y="92911"/>
                  <a:pt x="1241976" y="90288"/>
                </a:cubicBezTo>
                <a:cubicBezTo>
                  <a:pt x="1244566" y="87663"/>
                  <a:pt x="1247704" y="86350"/>
                  <a:pt x="1251388" y="86350"/>
                </a:cubicBezTo>
                <a:close/>
                <a:moveTo>
                  <a:pt x="1340274" y="95482"/>
                </a:moveTo>
                <a:cubicBezTo>
                  <a:pt x="1342784" y="95482"/>
                  <a:pt x="1344894" y="96350"/>
                  <a:pt x="1346602" y="98085"/>
                </a:cubicBezTo>
                <a:cubicBezTo>
                  <a:pt x="1348311" y="99821"/>
                  <a:pt x="1349166" y="101917"/>
                  <a:pt x="1349166" y="104374"/>
                </a:cubicBezTo>
                <a:cubicBezTo>
                  <a:pt x="1349166" y="106830"/>
                  <a:pt x="1348298" y="108926"/>
                  <a:pt x="1346562" y="110662"/>
                </a:cubicBezTo>
                <a:cubicBezTo>
                  <a:pt x="1344827" y="112397"/>
                  <a:pt x="1342731" y="113265"/>
                  <a:pt x="1340274" y="113265"/>
                </a:cubicBezTo>
                <a:cubicBezTo>
                  <a:pt x="1337818" y="113265"/>
                  <a:pt x="1335722" y="112397"/>
                  <a:pt x="1333986" y="110662"/>
                </a:cubicBezTo>
                <a:cubicBezTo>
                  <a:pt x="1332251" y="108926"/>
                  <a:pt x="1331383" y="106830"/>
                  <a:pt x="1331383" y="104374"/>
                </a:cubicBezTo>
                <a:cubicBezTo>
                  <a:pt x="1331383" y="101864"/>
                  <a:pt x="1332251" y="99754"/>
                  <a:pt x="1333986" y="98045"/>
                </a:cubicBezTo>
                <a:cubicBezTo>
                  <a:pt x="1335722" y="96337"/>
                  <a:pt x="1337818" y="95482"/>
                  <a:pt x="1340274" y="95482"/>
                </a:cubicBezTo>
                <a:close/>
                <a:moveTo>
                  <a:pt x="1381287" y="95482"/>
                </a:moveTo>
                <a:cubicBezTo>
                  <a:pt x="1383797" y="95482"/>
                  <a:pt x="1385906" y="96350"/>
                  <a:pt x="1387615" y="98085"/>
                </a:cubicBezTo>
                <a:cubicBezTo>
                  <a:pt x="1389324" y="99821"/>
                  <a:pt x="1390178" y="101917"/>
                  <a:pt x="1390178" y="104374"/>
                </a:cubicBezTo>
                <a:cubicBezTo>
                  <a:pt x="1390178" y="106830"/>
                  <a:pt x="1389311" y="108926"/>
                  <a:pt x="1387575" y="110662"/>
                </a:cubicBezTo>
                <a:cubicBezTo>
                  <a:pt x="1385839" y="112397"/>
                  <a:pt x="1383743" y="113265"/>
                  <a:pt x="1381287" y="113265"/>
                </a:cubicBezTo>
                <a:cubicBezTo>
                  <a:pt x="1378830" y="113265"/>
                  <a:pt x="1376734" y="112397"/>
                  <a:pt x="1374999" y="110662"/>
                </a:cubicBezTo>
                <a:cubicBezTo>
                  <a:pt x="1373263" y="108926"/>
                  <a:pt x="1372396" y="106830"/>
                  <a:pt x="1372396" y="104374"/>
                </a:cubicBezTo>
                <a:cubicBezTo>
                  <a:pt x="1372396" y="101864"/>
                  <a:pt x="1373263" y="99754"/>
                  <a:pt x="1374999" y="98045"/>
                </a:cubicBezTo>
                <a:cubicBezTo>
                  <a:pt x="1376734" y="96337"/>
                  <a:pt x="1378830" y="95482"/>
                  <a:pt x="1381287" y="95482"/>
                </a:cubicBezTo>
                <a:close/>
                <a:moveTo>
                  <a:pt x="1422299" y="95482"/>
                </a:moveTo>
                <a:cubicBezTo>
                  <a:pt x="1424809" y="95482"/>
                  <a:pt x="1426919" y="96350"/>
                  <a:pt x="1428628" y="98085"/>
                </a:cubicBezTo>
                <a:cubicBezTo>
                  <a:pt x="1430336" y="99821"/>
                  <a:pt x="1431191" y="101917"/>
                  <a:pt x="1431191" y="104374"/>
                </a:cubicBezTo>
                <a:cubicBezTo>
                  <a:pt x="1431191" y="106830"/>
                  <a:pt x="1430323" y="108926"/>
                  <a:pt x="1428588" y="110662"/>
                </a:cubicBezTo>
                <a:cubicBezTo>
                  <a:pt x="1426852" y="112397"/>
                  <a:pt x="1424756" y="113265"/>
                  <a:pt x="1422299" y="113265"/>
                </a:cubicBezTo>
                <a:cubicBezTo>
                  <a:pt x="1419843" y="113265"/>
                  <a:pt x="1417747" y="112397"/>
                  <a:pt x="1416011" y="110662"/>
                </a:cubicBezTo>
                <a:cubicBezTo>
                  <a:pt x="1414276" y="108926"/>
                  <a:pt x="1413408" y="106830"/>
                  <a:pt x="1413408" y="104374"/>
                </a:cubicBezTo>
                <a:cubicBezTo>
                  <a:pt x="1413408" y="101864"/>
                  <a:pt x="1414276" y="99754"/>
                  <a:pt x="1416011" y="98045"/>
                </a:cubicBezTo>
                <a:cubicBezTo>
                  <a:pt x="1417747" y="96337"/>
                  <a:pt x="1419843" y="95482"/>
                  <a:pt x="1422299" y="954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+">
            <a:extLst xmlns:a="http://schemas.openxmlformats.org/drawingml/2006/main">
              <a:ext uri="{FF2B5EF4-FFF2-40B4-BE49-F238E27FC236}">
                <a16:creationId xmlns:a16="http://schemas.microsoft.com/office/drawing/2014/main" id="{16206A2E-F0B3-4AE9-B6D0-C7A36740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701" y="5228457"/>
            <a:ext cx="109440" cy="108939"/>
          </a:xfrm>
          <a:custGeom xmlns:a="http://schemas.openxmlformats.org/drawingml/2006/main">
            <a:pathLst>
              <a:path w="109440" h="108939">
                <a:moveTo>
                  <a:pt x="0" y="48061"/>
                </a:moveTo>
                <a:lnTo>
                  <a:pt x="48162" y="48061"/>
                </a:lnTo>
                <a:lnTo>
                  <a:pt x="48162" y="0"/>
                </a:lnTo>
                <a:lnTo>
                  <a:pt x="61278" y="0"/>
                </a:lnTo>
                <a:lnTo>
                  <a:pt x="61278" y="48061"/>
                </a:lnTo>
                <a:lnTo>
                  <a:pt x="109440" y="48061"/>
                </a:lnTo>
                <a:lnTo>
                  <a:pt x="109440" y="61278"/>
                </a:lnTo>
                <a:lnTo>
                  <a:pt x="61278" y="61278"/>
                </a:lnTo>
                <a:lnTo>
                  <a:pt x="61278" y="108939"/>
                </a:lnTo>
                <a:lnTo>
                  <a:pt x="48162" y="108939"/>
                </a:lnTo>
                <a:lnTo>
                  <a:pt x="48162" y="61278"/>
                </a:lnTo>
                <a:lnTo>
                  <a:pt x="0" y="61278"/>
                </a:lnTo>
                <a:lnTo>
                  <a:pt x="0" y="48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+">
            <a:extLst xmlns:a="http://schemas.openxmlformats.org/drawingml/2006/main">
              <a:ext uri="{FF2B5EF4-FFF2-40B4-BE49-F238E27FC236}">
                <a16:creationId xmlns:a16="http://schemas.microsoft.com/office/drawing/2014/main" id="{0F97DF25-61CC-481F-B57F-CB0B6087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9042" y="5238710"/>
            <a:ext cx="109440" cy="108939"/>
          </a:xfrm>
          <a:custGeom xmlns:a="http://schemas.openxmlformats.org/drawingml/2006/main">
            <a:pathLst>
              <a:path w="109440" h="108939">
                <a:moveTo>
                  <a:pt x="0" y="48061"/>
                </a:moveTo>
                <a:lnTo>
                  <a:pt x="48162" y="48061"/>
                </a:lnTo>
                <a:lnTo>
                  <a:pt x="48162" y="0"/>
                </a:lnTo>
                <a:lnTo>
                  <a:pt x="61278" y="0"/>
                </a:lnTo>
                <a:lnTo>
                  <a:pt x="61278" y="48061"/>
                </a:lnTo>
                <a:lnTo>
                  <a:pt x="109440" y="48061"/>
                </a:lnTo>
                <a:lnTo>
                  <a:pt x="109440" y="61278"/>
                </a:lnTo>
                <a:lnTo>
                  <a:pt x="61278" y="61278"/>
                </a:lnTo>
                <a:lnTo>
                  <a:pt x="61278" y="108939"/>
                </a:lnTo>
                <a:lnTo>
                  <a:pt x="48162" y="108939"/>
                </a:lnTo>
                <a:lnTo>
                  <a:pt x="48162" y="61278"/>
                </a:lnTo>
                <a:lnTo>
                  <a:pt x="0" y="61278"/>
                </a:lnTo>
                <a:lnTo>
                  <a:pt x="0" y="48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92276-9C21-450A-A431-B482C7EA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874" y="1090845"/>
            <a:ext cx="205063" cy="205062"/>
          </a:xfrm>
          <a:custGeom xmlns:a="http://schemas.openxmlformats.org/drawingml/2006/main">
            <a:pathLst>
              <a:path w="205063" h="205062">
                <a:moveTo>
                  <a:pt x="205063" y="102531"/>
                </a:moveTo>
                <a:cubicBezTo>
                  <a:pt x="205062" y="109264"/>
                  <a:pt x="204405" y="115931"/>
                  <a:pt x="203092" y="122534"/>
                </a:cubicBezTo>
                <a:cubicBezTo>
                  <a:pt x="201778" y="129137"/>
                  <a:pt x="199833" y="135548"/>
                  <a:pt x="197257" y="141768"/>
                </a:cubicBezTo>
                <a:cubicBezTo>
                  <a:pt x="194680" y="147987"/>
                  <a:pt x="191522" y="153896"/>
                  <a:pt x="187783" y="159494"/>
                </a:cubicBezTo>
                <a:cubicBezTo>
                  <a:pt x="184042" y="165092"/>
                  <a:pt x="179792" y="170270"/>
                  <a:pt x="175031" y="175031"/>
                </a:cubicBezTo>
                <a:cubicBezTo>
                  <a:pt x="170271" y="179791"/>
                  <a:pt x="165092" y="184042"/>
                  <a:pt x="159494" y="187782"/>
                </a:cubicBezTo>
                <a:cubicBezTo>
                  <a:pt x="153896" y="191522"/>
                  <a:pt x="147988" y="194680"/>
                  <a:pt x="141768" y="197257"/>
                </a:cubicBezTo>
                <a:cubicBezTo>
                  <a:pt x="135548" y="199833"/>
                  <a:pt x="129137" y="201778"/>
                  <a:pt x="122534" y="203091"/>
                </a:cubicBezTo>
                <a:cubicBezTo>
                  <a:pt x="115931" y="204405"/>
                  <a:pt x="109264" y="205062"/>
                  <a:pt x="102532" y="205062"/>
                </a:cubicBezTo>
                <a:cubicBezTo>
                  <a:pt x="95799" y="205062"/>
                  <a:pt x="89132" y="204405"/>
                  <a:pt x="82529" y="203091"/>
                </a:cubicBezTo>
                <a:cubicBezTo>
                  <a:pt x="75926" y="201778"/>
                  <a:pt x="69514" y="199833"/>
                  <a:pt x="63295" y="197257"/>
                </a:cubicBezTo>
                <a:cubicBezTo>
                  <a:pt x="57074" y="194680"/>
                  <a:pt x="51166" y="191522"/>
                  <a:pt x="45567" y="187782"/>
                </a:cubicBezTo>
                <a:cubicBezTo>
                  <a:pt x="39970" y="184042"/>
                  <a:pt x="34791" y="179791"/>
                  <a:pt x="30031" y="175031"/>
                </a:cubicBezTo>
                <a:cubicBezTo>
                  <a:pt x="25270" y="170270"/>
                  <a:pt x="21019" y="165091"/>
                  <a:pt x="17279" y="159493"/>
                </a:cubicBezTo>
                <a:cubicBezTo>
                  <a:pt x="13539" y="153896"/>
                  <a:pt x="10381" y="147987"/>
                  <a:pt x="7804" y="141767"/>
                </a:cubicBezTo>
                <a:cubicBezTo>
                  <a:pt x="5227" y="135548"/>
                  <a:pt x="3282" y="129137"/>
                  <a:pt x="1970" y="122534"/>
                </a:cubicBezTo>
                <a:cubicBezTo>
                  <a:pt x="657" y="115931"/>
                  <a:pt x="0" y="109264"/>
                  <a:pt x="0" y="102531"/>
                </a:cubicBezTo>
                <a:cubicBezTo>
                  <a:pt x="0" y="95799"/>
                  <a:pt x="657" y="89131"/>
                  <a:pt x="1970" y="82528"/>
                </a:cubicBezTo>
                <a:cubicBezTo>
                  <a:pt x="3282" y="75925"/>
                  <a:pt x="5227" y="69513"/>
                  <a:pt x="7804" y="63294"/>
                </a:cubicBezTo>
                <a:cubicBezTo>
                  <a:pt x="10381" y="57074"/>
                  <a:pt x="13539" y="51165"/>
                  <a:pt x="17280" y="45567"/>
                </a:cubicBezTo>
                <a:cubicBezTo>
                  <a:pt x="21020" y="39970"/>
                  <a:pt x="25270" y="34791"/>
                  <a:pt x="30031" y="30031"/>
                </a:cubicBezTo>
                <a:cubicBezTo>
                  <a:pt x="34791" y="25270"/>
                  <a:pt x="39970" y="21020"/>
                  <a:pt x="45567" y="17280"/>
                </a:cubicBezTo>
                <a:cubicBezTo>
                  <a:pt x="51166" y="13539"/>
                  <a:pt x="57074" y="10381"/>
                  <a:pt x="63294" y="7804"/>
                </a:cubicBezTo>
                <a:cubicBezTo>
                  <a:pt x="69513" y="5228"/>
                  <a:pt x="75926" y="3283"/>
                  <a:pt x="82529" y="1970"/>
                </a:cubicBezTo>
                <a:cubicBezTo>
                  <a:pt x="89132" y="657"/>
                  <a:pt x="95799" y="0"/>
                  <a:pt x="102532" y="0"/>
                </a:cubicBezTo>
                <a:cubicBezTo>
                  <a:pt x="109264" y="0"/>
                  <a:pt x="115930" y="657"/>
                  <a:pt x="122533" y="1970"/>
                </a:cubicBezTo>
                <a:cubicBezTo>
                  <a:pt x="129137" y="3283"/>
                  <a:pt x="135548" y="5228"/>
                  <a:pt x="141768" y="7804"/>
                </a:cubicBezTo>
                <a:cubicBezTo>
                  <a:pt x="147988" y="10381"/>
                  <a:pt x="153896" y="13539"/>
                  <a:pt x="159494" y="17280"/>
                </a:cubicBezTo>
                <a:cubicBezTo>
                  <a:pt x="165092" y="21020"/>
                  <a:pt x="170271" y="25270"/>
                  <a:pt x="175031" y="30031"/>
                </a:cubicBezTo>
                <a:cubicBezTo>
                  <a:pt x="179792" y="34791"/>
                  <a:pt x="184042" y="39970"/>
                  <a:pt x="187782" y="45567"/>
                </a:cubicBezTo>
                <a:cubicBezTo>
                  <a:pt x="191522" y="51165"/>
                  <a:pt x="194680" y="57074"/>
                  <a:pt x="197257" y="63294"/>
                </a:cubicBezTo>
                <a:cubicBezTo>
                  <a:pt x="199833" y="69513"/>
                  <a:pt x="201778" y="75925"/>
                  <a:pt x="203092" y="82528"/>
                </a:cubicBezTo>
                <a:cubicBezTo>
                  <a:pt x="204405" y="89131"/>
                  <a:pt x="205062" y="95799"/>
                  <a:pt x="205063" y="102531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6C3E0-6878-441D-A4D9-9AE4497E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874" y="1090845"/>
            <a:ext cx="205063" cy="205062"/>
          </a:xfrm>
          <a:custGeom xmlns:a="http://schemas.openxmlformats.org/drawingml/2006/main">
            <a:pathLst>
              <a:path w="205063" h="205062" fill="none">
                <a:moveTo>
                  <a:pt x="205063" y="102531"/>
                </a:moveTo>
                <a:cubicBezTo>
                  <a:pt x="205062" y="109264"/>
                  <a:pt x="204405" y="115931"/>
                  <a:pt x="203092" y="122534"/>
                </a:cubicBezTo>
                <a:cubicBezTo>
                  <a:pt x="201778" y="129137"/>
                  <a:pt x="199833" y="135548"/>
                  <a:pt x="197257" y="141768"/>
                </a:cubicBezTo>
                <a:cubicBezTo>
                  <a:pt x="194680" y="147987"/>
                  <a:pt x="191522" y="153896"/>
                  <a:pt x="187783" y="159494"/>
                </a:cubicBezTo>
                <a:cubicBezTo>
                  <a:pt x="184042" y="165092"/>
                  <a:pt x="179792" y="170270"/>
                  <a:pt x="175031" y="175031"/>
                </a:cubicBezTo>
                <a:cubicBezTo>
                  <a:pt x="170271" y="179791"/>
                  <a:pt x="165092" y="184042"/>
                  <a:pt x="159494" y="187782"/>
                </a:cubicBezTo>
                <a:cubicBezTo>
                  <a:pt x="153896" y="191522"/>
                  <a:pt x="147988" y="194680"/>
                  <a:pt x="141768" y="197257"/>
                </a:cubicBezTo>
                <a:cubicBezTo>
                  <a:pt x="135548" y="199833"/>
                  <a:pt x="129137" y="201778"/>
                  <a:pt x="122534" y="203091"/>
                </a:cubicBezTo>
                <a:cubicBezTo>
                  <a:pt x="115931" y="204405"/>
                  <a:pt x="109264" y="205062"/>
                  <a:pt x="102532" y="205062"/>
                </a:cubicBezTo>
                <a:cubicBezTo>
                  <a:pt x="95799" y="205062"/>
                  <a:pt x="89132" y="204405"/>
                  <a:pt x="82529" y="203091"/>
                </a:cubicBezTo>
                <a:cubicBezTo>
                  <a:pt x="75926" y="201778"/>
                  <a:pt x="69514" y="199833"/>
                  <a:pt x="63295" y="197257"/>
                </a:cubicBezTo>
                <a:cubicBezTo>
                  <a:pt x="57074" y="194680"/>
                  <a:pt x="51166" y="191522"/>
                  <a:pt x="45567" y="187782"/>
                </a:cubicBezTo>
                <a:cubicBezTo>
                  <a:pt x="39970" y="184042"/>
                  <a:pt x="34791" y="179791"/>
                  <a:pt x="30031" y="175031"/>
                </a:cubicBezTo>
                <a:cubicBezTo>
                  <a:pt x="25270" y="170270"/>
                  <a:pt x="21019" y="165091"/>
                  <a:pt x="17279" y="159493"/>
                </a:cubicBezTo>
                <a:cubicBezTo>
                  <a:pt x="13539" y="153896"/>
                  <a:pt x="10381" y="147987"/>
                  <a:pt x="7804" y="141767"/>
                </a:cubicBezTo>
                <a:cubicBezTo>
                  <a:pt x="5227" y="135548"/>
                  <a:pt x="3282" y="129137"/>
                  <a:pt x="1970" y="122534"/>
                </a:cubicBezTo>
                <a:cubicBezTo>
                  <a:pt x="657" y="115931"/>
                  <a:pt x="0" y="109264"/>
                  <a:pt x="0" y="102531"/>
                </a:cubicBezTo>
                <a:cubicBezTo>
                  <a:pt x="0" y="95799"/>
                  <a:pt x="657" y="89131"/>
                  <a:pt x="1970" y="82528"/>
                </a:cubicBezTo>
                <a:cubicBezTo>
                  <a:pt x="3282" y="75925"/>
                  <a:pt x="5227" y="69513"/>
                  <a:pt x="7804" y="63294"/>
                </a:cubicBezTo>
                <a:cubicBezTo>
                  <a:pt x="10381" y="57074"/>
                  <a:pt x="13539" y="51165"/>
                  <a:pt x="17280" y="45567"/>
                </a:cubicBezTo>
                <a:cubicBezTo>
                  <a:pt x="21020" y="39970"/>
                  <a:pt x="25270" y="34791"/>
                  <a:pt x="30031" y="30031"/>
                </a:cubicBezTo>
                <a:cubicBezTo>
                  <a:pt x="34791" y="25270"/>
                  <a:pt x="39970" y="21020"/>
                  <a:pt x="45567" y="17280"/>
                </a:cubicBezTo>
                <a:cubicBezTo>
                  <a:pt x="51166" y="13539"/>
                  <a:pt x="57074" y="10381"/>
                  <a:pt x="63294" y="7804"/>
                </a:cubicBezTo>
                <a:cubicBezTo>
                  <a:pt x="69513" y="5228"/>
                  <a:pt x="75926" y="3283"/>
                  <a:pt x="82529" y="1970"/>
                </a:cubicBezTo>
                <a:cubicBezTo>
                  <a:pt x="89132" y="657"/>
                  <a:pt x="95799" y="0"/>
                  <a:pt x="102532" y="0"/>
                </a:cubicBezTo>
                <a:cubicBezTo>
                  <a:pt x="109264" y="0"/>
                  <a:pt x="115930" y="657"/>
                  <a:pt x="122533" y="1970"/>
                </a:cubicBezTo>
                <a:cubicBezTo>
                  <a:pt x="129137" y="3283"/>
                  <a:pt x="135548" y="5228"/>
                  <a:pt x="141768" y="7804"/>
                </a:cubicBezTo>
                <a:cubicBezTo>
                  <a:pt x="147988" y="10381"/>
                  <a:pt x="153896" y="13539"/>
                  <a:pt x="159494" y="17280"/>
                </a:cubicBezTo>
                <a:cubicBezTo>
                  <a:pt x="165092" y="21020"/>
                  <a:pt x="170271" y="25270"/>
                  <a:pt x="175031" y="30031"/>
                </a:cubicBezTo>
                <a:cubicBezTo>
                  <a:pt x="179792" y="34791"/>
                  <a:pt x="184042" y="39970"/>
                  <a:pt x="187782" y="45567"/>
                </a:cubicBezTo>
                <a:cubicBezTo>
                  <a:pt x="191522" y="51165"/>
                  <a:pt x="194680" y="57074"/>
                  <a:pt x="197257" y="63294"/>
                </a:cubicBezTo>
                <a:cubicBezTo>
                  <a:pt x="199833" y="69513"/>
                  <a:pt x="201778" y="75925"/>
                  <a:pt x="203092" y="82528"/>
                </a:cubicBezTo>
                <a:cubicBezTo>
                  <a:pt x="204405" y="89131"/>
                  <a:pt x="205062" y="95799"/>
                  <a:pt x="205063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06" name="Text 4">
            <a:extLst xmlns:a="http://schemas.openxmlformats.org/drawingml/2006/main">
              <a:ext uri="{FF2B5EF4-FFF2-40B4-BE49-F238E27FC236}">
                <a16:creationId xmlns:a16="http://schemas.microsoft.com/office/drawing/2014/main" id="{9D60B659-68EA-43CB-9632-51CE3870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915" y="1149159"/>
            <a:ext cx="71291" cy="110862"/>
          </a:xfrm>
          <a:custGeom xmlns:a="http://schemas.openxmlformats.org/drawingml/2006/main">
            <a:pathLst>
              <a:path w="71291" h="110862">
                <a:moveTo>
                  <a:pt x="0" y="69849"/>
                </a:moveTo>
                <a:lnTo>
                  <a:pt x="51586" y="0"/>
                </a:lnTo>
                <a:lnTo>
                  <a:pt x="61358" y="0"/>
                </a:lnTo>
                <a:lnTo>
                  <a:pt x="61358" y="69849"/>
                </a:lnTo>
                <a:lnTo>
                  <a:pt x="71291" y="69849"/>
                </a:lnTo>
                <a:lnTo>
                  <a:pt x="71291" y="86511"/>
                </a:lnTo>
                <a:lnTo>
                  <a:pt x="61358" y="86511"/>
                </a:lnTo>
                <a:lnTo>
                  <a:pt x="61358" y="110862"/>
                </a:lnTo>
                <a:lnTo>
                  <a:pt x="39330" y="110862"/>
                </a:lnTo>
                <a:lnTo>
                  <a:pt x="39330" y="86511"/>
                </a:lnTo>
                <a:lnTo>
                  <a:pt x="0" y="86511"/>
                </a:lnTo>
                <a:lnTo>
                  <a:pt x="0" y="69849"/>
                </a:lnTo>
                <a:moveTo>
                  <a:pt x="7770" y="69849"/>
                </a:moveTo>
                <a:lnTo>
                  <a:pt x="39330" y="69849"/>
                </a:lnTo>
                <a:lnTo>
                  <a:pt x="39330" y="27117"/>
                </a:lnTo>
                <a:lnTo>
                  <a:pt x="7770" y="69849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78327-C227-4852-AE3B-0B5D4C2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450" y="4841127"/>
            <a:ext cx="449189" cy="338353"/>
          </a:xfrm>
          <a:custGeom xmlns:a="http://schemas.openxmlformats.org/drawingml/2006/main">
            <a:pathLst>
              <a:path w="449189" h="338353">
                <a:moveTo>
                  <a:pt x="0" y="222903"/>
                </a:moveTo>
                <a:lnTo>
                  <a:pt x="1230" y="110118"/>
                </a:lnTo>
                <a:lnTo>
                  <a:pt x="244742" y="112784"/>
                </a:lnTo>
                <a:lnTo>
                  <a:pt x="245972" y="0"/>
                </a:lnTo>
                <a:lnTo>
                  <a:pt x="449189" y="171432"/>
                </a:lnTo>
                <a:lnTo>
                  <a:pt x="242281" y="338353"/>
                </a:lnTo>
                <a:lnTo>
                  <a:pt x="243511" y="225569"/>
                </a:lnTo>
                <a:lnTo>
                  <a:pt x="0" y="222903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9FBF8-B6FA-4E36-B514-91EEC70B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450" y="4841127"/>
            <a:ext cx="449189" cy="338353"/>
          </a:xfrm>
          <a:custGeom xmlns:a="http://schemas.openxmlformats.org/drawingml/2006/main">
            <a:pathLst>
              <a:path w="449189" h="338353" fill="none">
                <a:moveTo>
                  <a:pt x="0" y="222903"/>
                </a:moveTo>
                <a:lnTo>
                  <a:pt x="1230" y="110118"/>
                </a:lnTo>
                <a:lnTo>
                  <a:pt x="244742" y="112784"/>
                </a:lnTo>
                <a:lnTo>
                  <a:pt x="245972" y="0"/>
                </a:lnTo>
                <a:lnTo>
                  <a:pt x="449189" y="171432"/>
                </a:lnTo>
                <a:lnTo>
                  <a:pt x="242281" y="338353"/>
                </a:lnTo>
                <a:lnTo>
                  <a:pt x="243511" y="225569"/>
                </a:lnTo>
                <a:lnTo>
                  <a:pt x="0" y="2229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14A2F-ED8F-48BB-9521-DF4FEAF9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043" y="4715321"/>
            <a:ext cx="1435436" cy="504453"/>
          </a:xfrm>
          <a:custGeom xmlns:a="http://schemas.openxmlformats.org/drawingml/2006/main">
            <a:pathLst>
              <a:path w="1435436" h="504453">
                <a:moveTo>
                  <a:pt x="1384170" y="0"/>
                </a:moveTo>
                <a:cubicBezTo>
                  <a:pt x="1412469" y="0"/>
                  <a:pt x="1435436" y="22967"/>
                  <a:pt x="1435436" y="51266"/>
                </a:cubicBezTo>
                <a:lnTo>
                  <a:pt x="1435436" y="430631"/>
                </a:lnTo>
                <a:cubicBezTo>
                  <a:pt x="1196197" y="356808"/>
                  <a:pt x="956957" y="356808"/>
                  <a:pt x="717718" y="430631"/>
                </a:cubicBezTo>
                <a:cubicBezTo>
                  <a:pt x="478479" y="504453"/>
                  <a:pt x="239239" y="504453"/>
                  <a:pt x="0" y="430631"/>
                </a:cubicBezTo>
                <a:lnTo>
                  <a:pt x="0" y="61519"/>
                </a:lnTo>
                <a:lnTo>
                  <a:pt x="0" y="51266"/>
                </a:lnTo>
                <a:cubicBezTo>
                  <a:pt x="0" y="22967"/>
                  <a:pt x="22967" y="0"/>
                  <a:pt x="51266" y="0"/>
                </a:cubicBezTo>
                <a:lnTo>
                  <a:pt x="138417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44BBC-72EA-450E-9432-1BACA7B9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7043" y="4715321"/>
            <a:ext cx="1435436" cy="504453"/>
          </a:xfrm>
          <a:custGeom xmlns:a="http://schemas.openxmlformats.org/drawingml/2006/main">
            <a:pathLst>
              <a:path w="1435436" h="504453" fill="none">
                <a:moveTo>
                  <a:pt x="1384170" y="0"/>
                </a:moveTo>
                <a:cubicBezTo>
                  <a:pt x="1412469" y="0"/>
                  <a:pt x="1435436" y="22967"/>
                  <a:pt x="1435436" y="51266"/>
                </a:cubicBezTo>
                <a:lnTo>
                  <a:pt x="1435436" y="430631"/>
                </a:lnTo>
                <a:cubicBezTo>
                  <a:pt x="1196197" y="356808"/>
                  <a:pt x="956957" y="356808"/>
                  <a:pt x="717718" y="430631"/>
                </a:cubicBezTo>
                <a:cubicBezTo>
                  <a:pt x="478479" y="504453"/>
                  <a:pt x="239239" y="504453"/>
                  <a:pt x="0" y="430631"/>
                </a:cubicBezTo>
                <a:lnTo>
                  <a:pt x="0" y="61519"/>
                </a:lnTo>
                <a:lnTo>
                  <a:pt x="0" y="51266"/>
                </a:lnTo>
                <a:cubicBezTo>
                  <a:pt x="0" y="22967"/>
                  <a:pt x="22967" y="0"/>
                  <a:pt x="51266" y="0"/>
                </a:cubicBezTo>
                <a:lnTo>
                  <a:pt x="138417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11" name="Text EngineeredPrompt">
            <a:extLst xmlns:a="http://schemas.openxmlformats.org/drawingml/2006/main">
              <a:ext uri="{FF2B5EF4-FFF2-40B4-BE49-F238E27FC236}">
                <a16:creationId xmlns:a16="http://schemas.microsoft.com/office/drawing/2014/main" id="{6980656D-EC7D-486E-B1E8-47B07626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099" y="4878249"/>
            <a:ext cx="1268071" cy="149311"/>
          </a:xfrm>
          <a:custGeom xmlns:a="http://schemas.openxmlformats.org/drawingml/2006/main">
            <a:pathLst>
              <a:path w="1268071" h="149311">
                <a:moveTo>
                  <a:pt x="30920" y="11214"/>
                </a:moveTo>
                <a:lnTo>
                  <a:pt x="30920" y="54149"/>
                </a:lnTo>
                <a:lnTo>
                  <a:pt x="54790" y="54149"/>
                </a:lnTo>
                <a:cubicBezTo>
                  <a:pt x="60985" y="54149"/>
                  <a:pt x="65123" y="53210"/>
                  <a:pt x="67206" y="51331"/>
                </a:cubicBezTo>
                <a:cubicBezTo>
                  <a:pt x="69983" y="48863"/>
                  <a:pt x="71531" y="44515"/>
                  <a:pt x="71852" y="38289"/>
                </a:cubicBezTo>
                <a:lnTo>
                  <a:pt x="74816" y="38289"/>
                </a:lnTo>
                <a:lnTo>
                  <a:pt x="74816" y="76097"/>
                </a:lnTo>
                <a:lnTo>
                  <a:pt x="71852" y="76097"/>
                </a:lnTo>
                <a:cubicBezTo>
                  <a:pt x="71104" y="70862"/>
                  <a:pt x="70357" y="67505"/>
                  <a:pt x="69609" y="66024"/>
                </a:cubicBezTo>
                <a:cubicBezTo>
                  <a:pt x="68648" y="64174"/>
                  <a:pt x="67072" y="62720"/>
                  <a:pt x="64883" y="61664"/>
                </a:cubicBezTo>
                <a:cubicBezTo>
                  <a:pt x="62694" y="60606"/>
                  <a:pt x="59329" y="60077"/>
                  <a:pt x="54790" y="60077"/>
                </a:cubicBezTo>
                <a:lnTo>
                  <a:pt x="30920" y="60077"/>
                </a:lnTo>
                <a:lnTo>
                  <a:pt x="30920" y="95823"/>
                </a:lnTo>
                <a:cubicBezTo>
                  <a:pt x="30920" y="100620"/>
                  <a:pt x="31133" y="103539"/>
                  <a:pt x="31560" y="104579"/>
                </a:cubicBezTo>
                <a:cubicBezTo>
                  <a:pt x="31988" y="105618"/>
                  <a:pt x="32735" y="106445"/>
                  <a:pt x="33803" y="107059"/>
                </a:cubicBezTo>
                <a:cubicBezTo>
                  <a:pt x="34871" y="107672"/>
                  <a:pt x="36901" y="107978"/>
                  <a:pt x="39891" y="107978"/>
                </a:cubicBezTo>
                <a:lnTo>
                  <a:pt x="58315" y="107978"/>
                </a:lnTo>
                <a:cubicBezTo>
                  <a:pt x="64456" y="107978"/>
                  <a:pt x="68915" y="107551"/>
                  <a:pt x="71692" y="106696"/>
                </a:cubicBezTo>
                <a:cubicBezTo>
                  <a:pt x="74469" y="105842"/>
                  <a:pt x="77139" y="104160"/>
                  <a:pt x="79702" y="101650"/>
                </a:cubicBezTo>
                <a:cubicBezTo>
                  <a:pt x="83013" y="98339"/>
                  <a:pt x="86404" y="93346"/>
                  <a:pt x="89875" y="86671"/>
                </a:cubicBezTo>
                <a:lnTo>
                  <a:pt x="93079" y="86671"/>
                </a:lnTo>
                <a:lnTo>
                  <a:pt x="83707" y="113906"/>
                </a:lnTo>
                <a:lnTo>
                  <a:pt x="0" y="113906"/>
                </a:lnTo>
                <a:lnTo>
                  <a:pt x="0" y="110942"/>
                </a:lnTo>
                <a:lnTo>
                  <a:pt x="3845" y="110942"/>
                </a:lnTo>
                <a:cubicBezTo>
                  <a:pt x="6408" y="110942"/>
                  <a:pt x="8838" y="110328"/>
                  <a:pt x="11134" y="109100"/>
                </a:cubicBezTo>
                <a:cubicBezTo>
                  <a:pt x="12843" y="108245"/>
                  <a:pt x="14005" y="106963"/>
                  <a:pt x="14619" y="105255"/>
                </a:cubicBezTo>
                <a:cubicBezTo>
                  <a:pt x="15233" y="103546"/>
                  <a:pt x="15540" y="100048"/>
                  <a:pt x="15540" y="94761"/>
                </a:cubicBezTo>
                <a:lnTo>
                  <a:pt x="15540" y="24191"/>
                </a:lnTo>
                <a:cubicBezTo>
                  <a:pt x="15540" y="17302"/>
                  <a:pt x="14846" y="13057"/>
                  <a:pt x="13457" y="11455"/>
                </a:cubicBezTo>
                <a:cubicBezTo>
                  <a:pt x="11535" y="9319"/>
                  <a:pt x="8331" y="8251"/>
                  <a:pt x="3845" y="8251"/>
                </a:cubicBezTo>
                <a:lnTo>
                  <a:pt x="0" y="8251"/>
                </a:lnTo>
                <a:lnTo>
                  <a:pt x="0" y="5287"/>
                </a:lnTo>
                <a:lnTo>
                  <a:pt x="83707" y="5287"/>
                </a:lnTo>
                <a:lnTo>
                  <a:pt x="84909" y="28997"/>
                </a:lnTo>
                <a:lnTo>
                  <a:pt x="81785" y="28997"/>
                </a:lnTo>
                <a:cubicBezTo>
                  <a:pt x="80663" y="23308"/>
                  <a:pt x="79422" y="19401"/>
                  <a:pt x="78060" y="17275"/>
                </a:cubicBezTo>
                <a:cubicBezTo>
                  <a:pt x="76698" y="15149"/>
                  <a:pt x="74682" y="13527"/>
                  <a:pt x="72012" y="12411"/>
                </a:cubicBezTo>
                <a:cubicBezTo>
                  <a:pt x="69876" y="11613"/>
                  <a:pt x="66111" y="11214"/>
                  <a:pt x="60718" y="11214"/>
                </a:cubicBezTo>
                <a:lnTo>
                  <a:pt x="30920" y="11214"/>
                </a:lnTo>
                <a:close/>
                <a:moveTo>
                  <a:pt x="123384" y="53989"/>
                </a:moveTo>
                <a:cubicBezTo>
                  <a:pt x="131982" y="43629"/>
                  <a:pt x="140179" y="38449"/>
                  <a:pt x="147976" y="38449"/>
                </a:cubicBezTo>
                <a:cubicBezTo>
                  <a:pt x="151981" y="38449"/>
                  <a:pt x="155425" y="39449"/>
                  <a:pt x="158309" y="41448"/>
                </a:cubicBezTo>
                <a:cubicBezTo>
                  <a:pt x="161193" y="43446"/>
                  <a:pt x="163489" y="46736"/>
                  <a:pt x="165198" y="51318"/>
                </a:cubicBezTo>
                <a:cubicBezTo>
                  <a:pt x="166373" y="54514"/>
                  <a:pt x="166960" y="59416"/>
                  <a:pt x="166960" y="66024"/>
                </a:cubicBezTo>
                <a:lnTo>
                  <a:pt x="166960" y="97274"/>
                </a:lnTo>
                <a:cubicBezTo>
                  <a:pt x="166960" y="101910"/>
                  <a:pt x="167334" y="105054"/>
                  <a:pt x="168082" y="106706"/>
                </a:cubicBezTo>
                <a:cubicBezTo>
                  <a:pt x="168669" y="108038"/>
                  <a:pt x="169617" y="109077"/>
                  <a:pt x="170925" y="109823"/>
                </a:cubicBezTo>
                <a:cubicBezTo>
                  <a:pt x="172234" y="110569"/>
                  <a:pt x="174650" y="110942"/>
                  <a:pt x="178175" y="110942"/>
                </a:cubicBezTo>
                <a:lnTo>
                  <a:pt x="178175" y="113906"/>
                </a:lnTo>
                <a:lnTo>
                  <a:pt x="141888" y="113906"/>
                </a:lnTo>
                <a:lnTo>
                  <a:pt x="141888" y="110942"/>
                </a:lnTo>
                <a:lnTo>
                  <a:pt x="143410" y="110942"/>
                </a:lnTo>
                <a:cubicBezTo>
                  <a:pt x="146828" y="110942"/>
                  <a:pt x="149217" y="110424"/>
                  <a:pt x="150579" y="109387"/>
                </a:cubicBezTo>
                <a:cubicBezTo>
                  <a:pt x="151941" y="108351"/>
                  <a:pt x="152889" y="106824"/>
                  <a:pt x="153423" y="104807"/>
                </a:cubicBezTo>
                <a:cubicBezTo>
                  <a:pt x="153636" y="104009"/>
                  <a:pt x="153743" y="101512"/>
                  <a:pt x="153743" y="97314"/>
                </a:cubicBezTo>
                <a:lnTo>
                  <a:pt x="153743" y="67429"/>
                </a:lnTo>
                <a:cubicBezTo>
                  <a:pt x="153743" y="60789"/>
                  <a:pt x="152875" y="55967"/>
                  <a:pt x="151140" y="52965"/>
                </a:cubicBezTo>
                <a:cubicBezTo>
                  <a:pt x="149404" y="49963"/>
                  <a:pt x="146481" y="48462"/>
                  <a:pt x="142369" y="48462"/>
                </a:cubicBezTo>
                <a:cubicBezTo>
                  <a:pt x="136014" y="48462"/>
                  <a:pt x="129686" y="51916"/>
                  <a:pt x="123384" y="58823"/>
                </a:cubicBezTo>
                <a:lnTo>
                  <a:pt x="123384" y="97314"/>
                </a:lnTo>
                <a:cubicBezTo>
                  <a:pt x="123384" y="102256"/>
                  <a:pt x="123678" y="105311"/>
                  <a:pt x="124266" y="106479"/>
                </a:cubicBezTo>
                <a:cubicBezTo>
                  <a:pt x="125013" y="108019"/>
                  <a:pt x="126041" y="109148"/>
                  <a:pt x="127349" y="109866"/>
                </a:cubicBezTo>
                <a:cubicBezTo>
                  <a:pt x="128658" y="110583"/>
                  <a:pt x="131315" y="110942"/>
                  <a:pt x="135320" y="110942"/>
                </a:cubicBezTo>
                <a:lnTo>
                  <a:pt x="135320" y="113906"/>
                </a:lnTo>
                <a:lnTo>
                  <a:pt x="99033" y="113906"/>
                </a:lnTo>
                <a:lnTo>
                  <a:pt x="99033" y="110942"/>
                </a:lnTo>
                <a:lnTo>
                  <a:pt x="100635" y="110942"/>
                </a:lnTo>
                <a:cubicBezTo>
                  <a:pt x="104373" y="110942"/>
                  <a:pt x="106897" y="109997"/>
                  <a:pt x="108205" y="108106"/>
                </a:cubicBezTo>
                <a:cubicBezTo>
                  <a:pt x="109513" y="106213"/>
                  <a:pt x="110168" y="102603"/>
                  <a:pt x="110168" y="97274"/>
                </a:cubicBezTo>
                <a:lnTo>
                  <a:pt x="110168" y="70100"/>
                </a:lnTo>
                <a:cubicBezTo>
                  <a:pt x="110168" y="61308"/>
                  <a:pt x="109967" y="55954"/>
                  <a:pt x="109567" y="54037"/>
                </a:cubicBezTo>
                <a:cubicBezTo>
                  <a:pt x="109166" y="52118"/>
                  <a:pt x="108552" y="50812"/>
                  <a:pt x="107724" y="50119"/>
                </a:cubicBezTo>
                <a:cubicBezTo>
                  <a:pt x="106897" y="49427"/>
                  <a:pt x="105789" y="49080"/>
                  <a:pt x="104400" y="49080"/>
                </a:cubicBezTo>
                <a:cubicBezTo>
                  <a:pt x="102905" y="49080"/>
                  <a:pt x="101116" y="49480"/>
                  <a:pt x="99033" y="50279"/>
                </a:cubicBezTo>
                <a:lnTo>
                  <a:pt x="97832" y="47401"/>
                </a:lnTo>
                <a:lnTo>
                  <a:pt x="119940" y="38449"/>
                </a:lnTo>
                <a:lnTo>
                  <a:pt x="123384" y="38449"/>
                </a:lnTo>
                <a:lnTo>
                  <a:pt x="123384" y="53989"/>
                </a:lnTo>
                <a:close/>
                <a:moveTo>
                  <a:pt x="203647" y="87169"/>
                </a:moveTo>
                <a:cubicBezTo>
                  <a:pt x="199162" y="84983"/>
                  <a:pt x="195717" y="81930"/>
                  <a:pt x="193314" y="78010"/>
                </a:cubicBezTo>
                <a:cubicBezTo>
                  <a:pt x="190911" y="74090"/>
                  <a:pt x="189709" y="69756"/>
                  <a:pt x="189709" y="65008"/>
                </a:cubicBezTo>
                <a:cubicBezTo>
                  <a:pt x="189709" y="57756"/>
                  <a:pt x="192446" y="51516"/>
                  <a:pt x="197920" y="46289"/>
                </a:cubicBezTo>
                <a:cubicBezTo>
                  <a:pt x="203394" y="41063"/>
                  <a:pt x="210403" y="38449"/>
                  <a:pt x="218947" y="38449"/>
                </a:cubicBezTo>
                <a:cubicBezTo>
                  <a:pt x="225942" y="38449"/>
                  <a:pt x="232004" y="40158"/>
                  <a:pt x="237130" y="43576"/>
                </a:cubicBezTo>
                <a:lnTo>
                  <a:pt x="252670" y="43576"/>
                </a:lnTo>
                <a:cubicBezTo>
                  <a:pt x="254966" y="43576"/>
                  <a:pt x="256301" y="43642"/>
                  <a:pt x="256675" y="43773"/>
                </a:cubicBezTo>
                <a:cubicBezTo>
                  <a:pt x="257049" y="43905"/>
                  <a:pt x="257316" y="44130"/>
                  <a:pt x="257476" y="44447"/>
                </a:cubicBezTo>
                <a:cubicBezTo>
                  <a:pt x="257797" y="44922"/>
                  <a:pt x="257957" y="45768"/>
                  <a:pt x="257957" y="46983"/>
                </a:cubicBezTo>
                <a:cubicBezTo>
                  <a:pt x="257957" y="48354"/>
                  <a:pt x="257823" y="49305"/>
                  <a:pt x="257556" y="49834"/>
                </a:cubicBezTo>
                <a:cubicBezTo>
                  <a:pt x="257396" y="50097"/>
                  <a:pt x="257116" y="50309"/>
                  <a:pt x="256715" y="50467"/>
                </a:cubicBezTo>
                <a:cubicBezTo>
                  <a:pt x="256315" y="50626"/>
                  <a:pt x="254966" y="50705"/>
                  <a:pt x="252670" y="50705"/>
                </a:cubicBezTo>
                <a:lnTo>
                  <a:pt x="243138" y="50705"/>
                </a:lnTo>
                <a:cubicBezTo>
                  <a:pt x="246128" y="54558"/>
                  <a:pt x="247624" y="59481"/>
                  <a:pt x="247624" y="65474"/>
                </a:cubicBezTo>
                <a:cubicBezTo>
                  <a:pt x="247624" y="72323"/>
                  <a:pt x="245007" y="78182"/>
                  <a:pt x="239773" y="83051"/>
                </a:cubicBezTo>
                <a:cubicBezTo>
                  <a:pt x="234540" y="87921"/>
                  <a:pt x="227518" y="90356"/>
                  <a:pt x="218707" y="90356"/>
                </a:cubicBezTo>
                <a:cubicBezTo>
                  <a:pt x="215075" y="90356"/>
                  <a:pt x="211364" y="89811"/>
                  <a:pt x="207572" y="88721"/>
                </a:cubicBezTo>
                <a:cubicBezTo>
                  <a:pt x="205223" y="90749"/>
                  <a:pt x="203634" y="92523"/>
                  <a:pt x="202806" y="94045"/>
                </a:cubicBezTo>
                <a:cubicBezTo>
                  <a:pt x="201978" y="95566"/>
                  <a:pt x="201565" y="96859"/>
                  <a:pt x="201565" y="97925"/>
                </a:cubicBezTo>
                <a:cubicBezTo>
                  <a:pt x="201565" y="98833"/>
                  <a:pt x="202005" y="99714"/>
                  <a:pt x="202886" y="100569"/>
                </a:cubicBezTo>
                <a:cubicBezTo>
                  <a:pt x="203767" y="101421"/>
                  <a:pt x="205490" y="102035"/>
                  <a:pt x="208053" y="102408"/>
                </a:cubicBezTo>
                <a:cubicBezTo>
                  <a:pt x="209548" y="102622"/>
                  <a:pt x="213286" y="102809"/>
                  <a:pt x="219267" y="102969"/>
                </a:cubicBezTo>
                <a:cubicBezTo>
                  <a:pt x="230268" y="103235"/>
                  <a:pt x="237397" y="103608"/>
                  <a:pt x="240655" y="104088"/>
                </a:cubicBezTo>
                <a:cubicBezTo>
                  <a:pt x="245621" y="104782"/>
                  <a:pt x="249586" y="106624"/>
                  <a:pt x="252550" y="109613"/>
                </a:cubicBezTo>
                <a:cubicBezTo>
                  <a:pt x="255514" y="112600"/>
                  <a:pt x="256996" y="116281"/>
                  <a:pt x="256996" y="120657"/>
                </a:cubicBezTo>
                <a:cubicBezTo>
                  <a:pt x="256996" y="126686"/>
                  <a:pt x="254165" y="132343"/>
                  <a:pt x="248505" y="137626"/>
                </a:cubicBezTo>
                <a:cubicBezTo>
                  <a:pt x="240174" y="145416"/>
                  <a:pt x="229307" y="149311"/>
                  <a:pt x="215903" y="149311"/>
                </a:cubicBezTo>
                <a:cubicBezTo>
                  <a:pt x="205596" y="149311"/>
                  <a:pt x="196892" y="146991"/>
                  <a:pt x="189790" y="142352"/>
                </a:cubicBezTo>
                <a:cubicBezTo>
                  <a:pt x="185784" y="139685"/>
                  <a:pt x="183782" y="136912"/>
                  <a:pt x="183782" y="134031"/>
                </a:cubicBezTo>
                <a:cubicBezTo>
                  <a:pt x="183782" y="132753"/>
                  <a:pt x="184076" y="131474"/>
                  <a:pt x="184663" y="130194"/>
                </a:cubicBezTo>
                <a:cubicBezTo>
                  <a:pt x="185571" y="128220"/>
                  <a:pt x="187440" y="125473"/>
                  <a:pt x="190270" y="121953"/>
                </a:cubicBezTo>
                <a:cubicBezTo>
                  <a:pt x="190644" y="121475"/>
                  <a:pt x="193367" y="118595"/>
                  <a:pt x="198441" y="113315"/>
                </a:cubicBezTo>
                <a:cubicBezTo>
                  <a:pt x="195664" y="111658"/>
                  <a:pt x="193701" y="110174"/>
                  <a:pt x="192553" y="108864"/>
                </a:cubicBezTo>
                <a:cubicBezTo>
                  <a:pt x="191405" y="107554"/>
                  <a:pt x="190831" y="106071"/>
                  <a:pt x="190831" y="104414"/>
                </a:cubicBezTo>
                <a:cubicBezTo>
                  <a:pt x="190831" y="102541"/>
                  <a:pt x="191592" y="100348"/>
                  <a:pt x="193114" y="97835"/>
                </a:cubicBezTo>
                <a:cubicBezTo>
                  <a:pt x="194636" y="95322"/>
                  <a:pt x="198147" y="91767"/>
                  <a:pt x="203647" y="87169"/>
                </a:cubicBezTo>
                <a:moveTo>
                  <a:pt x="217585" y="42454"/>
                </a:moveTo>
                <a:cubicBezTo>
                  <a:pt x="213633" y="42454"/>
                  <a:pt x="210322" y="44021"/>
                  <a:pt x="207652" y="47155"/>
                </a:cubicBezTo>
                <a:cubicBezTo>
                  <a:pt x="204982" y="50288"/>
                  <a:pt x="203647" y="55094"/>
                  <a:pt x="203647" y="61574"/>
                </a:cubicBezTo>
                <a:cubicBezTo>
                  <a:pt x="203647" y="69966"/>
                  <a:pt x="205463" y="76472"/>
                  <a:pt x="209094" y="81091"/>
                </a:cubicBezTo>
                <a:cubicBezTo>
                  <a:pt x="211871" y="84597"/>
                  <a:pt x="215396" y="86350"/>
                  <a:pt x="219668" y="86350"/>
                </a:cubicBezTo>
                <a:cubicBezTo>
                  <a:pt x="223726" y="86350"/>
                  <a:pt x="227064" y="84837"/>
                  <a:pt x="229681" y="81810"/>
                </a:cubicBezTo>
                <a:cubicBezTo>
                  <a:pt x="232297" y="78782"/>
                  <a:pt x="233606" y="74029"/>
                  <a:pt x="233606" y="67549"/>
                </a:cubicBezTo>
                <a:cubicBezTo>
                  <a:pt x="233606" y="59105"/>
                  <a:pt x="231763" y="52492"/>
                  <a:pt x="228079" y="47711"/>
                </a:cubicBezTo>
                <a:cubicBezTo>
                  <a:pt x="225355" y="44207"/>
                  <a:pt x="221857" y="42454"/>
                  <a:pt x="217585" y="42454"/>
                </a:cubicBezTo>
                <a:moveTo>
                  <a:pt x="202846" y="113953"/>
                </a:moveTo>
                <a:cubicBezTo>
                  <a:pt x="200336" y="116672"/>
                  <a:pt x="198441" y="119203"/>
                  <a:pt x="197159" y="121548"/>
                </a:cubicBezTo>
                <a:cubicBezTo>
                  <a:pt x="195877" y="123894"/>
                  <a:pt x="195237" y="126054"/>
                  <a:pt x="195237" y="128026"/>
                </a:cubicBezTo>
                <a:cubicBezTo>
                  <a:pt x="195237" y="130585"/>
                  <a:pt x="196785" y="132823"/>
                  <a:pt x="199882" y="134742"/>
                </a:cubicBezTo>
                <a:cubicBezTo>
                  <a:pt x="205223" y="138047"/>
                  <a:pt x="212939" y="139699"/>
                  <a:pt x="223032" y="139699"/>
                </a:cubicBezTo>
                <a:cubicBezTo>
                  <a:pt x="232644" y="139699"/>
                  <a:pt x="239733" y="138006"/>
                  <a:pt x="244299" y="134620"/>
                </a:cubicBezTo>
                <a:cubicBezTo>
                  <a:pt x="248865" y="131235"/>
                  <a:pt x="251148" y="127625"/>
                  <a:pt x="251148" y="123788"/>
                </a:cubicBezTo>
                <a:cubicBezTo>
                  <a:pt x="251148" y="121016"/>
                  <a:pt x="249786" y="119044"/>
                  <a:pt x="247063" y="117871"/>
                </a:cubicBezTo>
                <a:cubicBezTo>
                  <a:pt x="244286" y="116698"/>
                  <a:pt x="238786" y="116005"/>
                  <a:pt x="230562" y="115793"/>
                </a:cubicBezTo>
                <a:cubicBezTo>
                  <a:pt x="218546" y="115473"/>
                  <a:pt x="209308" y="114859"/>
                  <a:pt x="202846" y="113953"/>
                </a:cubicBezTo>
                <a:close/>
                <a:moveTo>
                  <a:pt x="284711" y="0"/>
                </a:moveTo>
                <a:cubicBezTo>
                  <a:pt x="286954" y="0"/>
                  <a:pt x="288863" y="792"/>
                  <a:pt x="290438" y="2376"/>
                </a:cubicBezTo>
                <a:cubicBezTo>
                  <a:pt x="292014" y="3958"/>
                  <a:pt x="292801" y="5876"/>
                  <a:pt x="292801" y="8130"/>
                </a:cubicBezTo>
                <a:cubicBezTo>
                  <a:pt x="292801" y="10385"/>
                  <a:pt x="292014" y="12317"/>
                  <a:pt x="290438" y="13928"/>
                </a:cubicBezTo>
                <a:cubicBezTo>
                  <a:pt x="288863" y="15537"/>
                  <a:pt x="286954" y="16341"/>
                  <a:pt x="284711" y="16341"/>
                </a:cubicBezTo>
                <a:cubicBezTo>
                  <a:pt x="282468" y="16341"/>
                  <a:pt x="280546" y="15537"/>
                  <a:pt x="278943" y="13928"/>
                </a:cubicBezTo>
                <a:cubicBezTo>
                  <a:pt x="277341" y="12317"/>
                  <a:pt x="276540" y="10385"/>
                  <a:pt x="276540" y="8130"/>
                </a:cubicBezTo>
                <a:cubicBezTo>
                  <a:pt x="276540" y="5876"/>
                  <a:pt x="277328" y="3958"/>
                  <a:pt x="278903" y="2376"/>
                </a:cubicBezTo>
                <a:cubicBezTo>
                  <a:pt x="280479" y="792"/>
                  <a:pt x="282415" y="0"/>
                  <a:pt x="284711" y="0"/>
                </a:cubicBezTo>
                <a:moveTo>
                  <a:pt x="291359" y="38449"/>
                </a:moveTo>
                <a:lnTo>
                  <a:pt x="291359" y="97274"/>
                </a:lnTo>
                <a:cubicBezTo>
                  <a:pt x="291359" y="101857"/>
                  <a:pt x="291693" y="104908"/>
                  <a:pt x="292361" y="106426"/>
                </a:cubicBezTo>
                <a:cubicBezTo>
                  <a:pt x="293028" y="107945"/>
                  <a:pt x="294016" y="109077"/>
                  <a:pt x="295324" y="109823"/>
                </a:cubicBezTo>
                <a:cubicBezTo>
                  <a:pt x="296633" y="110569"/>
                  <a:pt x="299023" y="110942"/>
                  <a:pt x="302494" y="110942"/>
                </a:cubicBezTo>
                <a:lnTo>
                  <a:pt x="302494" y="113906"/>
                </a:lnTo>
                <a:lnTo>
                  <a:pt x="266848" y="113906"/>
                </a:lnTo>
                <a:lnTo>
                  <a:pt x="266848" y="110942"/>
                </a:lnTo>
                <a:cubicBezTo>
                  <a:pt x="270426" y="110942"/>
                  <a:pt x="272829" y="110596"/>
                  <a:pt x="274057" y="109903"/>
                </a:cubicBezTo>
                <a:cubicBezTo>
                  <a:pt x="275285" y="109211"/>
                  <a:pt x="276260" y="108065"/>
                  <a:pt x="276981" y="106466"/>
                </a:cubicBezTo>
                <a:cubicBezTo>
                  <a:pt x="277702" y="104867"/>
                  <a:pt x="278062" y="101804"/>
                  <a:pt x="278062" y="97274"/>
                </a:cubicBezTo>
                <a:lnTo>
                  <a:pt x="278062" y="69061"/>
                </a:lnTo>
                <a:cubicBezTo>
                  <a:pt x="278062" y="61121"/>
                  <a:pt x="277822" y="55979"/>
                  <a:pt x="277341" y="53636"/>
                </a:cubicBezTo>
                <a:cubicBezTo>
                  <a:pt x="276968" y="51931"/>
                  <a:pt x="276380" y="50745"/>
                  <a:pt x="275579" y="50079"/>
                </a:cubicBezTo>
                <a:cubicBezTo>
                  <a:pt x="274778" y="49413"/>
                  <a:pt x="273683" y="49080"/>
                  <a:pt x="272295" y="49080"/>
                </a:cubicBezTo>
                <a:cubicBezTo>
                  <a:pt x="270800" y="49080"/>
                  <a:pt x="268984" y="49480"/>
                  <a:pt x="266848" y="50279"/>
                </a:cubicBezTo>
                <a:lnTo>
                  <a:pt x="265727" y="47401"/>
                </a:lnTo>
                <a:lnTo>
                  <a:pt x="287835" y="38449"/>
                </a:lnTo>
                <a:lnTo>
                  <a:pt x="291359" y="38449"/>
                </a:lnTo>
                <a:close/>
                <a:moveTo>
                  <a:pt x="333040" y="53989"/>
                </a:moveTo>
                <a:cubicBezTo>
                  <a:pt x="341638" y="43629"/>
                  <a:pt x="349835" y="38449"/>
                  <a:pt x="357632" y="38449"/>
                </a:cubicBezTo>
                <a:cubicBezTo>
                  <a:pt x="361637" y="38449"/>
                  <a:pt x="365081" y="39449"/>
                  <a:pt x="367965" y="41448"/>
                </a:cubicBezTo>
                <a:cubicBezTo>
                  <a:pt x="370848" y="43446"/>
                  <a:pt x="373145" y="46736"/>
                  <a:pt x="374854" y="51318"/>
                </a:cubicBezTo>
                <a:cubicBezTo>
                  <a:pt x="376028" y="54514"/>
                  <a:pt x="376616" y="59416"/>
                  <a:pt x="376616" y="66024"/>
                </a:cubicBezTo>
                <a:lnTo>
                  <a:pt x="376616" y="97274"/>
                </a:lnTo>
                <a:cubicBezTo>
                  <a:pt x="376616" y="101910"/>
                  <a:pt x="376990" y="105054"/>
                  <a:pt x="377737" y="106706"/>
                </a:cubicBezTo>
                <a:cubicBezTo>
                  <a:pt x="378325" y="108038"/>
                  <a:pt x="379273" y="109077"/>
                  <a:pt x="380581" y="109823"/>
                </a:cubicBezTo>
                <a:cubicBezTo>
                  <a:pt x="381889" y="110569"/>
                  <a:pt x="384306" y="110942"/>
                  <a:pt x="387830" y="110942"/>
                </a:cubicBezTo>
                <a:lnTo>
                  <a:pt x="387830" y="113906"/>
                </a:lnTo>
                <a:lnTo>
                  <a:pt x="351544" y="113906"/>
                </a:lnTo>
                <a:lnTo>
                  <a:pt x="351544" y="110942"/>
                </a:lnTo>
                <a:lnTo>
                  <a:pt x="353066" y="110942"/>
                </a:lnTo>
                <a:cubicBezTo>
                  <a:pt x="356483" y="110942"/>
                  <a:pt x="358873" y="110424"/>
                  <a:pt x="360235" y="109387"/>
                </a:cubicBezTo>
                <a:cubicBezTo>
                  <a:pt x="361597" y="108351"/>
                  <a:pt x="362544" y="106824"/>
                  <a:pt x="363078" y="104807"/>
                </a:cubicBezTo>
                <a:cubicBezTo>
                  <a:pt x="363292" y="104009"/>
                  <a:pt x="363399" y="101512"/>
                  <a:pt x="363399" y="97314"/>
                </a:cubicBezTo>
                <a:lnTo>
                  <a:pt x="363399" y="67429"/>
                </a:lnTo>
                <a:cubicBezTo>
                  <a:pt x="363399" y="60789"/>
                  <a:pt x="362531" y="55967"/>
                  <a:pt x="360796" y="52965"/>
                </a:cubicBezTo>
                <a:cubicBezTo>
                  <a:pt x="359060" y="49963"/>
                  <a:pt x="356136" y="48462"/>
                  <a:pt x="352024" y="48462"/>
                </a:cubicBezTo>
                <a:cubicBezTo>
                  <a:pt x="345670" y="48462"/>
                  <a:pt x="339341" y="51916"/>
                  <a:pt x="333040" y="58823"/>
                </a:cubicBezTo>
                <a:lnTo>
                  <a:pt x="333040" y="97314"/>
                </a:lnTo>
                <a:cubicBezTo>
                  <a:pt x="333040" y="102256"/>
                  <a:pt x="333334" y="105311"/>
                  <a:pt x="333921" y="106479"/>
                </a:cubicBezTo>
                <a:cubicBezTo>
                  <a:pt x="334669" y="108019"/>
                  <a:pt x="335697" y="109148"/>
                  <a:pt x="337005" y="109866"/>
                </a:cubicBezTo>
                <a:cubicBezTo>
                  <a:pt x="338313" y="110583"/>
                  <a:pt x="340970" y="110942"/>
                  <a:pt x="344975" y="110942"/>
                </a:cubicBezTo>
                <a:lnTo>
                  <a:pt x="344975" y="113906"/>
                </a:lnTo>
                <a:lnTo>
                  <a:pt x="308689" y="113906"/>
                </a:lnTo>
                <a:lnTo>
                  <a:pt x="308689" y="110942"/>
                </a:lnTo>
                <a:lnTo>
                  <a:pt x="310291" y="110942"/>
                </a:lnTo>
                <a:cubicBezTo>
                  <a:pt x="314029" y="110942"/>
                  <a:pt x="316552" y="109997"/>
                  <a:pt x="317861" y="108106"/>
                </a:cubicBezTo>
                <a:cubicBezTo>
                  <a:pt x="319169" y="106213"/>
                  <a:pt x="319823" y="102603"/>
                  <a:pt x="319823" y="97274"/>
                </a:cubicBezTo>
                <a:lnTo>
                  <a:pt x="319823" y="70100"/>
                </a:lnTo>
                <a:cubicBezTo>
                  <a:pt x="319823" y="61308"/>
                  <a:pt x="319623" y="55954"/>
                  <a:pt x="319222" y="54037"/>
                </a:cubicBezTo>
                <a:cubicBezTo>
                  <a:pt x="318822" y="52118"/>
                  <a:pt x="318208" y="50812"/>
                  <a:pt x="317380" y="50119"/>
                </a:cubicBezTo>
                <a:cubicBezTo>
                  <a:pt x="316552" y="49427"/>
                  <a:pt x="315444" y="49080"/>
                  <a:pt x="314056" y="49080"/>
                </a:cubicBezTo>
                <a:cubicBezTo>
                  <a:pt x="312561" y="49080"/>
                  <a:pt x="310772" y="49480"/>
                  <a:pt x="308689" y="50279"/>
                </a:cubicBezTo>
                <a:lnTo>
                  <a:pt x="307487" y="47401"/>
                </a:lnTo>
                <a:lnTo>
                  <a:pt x="329596" y="38449"/>
                </a:lnTo>
                <a:lnTo>
                  <a:pt x="333040" y="38449"/>
                </a:lnTo>
                <a:lnTo>
                  <a:pt x="333040" y="53989"/>
                </a:lnTo>
                <a:close/>
                <a:moveTo>
                  <a:pt x="406013" y="68247"/>
                </a:moveTo>
                <a:cubicBezTo>
                  <a:pt x="405960" y="79116"/>
                  <a:pt x="408603" y="87641"/>
                  <a:pt x="413943" y="93823"/>
                </a:cubicBezTo>
                <a:cubicBezTo>
                  <a:pt x="419283" y="100002"/>
                  <a:pt x="425558" y="103092"/>
                  <a:pt x="432767" y="103092"/>
                </a:cubicBezTo>
                <a:cubicBezTo>
                  <a:pt x="437573" y="103092"/>
                  <a:pt x="441752" y="101770"/>
                  <a:pt x="445303" y="99127"/>
                </a:cubicBezTo>
                <a:cubicBezTo>
                  <a:pt x="448854" y="96483"/>
                  <a:pt x="451832" y="91958"/>
                  <a:pt x="454235" y="85549"/>
                </a:cubicBezTo>
                <a:lnTo>
                  <a:pt x="456718" y="87151"/>
                </a:lnTo>
                <a:cubicBezTo>
                  <a:pt x="455596" y="94468"/>
                  <a:pt x="452339" y="101129"/>
                  <a:pt x="446945" y="107137"/>
                </a:cubicBezTo>
                <a:cubicBezTo>
                  <a:pt x="441552" y="113145"/>
                  <a:pt x="434796" y="116149"/>
                  <a:pt x="426679" y="116149"/>
                </a:cubicBezTo>
                <a:cubicBezTo>
                  <a:pt x="417868" y="116149"/>
                  <a:pt x="410325" y="112725"/>
                  <a:pt x="404051" y="105878"/>
                </a:cubicBezTo>
                <a:cubicBezTo>
                  <a:pt x="397776" y="99029"/>
                  <a:pt x="394638" y="89822"/>
                  <a:pt x="394638" y="78258"/>
                </a:cubicBezTo>
                <a:cubicBezTo>
                  <a:pt x="394638" y="65735"/>
                  <a:pt x="397856" y="55970"/>
                  <a:pt x="404291" y="48963"/>
                </a:cubicBezTo>
                <a:cubicBezTo>
                  <a:pt x="410726" y="41954"/>
                  <a:pt x="418803" y="38449"/>
                  <a:pt x="428522" y="38449"/>
                </a:cubicBezTo>
                <a:cubicBezTo>
                  <a:pt x="436746" y="38449"/>
                  <a:pt x="443501" y="41153"/>
                  <a:pt x="448788" y="46560"/>
                </a:cubicBezTo>
                <a:cubicBezTo>
                  <a:pt x="454074" y="51965"/>
                  <a:pt x="456718" y="59194"/>
                  <a:pt x="456718" y="68247"/>
                </a:cubicBezTo>
                <a:lnTo>
                  <a:pt x="406013" y="68247"/>
                </a:lnTo>
                <a:moveTo>
                  <a:pt x="406013" y="63601"/>
                </a:moveTo>
                <a:lnTo>
                  <a:pt x="439976" y="63601"/>
                </a:lnTo>
                <a:cubicBezTo>
                  <a:pt x="439709" y="58902"/>
                  <a:pt x="439149" y="55591"/>
                  <a:pt x="438294" y="53669"/>
                </a:cubicBezTo>
                <a:cubicBezTo>
                  <a:pt x="436959" y="50678"/>
                  <a:pt x="434970" y="48328"/>
                  <a:pt x="432327" y="46620"/>
                </a:cubicBezTo>
                <a:cubicBezTo>
                  <a:pt x="429683" y="44911"/>
                  <a:pt x="426920" y="44056"/>
                  <a:pt x="424036" y="44056"/>
                </a:cubicBezTo>
                <a:cubicBezTo>
                  <a:pt x="419604" y="44056"/>
                  <a:pt x="415639" y="45779"/>
                  <a:pt x="412141" y="49223"/>
                </a:cubicBezTo>
                <a:cubicBezTo>
                  <a:pt x="408643" y="52667"/>
                  <a:pt x="406600" y="57460"/>
                  <a:pt x="406013" y="63601"/>
                </a:cubicBezTo>
                <a:close/>
                <a:moveTo>
                  <a:pt x="478852" y="68247"/>
                </a:moveTo>
                <a:cubicBezTo>
                  <a:pt x="478798" y="79116"/>
                  <a:pt x="481442" y="87641"/>
                  <a:pt x="486782" y="93823"/>
                </a:cubicBezTo>
                <a:cubicBezTo>
                  <a:pt x="492122" y="100002"/>
                  <a:pt x="498397" y="103092"/>
                  <a:pt x="505606" y="103092"/>
                </a:cubicBezTo>
                <a:cubicBezTo>
                  <a:pt x="510412" y="103092"/>
                  <a:pt x="514591" y="101770"/>
                  <a:pt x="518142" y="99127"/>
                </a:cubicBezTo>
                <a:cubicBezTo>
                  <a:pt x="521693" y="96483"/>
                  <a:pt x="524670" y="91958"/>
                  <a:pt x="527074" y="85549"/>
                </a:cubicBezTo>
                <a:lnTo>
                  <a:pt x="529557" y="87151"/>
                </a:lnTo>
                <a:cubicBezTo>
                  <a:pt x="528435" y="94468"/>
                  <a:pt x="525178" y="101129"/>
                  <a:pt x="519784" y="107137"/>
                </a:cubicBezTo>
                <a:cubicBezTo>
                  <a:pt x="514391" y="113145"/>
                  <a:pt x="507635" y="116149"/>
                  <a:pt x="499518" y="116149"/>
                </a:cubicBezTo>
                <a:cubicBezTo>
                  <a:pt x="490707" y="116149"/>
                  <a:pt x="483164" y="112725"/>
                  <a:pt x="476889" y="105878"/>
                </a:cubicBezTo>
                <a:cubicBezTo>
                  <a:pt x="470615" y="99029"/>
                  <a:pt x="467477" y="89822"/>
                  <a:pt x="467477" y="78258"/>
                </a:cubicBezTo>
                <a:cubicBezTo>
                  <a:pt x="467477" y="65735"/>
                  <a:pt x="470695" y="55970"/>
                  <a:pt x="477130" y="48963"/>
                </a:cubicBezTo>
                <a:cubicBezTo>
                  <a:pt x="483565" y="41954"/>
                  <a:pt x="491642" y="38449"/>
                  <a:pt x="501361" y="38449"/>
                </a:cubicBezTo>
                <a:cubicBezTo>
                  <a:pt x="509584" y="38449"/>
                  <a:pt x="516340" y="41153"/>
                  <a:pt x="521627" y="46560"/>
                </a:cubicBezTo>
                <a:cubicBezTo>
                  <a:pt x="526913" y="51965"/>
                  <a:pt x="529557" y="59194"/>
                  <a:pt x="529557" y="68247"/>
                </a:cubicBezTo>
                <a:lnTo>
                  <a:pt x="478852" y="68247"/>
                </a:lnTo>
                <a:moveTo>
                  <a:pt x="478852" y="63601"/>
                </a:moveTo>
                <a:lnTo>
                  <a:pt x="512815" y="63601"/>
                </a:lnTo>
                <a:cubicBezTo>
                  <a:pt x="512548" y="58902"/>
                  <a:pt x="511988" y="55591"/>
                  <a:pt x="511133" y="53669"/>
                </a:cubicBezTo>
                <a:cubicBezTo>
                  <a:pt x="509798" y="50678"/>
                  <a:pt x="507809" y="48328"/>
                  <a:pt x="505165" y="46620"/>
                </a:cubicBezTo>
                <a:cubicBezTo>
                  <a:pt x="502522" y="44911"/>
                  <a:pt x="499759" y="44056"/>
                  <a:pt x="496875" y="44056"/>
                </a:cubicBezTo>
                <a:cubicBezTo>
                  <a:pt x="492443" y="44056"/>
                  <a:pt x="488477" y="45779"/>
                  <a:pt x="484980" y="49223"/>
                </a:cubicBezTo>
                <a:cubicBezTo>
                  <a:pt x="481482" y="52667"/>
                  <a:pt x="479439" y="57460"/>
                  <a:pt x="478852" y="63601"/>
                </a:cubicBezTo>
                <a:close/>
                <a:moveTo>
                  <a:pt x="560821" y="38449"/>
                </a:moveTo>
                <a:lnTo>
                  <a:pt x="560821" y="54950"/>
                </a:lnTo>
                <a:cubicBezTo>
                  <a:pt x="566963" y="43950"/>
                  <a:pt x="573264" y="38449"/>
                  <a:pt x="579726" y="38449"/>
                </a:cubicBezTo>
                <a:cubicBezTo>
                  <a:pt x="582663" y="38449"/>
                  <a:pt x="585093" y="39344"/>
                  <a:pt x="587015" y="41133"/>
                </a:cubicBezTo>
                <a:cubicBezTo>
                  <a:pt x="588937" y="42922"/>
                  <a:pt x="589899" y="44991"/>
                  <a:pt x="589899" y="47341"/>
                </a:cubicBezTo>
                <a:cubicBezTo>
                  <a:pt x="589899" y="49423"/>
                  <a:pt x="589204" y="51185"/>
                  <a:pt x="587816" y="52627"/>
                </a:cubicBezTo>
                <a:cubicBezTo>
                  <a:pt x="586428" y="54069"/>
                  <a:pt x="584772" y="54790"/>
                  <a:pt x="582850" y="54790"/>
                </a:cubicBezTo>
                <a:cubicBezTo>
                  <a:pt x="580981" y="54790"/>
                  <a:pt x="578885" y="53869"/>
                  <a:pt x="576562" y="52027"/>
                </a:cubicBezTo>
                <a:cubicBezTo>
                  <a:pt x="574239" y="50184"/>
                  <a:pt x="572516" y="49263"/>
                  <a:pt x="571395" y="49263"/>
                </a:cubicBezTo>
                <a:cubicBezTo>
                  <a:pt x="570434" y="49263"/>
                  <a:pt x="569392" y="49795"/>
                  <a:pt x="568271" y="50860"/>
                </a:cubicBezTo>
                <a:cubicBezTo>
                  <a:pt x="565868" y="53045"/>
                  <a:pt x="563385" y="56640"/>
                  <a:pt x="560821" y="61646"/>
                </a:cubicBezTo>
                <a:lnTo>
                  <a:pt x="560821" y="96721"/>
                </a:lnTo>
                <a:cubicBezTo>
                  <a:pt x="560821" y="100768"/>
                  <a:pt x="561329" y="103830"/>
                  <a:pt x="562343" y="105908"/>
                </a:cubicBezTo>
                <a:cubicBezTo>
                  <a:pt x="563038" y="107346"/>
                  <a:pt x="564266" y="108546"/>
                  <a:pt x="566028" y="109505"/>
                </a:cubicBezTo>
                <a:cubicBezTo>
                  <a:pt x="567790" y="110463"/>
                  <a:pt x="570327" y="110942"/>
                  <a:pt x="573638" y="110942"/>
                </a:cubicBezTo>
                <a:lnTo>
                  <a:pt x="573638" y="113906"/>
                </a:lnTo>
                <a:lnTo>
                  <a:pt x="536070" y="113906"/>
                </a:lnTo>
                <a:lnTo>
                  <a:pt x="536070" y="110942"/>
                </a:lnTo>
                <a:cubicBezTo>
                  <a:pt x="539808" y="110942"/>
                  <a:pt x="542585" y="110356"/>
                  <a:pt x="544400" y="109185"/>
                </a:cubicBezTo>
                <a:cubicBezTo>
                  <a:pt x="545736" y="108332"/>
                  <a:pt x="546670" y="106973"/>
                  <a:pt x="547204" y="105107"/>
                </a:cubicBezTo>
                <a:cubicBezTo>
                  <a:pt x="547471" y="104201"/>
                  <a:pt x="547605" y="101617"/>
                  <a:pt x="547605" y="97355"/>
                </a:cubicBezTo>
                <a:lnTo>
                  <a:pt x="547605" y="68981"/>
                </a:lnTo>
                <a:cubicBezTo>
                  <a:pt x="547605" y="60455"/>
                  <a:pt x="547431" y="55380"/>
                  <a:pt x="547084" y="53756"/>
                </a:cubicBezTo>
                <a:cubicBezTo>
                  <a:pt x="546737" y="52131"/>
                  <a:pt x="546096" y="50945"/>
                  <a:pt x="545161" y="50199"/>
                </a:cubicBezTo>
                <a:cubicBezTo>
                  <a:pt x="544227" y="49453"/>
                  <a:pt x="543065" y="49080"/>
                  <a:pt x="541677" y="49080"/>
                </a:cubicBezTo>
                <a:cubicBezTo>
                  <a:pt x="540022" y="49080"/>
                  <a:pt x="538152" y="49480"/>
                  <a:pt x="536070" y="50279"/>
                </a:cubicBezTo>
                <a:lnTo>
                  <a:pt x="535269" y="47401"/>
                </a:lnTo>
                <a:lnTo>
                  <a:pt x="557457" y="38449"/>
                </a:lnTo>
                <a:lnTo>
                  <a:pt x="560821" y="38449"/>
                </a:lnTo>
                <a:close/>
                <a:moveTo>
                  <a:pt x="606318" y="68247"/>
                </a:moveTo>
                <a:cubicBezTo>
                  <a:pt x="606265" y="79116"/>
                  <a:pt x="608908" y="87641"/>
                  <a:pt x="614248" y="93823"/>
                </a:cubicBezTo>
                <a:cubicBezTo>
                  <a:pt x="619588" y="100002"/>
                  <a:pt x="625863" y="103092"/>
                  <a:pt x="633072" y="103092"/>
                </a:cubicBezTo>
                <a:cubicBezTo>
                  <a:pt x="637878" y="103092"/>
                  <a:pt x="642057" y="101770"/>
                  <a:pt x="645608" y="99127"/>
                </a:cubicBezTo>
                <a:cubicBezTo>
                  <a:pt x="649160" y="96483"/>
                  <a:pt x="652137" y="91958"/>
                  <a:pt x="654540" y="85549"/>
                </a:cubicBezTo>
                <a:lnTo>
                  <a:pt x="657023" y="87151"/>
                </a:lnTo>
                <a:cubicBezTo>
                  <a:pt x="655901" y="94468"/>
                  <a:pt x="652644" y="101129"/>
                  <a:pt x="647250" y="107137"/>
                </a:cubicBezTo>
                <a:cubicBezTo>
                  <a:pt x="641857" y="113145"/>
                  <a:pt x="635102" y="116149"/>
                  <a:pt x="626984" y="116149"/>
                </a:cubicBezTo>
                <a:cubicBezTo>
                  <a:pt x="618173" y="116149"/>
                  <a:pt x="610630" y="112725"/>
                  <a:pt x="604356" y="105878"/>
                </a:cubicBezTo>
                <a:cubicBezTo>
                  <a:pt x="598081" y="99029"/>
                  <a:pt x="594944" y="89822"/>
                  <a:pt x="594944" y="78258"/>
                </a:cubicBezTo>
                <a:cubicBezTo>
                  <a:pt x="594944" y="65735"/>
                  <a:pt x="598161" y="55970"/>
                  <a:pt x="604596" y="48963"/>
                </a:cubicBezTo>
                <a:cubicBezTo>
                  <a:pt x="611031" y="41954"/>
                  <a:pt x="619108" y="38449"/>
                  <a:pt x="628827" y="38449"/>
                </a:cubicBezTo>
                <a:cubicBezTo>
                  <a:pt x="637051" y="38449"/>
                  <a:pt x="643806" y="41153"/>
                  <a:pt x="649093" y="46560"/>
                </a:cubicBezTo>
                <a:cubicBezTo>
                  <a:pt x="654380" y="51965"/>
                  <a:pt x="657023" y="59194"/>
                  <a:pt x="657023" y="68247"/>
                </a:cubicBezTo>
                <a:lnTo>
                  <a:pt x="606318" y="68247"/>
                </a:lnTo>
                <a:moveTo>
                  <a:pt x="606318" y="63601"/>
                </a:moveTo>
                <a:lnTo>
                  <a:pt x="640281" y="63601"/>
                </a:lnTo>
                <a:cubicBezTo>
                  <a:pt x="640014" y="58902"/>
                  <a:pt x="639454" y="55591"/>
                  <a:pt x="638599" y="53669"/>
                </a:cubicBezTo>
                <a:cubicBezTo>
                  <a:pt x="637264" y="50678"/>
                  <a:pt x="635275" y="48328"/>
                  <a:pt x="632632" y="46620"/>
                </a:cubicBezTo>
                <a:cubicBezTo>
                  <a:pt x="629988" y="44911"/>
                  <a:pt x="627225" y="44056"/>
                  <a:pt x="624341" y="44056"/>
                </a:cubicBezTo>
                <a:cubicBezTo>
                  <a:pt x="619909" y="44056"/>
                  <a:pt x="615944" y="45779"/>
                  <a:pt x="612446" y="49223"/>
                </a:cubicBezTo>
                <a:cubicBezTo>
                  <a:pt x="608948" y="52667"/>
                  <a:pt x="606905" y="57460"/>
                  <a:pt x="606318" y="63601"/>
                </a:cubicBezTo>
                <a:close/>
                <a:moveTo>
                  <a:pt x="718647" y="105655"/>
                </a:moveTo>
                <a:cubicBezTo>
                  <a:pt x="715069" y="109393"/>
                  <a:pt x="711571" y="112077"/>
                  <a:pt x="708154" y="113705"/>
                </a:cubicBezTo>
                <a:cubicBezTo>
                  <a:pt x="704736" y="115334"/>
                  <a:pt x="701051" y="116149"/>
                  <a:pt x="697100" y="116149"/>
                </a:cubicBezTo>
                <a:cubicBezTo>
                  <a:pt x="689089" y="116149"/>
                  <a:pt x="682094" y="112805"/>
                  <a:pt x="676113" y="106118"/>
                </a:cubicBezTo>
                <a:cubicBezTo>
                  <a:pt x="670132" y="99430"/>
                  <a:pt x="667141" y="90835"/>
                  <a:pt x="667141" y="80335"/>
                </a:cubicBezTo>
                <a:cubicBezTo>
                  <a:pt x="667141" y="69837"/>
                  <a:pt x="670452" y="60231"/>
                  <a:pt x="677074" y="51518"/>
                </a:cubicBezTo>
                <a:cubicBezTo>
                  <a:pt x="683696" y="42806"/>
                  <a:pt x="692213" y="38449"/>
                  <a:pt x="702627" y="38449"/>
                </a:cubicBezTo>
                <a:cubicBezTo>
                  <a:pt x="709088" y="38449"/>
                  <a:pt x="714428" y="40505"/>
                  <a:pt x="718647" y="44617"/>
                </a:cubicBezTo>
                <a:lnTo>
                  <a:pt x="718647" y="31050"/>
                </a:lnTo>
                <a:cubicBezTo>
                  <a:pt x="718647" y="22631"/>
                  <a:pt x="718447" y="17456"/>
                  <a:pt x="718046" y="15525"/>
                </a:cubicBezTo>
                <a:cubicBezTo>
                  <a:pt x="717646" y="13594"/>
                  <a:pt x="717018" y="12281"/>
                  <a:pt x="716164" y="11585"/>
                </a:cubicBezTo>
                <a:cubicBezTo>
                  <a:pt x="715309" y="10887"/>
                  <a:pt x="714241" y="10538"/>
                  <a:pt x="712960" y="10538"/>
                </a:cubicBezTo>
                <a:cubicBezTo>
                  <a:pt x="711571" y="10538"/>
                  <a:pt x="709729" y="10967"/>
                  <a:pt x="707433" y="11825"/>
                </a:cubicBezTo>
                <a:lnTo>
                  <a:pt x="706391" y="9009"/>
                </a:lnTo>
                <a:lnTo>
                  <a:pt x="728259" y="0"/>
                </a:lnTo>
                <a:lnTo>
                  <a:pt x="731864" y="0"/>
                </a:lnTo>
                <a:lnTo>
                  <a:pt x="731864" y="84829"/>
                </a:lnTo>
                <a:cubicBezTo>
                  <a:pt x="731864" y="93426"/>
                  <a:pt x="732064" y="98673"/>
                  <a:pt x="732465" y="100569"/>
                </a:cubicBezTo>
                <a:cubicBezTo>
                  <a:pt x="732865" y="102464"/>
                  <a:pt x="733506" y="103786"/>
                  <a:pt x="734387" y="104534"/>
                </a:cubicBezTo>
                <a:cubicBezTo>
                  <a:pt x="735268" y="105281"/>
                  <a:pt x="736296" y="105655"/>
                  <a:pt x="737471" y="105655"/>
                </a:cubicBezTo>
                <a:cubicBezTo>
                  <a:pt x="738913" y="105655"/>
                  <a:pt x="740835" y="105201"/>
                  <a:pt x="743239" y="104293"/>
                </a:cubicBezTo>
                <a:lnTo>
                  <a:pt x="744120" y="107097"/>
                </a:lnTo>
                <a:lnTo>
                  <a:pt x="722332" y="116149"/>
                </a:lnTo>
                <a:lnTo>
                  <a:pt x="718647" y="116149"/>
                </a:lnTo>
                <a:lnTo>
                  <a:pt x="718647" y="105655"/>
                </a:lnTo>
                <a:moveTo>
                  <a:pt x="718647" y="100065"/>
                </a:moveTo>
                <a:lnTo>
                  <a:pt x="718647" y="62352"/>
                </a:lnTo>
                <a:cubicBezTo>
                  <a:pt x="718327" y="58729"/>
                  <a:pt x="717365" y="55427"/>
                  <a:pt x="715763" y="52445"/>
                </a:cubicBezTo>
                <a:cubicBezTo>
                  <a:pt x="714161" y="49461"/>
                  <a:pt x="712039" y="47210"/>
                  <a:pt x="709395" y="45693"/>
                </a:cubicBezTo>
                <a:cubicBezTo>
                  <a:pt x="706752" y="44175"/>
                  <a:pt x="704175" y="43416"/>
                  <a:pt x="701665" y="43416"/>
                </a:cubicBezTo>
                <a:cubicBezTo>
                  <a:pt x="696966" y="43416"/>
                  <a:pt x="692774" y="45520"/>
                  <a:pt x="689089" y="49729"/>
                </a:cubicBezTo>
                <a:cubicBezTo>
                  <a:pt x="684230" y="55267"/>
                  <a:pt x="681800" y="63364"/>
                  <a:pt x="681800" y="74017"/>
                </a:cubicBezTo>
                <a:cubicBezTo>
                  <a:pt x="681800" y="84778"/>
                  <a:pt x="684150" y="93021"/>
                  <a:pt x="688849" y="98749"/>
                </a:cubicBezTo>
                <a:cubicBezTo>
                  <a:pt x="693548" y="104474"/>
                  <a:pt x="698782" y="107337"/>
                  <a:pt x="704549" y="107337"/>
                </a:cubicBezTo>
                <a:cubicBezTo>
                  <a:pt x="709409" y="107337"/>
                  <a:pt x="714108" y="104913"/>
                  <a:pt x="718647" y="100065"/>
                </a:cubicBezTo>
                <a:close/>
                <a:moveTo>
                  <a:pt x="818374" y="62961"/>
                </a:moveTo>
                <a:lnTo>
                  <a:pt x="818374" y="94654"/>
                </a:lnTo>
                <a:cubicBezTo>
                  <a:pt x="818374" y="101501"/>
                  <a:pt x="819122" y="105754"/>
                  <a:pt x="820617" y="107412"/>
                </a:cubicBezTo>
                <a:cubicBezTo>
                  <a:pt x="822647" y="109765"/>
                  <a:pt x="825717" y="110942"/>
                  <a:pt x="829829" y="110942"/>
                </a:cubicBezTo>
                <a:lnTo>
                  <a:pt x="833994" y="110942"/>
                </a:lnTo>
                <a:lnTo>
                  <a:pt x="833994" y="113906"/>
                </a:lnTo>
                <a:lnTo>
                  <a:pt x="787455" y="113906"/>
                </a:lnTo>
                <a:lnTo>
                  <a:pt x="787455" y="110942"/>
                </a:lnTo>
                <a:lnTo>
                  <a:pt x="791540" y="110942"/>
                </a:lnTo>
                <a:cubicBezTo>
                  <a:pt x="796133" y="110942"/>
                  <a:pt x="799417" y="109447"/>
                  <a:pt x="801393" y="106456"/>
                </a:cubicBezTo>
                <a:cubicBezTo>
                  <a:pt x="802461" y="104801"/>
                  <a:pt x="802995" y="100876"/>
                  <a:pt x="802995" y="94681"/>
                </a:cubicBezTo>
                <a:lnTo>
                  <a:pt x="802995" y="24511"/>
                </a:lnTo>
                <a:cubicBezTo>
                  <a:pt x="802995" y="17676"/>
                  <a:pt x="802274" y="13431"/>
                  <a:pt x="800832" y="11775"/>
                </a:cubicBezTo>
                <a:cubicBezTo>
                  <a:pt x="798749" y="9425"/>
                  <a:pt x="795652" y="8251"/>
                  <a:pt x="791540" y="8251"/>
                </a:cubicBezTo>
                <a:lnTo>
                  <a:pt x="787455" y="8251"/>
                </a:lnTo>
                <a:lnTo>
                  <a:pt x="787455" y="5287"/>
                </a:lnTo>
                <a:lnTo>
                  <a:pt x="827266" y="5287"/>
                </a:lnTo>
                <a:cubicBezTo>
                  <a:pt x="836985" y="5287"/>
                  <a:pt x="844648" y="6287"/>
                  <a:pt x="850255" y="8288"/>
                </a:cubicBezTo>
                <a:cubicBezTo>
                  <a:pt x="855862" y="10287"/>
                  <a:pt x="860588" y="13660"/>
                  <a:pt x="864433" y="18406"/>
                </a:cubicBezTo>
                <a:cubicBezTo>
                  <a:pt x="868278" y="23152"/>
                  <a:pt x="870201" y="28778"/>
                  <a:pt x="870201" y="35285"/>
                </a:cubicBezTo>
                <a:cubicBezTo>
                  <a:pt x="870201" y="44138"/>
                  <a:pt x="867277" y="51338"/>
                  <a:pt x="861429" y="56885"/>
                </a:cubicBezTo>
                <a:cubicBezTo>
                  <a:pt x="855582" y="62431"/>
                  <a:pt x="847318" y="65203"/>
                  <a:pt x="836638" y="65203"/>
                </a:cubicBezTo>
                <a:cubicBezTo>
                  <a:pt x="834021" y="65203"/>
                  <a:pt x="831191" y="65017"/>
                  <a:pt x="828147" y="64643"/>
                </a:cubicBezTo>
                <a:cubicBezTo>
                  <a:pt x="825103" y="64269"/>
                  <a:pt x="821845" y="63708"/>
                  <a:pt x="818374" y="62961"/>
                </a:cubicBezTo>
                <a:moveTo>
                  <a:pt x="818374" y="58315"/>
                </a:moveTo>
                <a:cubicBezTo>
                  <a:pt x="821205" y="58849"/>
                  <a:pt x="823715" y="59249"/>
                  <a:pt x="825904" y="59516"/>
                </a:cubicBezTo>
                <a:cubicBezTo>
                  <a:pt x="828093" y="59783"/>
                  <a:pt x="829963" y="59917"/>
                  <a:pt x="831511" y="59917"/>
                </a:cubicBezTo>
                <a:cubicBezTo>
                  <a:pt x="837065" y="59917"/>
                  <a:pt x="841858" y="57767"/>
                  <a:pt x="845890" y="53468"/>
                </a:cubicBezTo>
                <a:cubicBezTo>
                  <a:pt x="849921" y="49170"/>
                  <a:pt x="851937" y="43602"/>
                  <a:pt x="851937" y="36767"/>
                </a:cubicBezTo>
                <a:cubicBezTo>
                  <a:pt x="851937" y="32068"/>
                  <a:pt x="850976" y="27702"/>
                  <a:pt x="849054" y="23670"/>
                </a:cubicBezTo>
                <a:cubicBezTo>
                  <a:pt x="847131" y="19638"/>
                  <a:pt x="844408" y="16621"/>
                  <a:pt x="840883" y="14619"/>
                </a:cubicBezTo>
                <a:cubicBezTo>
                  <a:pt x="837359" y="12616"/>
                  <a:pt x="833354" y="11615"/>
                  <a:pt x="828868" y="11615"/>
                </a:cubicBezTo>
                <a:cubicBezTo>
                  <a:pt x="826144" y="11615"/>
                  <a:pt x="822647" y="12122"/>
                  <a:pt x="818374" y="13137"/>
                </a:cubicBezTo>
                <a:lnTo>
                  <a:pt x="818374" y="58315"/>
                </a:lnTo>
                <a:close/>
                <a:moveTo>
                  <a:pt x="902537" y="38449"/>
                </a:moveTo>
                <a:lnTo>
                  <a:pt x="902537" y="54950"/>
                </a:lnTo>
                <a:cubicBezTo>
                  <a:pt x="908678" y="43950"/>
                  <a:pt x="914980" y="38449"/>
                  <a:pt x="921441" y="38449"/>
                </a:cubicBezTo>
                <a:cubicBezTo>
                  <a:pt x="924378" y="38449"/>
                  <a:pt x="926808" y="39344"/>
                  <a:pt x="928731" y="41133"/>
                </a:cubicBezTo>
                <a:cubicBezTo>
                  <a:pt x="930653" y="42922"/>
                  <a:pt x="931614" y="44991"/>
                  <a:pt x="931614" y="47341"/>
                </a:cubicBezTo>
                <a:cubicBezTo>
                  <a:pt x="931614" y="49423"/>
                  <a:pt x="930920" y="51185"/>
                  <a:pt x="929532" y="52627"/>
                </a:cubicBezTo>
                <a:cubicBezTo>
                  <a:pt x="928143" y="54069"/>
                  <a:pt x="926488" y="54790"/>
                  <a:pt x="924565" y="54790"/>
                </a:cubicBezTo>
                <a:cubicBezTo>
                  <a:pt x="922696" y="54790"/>
                  <a:pt x="920600" y="53869"/>
                  <a:pt x="918277" y="52027"/>
                </a:cubicBezTo>
                <a:cubicBezTo>
                  <a:pt x="915954" y="50184"/>
                  <a:pt x="914232" y="49263"/>
                  <a:pt x="913111" y="49263"/>
                </a:cubicBezTo>
                <a:cubicBezTo>
                  <a:pt x="912149" y="49263"/>
                  <a:pt x="911108" y="49795"/>
                  <a:pt x="909987" y="50860"/>
                </a:cubicBezTo>
                <a:cubicBezTo>
                  <a:pt x="907583" y="53045"/>
                  <a:pt x="905100" y="56640"/>
                  <a:pt x="902537" y="61646"/>
                </a:cubicBezTo>
                <a:lnTo>
                  <a:pt x="902537" y="96721"/>
                </a:lnTo>
                <a:cubicBezTo>
                  <a:pt x="902537" y="100768"/>
                  <a:pt x="903044" y="103830"/>
                  <a:pt x="904059" y="105908"/>
                </a:cubicBezTo>
                <a:cubicBezTo>
                  <a:pt x="904753" y="107346"/>
                  <a:pt x="905981" y="108546"/>
                  <a:pt x="907744" y="109505"/>
                </a:cubicBezTo>
                <a:cubicBezTo>
                  <a:pt x="909506" y="110463"/>
                  <a:pt x="912043" y="110942"/>
                  <a:pt x="915353" y="110942"/>
                </a:cubicBezTo>
                <a:lnTo>
                  <a:pt x="915353" y="113906"/>
                </a:lnTo>
                <a:lnTo>
                  <a:pt x="877785" y="113906"/>
                </a:lnTo>
                <a:lnTo>
                  <a:pt x="877785" y="110942"/>
                </a:lnTo>
                <a:cubicBezTo>
                  <a:pt x="881523" y="110942"/>
                  <a:pt x="884300" y="110356"/>
                  <a:pt x="886116" y="109185"/>
                </a:cubicBezTo>
                <a:cubicBezTo>
                  <a:pt x="887451" y="108332"/>
                  <a:pt x="888386" y="106973"/>
                  <a:pt x="888920" y="105107"/>
                </a:cubicBezTo>
                <a:cubicBezTo>
                  <a:pt x="889187" y="104201"/>
                  <a:pt x="889320" y="101617"/>
                  <a:pt x="889320" y="97355"/>
                </a:cubicBezTo>
                <a:lnTo>
                  <a:pt x="889320" y="68981"/>
                </a:lnTo>
                <a:cubicBezTo>
                  <a:pt x="889320" y="60455"/>
                  <a:pt x="889147" y="55380"/>
                  <a:pt x="888799" y="53756"/>
                </a:cubicBezTo>
                <a:cubicBezTo>
                  <a:pt x="888452" y="52131"/>
                  <a:pt x="887812" y="50945"/>
                  <a:pt x="886877" y="50199"/>
                </a:cubicBezTo>
                <a:cubicBezTo>
                  <a:pt x="885942" y="49453"/>
                  <a:pt x="884781" y="49080"/>
                  <a:pt x="883393" y="49080"/>
                </a:cubicBezTo>
                <a:cubicBezTo>
                  <a:pt x="881737" y="49080"/>
                  <a:pt x="879868" y="49480"/>
                  <a:pt x="877785" y="50279"/>
                </a:cubicBezTo>
                <a:lnTo>
                  <a:pt x="876984" y="47401"/>
                </a:lnTo>
                <a:lnTo>
                  <a:pt x="899173" y="38449"/>
                </a:lnTo>
                <a:lnTo>
                  <a:pt x="902537" y="38449"/>
                </a:lnTo>
                <a:close/>
                <a:moveTo>
                  <a:pt x="971585" y="38449"/>
                </a:moveTo>
                <a:cubicBezTo>
                  <a:pt x="982692" y="38449"/>
                  <a:pt x="991610" y="42664"/>
                  <a:pt x="998339" y="51093"/>
                </a:cubicBezTo>
                <a:cubicBezTo>
                  <a:pt x="1004053" y="58294"/>
                  <a:pt x="1006910" y="66563"/>
                  <a:pt x="1006910" y="75900"/>
                </a:cubicBezTo>
                <a:cubicBezTo>
                  <a:pt x="1006910" y="82461"/>
                  <a:pt x="1005334" y="89103"/>
                  <a:pt x="1002184" y="95825"/>
                </a:cubicBezTo>
                <a:cubicBezTo>
                  <a:pt x="999033" y="102545"/>
                  <a:pt x="994694" y="107613"/>
                  <a:pt x="989167" y="111027"/>
                </a:cubicBezTo>
                <a:cubicBezTo>
                  <a:pt x="983640" y="114441"/>
                  <a:pt x="977485" y="116149"/>
                  <a:pt x="970703" y="116149"/>
                </a:cubicBezTo>
                <a:cubicBezTo>
                  <a:pt x="959649" y="116149"/>
                  <a:pt x="950865" y="111747"/>
                  <a:pt x="944350" y="102944"/>
                </a:cubicBezTo>
                <a:cubicBezTo>
                  <a:pt x="938849" y="95530"/>
                  <a:pt x="936099" y="87208"/>
                  <a:pt x="936099" y="77980"/>
                </a:cubicBezTo>
                <a:cubicBezTo>
                  <a:pt x="936099" y="71258"/>
                  <a:pt x="937768" y="64576"/>
                  <a:pt x="941106" y="57934"/>
                </a:cubicBezTo>
                <a:cubicBezTo>
                  <a:pt x="944443" y="51292"/>
                  <a:pt x="948835" y="46384"/>
                  <a:pt x="954282" y="43210"/>
                </a:cubicBezTo>
                <a:cubicBezTo>
                  <a:pt x="959729" y="40036"/>
                  <a:pt x="965497" y="38449"/>
                  <a:pt x="971585" y="38449"/>
                </a:cubicBezTo>
                <a:moveTo>
                  <a:pt x="969101" y="43736"/>
                </a:moveTo>
                <a:cubicBezTo>
                  <a:pt x="966271" y="43736"/>
                  <a:pt x="963427" y="44576"/>
                  <a:pt x="960571" y="46257"/>
                </a:cubicBezTo>
                <a:cubicBezTo>
                  <a:pt x="957714" y="47937"/>
                  <a:pt x="955404" y="50884"/>
                  <a:pt x="953642" y="55098"/>
                </a:cubicBezTo>
                <a:cubicBezTo>
                  <a:pt x="951879" y="59312"/>
                  <a:pt x="950998" y="64725"/>
                  <a:pt x="950998" y="71339"/>
                </a:cubicBezTo>
                <a:cubicBezTo>
                  <a:pt x="950998" y="82006"/>
                  <a:pt x="953121" y="91207"/>
                  <a:pt x="957366" y="98942"/>
                </a:cubicBezTo>
                <a:cubicBezTo>
                  <a:pt x="961612" y="106675"/>
                  <a:pt x="967206" y="110541"/>
                  <a:pt x="974148" y="110541"/>
                </a:cubicBezTo>
                <a:cubicBezTo>
                  <a:pt x="979328" y="110541"/>
                  <a:pt x="983600" y="108408"/>
                  <a:pt x="986964" y="104141"/>
                </a:cubicBezTo>
                <a:cubicBezTo>
                  <a:pt x="990329" y="99874"/>
                  <a:pt x="992011" y="92540"/>
                  <a:pt x="992011" y="82140"/>
                </a:cubicBezTo>
                <a:cubicBezTo>
                  <a:pt x="992011" y="69125"/>
                  <a:pt x="989207" y="58884"/>
                  <a:pt x="983600" y="51416"/>
                </a:cubicBezTo>
                <a:cubicBezTo>
                  <a:pt x="979808" y="46296"/>
                  <a:pt x="974976" y="43736"/>
                  <a:pt x="969101" y="43736"/>
                </a:cubicBezTo>
                <a:close/>
                <a:moveTo>
                  <a:pt x="1039511" y="54069"/>
                </a:moveTo>
                <a:cubicBezTo>
                  <a:pt x="1044852" y="48729"/>
                  <a:pt x="1048002" y="45658"/>
                  <a:pt x="1048963" y="44857"/>
                </a:cubicBezTo>
                <a:cubicBezTo>
                  <a:pt x="1051367" y="42828"/>
                  <a:pt x="1053957" y="41253"/>
                  <a:pt x="1056733" y="40131"/>
                </a:cubicBezTo>
                <a:cubicBezTo>
                  <a:pt x="1059510" y="39010"/>
                  <a:pt x="1062260" y="38449"/>
                  <a:pt x="1064984" y="38449"/>
                </a:cubicBezTo>
                <a:cubicBezTo>
                  <a:pt x="1069577" y="38449"/>
                  <a:pt x="1073528" y="39784"/>
                  <a:pt x="1076839" y="42454"/>
                </a:cubicBezTo>
                <a:cubicBezTo>
                  <a:pt x="1080150" y="45124"/>
                  <a:pt x="1082366" y="48996"/>
                  <a:pt x="1083488" y="54069"/>
                </a:cubicBezTo>
                <a:cubicBezTo>
                  <a:pt x="1088988" y="47661"/>
                  <a:pt x="1093634" y="43456"/>
                  <a:pt x="1097425" y="41453"/>
                </a:cubicBezTo>
                <a:cubicBezTo>
                  <a:pt x="1101217" y="39450"/>
                  <a:pt x="1105115" y="38449"/>
                  <a:pt x="1109120" y="38449"/>
                </a:cubicBezTo>
                <a:cubicBezTo>
                  <a:pt x="1113019" y="38449"/>
                  <a:pt x="1116476" y="39449"/>
                  <a:pt x="1119494" y="41448"/>
                </a:cubicBezTo>
                <a:cubicBezTo>
                  <a:pt x="1122511" y="43446"/>
                  <a:pt x="1124901" y="46709"/>
                  <a:pt x="1126663" y="51238"/>
                </a:cubicBezTo>
                <a:cubicBezTo>
                  <a:pt x="1127838" y="54329"/>
                  <a:pt x="1128425" y="59177"/>
                  <a:pt x="1128425" y="65784"/>
                </a:cubicBezTo>
                <a:lnTo>
                  <a:pt x="1128425" y="97274"/>
                </a:lnTo>
                <a:cubicBezTo>
                  <a:pt x="1128425" y="101857"/>
                  <a:pt x="1128772" y="105001"/>
                  <a:pt x="1129466" y="106706"/>
                </a:cubicBezTo>
                <a:cubicBezTo>
                  <a:pt x="1130000" y="107878"/>
                  <a:pt x="1130988" y="108877"/>
                  <a:pt x="1132430" y="109703"/>
                </a:cubicBezTo>
                <a:cubicBezTo>
                  <a:pt x="1133872" y="110529"/>
                  <a:pt x="1136222" y="110942"/>
                  <a:pt x="1139479" y="110942"/>
                </a:cubicBezTo>
                <a:lnTo>
                  <a:pt x="1139479" y="113906"/>
                </a:lnTo>
                <a:lnTo>
                  <a:pt x="1103273" y="113906"/>
                </a:lnTo>
                <a:lnTo>
                  <a:pt x="1103273" y="110942"/>
                </a:lnTo>
                <a:lnTo>
                  <a:pt x="1104795" y="110942"/>
                </a:lnTo>
                <a:cubicBezTo>
                  <a:pt x="1107946" y="110942"/>
                  <a:pt x="1110402" y="110331"/>
                  <a:pt x="1112164" y="109110"/>
                </a:cubicBezTo>
                <a:cubicBezTo>
                  <a:pt x="1113393" y="108258"/>
                  <a:pt x="1114274" y="106903"/>
                  <a:pt x="1114808" y="105044"/>
                </a:cubicBezTo>
                <a:cubicBezTo>
                  <a:pt x="1115021" y="104142"/>
                  <a:pt x="1115128" y="101565"/>
                  <a:pt x="1115128" y="97314"/>
                </a:cubicBezTo>
                <a:lnTo>
                  <a:pt x="1115128" y="65914"/>
                </a:lnTo>
                <a:cubicBezTo>
                  <a:pt x="1115128" y="59963"/>
                  <a:pt x="1114407" y="55766"/>
                  <a:pt x="1112965" y="53323"/>
                </a:cubicBezTo>
                <a:cubicBezTo>
                  <a:pt x="1110883" y="49922"/>
                  <a:pt x="1107545" y="48222"/>
                  <a:pt x="1102953" y="48222"/>
                </a:cubicBezTo>
                <a:cubicBezTo>
                  <a:pt x="1100122" y="48222"/>
                  <a:pt x="1097279" y="48926"/>
                  <a:pt x="1094422" y="50334"/>
                </a:cubicBezTo>
                <a:cubicBezTo>
                  <a:pt x="1091565" y="51741"/>
                  <a:pt x="1088107" y="54358"/>
                  <a:pt x="1084048" y="58184"/>
                </a:cubicBezTo>
                <a:lnTo>
                  <a:pt x="1083888" y="59061"/>
                </a:lnTo>
                <a:lnTo>
                  <a:pt x="1084048" y="62487"/>
                </a:lnTo>
                <a:lnTo>
                  <a:pt x="1084048" y="97314"/>
                </a:lnTo>
                <a:cubicBezTo>
                  <a:pt x="1084048" y="102309"/>
                  <a:pt x="1084329" y="105417"/>
                  <a:pt x="1084889" y="106639"/>
                </a:cubicBezTo>
                <a:cubicBezTo>
                  <a:pt x="1085450" y="107860"/>
                  <a:pt x="1086505" y="108883"/>
                  <a:pt x="1088053" y="109708"/>
                </a:cubicBezTo>
                <a:cubicBezTo>
                  <a:pt x="1089602" y="110531"/>
                  <a:pt x="1092246" y="110942"/>
                  <a:pt x="1095984" y="110942"/>
                </a:cubicBezTo>
                <a:lnTo>
                  <a:pt x="1095984" y="113906"/>
                </a:lnTo>
                <a:lnTo>
                  <a:pt x="1058896" y="113906"/>
                </a:lnTo>
                <a:lnTo>
                  <a:pt x="1058896" y="110942"/>
                </a:lnTo>
                <a:cubicBezTo>
                  <a:pt x="1062955" y="110942"/>
                  <a:pt x="1065745" y="110464"/>
                  <a:pt x="1067267" y="109508"/>
                </a:cubicBezTo>
                <a:cubicBezTo>
                  <a:pt x="1068789" y="108551"/>
                  <a:pt x="1069844" y="107117"/>
                  <a:pt x="1070431" y="105205"/>
                </a:cubicBezTo>
                <a:cubicBezTo>
                  <a:pt x="1070698" y="104300"/>
                  <a:pt x="1070831" y="101670"/>
                  <a:pt x="1070831" y="97314"/>
                </a:cubicBezTo>
                <a:lnTo>
                  <a:pt x="1070831" y="65914"/>
                </a:lnTo>
                <a:cubicBezTo>
                  <a:pt x="1070831" y="59963"/>
                  <a:pt x="1069950" y="55686"/>
                  <a:pt x="1068188" y="53083"/>
                </a:cubicBezTo>
                <a:cubicBezTo>
                  <a:pt x="1065838" y="49682"/>
                  <a:pt x="1062554" y="47981"/>
                  <a:pt x="1058335" y="47981"/>
                </a:cubicBezTo>
                <a:cubicBezTo>
                  <a:pt x="1055452" y="47981"/>
                  <a:pt x="1052595" y="48752"/>
                  <a:pt x="1049765" y="50292"/>
                </a:cubicBezTo>
                <a:cubicBezTo>
                  <a:pt x="1045332" y="52630"/>
                  <a:pt x="1041914" y="55260"/>
                  <a:pt x="1039511" y="58182"/>
                </a:cubicBezTo>
                <a:lnTo>
                  <a:pt x="1039511" y="97314"/>
                </a:lnTo>
                <a:cubicBezTo>
                  <a:pt x="1039511" y="102096"/>
                  <a:pt x="1039845" y="105204"/>
                  <a:pt x="1040513" y="106639"/>
                </a:cubicBezTo>
                <a:cubicBezTo>
                  <a:pt x="1041180" y="108072"/>
                  <a:pt x="1042168" y="109148"/>
                  <a:pt x="1043476" y="109866"/>
                </a:cubicBezTo>
                <a:cubicBezTo>
                  <a:pt x="1044785" y="110583"/>
                  <a:pt x="1047442" y="110942"/>
                  <a:pt x="1051447" y="110942"/>
                </a:cubicBezTo>
                <a:lnTo>
                  <a:pt x="1051447" y="113906"/>
                </a:lnTo>
                <a:lnTo>
                  <a:pt x="1015160" y="113906"/>
                </a:lnTo>
                <a:lnTo>
                  <a:pt x="1015160" y="110942"/>
                </a:lnTo>
                <a:cubicBezTo>
                  <a:pt x="1018525" y="110942"/>
                  <a:pt x="1020874" y="110582"/>
                  <a:pt x="1022209" y="109863"/>
                </a:cubicBezTo>
                <a:cubicBezTo>
                  <a:pt x="1023544" y="109144"/>
                  <a:pt x="1024559" y="107998"/>
                  <a:pt x="1025253" y="106426"/>
                </a:cubicBezTo>
                <a:cubicBezTo>
                  <a:pt x="1025947" y="104854"/>
                  <a:pt x="1026294" y="101804"/>
                  <a:pt x="1026294" y="97274"/>
                </a:cubicBezTo>
                <a:lnTo>
                  <a:pt x="1026294" y="69301"/>
                </a:lnTo>
                <a:cubicBezTo>
                  <a:pt x="1026294" y="61254"/>
                  <a:pt x="1026054" y="56059"/>
                  <a:pt x="1025574" y="53716"/>
                </a:cubicBezTo>
                <a:cubicBezTo>
                  <a:pt x="1025200" y="51957"/>
                  <a:pt x="1024612" y="50745"/>
                  <a:pt x="1023811" y="50079"/>
                </a:cubicBezTo>
                <a:cubicBezTo>
                  <a:pt x="1023010" y="49413"/>
                  <a:pt x="1021916" y="49080"/>
                  <a:pt x="1020527" y="49080"/>
                </a:cubicBezTo>
                <a:cubicBezTo>
                  <a:pt x="1019032" y="49080"/>
                  <a:pt x="1017243" y="49480"/>
                  <a:pt x="1015160" y="50279"/>
                </a:cubicBezTo>
                <a:lnTo>
                  <a:pt x="1013959" y="47401"/>
                </a:lnTo>
                <a:lnTo>
                  <a:pt x="1036067" y="38449"/>
                </a:lnTo>
                <a:lnTo>
                  <a:pt x="1039511" y="38449"/>
                </a:lnTo>
                <a:lnTo>
                  <a:pt x="1039511" y="54069"/>
                </a:lnTo>
                <a:close/>
                <a:moveTo>
                  <a:pt x="1140067" y="47749"/>
                </a:moveTo>
                <a:lnTo>
                  <a:pt x="1162656" y="38609"/>
                </a:lnTo>
                <a:lnTo>
                  <a:pt x="1165699" y="38609"/>
                </a:lnTo>
                <a:lnTo>
                  <a:pt x="1165699" y="55751"/>
                </a:lnTo>
                <a:cubicBezTo>
                  <a:pt x="1169491" y="49290"/>
                  <a:pt x="1173296" y="44791"/>
                  <a:pt x="1177114" y="42254"/>
                </a:cubicBezTo>
                <a:cubicBezTo>
                  <a:pt x="1180932" y="39717"/>
                  <a:pt x="1184951" y="38449"/>
                  <a:pt x="1189170" y="38449"/>
                </a:cubicBezTo>
                <a:cubicBezTo>
                  <a:pt x="1196539" y="38449"/>
                  <a:pt x="1202680" y="41330"/>
                  <a:pt x="1207593" y="47090"/>
                </a:cubicBezTo>
                <a:cubicBezTo>
                  <a:pt x="1213627" y="54133"/>
                  <a:pt x="1216645" y="63308"/>
                  <a:pt x="1216645" y="74618"/>
                </a:cubicBezTo>
                <a:cubicBezTo>
                  <a:pt x="1216645" y="87261"/>
                  <a:pt x="1213013" y="97717"/>
                  <a:pt x="1205751" y="105986"/>
                </a:cubicBezTo>
                <a:cubicBezTo>
                  <a:pt x="1199770" y="112761"/>
                  <a:pt x="1192240" y="116149"/>
                  <a:pt x="1183162" y="116149"/>
                </a:cubicBezTo>
                <a:cubicBezTo>
                  <a:pt x="1179210" y="116149"/>
                  <a:pt x="1175792" y="115588"/>
                  <a:pt x="1172909" y="114466"/>
                </a:cubicBezTo>
                <a:cubicBezTo>
                  <a:pt x="1170773" y="113665"/>
                  <a:pt x="1168370" y="112063"/>
                  <a:pt x="1165699" y="109660"/>
                </a:cubicBezTo>
                <a:lnTo>
                  <a:pt x="1165699" y="132009"/>
                </a:lnTo>
                <a:cubicBezTo>
                  <a:pt x="1165699" y="137029"/>
                  <a:pt x="1166007" y="140219"/>
                  <a:pt x="1166621" y="141581"/>
                </a:cubicBezTo>
                <a:cubicBezTo>
                  <a:pt x="1167235" y="142943"/>
                  <a:pt x="1168303" y="144024"/>
                  <a:pt x="1169825" y="144825"/>
                </a:cubicBezTo>
                <a:cubicBezTo>
                  <a:pt x="1171347" y="145626"/>
                  <a:pt x="1174110" y="146027"/>
                  <a:pt x="1178115" y="146027"/>
                </a:cubicBezTo>
                <a:lnTo>
                  <a:pt x="1178115" y="148991"/>
                </a:lnTo>
                <a:lnTo>
                  <a:pt x="1139666" y="148991"/>
                </a:lnTo>
                <a:lnTo>
                  <a:pt x="1139666" y="146027"/>
                </a:lnTo>
                <a:lnTo>
                  <a:pt x="1141669" y="146027"/>
                </a:lnTo>
                <a:cubicBezTo>
                  <a:pt x="1144606" y="146080"/>
                  <a:pt x="1147116" y="145519"/>
                  <a:pt x="1149198" y="144342"/>
                </a:cubicBezTo>
                <a:cubicBezTo>
                  <a:pt x="1150213" y="143755"/>
                  <a:pt x="1151001" y="142806"/>
                  <a:pt x="1151561" y="141496"/>
                </a:cubicBezTo>
                <a:cubicBezTo>
                  <a:pt x="1152122" y="140188"/>
                  <a:pt x="1152402" y="136862"/>
                  <a:pt x="1152402" y="131518"/>
                </a:cubicBezTo>
                <a:lnTo>
                  <a:pt x="1152402" y="62097"/>
                </a:lnTo>
                <a:cubicBezTo>
                  <a:pt x="1152402" y="57341"/>
                  <a:pt x="1152189" y="54322"/>
                  <a:pt x="1151762" y="53040"/>
                </a:cubicBezTo>
                <a:cubicBezTo>
                  <a:pt x="1151334" y="51757"/>
                  <a:pt x="1150654" y="50795"/>
                  <a:pt x="1149719" y="50154"/>
                </a:cubicBezTo>
                <a:cubicBezTo>
                  <a:pt x="1148785" y="49512"/>
                  <a:pt x="1147516" y="49190"/>
                  <a:pt x="1145914" y="49190"/>
                </a:cubicBezTo>
                <a:cubicBezTo>
                  <a:pt x="1144633" y="49190"/>
                  <a:pt x="1143004" y="49564"/>
                  <a:pt x="1141028" y="50312"/>
                </a:cubicBezTo>
                <a:lnTo>
                  <a:pt x="1140067" y="47749"/>
                </a:lnTo>
                <a:moveTo>
                  <a:pt x="1165699" y="60623"/>
                </a:moveTo>
                <a:lnTo>
                  <a:pt x="1165699" y="87983"/>
                </a:lnTo>
                <a:cubicBezTo>
                  <a:pt x="1165699" y="93903"/>
                  <a:pt x="1165940" y="97797"/>
                  <a:pt x="1166420" y="99662"/>
                </a:cubicBezTo>
                <a:cubicBezTo>
                  <a:pt x="1167168" y="102756"/>
                  <a:pt x="1168997" y="105477"/>
                  <a:pt x="1171907" y="107823"/>
                </a:cubicBezTo>
                <a:cubicBezTo>
                  <a:pt x="1174818" y="110169"/>
                  <a:pt x="1178489" y="111342"/>
                  <a:pt x="1182922" y="111342"/>
                </a:cubicBezTo>
                <a:cubicBezTo>
                  <a:pt x="1188262" y="111342"/>
                  <a:pt x="1192587" y="109262"/>
                  <a:pt x="1195898" y="105102"/>
                </a:cubicBezTo>
                <a:cubicBezTo>
                  <a:pt x="1200224" y="99663"/>
                  <a:pt x="1202386" y="92010"/>
                  <a:pt x="1202386" y="82143"/>
                </a:cubicBezTo>
                <a:cubicBezTo>
                  <a:pt x="1202386" y="70943"/>
                  <a:pt x="1199930" y="62331"/>
                  <a:pt x="1195017" y="56305"/>
                </a:cubicBezTo>
                <a:cubicBezTo>
                  <a:pt x="1191599" y="52144"/>
                  <a:pt x="1187541" y="50064"/>
                  <a:pt x="1182841" y="50064"/>
                </a:cubicBezTo>
                <a:cubicBezTo>
                  <a:pt x="1180278" y="50064"/>
                  <a:pt x="1177742" y="50704"/>
                  <a:pt x="1175232" y="51984"/>
                </a:cubicBezTo>
                <a:cubicBezTo>
                  <a:pt x="1173309" y="52944"/>
                  <a:pt x="1170132" y="55823"/>
                  <a:pt x="1165699" y="60623"/>
                </a:cubicBezTo>
                <a:close/>
                <a:moveTo>
                  <a:pt x="1248686" y="16341"/>
                </a:moveTo>
                <a:lnTo>
                  <a:pt x="1248686" y="40532"/>
                </a:lnTo>
                <a:lnTo>
                  <a:pt x="1265828" y="40532"/>
                </a:lnTo>
                <a:lnTo>
                  <a:pt x="1265828" y="46139"/>
                </a:lnTo>
                <a:lnTo>
                  <a:pt x="1248686" y="46139"/>
                </a:lnTo>
                <a:lnTo>
                  <a:pt x="1248686" y="93655"/>
                </a:lnTo>
                <a:cubicBezTo>
                  <a:pt x="1248686" y="98403"/>
                  <a:pt x="1249367" y="101603"/>
                  <a:pt x="1250728" y="103257"/>
                </a:cubicBezTo>
                <a:cubicBezTo>
                  <a:pt x="1252090" y="104909"/>
                  <a:pt x="1253839" y="105735"/>
                  <a:pt x="1255975" y="105735"/>
                </a:cubicBezTo>
                <a:cubicBezTo>
                  <a:pt x="1257737" y="105735"/>
                  <a:pt x="1259446" y="105188"/>
                  <a:pt x="1261102" y="104093"/>
                </a:cubicBezTo>
                <a:cubicBezTo>
                  <a:pt x="1262757" y="102998"/>
                  <a:pt x="1264039" y="101383"/>
                  <a:pt x="1264947" y="99247"/>
                </a:cubicBezTo>
                <a:lnTo>
                  <a:pt x="1268071" y="99247"/>
                </a:lnTo>
                <a:cubicBezTo>
                  <a:pt x="1266202" y="104495"/>
                  <a:pt x="1263558" y="108465"/>
                  <a:pt x="1260140" y="111155"/>
                </a:cubicBezTo>
                <a:cubicBezTo>
                  <a:pt x="1256723" y="113843"/>
                  <a:pt x="1253198" y="115187"/>
                  <a:pt x="1249567" y="115187"/>
                </a:cubicBezTo>
                <a:cubicBezTo>
                  <a:pt x="1247110" y="115187"/>
                  <a:pt x="1244707" y="114506"/>
                  <a:pt x="1242358" y="113142"/>
                </a:cubicBezTo>
                <a:cubicBezTo>
                  <a:pt x="1240008" y="111779"/>
                  <a:pt x="1238273" y="109828"/>
                  <a:pt x="1237151" y="107290"/>
                </a:cubicBezTo>
                <a:cubicBezTo>
                  <a:pt x="1236030" y="104750"/>
                  <a:pt x="1235469" y="100833"/>
                  <a:pt x="1235469" y="95540"/>
                </a:cubicBezTo>
                <a:lnTo>
                  <a:pt x="1235469" y="46139"/>
                </a:lnTo>
                <a:lnTo>
                  <a:pt x="1223854" y="46139"/>
                </a:lnTo>
                <a:lnTo>
                  <a:pt x="1223854" y="43496"/>
                </a:lnTo>
                <a:cubicBezTo>
                  <a:pt x="1226791" y="42317"/>
                  <a:pt x="1229795" y="40322"/>
                  <a:pt x="1232866" y="37510"/>
                </a:cubicBezTo>
                <a:cubicBezTo>
                  <a:pt x="1235936" y="34699"/>
                  <a:pt x="1238673" y="31364"/>
                  <a:pt x="1241076" y="27508"/>
                </a:cubicBezTo>
                <a:cubicBezTo>
                  <a:pt x="1242304" y="25473"/>
                  <a:pt x="1244013" y="21751"/>
                  <a:pt x="1246203" y="16341"/>
                </a:cubicBezTo>
                <a:lnTo>
                  <a:pt x="1248686" y="16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4C9CD-B6D5-4766-912A-D3DA5195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261" y="1482104"/>
            <a:ext cx="492150" cy="338353"/>
          </a:xfrm>
          <a:custGeom xmlns:a="http://schemas.openxmlformats.org/drawingml/2006/main">
            <a:pathLst>
              <a:path w="492150" h="338353">
                <a:moveTo>
                  <a:pt x="0" y="225569"/>
                </a:moveTo>
                <a:lnTo>
                  <a:pt x="0" y="112784"/>
                </a:lnTo>
                <a:lnTo>
                  <a:pt x="287087" y="112784"/>
                </a:lnTo>
                <a:lnTo>
                  <a:pt x="287087" y="0"/>
                </a:lnTo>
                <a:lnTo>
                  <a:pt x="492150" y="169176"/>
                </a:lnTo>
                <a:lnTo>
                  <a:pt x="287087" y="338353"/>
                </a:lnTo>
                <a:lnTo>
                  <a:pt x="287087" y="225569"/>
                </a:lnTo>
                <a:lnTo>
                  <a:pt x="0" y="225569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16E1F-082E-4752-8E00-DD376B91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261" y="1482104"/>
            <a:ext cx="492150" cy="338353"/>
          </a:xfrm>
          <a:custGeom xmlns:a="http://schemas.openxmlformats.org/drawingml/2006/main">
            <a:pathLst>
              <a:path w="492150" h="338353" fill="none">
                <a:moveTo>
                  <a:pt x="0" y="225569"/>
                </a:moveTo>
                <a:lnTo>
                  <a:pt x="0" y="112784"/>
                </a:lnTo>
                <a:lnTo>
                  <a:pt x="287087" y="112784"/>
                </a:lnTo>
                <a:lnTo>
                  <a:pt x="287087" y="0"/>
                </a:lnTo>
                <a:lnTo>
                  <a:pt x="492150" y="169176"/>
                </a:lnTo>
                <a:lnTo>
                  <a:pt x="287087" y="338353"/>
                </a:lnTo>
                <a:lnTo>
                  <a:pt x="287087" y="225569"/>
                </a:lnTo>
                <a:lnTo>
                  <a:pt x="0" y="22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14" name="Text Attributesof">
            <a:extLst xmlns:a="http://schemas.openxmlformats.org/drawingml/2006/main">
              <a:ext uri="{FF2B5EF4-FFF2-40B4-BE49-F238E27FC236}">
                <a16:creationId xmlns:a16="http://schemas.microsoft.com/office/drawing/2014/main" id="{B871B41D-8C31-4FDA-9D0A-C0A937BD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822" y="3056078"/>
            <a:ext cx="908413" cy="113265"/>
          </a:xfrm>
          <a:custGeom xmlns:a="http://schemas.openxmlformats.org/drawingml/2006/main">
            <a:pathLst>
              <a:path w="908413" h="113265">
                <a:moveTo>
                  <a:pt x="66966" y="79942"/>
                </a:moveTo>
                <a:lnTo>
                  <a:pt x="28597" y="79942"/>
                </a:lnTo>
                <a:lnTo>
                  <a:pt x="24031" y="90568"/>
                </a:lnTo>
                <a:cubicBezTo>
                  <a:pt x="22535" y="94131"/>
                  <a:pt x="21788" y="97073"/>
                  <a:pt x="21788" y="99395"/>
                </a:cubicBezTo>
                <a:cubicBezTo>
                  <a:pt x="21788" y="102470"/>
                  <a:pt x="23016" y="104737"/>
                  <a:pt x="25473" y="106196"/>
                </a:cubicBezTo>
                <a:cubicBezTo>
                  <a:pt x="26914" y="107059"/>
                  <a:pt x="30466" y="107706"/>
                  <a:pt x="36126" y="108138"/>
                </a:cubicBezTo>
                <a:lnTo>
                  <a:pt x="36126" y="111022"/>
                </a:lnTo>
                <a:lnTo>
                  <a:pt x="0" y="111022"/>
                </a:lnTo>
                <a:lnTo>
                  <a:pt x="0" y="108138"/>
                </a:lnTo>
                <a:cubicBezTo>
                  <a:pt x="3898" y="107546"/>
                  <a:pt x="7102" y="105915"/>
                  <a:pt x="9612" y="103247"/>
                </a:cubicBezTo>
                <a:cubicBezTo>
                  <a:pt x="12122" y="100577"/>
                  <a:pt x="15219" y="95063"/>
                  <a:pt x="18904" y="86706"/>
                </a:cubicBezTo>
                <a:lnTo>
                  <a:pt x="57754" y="0"/>
                </a:lnTo>
                <a:lnTo>
                  <a:pt x="59276" y="0"/>
                </a:lnTo>
                <a:lnTo>
                  <a:pt x="98446" y="89121"/>
                </a:lnTo>
                <a:cubicBezTo>
                  <a:pt x="102184" y="97646"/>
                  <a:pt x="105255" y="103013"/>
                  <a:pt x="107658" y="105225"/>
                </a:cubicBezTo>
                <a:cubicBezTo>
                  <a:pt x="109473" y="106897"/>
                  <a:pt x="112037" y="107868"/>
                  <a:pt x="115348" y="108138"/>
                </a:cubicBezTo>
                <a:lnTo>
                  <a:pt x="115348" y="111022"/>
                </a:lnTo>
                <a:lnTo>
                  <a:pt x="62800" y="111022"/>
                </a:lnTo>
                <a:lnTo>
                  <a:pt x="62800" y="108138"/>
                </a:lnTo>
                <a:lnTo>
                  <a:pt x="64963" y="108138"/>
                </a:lnTo>
                <a:cubicBezTo>
                  <a:pt x="69182" y="108138"/>
                  <a:pt x="72146" y="107541"/>
                  <a:pt x="73854" y="106346"/>
                </a:cubicBezTo>
                <a:cubicBezTo>
                  <a:pt x="75029" y="105478"/>
                  <a:pt x="75617" y="104229"/>
                  <a:pt x="75617" y="102599"/>
                </a:cubicBezTo>
                <a:cubicBezTo>
                  <a:pt x="75617" y="101622"/>
                  <a:pt x="75457" y="100618"/>
                  <a:pt x="75136" y="99585"/>
                </a:cubicBezTo>
                <a:cubicBezTo>
                  <a:pt x="75029" y="99098"/>
                  <a:pt x="74228" y="97062"/>
                  <a:pt x="72733" y="93477"/>
                </a:cubicBezTo>
                <a:lnTo>
                  <a:pt x="66966" y="79942"/>
                </a:lnTo>
                <a:moveTo>
                  <a:pt x="64242" y="74015"/>
                </a:moveTo>
                <a:lnTo>
                  <a:pt x="48061" y="36562"/>
                </a:lnTo>
                <a:lnTo>
                  <a:pt x="31400" y="74015"/>
                </a:lnTo>
                <a:lnTo>
                  <a:pt x="64242" y="74015"/>
                </a:lnTo>
                <a:close/>
                <a:moveTo>
                  <a:pt x="152407" y="8491"/>
                </a:moveTo>
                <a:lnTo>
                  <a:pt x="152407" y="36046"/>
                </a:lnTo>
                <a:lnTo>
                  <a:pt x="170190" y="36046"/>
                </a:lnTo>
                <a:lnTo>
                  <a:pt x="170190" y="43896"/>
                </a:lnTo>
                <a:lnTo>
                  <a:pt x="152407" y="43896"/>
                </a:lnTo>
                <a:lnTo>
                  <a:pt x="152407" y="90240"/>
                </a:lnTo>
                <a:cubicBezTo>
                  <a:pt x="152407" y="94578"/>
                  <a:pt x="152608" y="97375"/>
                  <a:pt x="153008" y="98634"/>
                </a:cubicBezTo>
                <a:cubicBezTo>
                  <a:pt x="153409" y="99892"/>
                  <a:pt x="154116" y="100910"/>
                  <a:pt x="155131" y="101688"/>
                </a:cubicBezTo>
                <a:cubicBezTo>
                  <a:pt x="156146" y="102464"/>
                  <a:pt x="157080" y="102852"/>
                  <a:pt x="157934" y="102852"/>
                </a:cubicBezTo>
                <a:cubicBezTo>
                  <a:pt x="161406" y="102852"/>
                  <a:pt x="164690" y="100181"/>
                  <a:pt x="167787" y="94841"/>
                </a:cubicBezTo>
                <a:lnTo>
                  <a:pt x="170190" y="96621"/>
                </a:lnTo>
                <a:cubicBezTo>
                  <a:pt x="165865" y="106969"/>
                  <a:pt x="158842" y="112143"/>
                  <a:pt x="149123" y="112143"/>
                </a:cubicBezTo>
                <a:cubicBezTo>
                  <a:pt x="144370" y="112143"/>
                  <a:pt x="140352" y="110818"/>
                  <a:pt x="137068" y="108166"/>
                </a:cubicBezTo>
                <a:cubicBezTo>
                  <a:pt x="133784" y="105512"/>
                  <a:pt x="131688" y="102551"/>
                  <a:pt x="130780" y="99282"/>
                </a:cubicBezTo>
                <a:cubicBezTo>
                  <a:pt x="130246" y="97460"/>
                  <a:pt x="129979" y="92529"/>
                  <a:pt x="129979" y="84491"/>
                </a:cubicBezTo>
                <a:lnTo>
                  <a:pt x="129979" y="43896"/>
                </a:lnTo>
                <a:lnTo>
                  <a:pt x="120206" y="43896"/>
                </a:lnTo>
                <a:lnTo>
                  <a:pt x="120206" y="41085"/>
                </a:lnTo>
                <a:cubicBezTo>
                  <a:pt x="126935" y="36322"/>
                  <a:pt x="132662" y="31318"/>
                  <a:pt x="137388" y="26073"/>
                </a:cubicBezTo>
                <a:cubicBezTo>
                  <a:pt x="142114" y="20828"/>
                  <a:pt x="146240" y="14967"/>
                  <a:pt x="149764" y="8491"/>
                </a:cubicBezTo>
                <a:lnTo>
                  <a:pt x="152407" y="8491"/>
                </a:lnTo>
                <a:close/>
                <a:moveTo>
                  <a:pt x="207037" y="8491"/>
                </a:moveTo>
                <a:lnTo>
                  <a:pt x="207037" y="36046"/>
                </a:lnTo>
                <a:lnTo>
                  <a:pt x="224819" y="36046"/>
                </a:lnTo>
                <a:lnTo>
                  <a:pt x="224819" y="43896"/>
                </a:lnTo>
                <a:lnTo>
                  <a:pt x="207037" y="43896"/>
                </a:lnTo>
                <a:lnTo>
                  <a:pt x="207037" y="90240"/>
                </a:lnTo>
                <a:cubicBezTo>
                  <a:pt x="207037" y="94578"/>
                  <a:pt x="207237" y="97375"/>
                  <a:pt x="207637" y="98634"/>
                </a:cubicBezTo>
                <a:cubicBezTo>
                  <a:pt x="208038" y="99892"/>
                  <a:pt x="208745" y="100910"/>
                  <a:pt x="209760" y="101688"/>
                </a:cubicBezTo>
                <a:cubicBezTo>
                  <a:pt x="210775" y="102464"/>
                  <a:pt x="211709" y="102852"/>
                  <a:pt x="212564" y="102852"/>
                </a:cubicBezTo>
                <a:cubicBezTo>
                  <a:pt x="216035" y="102852"/>
                  <a:pt x="219319" y="100181"/>
                  <a:pt x="222416" y="94841"/>
                </a:cubicBezTo>
                <a:lnTo>
                  <a:pt x="224819" y="96621"/>
                </a:lnTo>
                <a:cubicBezTo>
                  <a:pt x="220494" y="106969"/>
                  <a:pt x="213471" y="112143"/>
                  <a:pt x="203752" y="112143"/>
                </a:cubicBezTo>
                <a:cubicBezTo>
                  <a:pt x="199000" y="112143"/>
                  <a:pt x="194981" y="110818"/>
                  <a:pt x="191697" y="108166"/>
                </a:cubicBezTo>
                <a:cubicBezTo>
                  <a:pt x="188413" y="105512"/>
                  <a:pt x="186317" y="102551"/>
                  <a:pt x="185409" y="99282"/>
                </a:cubicBezTo>
                <a:cubicBezTo>
                  <a:pt x="184875" y="97460"/>
                  <a:pt x="184608" y="92529"/>
                  <a:pt x="184608" y="84491"/>
                </a:cubicBezTo>
                <a:lnTo>
                  <a:pt x="184608" y="43896"/>
                </a:lnTo>
                <a:lnTo>
                  <a:pt x="174835" y="43896"/>
                </a:lnTo>
                <a:lnTo>
                  <a:pt x="174835" y="41085"/>
                </a:lnTo>
                <a:cubicBezTo>
                  <a:pt x="181564" y="36322"/>
                  <a:pt x="187291" y="31318"/>
                  <a:pt x="192017" y="26073"/>
                </a:cubicBezTo>
                <a:cubicBezTo>
                  <a:pt x="196743" y="20828"/>
                  <a:pt x="200869" y="14967"/>
                  <a:pt x="204393" y="8491"/>
                </a:cubicBezTo>
                <a:lnTo>
                  <a:pt x="207037" y="8491"/>
                </a:lnTo>
                <a:close/>
                <a:moveTo>
                  <a:pt x="263027" y="36046"/>
                </a:moveTo>
                <a:lnTo>
                  <a:pt x="263027" y="53028"/>
                </a:lnTo>
                <a:cubicBezTo>
                  <a:pt x="267993" y="45285"/>
                  <a:pt x="272345" y="40145"/>
                  <a:pt x="276083" y="37608"/>
                </a:cubicBezTo>
                <a:cubicBezTo>
                  <a:pt x="279821" y="35072"/>
                  <a:pt x="283426" y="33803"/>
                  <a:pt x="286897" y="33803"/>
                </a:cubicBezTo>
                <a:cubicBezTo>
                  <a:pt x="289888" y="33803"/>
                  <a:pt x="292277" y="34728"/>
                  <a:pt x="294066" y="36577"/>
                </a:cubicBezTo>
                <a:cubicBezTo>
                  <a:pt x="295855" y="38426"/>
                  <a:pt x="296750" y="41038"/>
                  <a:pt x="296750" y="44414"/>
                </a:cubicBezTo>
                <a:cubicBezTo>
                  <a:pt x="296750" y="48006"/>
                  <a:pt x="295882" y="50793"/>
                  <a:pt x="294146" y="52778"/>
                </a:cubicBezTo>
                <a:cubicBezTo>
                  <a:pt x="292411" y="54760"/>
                  <a:pt x="290315" y="55751"/>
                  <a:pt x="287858" y="55751"/>
                </a:cubicBezTo>
                <a:cubicBezTo>
                  <a:pt x="285028" y="55751"/>
                  <a:pt x="282572" y="54843"/>
                  <a:pt x="280489" y="53028"/>
                </a:cubicBezTo>
                <a:cubicBezTo>
                  <a:pt x="278406" y="51212"/>
                  <a:pt x="277178" y="50198"/>
                  <a:pt x="276804" y="49984"/>
                </a:cubicBezTo>
                <a:cubicBezTo>
                  <a:pt x="276270" y="49664"/>
                  <a:pt x="275656" y="49503"/>
                  <a:pt x="274962" y="49503"/>
                </a:cubicBezTo>
                <a:cubicBezTo>
                  <a:pt x="273413" y="49503"/>
                  <a:pt x="271945" y="50091"/>
                  <a:pt x="270556" y="51266"/>
                </a:cubicBezTo>
                <a:cubicBezTo>
                  <a:pt x="268367" y="53081"/>
                  <a:pt x="266711" y="55671"/>
                  <a:pt x="265590" y="59036"/>
                </a:cubicBezTo>
                <a:cubicBezTo>
                  <a:pt x="263881" y="64215"/>
                  <a:pt x="263027" y="69929"/>
                  <a:pt x="263027" y="76177"/>
                </a:cubicBezTo>
                <a:lnTo>
                  <a:pt x="263027" y="93399"/>
                </a:lnTo>
                <a:lnTo>
                  <a:pt x="263107" y="97885"/>
                </a:lnTo>
                <a:cubicBezTo>
                  <a:pt x="263107" y="100929"/>
                  <a:pt x="263294" y="102878"/>
                  <a:pt x="263667" y="103733"/>
                </a:cubicBezTo>
                <a:cubicBezTo>
                  <a:pt x="264308" y="105175"/>
                  <a:pt x="265256" y="106229"/>
                  <a:pt x="266511" y="106897"/>
                </a:cubicBezTo>
                <a:cubicBezTo>
                  <a:pt x="267766" y="107564"/>
                  <a:pt x="269889" y="107978"/>
                  <a:pt x="272879" y="108138"/>
                </a:cubicBezTo>
                <a:lnTo>
                  <a:pt x="272879" y="111022"/>
                </a:lnTo>
                <a:lnTo>
                  <a:pt x="232427" y="111022"/>
                </a:lnTo>
                <a:lnTo>
                  <a:pt x="232427" y="108138"/>
                </a:lnTo>
                <a:cubicBezTo>
                  <a:pt x="235685" y="107871"/>
                  <a:pt x="237888" y="106977"/>
                  <a:pt x="239036" y="105455"/>
                </a:cubicBezTo>
                <a:cubicBezTo>
                  <a:pt x="240184" y="103933"/>
                  <a:pt x="240758" y="99914"/>
                  <a:pt x="240758" y="93399"/>
                </a:cubicBezTo>
                <a:lnTo>
                  <a:pt x="240758" y="51906"/>
                </a:lnTo>
                <a:cubicBezTo>
                  <a:pt x="240758" y="47608"/>
                  <a:pt x="240544" y="44867"/>
                  <a:pt x="240117" y="43686"/>
                </a:cubicBezTo>
                <a:cubicBezTo>
                  <a:pt x="239583" y="42181"/>
                  <a:pt x="238809" y="41079"/>
                  <a:pt x="237794" y="40382"/>
                </a:cubicBezTo>
                <a:cubicBezTo>
                  <a:pt x="236780" y="39682"/>
                  <a:pt x="234991" y="39198"/>
                  <a:pt x="232427" y="38930"/>
                </a:cubicBezTo>
                <a:lnTo>
                  <a:pt x="232427" y="36046"/>
                </a:lnTo>
                <a:lnTo>
                  <a:pt x="263027" y="36046"/>
                </a:lnTo>
                <a:close/>
                <a:moveTo>
                  <a:pt x="322808" y="0"/>
                </a:moveTo>
                <a:cubicBezTo>
                  <a:pt x="326279" y="0"/>
                  <a:pt x="329216" y="1219"/>
                  <a:pt x="331619" y="3657"/>
                </a:cubicBezTo>
                <a:cubicBezTo>
                  <a:pt x="334022" y="6094"/>
                  <a:pt x="335224" y="9027"/>
                  <a:pt x="335224" y="12456"/>
                </a:cubicBezTo>
                <a:cubicBezTo>
                  <a:pt x="335224" y="15885"/>
                  <a:pt x="334009" y="18806"/>
                  <a:pt x="331579" y="21217"/>
                </a:cubicBezTo>
                <a:cubicBezTo>
                  <a:pt x="329149" y="23627"/>
                  <a:pt x="326226" y="24832"/>
                  <a:pt x="322808" y="24832"/>
                </a:cubicBezTo>
                <a:cubicBezTo>
                  <a:pt x="319390" y="24832"/>
                  <a:pt x="316480" y="23627"/>
                  <a:pt x="314077" y="21217"/>
                </a:cubicBezTo>
                <a:cubicBezTo>
                  <a:pt x="311674" y="18806"/>
                  <a:pt x="310472" y="15885"/>
                  <a:pt x="310472" y="12456"/>
                </a:cubicBezTo>
                <a:cubicBezTo>
                  <a:pt x="310472" y="9027"/>
                  <a:pt x="311674" y="6094"/>
                  <a:pt x="314077" y="3657"/>
                </a:cubicBezTo>
                <a:cubicBezTo>
                  <a:pt x="316480" y="1219"/>
                  <a:pt x="319390" y="0"/>
                  <a:pt x="322808" y="0"/>
                </a:cubicBezTo>
                <a:moveTo>
                  <a:pt x="334022" y="36046"/>
                </a:moveTo>
                <a:lnTo>
                  <a:pt x="334022" y="95482"/>
                </a:lnTo>
                <a:cubicBezTo>
                  <a:pt x="334022" y="100769"/>
                  <a:pt x="334637" y="104147"/>
                  <a:pt x="335865" y="105615"/>
                </a:cubicBezTo>
                <a:cubicBezTo>
                  <a:pt x="337093" y="107084"/>
                  <a:pt x="339496" y="107925"/>
                  <a:pt x="343074" y="108138"/>
                </a:cubicBezTo>
                <a:lnTo>
                  <a:pt x="343074" y="111022"/>
                </a:lnTo>
                <a:lnTo>
                  <a:pt x="302622" y="111022"/>
                </a:lnTo>
                <a:lnTo>
                  <a:pt x="302622" y="108138"/>
                </a:lnTo>
                <a:cubicBezTo>
                  <a:pt x="305933" y="108032"/>
                  <a:pt x="308390" y="107070"/>
                  <a:pt x="309992" y="105255"/>
                </a:cubicBezTo>
                <a:cubicBezTo>
                  <a:pt x="311060" y="104026"/>
                  <a:pt x="311594" y="100769"/>
                  <a:pt x="311594" y="95482"/>
                </a:cubicBezTo>
                <a:lnTo>
                  <a:pt x="311594" y="51746"/>
                </a:lnTo>
                <a:cubicBezTo>
                  <a:pt x="311594" y="46393"/>
                  <a:pt x="310980" y="42972"/>
                  <a:pt x="309751" y="41486"/>
                </a:cubicBezTo>
                <a:cubicBezTo>
                  <a:pt x="308523" y="39999"/>
                  <a:pt x="306147" y="39147"/>
                  <a:pt x="302622" y="38930"/>
                </a:cubicBezTo>
                <a:lnTo>
                  <a:pt x="302622" y="36046"/>
                </a:lnTo>
                <a:lnTo>
                  <a:pt x="334022" y="36046"/>
                </a:lnTo>
                <a:close/>
                <a:moveTo>
                  <a:pt x="379388" y="2403"/>
                </a:moveTo>
                <a:lnTo>
                  <a:pt x="379388" y="43576"/>
                </a:lnTo>
                <a:cubicBezTo>
                  <a:pt x="385689" y="37061"/>
                  <a:pt x="392578" y="33803"/>
                  <a:pt x="400054" y="33803"/>
                </a:cubicBezTo>
                <a:cubicBezTo>
                  <a:pt x="405181" y="33803"/>
                  <a:pt x="410014" y="35314"/>
                  <a:pt x="414553" y="38334"/>
                </a:cubicBezTo>
                <a:cubicBezTo>
                  <a:pt x="419092" y="41355"/>
                  <a:pt x="422643" y="45644"/>
                  <a:pt x="425206" y="51203"/>
                </a:cubicBezTo>
                <a:cubicBezTo>
                  <a:pt x="427770" y="56762"/>
                  <a:pt x="429051" y="63177"/>
                  <a:pt x="429051" y="70448"/>
                </a:cubicBezTo>
                <a:cubicBezTo>
                  <a:pt x="429051" y="78626"/>
                  <a:pt x="427423" y="86057"/>
                  <a:pt x="424165" y="92739"/>
                </a:cubicBezTo>
                <a:cubicBezTo>
                  <a:pt x="420908" y="99420"/>
                  <a:pt x="416555" y="104512"/>
                  <a:pt x="411108" y="108013"/>
                </a:cubicBezTo>
                <a:cubicBezTo>
                  <a:pt x="405661" y="111514"/>
                  <a:pt x="399440" y="113265"/>
                  <a:pt x="392444" y="113265"/>
                </a:cubicBezTo>
                <a:cubicBezTo>
                  <a:pt x="388386" y="113265"/>
                  <a:pt x="384781" y="112624"/>
                  <a:pt x="381631" y="111342"/>
                </a:cubicBezTo>
                <a:cubicBezTo>
                  <a:pt x="378480" y="110061"/>
                  <a:pt x="375383" y="107978"/>
                  <a:pt x="372339" y="105094"/>
                </a:cubicBezTo>
                <a:lnTo>
                  <a:pt x="359923" y="113265"/>
                </a:lnTo>
                <a:lnTo>
                  <a:pt x="357199" y="113265"/>
                </a:lnTo>
                <a:lnTo>
                  <a:pt x="357199" y="17943"/>
                </a:lnTo>
                <a:cubicBezTo>
                  <a:pt x="357199" y="13589"/>
                  <a:pt x="357012" y="10902"/>
                  <a:pt x="356639" y="9883"/>
                </a:cubicBezTo>
                <a:cubicBezTo>
                  <a:pt x="356105" y="8377"/>
                  <a:pt x="355264" y="7262"/>
                  <a:pt x="354115" y="6536"/>
                </a:cubicBezTo>
                <a:cubicBezTo>
                  <a:pt x="352967" y="5810"/>
                  <a:pt x="351032" y="5394"/>
                  <a:pt x="348308" y="5287"/>
                </a:cubicBezTo>
                <a:lnTo>
                  <a:pt x="348308" y="2403"/>
                </a:lnTo>
                <a:lnTo>
                  <a:pt x="379388" y="2403"/>
                </a:lnTo>
                <a:moveTo>
                  <a:pt x="379388" y="50715"/>
                </a:moveTo>
                <a:lnTo>
                  <a:pt x="379388" y="84078"/>
                </a:lnTo>
                <a:cubicBezTo>
                  <a:pt x="379388" y="90868"/>
                  <a:pt x="379548" y="95199"/>
                  <a:pt x="379868" y="97072"/>
                </a:cubicBezTo>
                <a:cubicBezTo>
                  <a:pt x="380402" y="100226"/>
                  <a:pt x="381684" y="102779"/>
                  <a:pt x="383713" y="104731"/>
                </a:cubicBezTo>
                <a:cubicBezTo>
                  <a:pt x="385743" y="106682"/>
                  <a:pt x="388333" y="107658"/>
                  <a:pt x="391483" y="107658"/>
                </a:cubicBezTo>
                <a:cubicBezTo>
                  <a:pt x="394207" y="107658"/>
                  <a:pt x="396543" y="106883"/>
                  <a:pt x="398492" y="105332"/>
                </a:cubicBezTo>
                <a:cubicBezTo>
                  <a:pt x="400441" y="103782"/>
                  <a:pt x="402070" y="100708"/>
                  <a:pt x="403378" y="96110"/>
                </a:cubicBezTo>
                <a:cubicBezTo>
                  <a:pt x="404687" y="91511"/>
                  <a:pt x="405341" y="83223"/>
                  <a:pt x="405341" y="71246"/>
                </a:cubicBezTo>
                <a:cubicBezTo>
                  <a:pt x="405341" y="59750"/>
                  <a:pt x="403899" y="51863"/>
                  <a:pt x="401015" y="47586"/>
                </a:cubicBezTo>
                <a:cubicBezTo>
                  <a:pt x="398933" y="44485"/>
                  <a:pt x="396129" y="42935"/>
                  <a:pt x="392605" y="42935"/>
                </a:cubicBezTo>
                <a:cubicBezTo>
                  <a:pt x="388012" y="42935"/>
                  <a:pt x="383607" y="45528"/>
                  <a:pt x="379388" y="50715"/>
                </a:cubicBezTo>
                <a:close/>
                <a:moveTo>
                  <a:pt x="513935" y="36046"/>
                </a:moveTo>
                <a:lnTo>
                  <a:pt x="513935" y="94681"/>
                </a:lnTo>
                <a:cubicBezTo>
                  <a:pt x="513935" y="100430"/>
                  <a:pt x="514469" y="104016"/>
                  <a:pt x="515537" y="105440"/>
                </a:cubicBezTo>
                <a:cubicBezTo>
                  <a:pt x="516605" y="106863"/>
                  <a:pt x="518768" y="107763"/>
                  <a:pt x="522026" y="108138"/>
                </a:cubicBezTo>
                <a:lnTo>
                  <a:pt x="522026" y="111022"/>
                </a:lnTo>
                <a:lnTo>
                  <a:pt x="491506" y="111022"/>
                </a:lnTo>
                <a:lnTo>
                  <a:pt x="491506" y="101009"/>
                </a:lnTo>
                <a:cubicBezTo>
                  <a:pt x="487929" y="105281"/>
                  <a:pt x="484351" y="108392"/>
                  <a:pt x="480773" y="110341"/>
                </a:cubicBezTo>
                <a:cubicBezTo>
                  <a:pt x="477195" y="112290"/>
                  <a:pt x="473190" y="113265"/>
                  <a:pt x="468757" y="113265"/>
                </a:cubicBezTo>
                <a:cubicBezTo>
                  <a:pt x="464539" y="113265"/>
                  <a:pt x="460787" y="111970"/>
                  <a:pt x="457503" y="109380"/>
                </a:cubicBezTo>
                <a:cubicBezTo>
                  <a:pt x="454219" y="106790"/>
                  <a:pt x="452016" y="103759"/>
                  <a:pt x="450895" y="100288"/>
                </a:cubicBezTo>
                <a:cubicBezTo>
                  <a:pt x="449773" y="96817"/>
                  <a:pt x="449212" y="90756"/>
                  <a:pt x="449212" y="82105"/>
                </a:cubicBezTo>
                <a:lnTo>
                  <a:pt x="449212" y="52387"/>
                </a:lnTo>
                <a:cubicBezTo>
                  <a:pt x="449212" y="46658"/>
                  <a:pt x="448692" y="43091"/>
                  <a:pt x="447650" y="41686"/>
                </a:cubicBezTo>
                <a:cubicBezTo>
                  <a:pt x="446609" y="40281"/>
                  <a:pt x="444433" y="39362"/>
                  <a:pt x="441122" y="38930"/>
                </a:cubicBezTo>
                <a:lnTo>
                  <a:pt x="441122" y="36046"/>
                </a:lnTo>
                <a:lnTo>
                  <a:pt x="471641" y="36046"/>
                </a:lnTo>
                <a:lnTo>
                  <a:pt x="471641" y="87294"/>
                </a:lnTo>
                <a:cubicBezTo>
                  <a:pt x="471641" y="92641"/>
                  <a:pt x="471895" y="96090"/>
                  <a:pt x="472402" y="97640"/>
                </a:cubicBezTo>
                <a:cubicBezTo>
                  <a:pt x="472909" y="99190"/>
                  <a:pt x="473710" y="100367"/>
                  <a:pt x="474805" y="101169"/>
                </a:cubicBezTo>
                <a:cubicBezTo>
                  <a:pt x="475900" y="101970"/>
                  <a:pt x="477168" y="102371"/>
                  <a:pt x="478610" y="102371"/>
                </a:cubicBezTo>
                <a:cubicBezTo>
                  <a:pt x="480532" y="102371"/>
                  <a:pt x="482268" y="101864"/>
                  <a:pt x="483817" y="100849"/>
                </a:cubicBezTo>
                <a:cubicBezTo>
                  <a:pt x="485953" y="99461"/>
                  <a:pt x="488516" y="96657"/>
                  <a:pt x="491506" y="92438"/>
                </a:cubicBezTo>
                <a:lnTo>
                  <a:pt x="491506" y="52387"/>
                </a:lnTo>
                <a:cubicBezTo>
                  <a:pt x="491506" y="46658"/>
                  <a:pt x="490986" y="43091"/>
                  <a:pt x="489944" y="41686"/>
                </a:cubicBezTo>
                <a:cubicBezTo>
                  <a:pt x="488903" y="40281"/>
                  <a:pt x="486727" y="39362"/>
                  <a:pt x="483416" y="38930"/>
                </a:cubicBezTo>
                <a:lnTo>
                  <a:pt x="483416" y="36046"/>
                </a:lnTo>
                <a:lnTo>
                  <a:pt x="513935" y="36046"/>
                </a:lnTo>
                <a:close/>
                <a:moveTo>
                  <a:pt x="562532" y="8491"/>
                </a:moveTo>
                <a:lnTo>
                  <a:pt x="562532" y="36046"/>
                </a:lnTo>
                <a:lnTo>
                  <a:pt x="580315" y="36046"/>
                </a:lnTo>
                <a:lnTo>
                  <a:pt x="580315" y="43896"/>
                </a:lnTo>
                <a:lnTo>
                  <a:pt x="562532" y="43896"/>
                </a:lnTo>
                <a:lnTo>
                  <a:pt x="562532" y="90240"/>
                </a:lnTo>
                <a:cubicBezTo>
                  <a:pt x="562532" y="94578"/>
                  <a:pt x="562732" y="97375"/>
                  <a:pt x="563133" y="98634"/>
                </a:cubicBezTo>
                <a:cubicBezTo>
                  <a:pt x="563533" y="99892"/>
                  <a:pt x="564241" y="100910"/>
                  <a:pt x="565256" y="101688"/>
                </a:cubicBezTo>
                <a:cubicBezTo>
                  <a:pt x="566270" y="102464"/>
                  <a:pt x="567205" y="102852"/>
                  <a:pt x="568059" y="102852"/>
                </a:cubicBezTo>
                <a:cubicBezTo>
                  <a:pt x="571530" y="102852"/>
                  <a:pt x="574814" y="100181"/>
                  <a:pt x="577912" y="94841"/>
                </a:cubicBezTo>
                <a:lnTo>
                  <a:pt x="580315" y="96621"/>
                </a:lnTo>
                <a:cubicBezTo>
                  <a:pt x="575989" y="106969"/>
                  <a:pt x="568967" y="112143"/>
                  <a:pt x="559248" y="112143"/>
                </a:cubicBezTo>
                <a:cubicBezTo>
                  <a:pt x="554495" y="112143"/>
                  <a:pt x="550477" y="110818"/>
                  <a:pt x="547192" y="108166"/>
                </a:cubicBezTo>
                <a:cubicBezTo>
                  <a:pt x="543908" y="105512"/>
                  <a:pt x="541812" y="102551"/>
                  <a:pt x="540904" y="99282"/>
                </a:cubicBezTo>
                <a:cubicBezTo>
                  <a:pt x="540370" y="97460"/>
                  <a:pt x="540103" y="92529"/>
                  <a:pt x="540103" y="84491"/>
                </a:cubicBezTo>
                <a:lnTo>
                  <a:pt x="540103" y="43896"/>
                </a:lnTo>
                <a:lnTo>
                  <a:pt x="530331" y="43896"/>
                </a:lnTo>
                <a:lnTo>
                  <a:pt x="530331" y="41085"/>
                </a:lnTo>
                <a:cubicBezTo>
                  <a:pt x="537059" y="36322"/>
                  <a:pt x="542787" y="31318"/>
                  <a:pt x="547513" y="26073"/>
                </a:cubicBezTo>
                <a:cubicBezTo>
                  <a:pt x="552239" y="20828"/>
                  <a:pt x="556364" y="14967"/>
                  <a:pt x="559889" y="8491"/>
                </a:cubicBezTo>
                <a:lnTo>
                  <a:pt x="562532" y="8491"/>
                </a:lnTo>
                <a:close/>
                <a:moveTo>
                  <a:pt x="650884" y="70811"/>
                </a:moveTo>
                <a:lnTo>
                  <a:pt x="609791" y="70811"/>
                </a:lnTo>
                <a:cubicBezTo>
                  <a:pt x="610272" y="80770"/>
                  <a:pt x="612915" y="88641"/>
                  <a:pt x="617722" y="94423"/>
                </a:cubicBezTo>
                <a:cubicBezTo>
                  <a:pt x="621406" y="98867"/>
                  <a:pt x="625839" y="101089"/>
                  <a:pt x="631019" y="101089"/>
                </a:cubicBezTo>
                <a:cubicBezTo>
                  <a:pt x="634223" y="101089"/>
                  <a:pt x="637133" y="100195"/>
                  <a:pt x="639750" y="98406"/>
                </a:cubicBezTo>
                <a:cubicBezTo>
                  <a:pt x="642366" y="96617"/>
                  <a:pt x="645170" y="93399"/>
                  <a:pt x="648161" y="88754"/>
                </a:cubicBezTo>
                <a:lnTo>
                  <a:pt x="650884" y="90516"/>
                </a:lnTo>
                <a:cubicBezTo>
                  <a:pt x="646826" y="98793"/>
                  <a:pt x="642340" y="104654"/>
                  <a:pt x="637427" y="108098"/>
                </a:cubicBezTo>
                <a:cubicBezTo>
                  <a:pt x="632514" y="111543"/>
                  <a:pt x="626827" y="113265"/>
                  <a:pt x="620365" y="113265"/>
                </a:cubicBezTo>
                <a:cubicBezTo>
                  <a:pt x="609257" y="113265"/>
                  <a:pt x="600847" y="108989"/>
                  <a:pt x="595133" y="100436"/>
                </a:cubicBezTo>
                <a:cubicBezTo>
                  <a:pt x="590540" y="93540"/>
                  <a:pt x="588244" y="84988"/>
                  <a:pt x="588244" y="74778"/>
                </a:cubicBezTo>
                <a:cubicBezTo>
                  <a:pt x="588244" y="62269"/>
                  <a:pt x="591622" y="52313"/>
                  <a:pt x="598377" y="44910"/>
                </a:cubicBezTo>
                <a:cubicBezTo>
                  <a:pt x="605132" y="37505"/>
                  <a:pt x="613049" y="33803"/>
                  <a:pt x="622127" y="33803"/>
                </a:cubicBezTo>
                <a:cubicBezTo>
                  <a:pt x="629710" y="33803"/>
                  <a:pt x="636292" y="36914"/>
                  <a:pt x="641873" y="43135"/>
                </a:cubicBezTo>
                <a:cubicBezTo>
                  <a:pt x="647453" y="49356"/>
                  <a:pt x="650457" y="58582"/>
                  <a:pt x="650884" y="70811"/>
                </a:cubicBezTo>
                <a:moveTo>
                  <a:pt x="631179" y="65524"/>
                </a:moveTo>
                <a:cubicBezTo>
                  <a:pt x="631179" y="56926"/>
                  <a:pt x="630712" y="51025"/>
                  <a:pt x="629777" y="47821"/>
                </a:cubicBezTo>
                <a:cubicBezTo>
                  <a:pt x="628843" y="44617"/>
                  <a:pt x="627387" y="42187"/>
                  <a:pt x="625411" y="40532"/>
                </a:cubicBezTo>
                <a:cubicBezTo>
                  <a:pt x="624290" y="39571"/>
                  <a:pt x="622795" y="39090"/>
                  <a:pt x="620926" y="39090"/>
                </a:cubicBezTo>
                <a:cubicBezTo>
                  <a:pt x="618149" y="39090"/>
                  <a:pt x="615879" y="40452"/>
                  <a:pt x="614117" y="43175"/>
                </a:cubicBezTo>
                <a:cubicBezTo>
                  <a:pt x="610966" y="47928"/>
                  <a:pt x="609391" y="54443"/>
                  <a:pt x="609391" y="62720"/>
                </a:cubicBezTo>
                <a:lnTo>
                  <a:pt x="609391" y="65524"/>
                </a:lnTo>
                <a:lnTo>
                  <a:pt x="631179" y="65524"/>
                </a:lnTo>
                <a:close/>
                <a:moveTo>
                  <a:pt x="707622" y="34124"/>
                </a:moveTo>
                <a:lnTo>
                  <a:pt x="708824" y="59756"/>
                </a:lnTo>
                <a:lnTo>
                  <a:pt x="706100" y="59756"/>
                </a:lnTo>
                <a:cubicBezTo>
                  <a:pt x="702843" y="52112"/>
                  <a:pt x="699465" y="46890"/>
                  <a:pt x="695967" y="44091"/>
                </a:cubicBezTo>
                <a:cubicBezTo>
                  <a:pt x="692470" y="41291"/>
                  <a:pt x="688985" y="39891"/>
                  <a:pt x="685514" y="39891"/>
                </a:cubicBezTo>
                <a:cubicBezTo>
                  <a:pt x="683325" y="39891"/>
                  <a:pt x="681455" y="40625"/>
                  <a:pt x="679907" y="42094"/>
                </a:cubicBezTo>
                <a:cubicBezTo>
                  <a:pt x="678358" y="43562"/>
                  <a:pt x="677584" y="45258"/>
                  <a:pt x="677584" y="47180"/>
                </a:cubicBezTo>
                <a:cubicBezTo>
                  <a:pt x="677584" y="48622"/>
                  <a:pt x="678118" y="50011"/>
                  <a:pt x="679186" y="51346"/>
                </a:cubicBezTo>
                <a:cubicBezTo>
                  <a:pt x="680895" y="53535"/>
                  <a:pt x="685674" y="57287"/>
                  <a:pt x="693524" y="62600"/>
                </a:cubicBezTo>
                <a:cubicBezTo>
                  <a:pt x="701374" y="67914"/>
                  <a:pt x="706541" y="72426"/>
                  <a:pt x="709024" y="76137"/>
                </a:cubicBezTo>
                <a:cubicBezTo>
                  <a:pt x="711507" y="79849"/>
                  <a:pt x="712749" y="84001"/>
                  <a:pt x="712749" y="88593"/>
                </a:cubicBezTo>
                <a:cubicBezTo>
                  <a:pt x="712749" y="92759"/>
                  <a:pt x="711707" y="96844"/>
                  <a:pt x="709625" y="100849"/>
                </a:cubicBezTo>
                <a:cubicBezTo>
                  <a:pt x="707542" y="104854"/>
                  <a:pt x="704605" y="107925"/>
                  <a:pt x="700814" y="110061"/>
                </a:cubicBezTo>
                <a:cubicBezTo>
                  <a:pt x="697022" y="112197"/>
                  <a:pt x="692830" y="113265"/>
                  <a:pt x="688237" y="113265"/>
                </a:cubicBezTo>
                <a:cubicBezTo>
                  <a:pt x="684660" y="113265"/>
                  <a:pt x="679880" y="112123"/>
                  <a:pt x="673899" y="109838"/>
                </a:cubicBezTo>
                <a:cubicBezTo>
                  <a:pt x="672297" y="109239"/>
                  <a:pt x="671202" y="108939"/>
                  <a:pt x="670615" y="108939"/>
                </a:cubicBezTo>
                <a:cubicBezTo>
                  <a:pt x="668853" y="108939"/>
                  <a:pt x="667384" y="110274"/>
                  <a:pt x="666209" y="112944"/>
                </a:cubicBezTo>
                <a:lnTo>
                  <a:pt x="663566" y="112944"/>
                </a:lnTo>
                <a:lnTo>
                  <a:pt x="662284" y="86030"/>
                </a:lnTo>
                <a:lnTo>
                  <a:pt x="665008" y="86030"/>
                </a:lnTo>
                <a:cubicBezTo>
                  <a:pt x="667411" y="93079"/>
                  <a:pt x="670708" y="98366"/>
                  <a:pt x="674900" y="101890"/>
                </a:cubicBezTo>
                <a:cubicBezTo>
                  <a:pt x="679092" y="105415"/>
                  <a:pt x="683058" y="107177"/>
                  <a:pt x="686796" y="107177"/>
                </a:cubicBezTo>
                <a:cubicBezTo>
                  <a:pt x="689359" y="107177"/>
                  <a:pt x="691455" y="106389"/>
                  <a:pt x="693084" y="104814"/>
                </a:cubicBezTo>
                <a:cubicBezTo>
                  <a:pt x="694712" y="103239"/>
                  <a:pt x="695527" y="101330"/>
                  <a:pt x="695527" y="99087"/>
                </a:cubicBezTo>
                <a:cubicBezTo>
                  <a:pt x="695527" y="96523"/>
                  <a:pt x="694726" y="94307"/>
                  <a:pt x="693124" y="92438"/>
                </a:cubicBezTo>
                <a:cubicBezTo>
                  <a:pt x="691522" y="90569"/>
                  <a:pt x="687944" y="87739"/>
                  <a:pt x="682390" y="83947"/>
                </a:cubicBezTo>
                <a:cubicBezTo>
                  <a:pt x="674220" y="78287"/>
                  <a:pt x="668933" y="73961"/>
                  <a:pt x="666530" y="70971"/>
                </a:cubicBezTo>
                <a:cubicBezTo>
                  <a:pt x="663005" y="66592"/>
                  <a:pt x="661243" y="61759"/>
                  <a:pt x="661243" y="56472"/>
                </a:cubicBezTo>
                <a:cubicBezTo>
                  <a:pt x="661243" y="50705"/>
                  <a:pt x="663232" y="45485"/>
                  <a:pt x="667211" y="40812"/>
                </a:cubicBezTo>
                <a:cubicBezTo>
                  <a:pt x="671189" y="36140"/>
                  <a:pt x="676943" y="33803"/>
                  <a:pt x="684473" y="33803"/>
                </a:cubicBezTo>
                <a:cubicBezTo>
                  <a:pt x="688531" y="33803"/>
                  <a:pt x="692456" y="34830"/>
                  <a:pt x="696248" y="36882"/>
                </a:cubicBezTo>
                <a:cubicBezTo>
                  <a:pt x="697690" y="37713"/>
                  <a:pt x="698864" y="38129"/>
                  <a:pt x="699772" y="38129"/>
                </a:cubicBezTo>
                <a:cubicBezTo>
                  <a:pt x="700733" y="38129"/>
                  <a:pt x="701508" y="37929"/>
                  <a:pt x="702095" y="37528"/>
                </a:cubicBezTo>
                <a:cubicBezTo>
                  <a:pt x="702683" y="37127"/>
                  <a:pt x="703617" y="35993"/>
                  <a:pt x="704899" y="34124"/>
                </a:cubicBezTo>
                <a:lnTo>
                  <a:pt x="707622" y="34124"/>
                </a:lnTo>
                <a:close/>
                <a:moveTo>
                  <a:pt x="800435" y="33803"/>
                </a:moveTo>
                <a:cubicBezTo>
                  <a:pt x="806950" y="33803"/>
                  <a:pt x="813011" y="35487"/>
                  <a:pt x="818618" y="38855"/>
                </a:cubicBezTo>
                <a:cubicBezTo>
                  <a:pt x="824225" y="42222"/>
                  <a:pt x="828484" y="47007"/>
                  <a:pt x="831394" y="53208"/>
                </a:cubicBezTo>
                <a:cubicBezTo>
                  <a:pt x="834305" y="59409"/>
                  <a:pt x="835760" y="66198"/>
                  <a:pt x="835760" y="73574"/>
                </a:cubicBezTo>
                <a:cubicBezTo>
                  <a:pt x="835760" y="84211"/>
                  <a:pt x="833063" y="93112"/>
                  <a:pt x="827670" y="100276"/>
                </a:cubicBezTo>
                <a:cubicBezTo>
                  <a:pt x="821155" y="108935"/>
                  <a:pt x="812157" y="113265"/>
                  <a:pt x="800675" y="113265"/>
                </a:cubicBezTo>
                <a:cubicBezTo>
                  <a:pt x="789407" y="113265"/>
                  <a:pt x="780730" y="109309"/>
                  <a:pt x="774642" y="101397"/>
                </a:cubicBezTo>
                <a:cubicBezTo>
                  <a:pt x="768554" y="93485"/>
                  <a:pt x="765510" y="84318"/>
                  <a:pt x="765510" y="73895"/>
                </a:cubicBezTo>
                <a:cubicBezTo>
                  <a:pt x="765510" y="63151"/>
                  <a:pt x="768621" y="53783"/>
                  <a:pt x="774842" y="45791"/>
                </a:cubicBezTo>
                <a:cubicBezTo>
                  <a:pt x="781063" y="37799"/>
                  <a:pt x="789594" y="33803"/>
                  <a:pt x="800435" y="33803"/>
                </a:cubicBezTo>
                <a:moveTo>
                  <a:pt x="800755" y="39410"/>
                </a:moveTo>
                <a:cubicBezTo>
                  <a:pt x="798032" y="39410"/>
                  <a:pt x="795695" y="40440"/>
                  <a:pt x="793746" y="42499"/>
                </a:cubicBezTo>
                <a:cubicBezTo>
                  <a:pt x="791797" y="44557"/>
                  <a:pt x="790515" y="48620"/>
                  <a:pt x="789901" y="54687"/>
                </a:cubicBezTo>
                <a:cubicBezTo>
                  <a:pt x="789287" y="60755"/>
                  <a:pt x="788980" y="69189"/>
                  <a:pt x="788980" y="79990"/>
                </a:cubicBezTo>
                <a:cubicBezTo>
                  <a:pt x="788980" y="85710"/>
                  <a:pt x="789354" y="91057"/>
                  <a:pt x="790102" y="96030"/>
                </a:cubicBezTo>
                <a:cubicBezTo>
                  <a:pt x="790689" y="99825"/>
                  <a:pt x="791944" y="102712"/>
                  <a:pt x="793866" y="104691"/>
                </a:cubicBezTo>
                <a:cubicBezTo>
                  <a:pt x="795789" y="106669"/>
                  <a:pt x="797978" y="107658"/>
                  <a:pt x="800435" y="107658"/>
                </a:cubicBezTo>
                <a:cubicBezTo>
                  <a:pt x="802838" y="107658"/>
                  <a:pt x="804840" y="106989"/>
                  <a:pt x="806443" y="105653"/>
                </a:cubicBezTo>
                <a:cubicBezTo>
                  <a:pt x="808525" y="103835"/>
                  <a:pt x="809914" y="101295"/>
                  <a:pt x="810608" y="98033"/>
                </a:cubicBezTo>
                <a:cubicBezTo>
                  <a:pt x="811676" y="92955"/>
                  <a:pt x="812210" y="82690"/>
                  <a:pt x="812210" y="67239"/>
                </a:cubicBezTo>
                <a:cubicBezTo>
                  <a:pt x="812210" y="58150"/>
                  <a:pt x="811703" y="51909"/>
                  <a:pt x="810688" y="48515"/>
                </a:cubicBezTo>
                <a:cubicBezTo>
                  <a:pt x="809673" y="45119"/>
                  <a:pt x="808178" y="42645"/>
                  <a:pt x="806202" y="41095"/>
                </a:cubicBezTo>
                <a:cubicBezTo>
                  <a:pt x="804814" y="39972"/>
                  <a:pt x="802998" y="39410"/>
                  <a:pt x="800755" y="39410"/>
                </a:cubicBezTo>
                <a:close/>
                <a:moveTo>
                  <a:pt x="879976" y="43896"/>
                </a:moveTo>
                <a:lnTo>
                  <a:pt x="879976" y="95963"/>
                </a:lnTo>
                <a:cubicBezTo>
                  <a:pt x="879976" y="100982"/>
                  <a:pt x="880510" y="104133"/>
                  <a:pt x="881578" y="105415"/>
                </a:cubicBezTo>
                <a:cubicBezTo>
                  <a:pt x="883287" y="107391"/>
                  <a:pt x="886438" y="108299"/>
                  <a:pt x="891030" y="108138"/>
                </a:cubicBezTo>
                <a:lnTo>
                  <a:pt x="891030" y="111022"/>
                </a:lnTo>
                <a:lnTo>
                  <a:pt x="846894" y="111022"/>
                </a:lnTo>
                <a:lnTo>
                  <a:pt x="846894" y="108138"/>
                </a:lnTo>
                <a:cubicBezTo>
                  <a:pt x="850258" y="108085"/>
                  <a:pt x="852648" y="107698"/>
                  <a:pt x="854063" y="106977"/>
                </a:cubicBezTo>
                <a:cubicBezTo>
                  <a:pt x="855478" y="106256"/>
                  <a:pt x="856453" y="105255"/>
                  <a:pt x="856987" y="103973"/>
                </a:cubicBezTo>
                <a:cubicBezTo>
                  <a:pt x="857521" y="102691"/>
                  <a:pt x="857788" y="100021"/>
                  <a:pt x="857788" y="95963"/>
                </a:cubicBezTo>
                <a:lnTo>
                  <a:pt x="857788" y="43896"/>
                </a:lnTo>
                <a:lnTo>
                  <a:pt x="846894" y="43896"/>
                </a:lnTo>
                <a:lnTo>
                  <a:pt x="846894" y="36046"/>
                </a:lnTo>
                <a:lnTo>
                  <a:pt x="857788" y="36046"/>
                </a:lnTo>
                <a:lnTo>
                  <a:pt x="857788" y="30544"/>
                </a:lnTo>
                <a:lnTo>
                  <a:pt x="857708" y="26794"/>
                </a:lnTo>
                <a:cubicBezTo>
                  <a:pt x="857708" y="19139"/>
                  <a:pt x="860525" y="12760"/>
                  <a:pt x="866159" y="7657"/>
                </a:cubicBezTo>
                <a:cubicBezTo>
                  <a:pt x="871792" y="2552"/>
                  <a:pt x="879415" y="0"/>
                  <a:pt x="889028" y="0"/>
                </a:cubicBezTo>
                <a:cubicBezTo>
                  <a:pt x="895596" y="0"/>
                  <a:pt x="900469" y="1233"/>
                  <a:pt x="903646" y="3700"/>
                </a:cubicBezTo>
                <a:cubicBezTo>
                  <a:pt x="906824" y="6165"/>
                  <a:pt x="908413" y="8898"/>
                  <a:pt x="908413" y="11900"/>
                </a:cubicBezTo>
                <a:cubicBezTo>
                  <a:pt x="908413" y="14313"/>
                  <a:pt x="907425" y="16404"/>
                  <a:pt x="905449" y="18173"/>
                </a:cubicBezTo>
                <a:cubicBezTo>
                  <a:pt x="903473" y="19942"/>
                  <a:pt x="900856" y="20827"/>
                  <a:pt x="897599" y="20827"/>
                </a:cubicBezTo>
                <a:cubicBezTo>
                  <a:pt x="894822" y="20827"/>
                  <a:pt x="892619" y="20106"/>
                  <a:pt x="890990" y="18664"/>
                </a:cubicBezTo>
                <a:cubicBezTo>
                  <a:pt x="889362" y="17222"/>
                  <a:pt x="888547" y="15620"/>
                  <a:pt x="888547" y="13858"/>
                </a:cubicBezTo>
                <a:cubicBezTo>
                  <a:pt x="888547" y="13377"/>
                  <a:pt x="888707" y="12389"/>
                  <a:pt x="889028" y="10894"/>
                </a:cubicBezTo>
                <a:cubicBezTo>
                  <a:pt x="889241" y="9986"/>
                  <a:pt x="889348" y="9132"/>
                  <a:pt x="889348" y="8331"/>
                </a:cubicBezTo>
                <a:cubicBezTo>
                  <a:pt x="889348" y="7209"/>
                  <a:pt x="889028" y="6381"/>
                  <a:pt x="888387" y="5847"/>
                </a:cubicBezTo>
                <a:cubicBezTo>
                  <a:pt x="887533" y="5046"/>
                  <a:pt x="886491" y="4646"/>
                  <a:pt x="885263" y="4646"/>
                </a:cubicBezTo>
                <a:cubicBezTo>
                  <a:pt x="883714" y="4646"/>
                  <a:pt x="882419" y="5282"/>
                  <a:pt x="881378" y="6553"/>
                </a:cubicBezTo>
                <a:cubicBezTo>
                  <a:pt x="880337" y="7825"/>
                  <a:pt x="879816" y="9865"/>
                  <a:pt x="879816" y="12674"/>
                </a:cubicBezTo>
                <a:lnTo>
                  <a:pt x="879976" y="26587"/>
                </a:lnTo>
                <a:lnTo>
                  <a:pt x="879976" y="36046"/>
                </a:lnTo>
                <a:lnTo>
                  <a:pt x="891030" y="36046"/>
                </a:lnTo>
                <a:lnTo>
                  <a:pt x="891030" y="43896"/>
                </a:lnTo>
                <a:lnTo>
                  <a:pt x="879976" y="43896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ref">
            <a:extLst xmlns:a="http://schemas.openxmlformats.org/drawingml/2006/main">
              <a:ext uri="{FF2B5EF4-FFF2-40B4-BE49-F238E27FC236}">
                <a16:creationId xmlns:a16="http://schemas.microsoft.com/office/drawing/2014/main" id="{DAF088C9-CDA5-4E6F-94E2-41D1C9C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013" y="3261140"/>
            <a:ext cx="203485" cy="113265"/>
          </a:xfrm>
          <a:custGeom xmlns:a="http://schemas.openxmlformats.org/drawingml/2006/main">
            <a:pathLst>
              <a:path w="203485" h="113265">
                <a:moveTo>
                  <a:pt x="30599" y="36046"/>
                </a:moveTo>
                <a:lnTo>
                  <a:pt x="30599" y="53028"/>
                </a:lnTo>
                <a:cubicBezTo>
                  <a:pt x="35565" y="45285"/>
                  <a:pt x="39918" y="40145"/>
                  <a:pt x="43656" y="37608"/>
                </a:cubicBezTo>
                <a:cubicBezTo>
                  <a:pt x="47394" y="35072"/>
                  <a:pt x="50999" y="33803"/>
                  <a:pt x="54470" y="33803"/>
                </a:cubicBezTo>
                <a:cubicBezTo>
                  <a:pt x="57460" y="33803"/>
                  <a:pt x="59850" y="34728"/>
                  <a:pt x="61639" y="36577"/>
                </a:cubicBezTo>
                <a:cubicBezTo>
                  <a:pt x="63428" y="38426"/>
                  <a:pt x="64322" y="41038"/>
                  <a:pt x="64322" y="44414"/>
                </a:cubicBezTo>
                <a:cubicBezTo>
                  <a:pt x="64322" y="48006"/>
                  <a:pt x="63455" y="50793"/>
                  <a:pt x="61719" y="52778"/>
                </a:cubicBezTo>
                <a:cubicBezTo>
                  <a:pt x="59983" y="54760"/>
                  <a:pt x="57887" y="55751"/>
                  <a:pt x="55431" y="55751"/>
                </a:cubicBezTo>
                <a:cubicBezTo>
                  <a:pt x="52601" y="55751"/>
                  <a:pt x="50144" y="54843"/>
                  <a:pt x="48061" y="53028"/>
                </a:cubicBezTo>
                <a:cubicBezTo>
                  <a:pt x="45979" y="51212"/>
                  <a:pt x="44751" y="50198"/>
                  <a:pt x="44377" y="49984"/>
                </a:cubicBezTo>
                <a:cubicBezTo>
                  <a:pt x="43843" y="49664"/>
                  <a:pt x="43229" y="49503"/>
                  <a:pt x="42534" y="49503"/>
                </a:cubicBezTo>
                <a:cubicBezTo>
                  <a:pt x="40986" y="49503"/>
                  <a:pt x="39517" y="50091"/>
                  <a:pt x="38129" y="51266"/>
                </a:cubicBezTo>
                <a:cubicBezTo>
                  <a:pt x="35939" y="53081"/>
                  <a:pt x="34284" y="55671"/>
                  <a:pt x="33162" y="59036"/>
                </a:cubicBezTo>
                <a:cubicBezTo>
                  <a:pt x="31454" y="64215"/>
                  <a:pt x="30599" y="69929"/>
                  <a:pt x="30599" y="76177"/>
                </a:cubicBezTo>
                <a:lnTo>
                  <a:pt x="30599" y="93399"/>
                </a:lnTo>
                <a:lnTo>
                  <a:pt x="30679" y="97885"/>
                </a:lnTo>
                <a:cubicBezTo>
                  <a:pt x="30679" y="100929"/>
                  <a:pt x="30866" y="102878"/>
                  <a:pt x="31240" y="103733"/>
                </a:cubicBezTo>
                <a:cubicBezTo>
                  <a:pt x="31881" y="105175"/>
                  <a:pt x="32829" y="106229"/>
                  <a:pt x="34084" y="106897"/>
                </a:cubicBezTo>
                <a:cubicBezTo>
                  <a:pt x="35339" y="107564"/>
                  <a:pt x="37461" y="107978"/>
                  <a:pt x="40452" y="108138"/>
                </a:cubicBezTo>
                <a:lnTo>
                  <a:pt x="40452" y="111022"/>
                </a:lnTo>
                <a:lnTo>
                  <a:pt x="0" y="111022"/>
                </a:lnTo>
                <a:lnTo>
                  <a:pt x="0" y="108138"/>
                </a:lnTo>
                <a:cubicBezTo>
                  <a:pt x="3257" y="107871"/>
                  <a:pt x="5460" y="106977"/>
                  <a:pt x="6608" y="105455"/>
                </a:cubicBezTo>
                <a:cubicBezTo>
                  <a:pt x="7757" y="103933"/>
                  <a:pt x="8331" y="99914"/>
                  <a:pt x="8331" y="93399"/>
                </a:cubicBezTo>
                <a:lnTo>
                  <a:pt x="8331" y="51906"/>
                </a:lnTo>
                <a:cubicBezTo>
                  <a:pt x="8331" y="47608"/>
                  <a:pt x="8117" y="44867"/>
                  <a:pt x="7690" y="43686"/>
                </a:cubicBezTo>
                <a:cubicBezTo>
                  <a:pt x="7156" y="42181"/>
                  <a:pt x="6381" y="41079"/>
                  <a:pt x="5367" y="40382"/>
                </a:cubicBezTo>
                <a:cubicBezTo>
                  <a:pt x="4352" y="39682"/>
                  <a:pt x="2563" y="39198"/>
                  <a:pt x="0" y="38930"/>
                </a:cubicBezTo>
                <a:lnTo>
                  <a:pt x="0" y="36046"/>
                </a:lnTo>
                <a:lnTo>
                  <a:pt x="30599" y="36046"/>
                </a:lnTo>
                <a:close/>
                <a:moveTo>
                  <a:pt x="132810" y="70811"/>
                </a:moveTo>
                <a:lnTo>
                  <a:pt x="91717" y="70811"/>
                </a:lnTo>
                <a:cubicBezTo>
                  <a:pt x="92198" y="80770"/>
                  <a:pt x="94841" y="88641"/>
                  <a:pt x="99647" y="94423"/>
                </a:cubicBezTo>
                <a:cubicBezTo>
                  <a:pt x="103332" y="98867"/>
                  <a:pt x="107764" y="101089"/>
                  <a:pt x="112944" y="101089"/>
                </a:cubicBezTo>
                <a:cubicBezTo>
                  <a:pt x="116149" y="101089"/>
                  <a:pt x="119059" y="100195"/>
                  <a:pt x="121676" y="98406"/>
                </a:cubicBezTo>
                <a:cubicBezTo>
                  <a:pt x="124292" y="96617"/>
                  <a:pt x="127096" y="93399"/>
                  <a:pt x="130086" y="88754"/>
                </a:cubicBezTo>
                <a:lnTo>
                  <a:pt x="132810" y="90516"/>
                </a:lnTo>
                <a:cubicBezTo>
                  <a:pt x="128751" y="98793"/>
                  <a:pt x="124266" y="104654"/>
                  <a:pt x="119353" y="108098"/>
                </a:cubicBezTo>
                <a:cubicBezTo>
                  <a:pt x="114440" y="111543"/>
                  <a:pt x="108752" y="113265"/>
                  <a:pt x="102291" y="113265"/>
                </a:cubicBezTo>
                <a:cubicBezTo>
                  <a:pt x="91183" y="113265"/>
                  <a:pt x="82772" y="108989"/>
                  <a:pt x="77059" y="100436"/>
                </a:cubicBezTo>
                <a:cubicBezTo>
                  <a:pt x="72466" y="93540"/>
                  <a:pt x="70170" y="84988"/>
                  <a:pt x="70170" y="74778"/>
                </a:cubicBezTo>
                <a:cubicBezTo>
                  <a:pt x="70170" y="62269"/>
                  <a:pt x="73547" y="52313"/>
                  <a:pt x="80303" y="44910"/>
                </a:cubicBezTo>
                <a:cubicBezTo>
                  <a:pt x="87058" y="37505"/>
                  <a:pt x="94975" y="33803"/>
                  <a:pt x="104053" y="33803"/>
                </a:cubicBezTo>
                <a:cubicBezTo>
                  <a:pt x="111636" y="33803"/>
                  <a:pt x="118218" y="36914"/>
                  <a:pt x="123798" y="43135"/>
                </a:cubicBezTo>
                <a:cubicBezTo>
                  <a:pt x="129379" y="49356"/>
                  <a:pt x="132383" y="58582"/>
                  <a:pt x="132810" y="70811"/>
                </a:cubicBezTo>
                <a:moveTo>
                  <a:pt x="113105" y="65524"/>
                </a:moveTo>
                <a:cubicBezTo>
                  <a:pt x="113105" y="56926"/>
                  <a:pt x="112637" y="51025"/>
                  <a:pt x="111703" y="47821"/>
                </a:cubicBezTo>
                <a:cubicBezTo>
                  <a:pt x="110768" y="44617"/>
                  <a:pt x="109313" y="42187"/>
                  <a:pt x="107337" y="40532"/>
                </a:cubicBezTo>
                <a:cubicBezTo>
                  <a:pt x="106216" y="39571"/>
                  <a:pt x="104721" y="39090"/>
                  <a:pt x="102852" y="39090"/>
                </a:cubicBezTo>
                <a:cubicBezTo>
                  <a:pt x="100075" y="39090"/>
                  <a:pt x="97805" y="40452"/>
                  <a:pt x="96043" y="43175"/>
                </a:cubicBezTo>
                <a:cubicBezTo>
                  <a:pt x="92892" y="47928"/>
                  <a:pt x="91317" y="54443"/>
                  <a:pt x="91317" y="62720"/>
                </a:cubicBezTo>
                <a:lnTo>
                  <a:pt x="91317" y="65524"/>
                </a:lnTo>
                <a:lnTo>
                  <a:pt x="113105" y="65524"/>
                </a:lnTo>
                <a:close/>
                <a:moveTo>
                  <a:pt x="175049" y="43896"/>
                </a:moveTo>
                <a:lnTo>
                  <a:pt x="175049" y="95963"/>
                </a:lnTo>
                <a:cubicBezTo>
                  <a:pt x="175049" y="100982"/>
                  <a:pt x="175583" y="104133"/>
                  <a:pt x="176651" y="105415"/>
                </a:cubicBezTo>
                <a:cubicBezTo>
                  <a:pt x="178360" y="107391"/>
                  <a:pt x="181511" y="108299"/>
                  <a:pt x="186103" y="108138"/>
                </a:cubicBezTo>
                <a:lnTo>
                  <a:pt x="186103" y="111022"/>
                </a:lnTo>
                <a:lnTo>
                  <a:pt x="141967" y="111022"/>
                </a:lnTo>
                <a:lnTo>
                  <a:pt x="141967" y="108138"/>
                </a:lnTo>
                <a:cubicBezTo>
                  <a:pt x="145331" y="108085"/>
                  <a:pt x="147721" y="107698"/>
                  <a:pt x="149136" y="106977"/>
                </a:cubicBezTo>
                <a:cubicBezTo>
                  <a:pt x="150551" y="106256"/>
                  <a:pt x="151526" y="105255"/>
                  <a:pt x="152060" y="103973"/>
                </a:cubicBezTo>
                <a:cubicBezTo>
                  <a:pt x="152594" y="102691"/>
                  <a:pt x="152861" y="100021"/>
                  <a:pt x="152861" y="95963"/>
                </a:cubicBezTo>
                <a:lnTo>
                  <a:pt x="152861" y="43896"/>
                </a:lnTo>
                <a:lnTo>
                  <a:pt x="141967" y="43896"/>
                </a:lnTo>
                <a:lnTo>
                  <a:pt x="141967" y="36046"/>
                </a:lnTo>
                <a:lnTo>
                  <a:pt x="152861" y="36046"/>
                </a:lnTo>
                <a:lnTo>
                  <a:pt x="152861" y="30544"/>
                </a:lnTo>
                <a:lnTo>
                  <a:pt x="152780" y="26794"/>
                </a:lnTo>
                <a:cubicBezTo>
                  <a:pt x="152780" y="19139"/>
                  <a:pt x="155597" y="12760"/>
                  <a:pt x="161231" y="7657"/>
                </a:cubicBezTo>
                <a:cubicBezTo>
                  <a:pt x="166865" y="2552"/>
                  <a:pt x="174488" y="0"/>
                  <a:pt x="184101" y="0"/>
                </a:cubicBezTo>
                <a:cubicBezTo>
                  <a:pt x="190669" y="0"/>
                  <a:pt x="195542" y="1233"/>
                  <a:pt x="198719" y="3700"/>
                </a:cubicBezTo>
                <a:cubicBezTo>
                  <a:pt x="201897" y="6165"/>
                  <a:pt x="203485" y="8898"/>
                  <a:pt x="203485" y="11900"/>
                </a:cubicBezTo>
                <a:cubicBezTo>
                  <a:pt x="203485" y="14313"/>
                  <a:pt x="202497" y="16404"/>
                  <a:pt x="200522" y="18173"/>
                </a:cubicBezTo>
                <a:cubicBezTo>
                  <a:pt x="198546" y="19942"/>
                  <a:pt x="195929" y="20827"/>
                  <a:pt x="192671" y="20827"/>
                </a:cubicBezTo>
                <a:cubicBezTo>
                  <a:pt x="189895" y="20827"/>
                  <a:pt x="187692" y="20106"/>
                  <a:pt x="186063" y="18664"/>
                </a:cubicBezTo>
                <a:cubicBezTo>
                  <a:pt x="184434" y="17222"/>
                  <a:pt x="183620" y="15620"/>
                  <a:pt x="183620" y="13858"/>
                </a:cubicBezTo>
                <a:cubicBezTo>
                  <a:pt x="183620" y="13377"/>
                  <a:pt x="183780" y="12389"/>
                  <a:pt x="184101" y="10894"/>
                </a:cubicBezTo>
                <a:cubicBezTo>
                  <a:pt x="184314" y="9986"/>
                  <a:pt x="184421" y="9132"/>
                  <a:pt x="184421" y="8331"/>
                </a:cubicBezTo>
                <a:cubicBezTo>
                  <a:pt x="184421" y="7209"/>
                  <a:pt x="184101" y="6381"/>
                  <a:pt x="183460" y="5847"/>
                </a:cubicBezTo>
                <a:cubicBezTo>
                  <a:pt x="182605" y="5046"/>
                  <a:pt x="181564" y="4646"/>
                  <a:pt x="180336" y="4646"/>
                </a:cubicBezTo>
                <a:cubicBezTo>
                  <a:pt x="178787" y="4646"/>
                  <a:pt x="177492" y="5282"/>
                  <a:pt x="176451" y="6553"/>
                </a:cubicBezTo>
                <a:cubicBezTo>
                  <a:pt x="175409" y="7825"/>
                  <a:pt x="174889" y="9865"/>
                  <a:pt x="174889" y="12674"/>
                </a:cubicBezTo>
                <a:lnTo>
                  <a:pt x="175049" y="26587"/>
                </a:lnTo>
                <a:lnTo>
                  <a:pt x="175049" y="36046"/>
                </a:lnTo>
                <a:lnTo>
                  <a:pt x="186103" y="36046"/>
                </a:lnTo>
                <a:lnTo>
                  <a:pt x="186103" y="43896"/>
                </a:lnTo>
                <a:lnTo>
                  <a:pt x="175049" y="43896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erences">
            <a:extLst xmlns:a="http://schemas.openxmlformats.org/drawingml/2006/main">
              <a:ext uri="{FF2B5EF4-FFF2-40B4-BE49-F238E27FC236}">
                <a16:creationId xmlns:a16="http://schemas.microsoft.com/office/drawing/2014/main" id="{49C86E0C-8AC2-4A16-AF4E-735A336A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649" y="3294944"/>
            <a:ext cx="504031" cy="79462"/>
          </a:xfrm>
          <a:custGeom xmlns:a="http://schemas.openxmlformats.org/drawingml/2006/main">
            <a:pathLst>
              <a:path w="504031" h="79462">
                <a:moveTo>
                  <a:pt x="62640" y="37007"/>
                </a:moveTo>
                <a:lnTo>
                  <a:pt x="21548" y="37007"/>
                </a:lnTo>
                <a:cubicBezTo>
                  <a:pt x="22028" y="46967"/>
                  <a:pt x="24672" y="54838"/>
                  <a:pt x="29478" y="60620"/>
                </a:cubicBezTo>
                <a:cubicBezTo>
                  <a:pt x="33162" y="65064"/>
                  <a:pt x="37595" y="67286"/>
                  <a:pt x="42775" y="67286"/>
                </a:cubicBezTo>
                <a:cubicBezTo>
                  <a:pt x="45979" y="67286"/>
                  <a:pt x="48889" y="66392"/>
                  <a:pt x="51506" y="64603"/>
                </a:cubicBezTo>
                <a:cubicBezTo>
                  <a:pt x="54123" y="62814"/>
                  <a:pt x="56926" y="59596"/>
                  <a:pt x="59917" y="54950"/>
                </a:cubicBezTo>
                <a:lnTo>
                  <a:pt x="62640" y="56713"/>
                </a:lnTo>
                <a:cubicBezTo>
                  <a:pt x="58582" y="64990"/>
                  <a:pt x="54096" y="70851"/>
                  <a:pt x="49183" y="74295"/>
                </a:cubicBezTo>
                <a:cubicBezTo>
                  <a:pt x="44270" y="77739"/>
                  <a:pt x="38583" y="79462"/>
                  <a:pt x="32121" y="79462"/>
                </a:cubicBezTo>
                <a:cubicBezTo>
                  <a:pt x="21014" y="79462"/>
                  <a:pt x="12603" y="75185"/>
                  <a:pt x="6889" y="66633"/>
                </a:cubicBezTo>
                <a:cubicBezTo>
                  <a:pt x="2296" y="59737"/>
                  <a:pt x="0" y="51185"/>
                  <a:pt x="0" y="40975"/>
                </a:cubicBezTo>
                <a:cubicBezTo>
                  <a:pt x="0" y="28466"/>
                  <a:pt x="3378" y="18510"/>
                  <a:pt x="10133" y="11107"/>
                </a:cubicBezTo>
                <a:cubicBezTo>
                  <a:pt x="16888" y="3702"/>
                  <a:pt x="24805" y="0"/>
                  <a:pt x="33883" y="0"/>
                </a:cubicBezTo>
                <a:cubicBezTo>
                  <a:pt x="41466" y="0"/>
                  <a:pt x="48048" y="3111"/>
                  <a:pt x="53629" y="9332"/>
                </a:cubicBezTo>
                <a:cubicBezTo>
                  <a:pt x="59209" y="15553"/>
                  <a:pt x="62213" y="24778"/>
                  <a:pt x="62640" y="37007"/>
                </a:cubicBezTo>
                <a:moveTo>
                  <a:pt x="42935" y="31721"/>
                </a:moveTo>
                <a:cubicBezTo>
                  <a:pt x="42935" y="23123"/>
                  <a:pt x="42468" y="17222"/>
                  <a:pt x="41533" y="14018"/>
                </a:cubicBezTo>
                <a:cubicBezTo>
                  <a:pt x="40599" y="10814"/>
                  <a:pt x="39143" y="8384"/>
                  <a:pt x="37168" y="6729"/>
                </a:cubicBezTo>
                <a:cubicBezTo>
                  <a:pt x="36046" y="5767"/>
                  <a:pt x="34551" y="5287"/>
                  <a:pt x="32682" y="5287"/>
                </a:cubicBezTo>
                <a:cubicBezTo>
                  <a:pt x="29905" y="5287"/>
                  <a:pt x="27635" y="6649"/>
                  <a:pt x="25873" y="9372"/>
                </a:cubicBezTo>
                <a:cubicBezTo>
                  <a:pt x="22722" y="14125"/>
                  <a:pt x="21147" y="20640"/>
                  <a:pt x="21147" y="28917"/>
                </a:cubicBezTo>
                <a:lnTo>
                  <a:pt x="21147" y="31721"/>
                </a:lnTo>
                <a:lnTo>
                  <a:pt x="42935" y="31721"/>
                </a:lnTo>
                <a:close/>
                <a:moveTo>
                  <a:pt x="103117" y="2243"/>
                </a:moveTo>
                <a:lnTo>
                  <a:pt x="103117" y="19225"/>
                </a:lnTo>
                <a:cubicBezTo>
                  <a:pt x="108084" y="11481"/>
                  <a:pt x="112436" y="6341"/>
                  <a:pt x="116174" y="3805"/>
                </a:cubicBezTo>
                <a:cubicBezTo>
                  <a:pt x="119912" y="1268"/>
                  <a:pt x="123517" y="0"/>
                  <a:pt x="126988" y="0"/>
                </a:cubicBezTo>
                <a:cubicBezTo>
                  <a:pt x="129978" y="0"/>
                  <a:pt x="132368" y="925"/>
                  <a:pt x="134157" y="2774"/>
                </a:cubicBezTo>
                <a:cubicBezTo>
                  <a:pt x="135946" y="4623"/>
                  <a:pt x="136840" y="7235"/>
                  <a:pt x="136840" y="10611"/>
                </a:cubicBezTo>
                <a:cubicBezTo>
                  <a:pt x="136840" y="14202"/>
                  <a:pt x="135973" y="16990"/>
                  <a:pt x="134237" y="18974"/>
                </a:cubicBezTo>
                <a:cubicBezTo>
                  <a:pt x="132502" y="20957"/>
                  <a:pt x="130406" y="21948"/>
                  <a:pt x="127949" y="21948"/>
                </a:cubicBezTo>
                <a:cubicBezTo>
                  <a:pt x="125119" y="21948"/>
                  <a:pt x="122662" y="21040"/>
                  <a:pt x="120580" y="19225"/>
                </a:cubicBezTo>
                <a:cubicBezTo>
                  <a:pt x="118497" y="17409"/>
                  <a:pt x="117269" y="16394"/>
                  <a:pt x="116895" y="16181"/>
                </a:cubicBezTo>
                <a:cubicBezTo>
                  <a:pt x="116361" y="15860"/>
                  <a:pt x="115747" y="15700"/>
                  <a:pt x="115053" y="15700"/>
                </a:cubicBezTo>
                <a:cubicBezTo>
                  <a:pt x="113504" y="15700"/>
                  <a:pt x="112035" y="16287"/>
                  <a:pt x="110647" y="17462"/>
                </a:cubicBezTo>
                <a:cubicBezTo>
                  <a:pt x="108457" y="19278"/>
                  <a:pt x="106802" y="21868"/>
                  <a:pt x="105681" y="25232"/>
                </a:cubicBezTo>
                <a:cubicBezTo>
                  <a:pt x="103972" y="30412"/>
                  <a:pt x="103117" y="36126"/>
                  <a:pt x="103117" y="42374"/>
                </a:cubicBezTo>
                <a:lnTo>
                  <a:pt x="103117" y="59596"/>
                </a:lnTo>
                <a:lnTo>
                  <a:pt x="103197" y="64082"/>
                </a:lnTo>
                <a:cubicBezTo>
                  <a:pt x="103197" y="67126"/>
                  <a:pt x="103384" y="69075"/>
                  <a:pt x="103758" y="69929"/>
                </a:cubicBezTo>
                <a:cubicBezTo>
                  <a:pt x="104399" y="71371"/>
                  <a:pt x="105347" y="72426"/>
                  <a:pt x="106602" y="73093"/>
                </a:cubicBezTo>
                <a:cubicBezTo>
                  <a:pt x="107857" y="73761"/>
                  <a:pt x="109979" y="74175"/>
                  <a:pt x="112970" y="74335"/>
                </a:cubicBezTo>
                <a:lnTo>
                  <a:pt x="112970" y="77219"/>
                </a:lnTo>
                <a:lnTo>
                  <a:pt x="72518" y="77219"/>
                </a:lnTo>
                <a:lnTo>
                  <a:pt x="72518" y="74335"/>
                </a:lnTo>
                <a:cubicBezTo>
                  <a:pt x="75776" y="74068"/>
                  <a:pt x="77978" y="73174"/>
                  <a:pt x="79127" y="71652"/>
                </a:cubicBezTo>
                <a:cubicBezTo>
                  <a:pt x="80275" y="70130"/>
                  <a:pt x="80849" y="66111"/>
                  <a:pt x="80849" y="59596"/>
                </a:cubicBezTo>
                <a:lnTo>
                  <a:pt x="80849" y="18103"/>
                </a:lnTo>
                <a:cubicBezTo>
                  <a:pt x="80849" y="13804"/>
                  <a:pt x="80635" y="11064"/>
                  <a:pt x="80208" y="9883"/>
                </a:cubicBezTo>
                <a:cubicBezTo>
                  <a:pt x="79674" y="8377"/>
                  <a:pt x="78900" y="7276"/>
                  <a:pt x="77885" y="6578"/>
                </a:cubicBezTo>
                <a:cubicBezTo>
                  <a:pt x="76870" y="5879"/>
                  <a:pt x="75081" y="5395"/>
                  <a:pt x="72518" y="5127"/>
                </a:cubicBezTo>
                <a:lnTo>
                  <a:pt x="72518" y="2243"/>
                </a:lnTo>
                <a:lnTo>
                  <a:pt x="103117" y="2243"/>
                </a:lnTo>
                <a:close/>
                <a:moveTo>
                  <a:pt x="205279" y="37007"/>
                </a:moveTo>
                <a:lnTo>
                  <a:pt x="164186" y="37007"/>
                </a:lnTo>
                <a:cubicBezTo>
                  <a:pt x="164667" y="46967"/>
                  <a:pt x="167310" y="54838"/>
                  <a:pt x="172116" y="60620"/>
                </a:cubicBezTo>
                <a:cubicBezTo>
                  <a:pt x="175801" y="65064"/>
                  <a:pt x="180233" y="67286"/>
                  <a:pt x="185413" y="67286"/>
                </a:cubicBezTo>
                <a:cubicBezTo>
                  <a:pt x="188617" y="67286"/>
                  <a:pt x="191528" y="66392"/>
                  <a:pt x="194145" y="64603"/>
                </a:cubicBezTo>
                <a:cubicBezTo>
                  <a:pt x="196761" y="62814"/>
                  <a:pt x="199565" y="59596"/>
                  <a:pt x="202555" y="54950"/>
                </a:cubicBezTo>
                <a:lnTo>
                  <a:pt x="205279" y="56713"/>
                </a:lnTo>
                <a:cubicBezTo>
                  <a:pt x="201220" y="64990"/>
                  <a:pt x="196735" y="70851"/>
                  <a:pt x="191822" y="74295"/>
                </a:cubicBezTo>
                <a:cubicBezTo>
                  <a:pt x="186909" y="77739"/>
                  <a:pt x="181221" y="79462"/>
                  <a:pt x="174760" y="79462"/>
                </a:cubicBezTo>
                <a:cubicBezTo>
                  <a:pt x="163652" y="79462"/>
                  <a:pt x="155241" y="75185"/>
                  <a:pt x="149527" y="66633"/>
                </a:cubicBezTo>
                <a:cubicBezTo>
                  <a:pt x="144935" y="59737"/>
                  <a:pt x="142639" y="51185"/>
                  <a:pt x="142639" y="40975"/>
                </a:cubicBezTo>
                <a:cubicBezTo>
                  <a:pt x="142639" y="28466"/>
                  <a:pt x="146016" y="18510"/>
                  <a:pt x="152772" y="11107"/>
                </a:cubicBezTo>
                <a:cubicBezTo>
                  <a:pt x="159527" y="3702"/>
                  <a:pt x="167444" y="0"/>
                  <a:pt x="176522" y="0"/>
                </a:cubicBezTo>
                <a:cubicBezTo>
                  <a:pt x="184105" y="0"/>
                  <a:pt x="190687" y="3111"/>
                  <a:pt x="196267" y="9332"/>
                </a:cubicBezTo>
                <a:cubicBezTo>
                  <a:pt x="201848" y="15553"/>
                  <a:pt x="204852" y="24778"/>
                  <a:pt x="205279" y="37007"/>
                </a:cubicBezTo>
                <a:moveTo>
                  <a:pt x="185574" y="31721"/>
                </a:moveTo>
                <a:cubicBezTo>
                  <a:pt x="185574" y="23123"/>
                  <a:pt x="185106" y="17222"/>
                  <a:pt x="184172" y="14018"/>
                </a:cubicBezTo>
                <a:cubicBezTo>
                  <a:pt x="183237" y="10814"/>
                  <a:pt x="181782" y="8384"/>
                  <a:pt x="179806" y="6729"/>
                </a:cubicBezTo>
                <a:cubicBezTo>
                  <a:pt x="178685" y="5767"/>
                  <a:pt x="177190" y="5287"/>
                  <a:pt x="175320" y="5287"/>
                </a:cubicBezTo>
                <a:cubicBezTo>
                  <a:pt x="172544" y="5287"/>
                  <a:pt x="170274" y="6649"/>
                  <a:pt x="168512" y="9372"/>
                </a:cubicBezTo>
                <a:cubicBezTo>
                  <a:pt x="165361" y="14125"/>
                  <a:pt x="163786" y="20640"/>
                  <a:pt x="163786" y="28917"/>
                </a:cubicBezTo>
                <a:lnTo>
                  <a:pt x="163786" y="31721"/>
                </a:lnTo>
                <a:lnTo>
                  <a:pt x="185574" y="31721"/>
                </a:lnTo>
                <a:close/>
                <a:moveTo>
                  <a:pt x="245275" y="2243"/>
                </a:moveTo>
                <a:lnTo>
                  <a:pt x="245275" y="12015"/>
                </a:lnTo>
                <a:cubicBezTo>
                  <a:pt x="249120" y="7822"/>
                  <a:pt x="252805" y="4771"/>
                  <a:pt x="256329" y="2864"/>
                </a:cubicBezTo>
                <a:cubicBezTo>
                  <a:pt x="259854" y="955"/>
                  <a:pt x="263645" y="0"/>
                  <a:pt x="267704" y="0"/>
                </a:cubicBezTo>
                <a:cubicBezTo>
                  <a:pt x="272564" y="0"/>
                  <a:pt x="276595" y="1350"/>
                  <a:pt x="279799" y="4050"/>
                </a:cubicBezTo>
                <a:cubicBezTo>
                  <a:pt x="283004" y="6750"/>
                  <a:pt x="285140" y="10105"/>
                  <a:pt x="286208" y="14116"/>
                </a:cubicBezTo>
                <a:cubicBezTo>
                  <a:pt x="287062" y="17164"/>
                  <a:pt x="287489" y="23020"/>
                  <a:pt x="287489" y="31683"/>
                </a:cubicBezTo>
                <a:lnTo>
                  <a:pt x="287489" y="60878"/>
                </a:lnTo>
                <a:cubicBezTo>
                  <a:pt x="287489" y="66645"/>
                  <a:pt x="288010" y="70237"/>
                  <a:pt x="289051" y="71652"/>
                </a:cubicBezTo>
                <a:cubicBezTo>
                  <a:pt x="290093" y="73067"/>
                  <a:pt x="292269" y="73961"/>
                  <a:pt x="295580" y="74335"/>
                </a:cubicBezTo>
                <a:lnTo>
                  <a:pt x="295580" y="77219"/>
                </a:lnTo>
                <a:lnTo>
                  <a:pt x="257691" y="77219"/>
                </a:lnTo>
                <a:lnTo>
                  <a:pt x="257691" y="74335"/>
                </a:lnTo>
                <a:cubicBezTo>
                  <a:pt x="260521" y="73961"/>
                  <a:pt x="262551" y="72786"/>
                  <a:pt x="263779" y="70811"/>
                </a:cubicBezTo>
                <a:cubicBezTo>
                  <a:pt x="264633" y="69476"/>
                  <a:pt x="265061" y="66165"/>
                  <a:pt x="265061" y="60878"/>
                </a:cubicBezTo>
                <a:lnTo>
                  <a:pt x="265061" y="27555"/>
                </a:lnTo>
                <a:cubicBezTo>
                  <a:pt x="265061" y="21414"/>
                  <a:pt x="264820" y="17542"/>
                  <a:pt x="264340" y="15940"/>
                </a:cubicBezTo>
                <a:cubicBezTo>
                  <a:pt x="263859" y="14338"/>
                  <a:pt x="263045" y="13097"/>
                  <a:pt x="261897" y="12216"/>
                </a:cubicBezTo>
                <a:cubicBezTo>
                  <a:pt x="260748" y="11334"/>
                  <a:pt x="259480" y="10894"/>
                  <a:pt x="258092" y="10894"/>
                </a:cubicBezTo>
                <a:cubicBezTo>
                  <a:pt x="253499" y="10894"/>
                  <a:pt x="249227" y="14205"/>
                  <a:pt x="245275" y="20827"/>
                </a:cubicBezTo>
                <a:lnTo>
                  <a:pt x="245275" y="60878"/>
                </a:lnTo>
                <a:cubicBezTo>
                  <a:pt x="245275" y="66485"/>
                  <a:pt x="245796" y="70036"/>
                  <a:pt x="246837" y="71531"/>
                </a:cubicBezTo>
                <a:cubicBezTo>
                  <a:pt x="247879" y="73027"/>
                  <a:pt x="249814" y="73961"/>
                  <a:pt x="252645" y="74335"/>
                </a:cubicBezTo>
                <a:lnTo>
                  <a:pt x="252645" y="77219"/>
                </a:lnTo>
                <a:lnTo>
                  <a:pt x="214756" y="77219"/>
                </a:lnTo>
                <a:lnTo>
                  <a:pt x="214756" y="74335"/>
                </a:lnTo>
                <a:cubicBezTo>
                  <a:pt x="217907" y="74015"/>
                  <a:pt x="220150" y="73000"/>
                  <a:pt x="221485" y="71291"/>
                </a:cubicBezTo>
                <a:cubicBezTo>
                  <a:pt x="222393" y="70116"/>
                  <a:pt x="222847" y="66645"/>
                  <a:pt x="222847" y="60878"/>
                </a:cubicBezTo>
                <a:lnTo>
                  <a:pt x="222847" y="18584"/>
                </a:lnTo>
                <a:cubicBezTo>
                  <a:pt x="222847" y="12855"/>
                  <a:pt x="222326" y="9288"/>
                  <a:pt x="221285" y="7883"/>
                </a:cubicBezTo>
                <a:cubicBezTo>
                  <a:pt x="220243" y="6477"/>
                  <a:pt x="218067" y="5559"/>
                  <a:pt x="214756" y="5127"/>
                </a:cubicBezTo>
                <a:lnTo>
                  <a:pt x="214756" y="2243"/>
                </a:lnTo>
                <a:lnTo>
                  <a:pt x="245275" y="2243"/>
                </a:lnTo>
                <a:close/>
                <a:moveTo>
                  <a:pt x="367006" y="57851"/>
                </a:moveTo>
                <a:lnTo>
                  <a:pt x="369489" y="59771"/>
                </a:lnTo>
                <a:cubicBezTo>
                  <a:pt x="365964" y="66415"/>
                  <a:pt x="361572" y="71358"/>
                  <a:pt x="356312" y="74600"/>
                </a:cubicBezTo>
                <a:cubicBezTo>
                  <a:pt x="351052" y="77841"/>
                  <a:pt x="345458" y="79462"/>
                  <a:pt x="339531" y="79462"/>
                </a:cubicBezTo>
                <a:cubicBezTo>
                  <a:pt x="329545" y="79462"/>
                  <a:pt x="321561" y="75693"/>
                  <a:pt x="315580" y="68157"/>
                </a:cubicBezTo>
                <a:cubicBezTo>
                  <a:pt x="309599" y="60619"/>
                  <a:pt x="306609" y="51558"/>
                  <a:pt x="306609" y="40975"/>
                </a:cubicBezTo>
                <a:cubicBezTo>
                  <a:pt x="306609" y="30764"/>
                  <a:pt x="309332" y="21783"/>
                  <a:pt x="314779" y="14033"/>
                </a:cubicBezTo>
                <a:cubicBezTo>
                  <a:pt x="321347" y="4678"/>
                  <a:pt x="330399" y="0"/>
                  <a:pt x="341934" y="0"/>
                </a:cubicBezTo>
                <a:cubicBezTo>
                  <a:pt x="349677" y="0"/>
                  <a:pt x="355831" y="1955"/>
                  <a:pt x="360397" y="5865"/>
                </a:cubicBezTo>
                <a:cubicBezTo>
                  <a:pt x="364963" y="9773"/>
                  <a:pt x="367246" y="14137"/>
                  <a:pt x="367246" y="18957"/>
                </a:cubicBezTo>
                <a:cubicBezTo>
                  <a:pt x="367246" y="22009"/>
                  <a:pt x="366325" y="24445"/>
                  <a:pt x="364483" y="26266"/>
                </a:cubicBezTo>
                <a:cubicBezTo>
                  <a:pt x="362640" y="28087"/>
                  <a:pt x="360224" y="28997"/>
                  <a:pt x="357233" y="28997"/>
                </a:cubicBezTo>
                <a:cubicBezTo>
                  <a:pt x="354083" y="28997"/>
                  <a:pt x="351479" y="27952"/>
                  <a:pt x="349423" y="25863"/>
                </a:cubicBezTo>
                <a:cubicBezTo>
                  <a:pt x="347367" y="23772"/>
                  <a:pt x="346099" y="20047"/>
                  <a:pt x="345618" y="14689"/>
                </a:cubicBezTo>
                <a:cubicBezTo>
                  <a:pt x="345298" y="11313"/>
                  <a:pt x="344524" y="8955"/>
                  <a:pt x="343295" y="7615"/>
                </a:cubicBezTo>
                <a:cubicBezTo>
                  <a:pt x="342067" y="6276"/>
                  <a:pt x="340625" y="5607"/>
                  <a:pt x="338970" y="5607"/>
                </a:cubicBezTo>
                <a:cubicBezTo>
                  <a:pt x="336407" y="5607"/>
                  <a:pt x="334217" y="6969"/>
                  <a:pt x="332402" y="9692"/>
                </a:cubicBezTo>
                <a:cubicBezTo>
                  <a:pt x="329625" y="13804"/>
                  <a:pt x="328236" y="20106"/>
                  <a:pt x="328236" y="28597"/>
                </a:cubicBezTo>
                <a:cubicBezTo>
                  <a:pt x="328236" y="35646"/>
                  <a:pt x="329358" y="42388"/>
                  <a:pt x="331600" y="48822"/>
                </a:cubicBezTo>
                <a:cubicBezTo>
                  <a:pt x="333843" y="55257"/>
                  <a:pt x="336914" y="60050"/>
                  <a:pt x="340812" y="63201"/>
                </a:cubicBezTo>
                <a:cubicBezTo>
                  <a:pt x="343749" y="65497"/>
                  <a:pt x="347220" y="66645"/>
                  <a:pt x="351226" y="66645"/>
                </a:cubicBezTo>
                <a:cubicBezTo>
                  <a:pt x="353842" y="66645"/>
                  <a:pt x="356325" y="66033"/>
                  <a:pt x="358675" y="64808"/>
                </a:cubicBezTo>
                <a:cubicBezTo>
                  <a:pt x="361025" y="63581"/>
                  <a:pt x="363802" y="61263"/>
                  <a:pt x="367006" y="57851"/>
                </a:cubicBezTo>
                <a:close/>
                <a:moveTo>
                  <a:pt x="442167" y="37007"/>
                </a:moveTo>
                <a:lnTo>
                  <a:pt x="401074" y="37007"/>
                </a:lnTo>
                <a:cubicBezTo>
                  <a:pt x="401555" y="46967"/>
                  <a:pt x="404198" y="54838"/>
                  <a:pt x="409005" y="60620"/>
                </a:cubicBezTo>
                <a:cubicBezTo>
                  <a:pt x="412689" y="65064"/>
                  <a:pt x="417122" y="67286"/>
                  <a:pt x="422302" y="67286"/>
                </a:cubicBezTo>
                <a:cubicBezTo>
                  <a:pt x="425506" y="67286"/>
                  <a:pt x="428416" y="66392"/>
                  <a:pt x="431033" y="64603"/>
                </a:cubicBezTo>
                <a:cubicBezTo>
                  <a:pt x="433649" y="62814"/>
                  <a:pt x="436453" y="59596"/>
                  <a:pt x="439444" y="54950"/>
                </a:cubicBezTo>
                <a:lnTo>
                  <a:pt x="442167" y="56713"/>
                </a:lnTo>
                <a:cubicBezTo>
                  <a:pt x="438108" y="64990"/>
                  <a:pt x="433623" y="70851"/>
                  <a:pt x="428710" y="74295"/>
                </a:cubicBezTo>
                <a:cubicBezTo>
                  <a:pt x="423797" y="77739"/>
                  <a:pt x="418110" y="79462"/>
                  <a:pt x="411648" y="79462"/>
                </a:cubicBezTo>
                <a:cubicBezTo>
                  <a:pt x="400540" y="79462"/>
                  <a:pt x="392130" y="75185"/>
                  <a:pt x="386416" y="66633"/>
                </a:cubicBezTo>
                <a:cubicBezTo>
                  <a:pt x="381823" y="59737"/>
                  <a:pt x="379527" y="51185"/>
                  <a:pt x="379527" y="40975"/>
                </a:cubicBezTo>
                <a:cubicBezTo>
                  <a:pt x="379527" y="28466"/>
                  <a:pt x="382905" y="18510"/>
                  <a:pt x="389660" y="11107"/>
                </a:cubicBezTo>
                <a:cubicBezTo>
                  <a:pt x="396415" y="3702"/>
                  <a:pt x="404332" y="0"/>
                  <a:pt x="413410" y="0"/>
                </a:cubicBezTo>
                <a:cubicBezTo>
                  <a:pt x="420993" y="0"/>
                  <a:pt x="427575" y="3111"/>
                  <a:pt x="433155" y="9332"/>
                </a:cubicBezTo>
                <a:cubicBezTo>
                  <a:pt x="438736" y="15553"/>
                  <a:pt x="441740" y="24778"/>
                  <a:pt x="442167" y="37007"/>
                </a:cubicBezTo>
                <a:moveTo>
                  <a:pt x="422462" y="31721"/>
                </a:moveTo>
                <a:cubicBezTo>
                  <a:pt x="422462" y="23123"/>
                  <a:pt x="421995" y="17222"/>
                  <a:pt x="421060" y="14018"/>
                </a:cubicBezTo>
                <a:cubicBezTo>
                  <a:pt x="420125" y="10814"/>
                  <a:pt x="418670" y="8384"/>
                  <a:pt x="416694" y="6729"/>
                </a:cubicBezTo>
                <a:cubicBezTo>
                  <a:pt x="415573" y="5767"/>
                  <a:pt x="414078" y="5287"/>
                  <a:pt x="412209" y="5287"/>
                </a:cubicBezTo>
                <a:cubicBezTo>
                  <a:pt x="409432" y="5287"/>
                  <a:pt x="407162" y="6649"/>
                  <a:pt x="405400" y="9372"/>
                </a:cubicBezTo>
                <a:cubicBezTo>
                  <a:pt x="402249" y="14125"/>
                  <a:pt x="400674" y="20640"/>
                  <a:pt x="400674" y="28917"/>
                </a:cubicBezTo>
                <a:lnTo>
                  <a:pt x="400674" y="31721"/>
                </a:lnTo>
                <a:lnTo>
                  <a:pt x="422462" y="31721"/>
                </a:lnTo>
                <a:close/>
                <a:moveTo>
                  <a:pt x="498905" y="320"/>
                </a:moveTo>
                <a:lnTo>
                  <a:pt x="500106" y="25953"/>
                </a:lnTo>
                <a:lnTo>
                  <a:pt x="497383" y="25953"/>
                </a:lnTo>
                <a:cubicBezTo>
                  <a:pt x="494125" y="18308"/>
                  <a:pt x="490748" y="13087"/>
                  <a:pt x="487250" y="10288"/>
                </a:cubicBezTo>
                <a:cubicBezTo>
                  <a:pt x="483752" y="7488"/>
                  <a:pt x="480268" y="6088"/>
                  <a:pt x="476797" y="6088"/>
                </a:cubicBezTo>
                <a:cubicBezTo>
                  <a:pt x="474607" y="6088"/>
                  <a:pt x="472738" y="6822"/>
                  <a:pt x="471189" y="8291"/>
                </a:cubicBezTo>
                <a:cubicBezTo>
                  <a:pt x="469641" y="9759"/>
                  <a:pt x="468867" y="11455"/>
                  <a:pt x="468867" y="13377"/>
                </a:cubicBezTo>
                <a:cubicBezTo>
                  <a:pt x="468867" y="14819"/>
                  <a:pt x="469401" y="16207"/>
                  <a:pt x="470469" y="17542"/>
                </a:cubicBezTo>
                <a:cubicBezTo>
                  <a:pt x="472177" y="19732"/>
                  <a:pt x="476957" y="23483"/>
                  <a:pt x="484807" y="28797"/>
                </a:cubicBezTo>
                <a:cubicBezTo>
                  <a:pt x="492657" y="34110"/>
                  <a:pt x="497824" y="38623"/>
                  <a:pt x="500307" y="42334"/>
                </a:cubicBezTo>
                <a:cubicBezTo>
                  <a:pt x="502790" y="46046"/>
                  <a:pt x="504031" y="50198"/>
                  <a:pt x="504031" y="54790"/>
                </a:cubicBezTo>
                <a:cubicBezTo>
                  <a:pt x="504031" y="58955"/>
                  <a:pt x="502990" y="63041"/>
                  <a:pt x="500907" y="67046"/>
                </a:cubicBezTo>
                <a:cubicBezTo>
                  <a:pt x="498825" y="71051"/>
                  <a:pt x="495888" y="74121"/>
                  <a:pt x="492096" y="76258"/>
                </a:cubicBezTo>
                <a:cubicBezTo>
                  <a:pt x="488305" y="78394"/>
                  <a:pt x="484113" y="79462"/>
                  <a:pt x="479520" y="79462"/>
                </a:cubicBezTo>
                <a:cubicBezTo>
                  <a:pt x="475942" y="79462"/>
                  <a:pt x="471163" y="78319"/>
                  <a:pt x="465182" y="76035"/>
                </a:cubicBezTo>
                <a:cubicBezTo>
                  <a:pt x="463580" y="75436"/>
                  <a:pt x="462485" y="75136"/>
                  <a:pt x="461898" y="75136"/>
                </a:cubicBezTo>
                <a:cubicBezTo>
                  <a:pt x="460135" y="75136"/>
                  <a:pt x="458667" y="76471"/>
                  <a:pt x="457492" y="79141"/>
                </a:cubicBezTo>
                <a:lnTo>
                  <a:pt x="454849" y="79141"/>
                </a:lnTo>
                <a:lnTo>
                  <a:pt x="453567" y="52227"/>
                </a:lnTo>
                <a:lnTo>
                  <a:pt x="456290" y="52227"/>
                </a:lnTo>
                <a:cubicBezTo>
                  <a:pt x="458693" y="59276"/>
                  <a:pt x="461991" y="64563"/>
                  <a:pt x="466183" y="68087"/>
                </a:cubicBezTo>
                <a:cubicBezTo>
                  <a:pt x="470375" y="71612"/>
                  <a:pt x="474340" y="73374"/>
                  <a:pt x="478078" y="73374"/>
                </a:cubicBezTo>
                <a:cubicBezTo>
                  <a:pt x="480642" y="73374"/>
                  <a:pt x="482738" y="72586"/>
                  <a:pt x="484366" y="71011"/>
                </a:cubicBezTo>
                <a:cubicBezTo>
                  <a:pt x="485995" y="69435"/>
                  <a:pt x="486809" y="67526"/>
                  <a:pt x="486809" y="65284"/>
                </a:cubicBezTo>
                <a:cubicBezTo>
                  <a:pt x="486809" y="62720"/>
                  <a:pt x="486008" y="60504"/>
                  <a:pt x="484406" y="58635"/>
                </a:cubicBezTo>
                <a:cubicBezTo>
                  <a:pt x="482804" y="56766"/>
                  <a:pt x="479226" y="53936"/>
                  <a:pt x="473673" y="50144"/>
                </a:cubicBezTo>
                <a:cubicBezTo>
                  <a:pt x="465502" y="44484"/>
                  <a:pt x="460215" y="40158"/>
                  <a:pt x="457812" y="37168"/>
                </a:cubicBezTo>
                <a:cubicBezTo>
                  <a:pt x="454288" y="32789"/>
                  <a:pt x="452526" y="27956"/>
                  <a:pt x="452526" y="22669"/>
                </a:cubicBezTo>
                <a:cubicBezTo>
                  <a:pt x="452526" y="16902"/>
                  <a:pt x="454515" y="11682"/>
                  <a:pt x="458493" y="7009"/>
                </a:cubicBezTo>
                <a:cubicBezTo>
                  <a:pt x="462472" y="2336"/>
                  <a:pt x="468226" y="0"/>
                  <a:pt x="475755" y="0"/>
                </a:cubicBezTo>
                <a:cubicBezTo>
                  <a:pt x="479814" y="0"/>
                  <a:pt x="483739" y="1026"/>
                  <a:pt x="487530" y="3079"/>
                </a:cubicBezTo>
                <a:cubicBezTo>
                  <a:pt x="488972" y="3910"/>
                  <a:pt x="490147" y="4326"/>
                  <a:pt x="491055" y="4326"/>
                </a:cubicBezTo>
                <a:cubicBezTo>
                  <a:pt x="492016" y="4326"/>
                  <a:pt x="492790" y="4125"/>
                  <a:pt x="493378" y="3725"/>
                </a:cubicBezTo>
                <a:cubicBezTo>
                  <a:pt x="493965" y="3324"/>
                  <a:pt x="494900" y="2189"/>
                  <a:pt x="496181" y="320"/>
                </a:cubicBezTo>
                <a:lnTo>
                  <a:pt x="498905" y="320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67C26-ED3C-4F51-9788-CEA94B33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768" y="3893534"/>
            <a:ext cx="313438" cy="443140"/>
          </a:xfrm>
          <a:custGeom xmlns:a="http://schemas.openxmlformats.org/drawingml/2006/main">
            <a:pathLst>
              <a:path w="313438" h="443140">
                <a:moveTo>
                  <a:pt x="198910" y="0"/>
                </a:moveTo>
                <a:lnTo>
                  <a:pt x="303390" y="42550"/>
                </a:lnTo>
                <a:lnTo>
                  <a:pt x="208958" y="274476"/>
                </a:lnTo>
                <a:lnTo>
                  <a:pt x="313438" y="317026"/>
                </a:lnTo>
                <a:lnTo>
                  <a:pt x="79462" y="443140"/>
                </a:lnTo>
                <a:lnTo>
                  <a:pt x="0" y="189478"/>
                </a:lnTo>
                <a:lnTo>
                  <a:pt x="104479" y="232028"/>
                </a:lnTo>
                <a:lnTo>
                  <a:pt x="19891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D4CEF-16FB-4AF9-A37B-83D43933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768" y="3893534"/>
            <a:ext cx="313438" cy="443140"/>
          </a:xfrm>
          <a:custGeom xmlns:a="http://schemas.openxmlformats.org/drawingml/2006/main">
            <a:pathLst>
              <a:path w="313438" h="443140" fill="none">
                <a:moveTo>
                  <a:pt x="198910" y="0"/>
                </a:moveTo>
                <a:lnTo>
                  <a:pt x="303390" y="42550"/>
                </a:lnTo>
                <a:lnTo>
                  <a:pt x="208958" y="274476"/>
                </a:lnTo>
                <a:lnTo>
                  <a:pt x="313438" y="317026"/>
                </a:lnTo>
                <a:lnTo>
                  <a:pt x="79462" y="443140"/>
                </a:lnTo>
                <a:lnTo>
                  <a:pt x="0" y="189478"/>
                </a:lnTo>
                <a:lnTo>
                  <a:pt x="104479" y="232028"/>
                </a:lnTo>
                <a:lnTo>
                  <a:pt x="19891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6D353-52CF-43F1-B86F-86FF12B8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303" y="2982544"/>
            <a:ext cx="205062" cy="205062"/>
          </a:xfrm>
          <a:custGeom xmlns:a="http://schemas.openxmlformats.org/drawingml/2006/main">
            <a:pathLst>
              <a:path w="205062" h="205062">
                <a:moveTo>
                  <a:pt x="205062" y="102531"/>
                </a:moveTo>
                <a:cubicBezTo>
                  <a:pt x="205062" y="109263"/>
                  <a:pt x="204405" y="115931"/>
                  <a:pt x="203092" y="122534"/>
                </a:cubicBezTo>
                <a:cubicBezTo>
                  <a:pt x="201777" y="129137"/>
                  <a:pt x="199832" y="135548"/>
                  <a:pt x="197257" y="141768"/>
                </a:cubicBezTo>
                <a:cubicBezTo>
                  <a:pt x="194680" y="147987"/>
                  <a:pt x="191523" y="153896"/>
                  <a:pt x="187782" y="159494"/>
                </a:cubicBezTo>
                <a:cubicBezTo>
                  <a:pt x="184041" y="165092"/>
                  <a:pt x="179792" y="170271"/>
                  <a:pt x="175032" y="175032"/>
                </a:cubicBezTo>
                <a:cubicBezTo>
                  <a:pt x="170271" y="179792"/>
                  <a:pt x="165091" y="184041"/>
                  <a:pt x="159493" y="187782"/>
                </a:cubicBezTo>
                <a:cubicBezTo>
                  <a:pt x="153895" y="191523"/>
                  <a:pt x="147987" y="194681"/>
                  <a:pt x="141768" y="197258"/>
                </a:cubicBezTo>
                <a:cubicBezTo>
                  <a:pt x="135548" y="199834"/>
                  <a:pt x="129137" y="201778"/>
                  <a:pt x="122534" y="203092"/>
                </a:cubicBezTo>
                <a:cubicBezTo>
                  <a:pt x="115931" y="204405"/>
                  <a:pt x="109263" y="205062"/>
                  <a:pt x="102531" y="205062"/>
                </a:cubicBezTo>
                <a:cubicBezTo>
                  <a:pt x="95799" y="205062"/>
                  <a:pt x="89131" y="204405"/>
                  <a:pt x="82528" y="203092"/>
                </a:cubicBezTo>
                <a:cubicBezTo>
                  <a:pt x="75925" y="201778"/>
                  <a:pt x="69513" y="199834"/>
                  <a:pt x="63294" y="197258"/>
                </a:cubicBezTo>
                <a:cubicBezTo>
                  <a:pt x="57074" y="194681"/>
                  <a:pt x="51165" y="191523"/>
                  <a:pt x="45567" y="187782"/>
                </a:cubicBezTo>
                <a:cubicBezTo>
                  <a:pt x="39970" y="184041"/>
                  <a:pt x="34791" y="179792"/>
                  <a:pt x="30030" y="175032"/>
                </a:cubicBezTo>
                <a:cubicBezTo>
                  <a:pt x="25269" y="170271"/>
                  <a:pt x="21019" y="165092"/>
                  <a:pt x="17279" y="159494"/>
                </a:cubicBezTo>
                <a:cubicBezTo>
                  <a:pt x="13539" y="153896"/>
                  <a:pt x="10380" y="147987"/>
                  <a:pt x="7804" y="141768"/>
                </a:cubicBezTo>
                <a:cubicBezTo>
                  <a:pt x="5227" y="135548"/>
                  <a:pt x="3283" y="129137"/>
                  <a:pt x="1970" y="122534"/>
                </a:cubicBezTo>
                <a:cubicBezTo>
                  <a:pt x="656" y="115931"/>
                  <a:pt x="0" y="109263"/>
                  <a:pt x="0" y="102531"/>
                </a:cubicBezTo>
                <a:cubicBezTo>
                  <a:pt x="0" y="95799"/>
                  <a:pt x="656" y="89131"/>
                  <a:pt x="1970" y="82528"/>
                </a:cubicBezTo>
                <a:cubicBezTo>
                  <a:pt x="3283" y="75925"/>
                  <a:pt x="5227" y="69514"/>
                  <a:pt x="7804" y="63294"/>
                </a:cubicBezTo>
                <a:cubicBezTo>
                  <a:pt x="10380" y="57074"/>
                  <a:pt x="13538" y="51166"/>
                  <a:pt x="17279" y="45568"/>
                </a:cubicBezTo>
                <a:cubicBezTo>
                  <a:pt x="21019" y="39970"/>
                  <a:pt x="25269" y="34791"/>
                  <a:pt x="30030" y="30030"/>
                </a:cubicBezTo>
                <a:cubicBezTo>
                  <a:pt x="34791" y="25270"/>
                  <a:pt x="39970" y="21020"/>
                  <a:pt x="45567" y="17279"/>
                </a:cubicBezTo>
                <a:cubicBezTo>
                  <a:pt x="51165" y="13539"/>
                  <a:pt x="57074" y="10381"/>
                  <a:pt x="63294" y="7805"/>
                </a:cubicBezTo>
                <a:cubicBezTo>
                  <a:pt x="69513" y="5228"/>
                  <a:pt x="75925" y="3283"/>
                  <a:pt x="82528" y="1970"/>
                </a:cubicBezTo>
                <a:cubicBezTo>
                  <a:pt x="89131" y="656"/>
                  <a:pt x="95799" y="0"/>
                  <a:pt x="102531" y="0"/>
                </a:cubicBezTo>
                <a:cubicBezTo>
                  <a:pt x="109263" y="0"/>
                  <a:pt x="115930" y="656"/>
                  <a:pt x="122533" y="1970"/>
                </a:cubicBezTo>
                <a:cubicBezTo>
                  <a:pt x="129136" y="3283"/>
                  <a:pt x="135547" y="5228"/>
                  <a:pt x="141767" y="7805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20"/>
                  <a:pt x="170271" y="25270"/>
                  <a:pt x="175032" y="30030"/>
                </a:cubicBezTo>
                <a:cubicBezTo>
                  <a:pt x="179792" y="34791"/>
                  <a:pt x="184041" y="39970"/>
                  <a:pt x="187782" y="45568"/>
                </a:cubicBezTo>
                <a:cubicBezTo>
                  <a:pt x="191523" y="51166"/>
                  <a:pt x="194680" y="57074"/>
                  <a:pt x="197257" y="63294"/>
                </a:cubicBezTo>
                <a:cubicBezTo>
                  <a:pt x="199832" y="69514"/>
                  <a:pt x="201777" y="75925"/>
                  <a:pt x="203092" y="82528"/>
                </a:cubicBezTo>
                <a:cubicBezTo>
                  <a:pt x="204405" y="89131"/>
                  <a:pt x="205062" y="95799"/>
                  <a:pt x="205062" y="102531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F2296-7228-431A-AEE1-590AA116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303" y="2982544"/>
            <a:ext cx="205062" cy="205062"/>
          </a:xfrm>
          <a:custGeom xmlns:a="http://schemas.openxmlformats.org/drawingml/2006/main">
            <a:pathLst>
              <a:path w="205062" h="205062" fill="none">
                <a:moveTo>
                  <a:pt x="205062" y="102531"/>
                </a:moveTo>
                <a:cubicBezTo>
                  <a:pt x="205062" y="109263"/>
                  <a:pt x="204405" y="115931"/>
                  <a:pt x="203092" y="122534"/>
                </a:cubicBezTo>
                <a:cubicBezTo>
                  <a:pt x="201777" y="129137"/>
                  <a:pt x="199832" y="135548"/>
                  <a:pt x="197257" y="141768"/>
                </a:cubicBezTo>
                <a:cubicBezTo>
                  <a:pt x="194680" y="147987"/>
                  <a:pt x="191523" y="153896"/>
                  <a:pt x="187782" y="159494"/>
                </a:cubicBezTo>
                <a:cubicBezTo>
                  <a:pt x="184041" y="165092"/>
                  <a:pt x="179792" y="170271"/>
                  <a:pt x="175032" y="175032"/>
                </a:cubicBezTo>
                <a:cubicBezTo>
                  <a:pt x="170271" y="179792"/>
                  <a:pt x="165091" y="184041"/>
                  <a:pt x="159493" y="187782"/>
                </a:cubicBezTo>
                <a:cubicBezTo>
                  <a:pt x="153895" y="191523"/>
                  <a:pt x="147987" y="194681"/>
                  <a:pt x="141768" y="197258"/>
                </a:cubicBezTo>
                <a:cubicBezTo>
                  <a:pt x="135548" y="199834"/>
                  <a:pt x="129137" y="201778"/>
                  <a:pt x="122534" y="203092"/>
                </a:cubicBezTo>
                <a:cubicBezTo>
                  <a:pt x="115931" y="204405"/>
                  <a:pt x="109263" y="205062"/>
                  <a:pt x="102531" y="205062"/>
                </a:cubicBezTo>
                <a:cubicBezTo>
                  <a:pt x="95799" y="205062"/>
                  <a:pt x="89131" y="204405"/>
                  <a:pt x="82528" y="203092"/>
                </a:cubicBezTo>
                <a:cubicBezTo>
                  <a:pt x="75925" y="201778"/>
                  <a:pt x="69513" y="199834"/>
                  <a:pt x="63294" y="197258"/>
                </a:cubicBezTo>
                <a:cubicBezTo>
                  <a:pt x="57074" y="194681"/>
                  <a:pt x="51165" y="191523"/>
                  <a:pt x="45567" y="187782"/>
                </a:cubicBezTo>
                <a:cubicBezTo>
                  <a:pt x="39970" y="184041"/>
                  <a:pt x="34791" y="179792"/>
                  <a:pt x="30030" y="175032"/>
                </a:cubicBezTo>
                <a:cubicBezTo>
                  <a:pt x="25269" y="170271"/>
                  <a:pt x="21019" y="165092"/>
                  <a:pt x="17279" y="159494"/>
                </a:cubicBezTo>
                <a:cubicBezTo>
                  <a:pt x="13539" y="153896"/>
                  <a:pt x="10380" y="147987"/>
                  <a:pt x="7804" y="141768"/>
                </a:cubicBezTo>
                <a:cubicBezTo>
                  <a:pt x="5227" y="135548"/>
                  <a:pt x="3283" y="129137"/>
                  <a:pt x="1970" y="122534"/>
                </a:cubicBezTo>
                <a:cubicBezTo>
                  <a:pt x="656" y="115931"/>
                  <a:pt x="0" y="109263"/>
                  <a:pt x="0" y="102531"/>
                </a:cubicBezTo>
                <a:cubicBezTo>
                  <a:pt x="0" y="95799"/>
                  <a:pt x="656" y="89131"/>
                  <a:pt x="1970" y="82528"/>
                </a:cubicBezTo>
                <a:cubicBezTo>
                  <a:pt x="3283" y="75925"/>
                  <a:pt x="5227" y="69514"/>
                  <a:pt x="7804" y="63294"/>
                </a:cubicBezTo>
                <a:cubicBezTo>
                  <a:pt x="10380" y="57074"/>
                  <a:pt x="13538" y="51166"/>
                  <a:pt x="17279" y="45568"/>
                </a:cubicBezTo>
                <a:cubicBezTo>
                  <a:pt x="21019" y="39970"/>
                  <a:pt x="25269" y="34791"/>
                  <a:pt x="30030" y="30030"/>
                </a:cubicBezTo>
                <a:cubicBezTo>
                  <a:pt x="34791" y="25270"/>
                  <a:pt x="39970" y="21020"/>
                  <a:pt x="45567" y="17279"/>
                </a:cubicBezTo>
                <a:cubicBezTo>
                  <a:pt x="51165" y="13539"/>
                  <a:pt x="57074" y="10381"/>
                  <a:pt x="63294" y="7805"/>
                </a:cubicBezTo>
                <a:cubicBezTo>
                  <a:pt x="69513" y="5228"/>
                  <a:pt x="75925" y="3283"/>
                  <a:pt x="82528" y="1970"/>
                </a:cubicBezTo>
                <a:cubicBezTo>
                  <a:pt x="89131" y="656"/>
                  <a:pt x="95799" y="0"/>
                  <a:pt x="102531" y="0"/>
                </a:cubicBezTo>
                <a:cubicBezTo>
                  <a:pt x="109263" y="0"/>
                  <a:pt x="115930" y="656"/>
                  <a:pt x="122533" y="1970"/>
                </a:cubicBezTo>
                <a:cubicBezTo>
                  <a:pt x="129136" y="3283"/>
                  <a:pt x="135547" y="5228"/>
                  <a:pt x="141767" y="7805"/>
                </a:cubicBezTo>
                <a:cubicBezTo>
                  <a:pt x="147987" y="10381"/>
                  <a:pt x="153896" y="13539"/>
                  <a:pt x="159493" y="17279"/>
                </a:cubicBezTo>
                <a:cubicBezTo>
                  <a:pt x="165091" y="21020"/>
                  <a:pt x="170271" y="25270"/>
                  <a:pt x="175032" y="30030"/>
                </a:cubicBezTo>
                <a:cubicBezTo>
                  <a:pt x="179792" y="34791"/>
                  <a:pt x="184041" y="39970"/>
                  <a:pt x="187782" y="45568"/>
                </a:cubicBezTo>
                <a:cubicBezTo>
                  <a:pt x="191523" y="51166"/>
                  <a:pt x="194680" y="57074"/>
                  <a:pt x="197257" y="63294"/>
                </a:cubicBezTo>
                <a:cubicBezTo>
                  <a:pt x="199832" y="69514"/>
                  <a:pt x="201777" y="75925"/>
                  <a:pt x="203092" y="82528"/>
                </a:cubicBezTo>
                <a:cubicBezTo>
                  <a:pt x="204405" y="89131"/>
                  <a:pt x="205062" y="95799"/>
                  <a:pt x="205062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21" name="Text 5">
            <a:extLst xmlns:a="http://schemas.openxmlformats.org/drawingml/2006/main">
              <a:ext uri="{FF2B5EF4-FFF2-40B4-BE49-F238E27FC236}">
                <a16:creationId xmlns:a16="http://schemas.microsoft.com/office/drawing/2014/main" id="{9C4A3763-ADB8-473C-931C-4456C371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348" y="3037975"/>
            <a:ext cx="70330" cy="110862"/>
          </a:xfrm>
          <a:custGeom xmlns:a="http://schemas.openxmlformats.org/drawingml/2006/main">
            <a:pathLst>
              <a:path w="70330" h="110862">
                <a:moveTo>
                  <a:pt x="19465" y="0"/>
                </a:moveTo>
                <a:lnTo>
                  <a:pt x="70330" y="0"/>
                </a:lnTo>
                <a:lnTo>
                  <a:pt x="62240" y="20666"/>
                </a:lnTo>
                <a:lnTo>
                  <a:pt x="19465" y="20666"/>
                </a:lnTo>
                <a:lnTo>
                  <a:pt x="15380" y="31560"/>
                </a:lnTo>
                <a:cubicBezTo>
                  <a:pt x="33803" y="32253"/>
                  <a:pt x="47981" y="36835"/>
                  <a:pt x="57914" y="45305"/>
                </a:cubicBezTo>
                <a:cubicBezTo>
                  <a:pt x="66085" y="52286"/>
                  <a:pt x="70170" y="60971"/>
                  <a:pt x="70170" y="71361"/>
                </a:cubicBezTo>
                <a:cubicBezTo>
                  <a:pt x="70170" y="78020"/>
                  <a:pt x="68274" y="84533"/>
                  <a:pt x="64482" y="90901"/>
                </a:cubicBezTo>
                <a:cubicBezTo>
                  <a:pt x="60691" y="97268"/>
                  <a:pt x="55351" y="102187"/>
                  <a:pt x="48462" y="105658"/>
                </a:cubicBezTo>
                <a:cubicBezTo>
                  <a:pt x="41573" y="109127"/>
                  <a:pt x="34017" y="110862"/>
                  <a:pt x="25793" y="110862"/>
                </a:cubicBezTo>
                <a:cubicBezTo>
                  <a:pt x="16928" y="110862"/>
                  <a:pt x="10120" y="109201"/>
                  <a:pt x="5367" y="105878"/>
                </a:cubicBezTo>
                <a:cubicBezTo>
                  <a:pt x="2056" y="103518"/>
                  <a:pt x="401" y="100838"/>
                  <a:pt x="401" y="97838"/>
                </a:cubicBezTo>
                <a:cubicBezTo>
                  <a:pt x="401" y="95533"/>
                  <a:pt x="1268" y="93496"/>
                  <a:pt x="3004" y="91727"/>
                </a:cubicBezTo>
                <a:cubicBezTo>
                  <a:pt x="4739" y="89958"/>
                  <a:pt x="6755" y="89074"/>
                  <a:pt x="9052" y="89074"/>
                </a:cubicBezTo>
                <a:cubicBezTo>
                  <a:pt x="11134" y="89074"/>
                  <a:pt x="13244" y="89501"/>
                  <a:pt x="15380" y="90356"/>
                </a:cubicBezTo>
                <a:cubicBezTo>
                  <a:pt x="17516" y="91210"/>
                  <a:pt x="21174" y="93453"/>
                  <a:pt x="26354" y="97084"/>
                </a:cubicBezTo>
                <a:cubicBezTo>
                  <a:pt x="29611" y="99327"/>
                  <a:pt x="32415" y="100876"/>
                  <a:pt x="34764" y="101730"/>
                </a:cubicBezTo>
                <a:cubicBezTo>
                  <a:pt x="36420" y="102371"/>
                  <a:pt x="38289" y="102691"/>
                  <a:pt x="40372" y="102691"/>
                </a:cubicBezTo>
                <a:cubicBezTo>
                  <a:pt x="44751" y="102691"/>
                  <a:pt x="48475" y="101091"/>
                  <a:pt x="51546" y="97890"/>
                </a:cubicBezTo>
                <a:cubicBezTo>
                  <a:pt x="54617" y="94688"/>
                  <a:pt x="56152" y="90845"/>
                  <a:pt x="56152" y="86363"/>
                </a:cubicBezTo>
                <a:cubicBezTo>
                  <a:pt x="56152" y="77033"/>
                  <a:pt x="51452" y="69451"/>
                  <a:pt x="42054" y="63619"/>
                </a:cubicBezTo>
                <a:cubicBezTo>
                  <a:pt x="32655" y="57786"/>
                  <a:pt x="20800" y="54870"/>
                  <a:pt x="6488" y="54870"/>
                </a:cubicBezTo>
                <a:cubicBezTo>
                  <a:pt x="5046" y="54870"/>
                  <a:pt x="2884" y="54897"/>
                  <a:pt x="0" y="54950"/>
                </a:cubicBezTo>
                <a:lnTo>
                  <a:pt x="19465" y="0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343DB-9606-49BA-A8CA-67B9B617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704" y="3054316"/>
            <a:ext cx="205062" cy="205062"/>
          </a:xfrm>
          <a:custGeom xmlns:a="http://schemas.openxmlformats.org/drawingml/2006/main">
            <a:pathLst>
              <a:path w="205062" h="205062">
                <a:moveTo>
                  <a:pt x="205062" y="102531"/>
                </a:moveTo>
                <a:cubicBezTo>
                  <a:pt x="205062" y="109263"/>
                  <a:pt x="204405" y="115930"/>
                  <a:pt x="203092" y="122533"/>
                </a:cubicBezTo>
                <a:cubicBezTo>
                  <a:pt x="201779" y="129136"/>
                  <a:pt x="199834" y="135548"/>
                  <a:pt x="197257" y="141768"/>
                </a:cubicBezTo>
                <a:cubicBezTo>
                  <a:pt x="194681" y="147987"/>
                  <a:pt x="191522" y="153896"/>
                  <a:pt x="187782" y="159493"/>
                </a:cubicBezTo>
                <a:cubicBezTo>
                  <a:pt x="184042" y="165091"/>
                  <a:pt x="179792" y="170271"/>
                  <a:pt x="175032" y="175032"/>
                </a:cubicBezTo>
                <a:cubicBezTo>
                  <a:pt x="170271" y="179792"/>
                  <a:pt x="165092" y="184042"/>
                  <a:pt x="159494" y="187782"/>
                </a:cubicBezTo>
                <a:cubicBezTo>
                  <a:pt x="153896" y="191523"/>
                  <a:pt x="147988" y="194680"/>
                  <a:pt x="141768" y="197257"/>
                </a:cubicBezTo>
                <a:cubicBezTo>
                  <a:pt x="135548" y="199834"/>
                  <a:pt x="129137" y="201779"/>
                  <a:pt x="122534" y="203093"/>
                </a:cubicBezTo>
                <a:cubicBezTo>
                  <a:pt x="115931" y="204406"/>
                  <a:pt x="109264" y="205062"/>
                  <a:pt x="102531" y="205062"/>
                </a:cubicBezTo>
                <a:cubicBezTo>
                  <a:pt x="95799" y="205062"/>
                  <a:pt x="89131" y="204406"/>
                  <a:pt x="82528" y="203093"/>
                </a:cubicBezTo>
                <a:cubicBezTo>
                  <a:pt x="75925" y="201779"/>
                  <a:pt x="69514" y="199834"/>
                  <a:pt x="63294" y="197257"/>
                </a:cubicBezTo>
                <a:cubicBezTo>
                  <a:pt x="57074" y="194680"/>
                  <a:pt x="51165" y="191523"/>
                  <a:pt x="45567" y="187782"/>
                </a:cubicBezTo>
                <a:cubicBezTo>
                  <a:pt x="39970" y="184042"/>
                  <a:pt x="34791" y="179792"/>
                  <a:pt x="30031" y="175032"/>
                </a:cubicBezTo>
                <a:cubicBezTo>
                  <a:pt x="25270" y="170271"/>
                  <a:pt x="21019" y="165091"/>
                  <a:pt x="17279" y="159493"/>
                </a:cubicBezTo>
                <a:cubicBezTo>
                  <a:pt x="13539" y="153896"/>
                  <a:pt x="10380" y="147987"/>
                  <a:pt x="7804" y="141768"/>
                </a:cubicBezTo>
                <a:cubicBezTo>
                  <a:pt x="5228" y="135548"/>
                  <a:pt x="3283" y="129136"/>
                  <a:pt x="1970" y="122533"/>
                </a:cubicBezTo>
                <a:cubicBezTo>
                  <a:pt x="657" y="115930"/>
                  <a:pt x="0" y="109263"/>
                  <a:pt x="0" y="102531"/>
                </a:cubicBezTo>
                <a:cubicBezTo>
                  <a:pt x="0" y="95799"/>
                  <a:pt x="657" y="89131"/>
                  <a:pt x="1970" y="82528"/>
                </a:cubicBezTo>
                <a:cubicBezTo>
                  <a:pt x="3283" y="75925"/>
                  <a:pt x="5228" y="69513"/>
                  <a:pt x="7804" y="63294"/>
                </a:cubicBezTo>
                <a:cubicBezTo>
                  <a:pt x="10380" y="57074"/>
                  <a:pt x="13539" y="51166"/>
                  <a:pt x="17279" y="45569"/>
                </a:cubicBezTo>
                <a:cubicBezTo>
                  <a:pt x="21019" y="39971"/>
                  <a:pt x="25270" y="34792"/>
                  <a:pt x="30031" y="30031"/>
                </a:cubicBezTo>
                <a:cubicBezTo>
                  <a:pt x="34791" y="25271"/>
                  <a:pt x="39970" y="21020"/>
                  <a:pt x="45567" y="17280"/>
                </a:cubicBezTo>
                <a:cubicBezTo>
                  <a:pt x="51165" y="13539"/>
                  <a:pt x="57074" y="10381"/>
                  <a:pt x="63294" y="7805"/>
                </a:cubicBezTo>
                <a:cubicBezTo>
                  <a:pt x="69514" y="5229"/>
                  <a:pt x="75925" y="3284"/>
                  <a:pt x="82528" y="1970"/>
                </a:cubicBezTo>
                <a:cubicBezTo>
                  <a:pt x="89131" y="656"/>
                  <a:pt x="95799" y="0"/>
                  <a:pt x="102531" y="0"/>
                </a:cubicBezTo>
                <a:cubicBezTo>
                  <a:pt x="109264" y="0"/>
                  <a:pt x="115931" y="656"/>
                  <a:pt x="122534" y="1970"/>
                </a:cubicBezTo>
                <a:cubicBezTo>
                  <a:pt x="129137" y="3284"/>
                  <a:pt x="135548" y="5229"/>
                  <a:pt x="141768" y="7805"/>
                </a:cubicBezTo>
                <a:cubicBezTo>
                  <a:pt x="147988" y="10381"/>
                  <a:pt x="153896" y="13539"/>
                  <a:pt x="159494" y="17280"/>
                </a:cubicBezTo>
                <a:cubicBezTo>
                  <a:pt x="165092" y="21020"/>
                  <a:pt x="170271" y="25271"/>
                  <a:pt x="175032" y="30031"/>
                </a:cubicBezTo>
                <a:cubicBezTo>
                  <a:pt x="179792" y="34792"/>
                  <a:pt x="184043" y="39971"/>
                  <a:pt x="187783" y="45569"/>
                </a:cubicBezTo>
                <a:cubicBezTo>
                  <a:pt x="191523" y="51166"/>
                  <a:pt x="194681" y="57074"/>
                  <a:pt x="197257" y="63294"/>
                </a:cubicBezTo>
                <a:cubicBezTo>
                  <a:pt x="199834" y="69513"/>
                  <a:pt x="201779" y="75925"/>
                  <a:pt x="203092" y="82528"/>
                </a:cubicBezTo>
                <a:cubicBezTo>
                  <a:pt x="204405" y="89131"/>
                  <a:pt x="205062" y="95799"/>
                  <a:pt x="205062" y="102531"/>
                </a:cubicBez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EB39C-1813-4A4C-AA9A-80E555B1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704" y="3054316"/>
            <a:ext cx="205062" cy="205062"/>
          </a:xfrm>
          <a:custGeom xmlns:a="http://schemas.openxmlformats.org/drawingml/2006/main">
            <a:pathLst>
              <a:path w="205062" h="205062" fill="none">
                <a:moveTo>
                  <a:pt x="205062" y="102531"/>
                </a:moveTo>
                <a:cubicBezTo>
                  <a:pt x="205062" y="109263"/>
                  <a:pt x="204405" y="115930"/>
                  <a:pt x="203092" y="122533"/>
                </a:cubicBezTo>
                <a:cubicBezTo>
                  <a:pt x="201779" y="129136"/>
                  <a:pt x="199834" y="135548"/>
                  <a:pt x="197257" y="141768"/>
                </a:cubicBezTo>
                <a:cubicBezTo>
                  <a:pt x="194681" y="147987"/>
                  <a:pt x="191522" y="153896"/>
                  <a:pt x="187782" y="159493"/>
                </a:cubicBezTo>
                <a:cubicBezTo>
                  <a:pt x="184042" y="165091"/>
                  <a:pt x="179792" y="170271"/>
                  <a:pt x="175032" y="175032"/>
                </a:cubicBezTo>
                <a:cubicBezTo>
                  <a:pt x="170271" y="179792"/>
                  <a:pt x="165092" y="184042"/>
                  <a:pt x="159494" y="187782"/>
                </a:cubicBezTo>
                <a:cubicBezTo>
                  <a:pt x="153896" y="191523"/>
                  <a:pt x="147988" y="194680"/>
                  <a:pt x="141768" y="197257"/>
                </a:cubicBezTo>
                <a:cubicBezTo>
                  <a:pt x="135548" y="199834"/>
                  <a:pt x="129137" y="201779"/>
                  <a:pt x="122534" y="203093"/>
                </a:cubicBezTo>
                <a:cubicBezTo>
                  <a:pt x="115931" y="204406"/>
                  <a:pt x="109264" y="205062"/>
                  <a:pt x="102531" y="205062"/>
                </a:cubicBezTo>
                <a:cubicBezTo>
                  <a:pt x="95799" y="205062"/>
                  <a:pt x="89131" y="204406"/>
                  <a:pt x="82528" y="203093"/>
                </a:cubicBezTo>
                <a:cubicBezTo>
                  <a:pt x="75925" y="201779"/>
                  <a:pt x="69514" y="199834"/>
                  <a:pt x="63294" y="197257"/>
                </a:cubicBezTo>
                <a:cubicBezTo>
                  <a:pt x="57074" y="194680"/>
                  <a:pt x="51165" y="191523"/>
                  <a:pt x="45567" y="187782"/>
                </a:cubicBezTo>
                <a:cubicBezTo>
                  <a:pt x="39970" y="184042"/>
                  <a:pt x="34791" y="179792"/>
                  <a:pt x="30031" y="175032"/>
                </a:cubicBezTo>
                <a:cubicBezTo>
                  <a:pt x="25270" y="170271"/>
                  <a:pt x="21019" y="165091"/>
                  <a:pt x="17279" y="159493"/>
                </a:cubicBezTo>
                <a:cubicBezTo>
                  <a:pt x="13539" y="153896"/>
                  <a:pt x="10380" y="147987"/>
                  <a:pt x="7804" y="141768"/>
                </a:cubicBezTo>
                <a:cubicBezTo>
                  <a:pt x="5228" y="135548"/>
                  <a:pt x="3283" y="129136"/>
                  <a:pt x="1970" y="122533"/>
                </a:cubicBezTo>
                <a:cubicBezTo>
                  <a:pt x="657" y="115930"/>
                  <a:pt x="0" y="109263"/>
                  <a:pt x="0" y="102531"/>
                </a:cubicBezTo>
                <a:cubicBezTo>
                  <a:pt x="0" y="95799"/>
                  <a:pt x="657" y="89131"/>
                  <a:pt x="1970" y="82528"/>
                </a:cubicBezTo>
                <a:cubicBezTo>
                  <a:pt x="3283" y="75925"/>
                  <a:pt x="5228" y="69513"/>
                  <a:pt x="7804" y="63294"/>
                </a:cubicBezTo>
                <a:cubicBezTo>
                  <a:pt x="10380" y="57074"/>
                  <a:pt x="13539" y="51166"/>
                  <a:pt x="17279" y="45569"/>
                </a:cubicBezTo>
                <a:cubicBezTo>
                  <a:pt x="21019" y="39971"/>
                  <a:pt x="25270" y="34792"/>
                  <a:pt x="30031" y="30031"/>
                </a:cubicBezTo>
                <a:cubicBezTo>
                  <a:pt x="34791" y="25271"/>
                  <a:pt x="39970" y="21020"/>
                  <a:pt x="45567" y="17280"/>
                </a:cubicBezTo>
                <a:cubicBezTo>
                  <a:pt x="51165" y="13539"/>
                  <a:pt x="57074" y="10381"/>
                  <a:pt x="63294" y="7805"/>
                </a:cubicBezTo>
                <a:cubicBezTo>
                  <a:pt x="69514" y="5229"/>
                  <a:pt x="75925" y="3284"/>
                  <a:pt x="82528" y="1970"/>
                </a:cubicBezTo>
                <a:cubicBezTo>
                  <a:pt x="89131" y="656"/>
                  <a:pt x="95799" y="0"/>
                  <a:pt x="102531" y="0"/>
                </a:cubicBezTo>
                <a:cubicBezTo>
                  <a:pt x="109264" y="0"/>
                  <a:pt x="115931" y="656"/>
                  <a:pt x="122534" y="1970"/>
                </a:cubicBezTo>
                <a:cubicBezTo>
                  <a:pt x="129137" y="3284"/>
                  <a:pt x="135548" y="5229"/>
                  <a:pt x="141768" y="7805"/>
                </a:cubicBezTo>
                <a:cubicBezTo>
                  <a:pt x="147988" y="10381"/>
                  <a:pt x="153896" y="13539"/>
                  <a:pt x="159494" y="17280"/>
                </a:cubicBezTo>
                <a:cubicBezTo>
                  <a:pt x="165092" y="21020"/>
                  <a:pt x="170271" y="25271"/>
                  <a:pt x="175032" y="30031"/>
                </a:cubicBezTo>
                <a:cubicBezTo>
                  <a:pt x="179792" y="34792"/>
                  <a:pt x="184043" y="39971"/>
                  <a:pt x="187783" y="45569"/>
                </a:cubicBezTo>
                <a:cubicBezTo>
                  <a:pt x="191523" y="51166"/>
                  <a:pt x="194681" y="57074"/>
                  <a:pt x="197257" y="63294"/>
                </a:cubicBezTo>
                <a:cubicBezTo>
                  <a:pt x="199834" y="69513"/>
                  <a:pt x="201779" y="75925"/>
                  <a:pt x="203092" y="82528"/>
                </a:cubicBezTo>
                <a:cubicBezTo>
                  <a:pt x="204405" y="89131"/>
                  <a:pt x="205062" y="95799"/>
                  <a:pt x="205062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24" name="Text 7">
            <a:extLst xmlns:a="http://schemas.openxmlformats.org/drawingml/2006/main">
              <a:ext uri="{FF2B5EF4-FFF2-40B4-BE49-F238E27FC236}">
                <a16:creationId xmlns:a16="http://schemas.microsoft.com/office/drawing/2014/main" id="{D05608DC-2187-4E47-B1C0-08D3B98C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750" y="3109747"/>
            <a:ext cx="72573" cy="110862"/>
          </a:xfrm>
          <a:custGeom xmlns:a="http://schemas.openxmlformats.org/drawingml/2006/main">
            <a:pathLst>
              <a:path w="72573" h="110862">
                <a:moveTo>
                  <a:pt x="23550" y="110862"/>
                </a:moveTo>
                <a:lnTo>
                  <a:pt x="53108" y="21307"/>
                </a:lnTo>
                <a:lnTo>
                  <a:pt x="30599" y="21307"/>
                </a:lnTo>
                <a:cubicBezTo>
                  <a:pt x="21788" y="21307"/>
                  <a:pt x="15166" y="22455"/>
                  <a:pt x="10734" y="24752"/>
                </a:cubicBezTo>
                <a:cubicBezTo>
                  <a:pt x="7636" y="26354"/>
                  <a:pt x="5073" y="29371"/>
                  <a:pt x="3044" y="33803"/>
                </a:cubicBezTo>
                <a:lnTo>
                  <a:pt x="0" y="33803"/>
                </a:lnTo>
                <a:lnTo>
                  <a:pt x="7850" y="0"/>
                </a:lnTo>
                <a:lnTo>
                  <a:pt x="72573" y="0"/>
                </a:lnTo>
                <a:lnTo>
                  <a:pt x="36126" y="110862"/>
                </a:lnTo>
                <a:lnTo>
                  <a:pt x="23550" y="1108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D3CB2-2004-4DB7-9132-E2297A5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773" y="2203308"/>
            <a:ext cx="205063" cy="205062"/>
          </a:xfrm>
          <a:custGeom xmlns:a="http://schemas.openxmlformats.org/drawingml/2006/main">
            <a:pathLst>
              <a:path w="205063" h="205062">
                <a:moveTo>
                  <a:pt x="205063" y="102531"/>
                </a:moveTo>
                <a:cubicBezTo>
                  <a:pt x="205062" y="109263"/>
                  <a:pt x="204404" y="115930"/>
                  <a:pt x="203092" y="122533"/>
                </a:cubicBezTo>
                <a:cubicBezTo>
                  <a:pt x="201779" y="129136"/>
                  <a:pt x="199834" y="135547"/>
                  <a:pt x="197257" y="141767"/>
                </a:cubicBezTo>
                <a:cubicBezTo>
                  <a:pt x="194680" y="147987"/>
                  <a:pt x="191521" y="153896"/>
                  <a:pt x="187782" y="159493"/>
                </a:cubicBezTo>
                <a:cubicBezTo>
                  <a:pt x="184042" y="165091"/>
                  <a:pt x="179792" y="170271"/>
                  <a:pt x="175031" y="175032"/>
                </a:cubicBezTo>
                <a:cubicBezTo>
                  <a:pt x="170271" y="179792"/>
                  <a:pt x="165091" y="184041"/>
                  <a:pt x="159493" y="187782"/>
                </a:cubicBezTo>
                <a:cubicBezTo>
                  <a:pt x="153896" y="191523"/>
                  <a:pt x="147988" y="194681"/>
                  <a:pt x="141767" y="197258"/>
                </a:cubicBezTo>
                <a:cubicBezTo>
                  <a:pt x="135548" y="199834"/>
                  <a:pt x="129136" y="201778"/>
                  <a:pt x="122533" y="203092"/>
                </a:cubicBezTo>
                <a:cubicBezTo>
                  <a:pt x="115930" y="204405"/>
                  <a:pt x="109264" y="205062"/>
                  <a:pt x="102532" y="205062"/>
                </a:cubicBezTo>
                <a:cubicBezTo>
                  <a:pt x="95798" y="205062"/>
                  <a:pt x="89131" y="204405"/>
                  <a:pt x="82528" y="203092"/>
                </a:cubicBezTo>
                <a:cubicBezTo>
                  <a:pt x="75925" y="201778"/>
                  <a:pt x="69513" y="199834"/>
                  <a:pt x="63294" y="197258"/>
                </a:cubicBezTo>
                <a:cubicBezTo>
                  <a:pt x="57074" y="194681"/>
                  <a:pt x="51166" y="191523"/>
                  <a:pt x="45568" y="187782"/>
                </a:cubicBezTo>
                <a:cubicBezTo>
                  <a:pt x="39970" y="184041"/>
                  <a:pt x="34791" y="179792"/>
                  <a:pt x="30031" y="175032"/>
                </a:cubicBezTo>
                <a:cubicBezTo>
                  <a:pt x="25270" y="170271"/>
                  <a:pt x="21019" y="165091"/>
                  <a:pt x="17279" y="159493"/>
                </a:cubicBezTo>
                <a:cubicBezTo>
                  <a:pt x="13539" y="153896"/>
                  <a:pt x="10381" y="147987"/>
                  <a:pt x="7804" y="141767"/>
                </a:cubicBezTo>
                <a:cubicBezTo>
                  <a:pt x="5227" y="135547"/>
                  <a:pt x="3283" y="129136"/>
                  <a:pt x="1970" y="122533"/>
                </a:cubicBezTo>
                <a:cubicBezTo>
                  <a:pt x="657" y="115930"/>
                  <a:pt x="0" y="109263"/>
                  <a:pt x="0" y="102531"/>
                </a:cubicBezTo>
                <a:cubicBezTo>
                  <a:pt x="0" y="95798"/>
                  <a:pt x="657" y="89131"/>
                  <a:pt x="1970" y="82528"/>
                </a:cubicBezTo>
                <a:cubicBezTo>
                  <a:pt x="3283" y="75925"/>
                  <a:pt x="5227" y="69514"/>
                  <a:pt x="7804" y="63294"/>
                </a:cubicBezTo>
                <a:cubicBezTo>
                  <a:pt x="10381" y="57074"/>
                  <a:pt x="13539" y="51166"/>
                  <a:pt x="17280" y="45568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70"/>
                  <a:pt x="39970" y="21020"/>
                  <a:pt x="45567" y="17280"/>
                </a:cubicBezTo>
                <a:cubicBezTo>
                  <a:pt x="51166" y="13539"/>
                  <a:pt x="57074" y="10381"/>
                  <a:pt x="63294" y="7805"/>
                </a:cubicBezTo>
                <a:cubicBezTo>
                  <a:pt x="69513" y="5228"/>
                  <a:pt x="75925" y="3284"/>
                  <a:pt x="82528" y="1970"/>
                </a:cubicBezTo>
                <a:cubicBezTo>
                  <a:pt x="89131" y="656"/>
                  <a:pt x="95798" y="0"/>
                  <a:pt x="102532" y="0"/>
                </a:cubicBezTo>
                <a:cubicBezTo>
                  <a:pt x="109264" y="0"/>
                  <a:pt x="115930" y="656"/>
                  <a:pt x="122533" y="1970"/>
                </a:cubicBezTo>
                <a:cubicBezTo>
                  <a:pt x="129136" y="3284"/>
                  <a:pt x="135548" y="5228"/>
                  <a:pt x="141767" y="7805"/>
                </a:cubicBezTo>
                <a:cubicBezTo>
                  <a:pt x="147988" y="10381"/>
                  <a:pt x="153896" y="13539"/>
                  <a:pt x="159494" y="17280"/>
                </a:cubicBezTo>
                <a:cubicBezTo>
                  <a:pt x="165092" y="21020"/>
                  <a:pt x="170271" y="25270"/>
                  <a:pt x="175031" y="30030"/>
                </a:cubicBezTo>
                <a:cubicBezTo>
                  <a:pt x="179792" y="34791"/>
                  <a:pt x="184042" y="39970"/>
                  <a:pt x="187781" y="45567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4"/>
                  <a:pt x="201779" y="75925"/>
                  <a:pt x="203092" y="82528"/>
                </a:cubicBezTo>
                <a:cubicBezTo>
                  <a:pt x="204404" y="89131"/>
                  <a:pt x="205062" y="95798"/>
                  <a:pt x="205063" y="1025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B6EE23-0D0D-4E21-9FD1-F741A765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773" y="2203308"/>
            <a:ext cx="205063" cy="205062"/>
          </a:xfrm>
          <a:custGeom xmlns:a="http://schemas.openxmlformats.org/drawingml/2006/main">
            <a:pathLst>
              <a:path w="205063" h="205062" fill="none">
                <a:moveTo>
                  <a:pt x="205063" y="102531"/>
                </a:moveTo>
                <a:cubicBezTo>
                  <a:pt x="205062" y="109263"/>
                  <a:pt x="204404" y="115930"/>
                  <a:pt x="203092" y="122533"/>
                </a:cubicBezTo>
                <a:cubicBezTo>
                  <a:pt x="201779" y="129136"/>
                  <a:pt x="199834" y="135547"/>
                  <a:pt x="197257" y="141767"/>
                </a:cubicBezTo>
                <a:cubicBezTo>
                  <a:pt x="194680" y="147987"/>
                  <a:pt x="191521" y="153896"/>
                  <a:pt x="187782" y="159493"/>
                </a:cubicBezTo>
                <a:cubicBezTo>
                  <a:pt x="184042" y="165091"/>
                  <a:pt x="179792" y="170271"/>
                  <a:pt x="175031" y="175032"/>
                </a:cubicBezTo>
                <a:cubicBezTo>
                  <a:pt x="170271" y="179792"/>
                  <a:pt x="165091" y="184041"/>
                  <a:pt x="159493" y="187782"/>
                </a:cubicBezTo>
                <a:cubicBezTo>
                  <a:pt x="153896" y="191523"/>
                  <a:pt x="147988" y="194681"/>
                  <a:pt x="141767" y="197258"/>
                </a:cubicBezTo>
                <a:cubicBezTo>
                  <a:pt x="135548" y="199834"/>
                  <a:pt x="129136" y="201778"/>
                  <a:pt x="122533" y="203092"/>
                </a:cubicBezTo>
                <a:cubicBezTo>
                  <a:pt x="115930" y="204405"/>
                  <a:pt x="109264" y="205062"/>
                  <a:pt x="102532" y="205062"/>
                </a:cubicBezTo>
                <a:cubicBezTo>
                  <a:pt x="95798" y="205062"/>
                  <a:pt x="89131" y="204405"/>
                  <a:pt x="82528" y="203092"/>
                </a:cubicBezTo>
                <a:cubicBezTo>
                  <a:pt x="75925" y="201778"/>
                  <a:pt x="69513" y="199834"/>
                  <a:pt x="63294" y="197258"/>
                </a:cubicBezTo>
                <a:cubicBezTo>
                  <a:pt x="57074" y="194681"/>
                  <a:pt x="51166" y="191523"/>
                  <a:pt x="45568" y="187782"/>
                </a:cubicBezTo>
                <a:cubicBezTo>
                  <a:pt x="39970" y="184041"/>
                  <a:pt x="34791" y="179792"/>
                  <a:pt x="30031" y="175032"/>
                </a:cubicBezTo>
                <a:cubicBezTo>
                  <a:pt x="25270" y="170271"/>
                  <a:pt x="21019" y="165091"/>
                  <a:pt x="17279" y="159493"/>
                </a:cubicBezTo>
                <a:cubicBezTo>
                  <a:pt x="13539" y="153896"/>
                  <a:pt x="10381" y="147987"/>
                  <a:pt x="7804" y="141767"/>
                </a:cubicBezTo>
                <a:cubicBezTo>
                  <a:pt x="5227" y="135547"/>
                  <a:pt x="3283" y="129136"/>
                  <a:pt x="1970" y="122533"/>
                </a:cubicBezTo>
                <a:cubicBezTo>
                  <a:pt x="657" y="115930"/>
                  <a:pt x="0" y="109263"/>
                  <a:pt x="0" y="102531"/>
                </a:cubicBezTo>
                <a:cubicBezTo>
                  <a:pt x="0" y="95798"/>
                  <a:pt x="657" y="89131"/>
                  <a:pt x="1970" y="82528"/>
                </a:cubicBezTo>
                <a:cubicBezTo>
                  <a:pt x="3283" y="75925"/>
                  <a:pt x="5227" y="69514"/>
                  <a:pt x="7804" y="63294"/>
                </a:cubicBezTo>
                <a:cubicBezTo>
                  <a:pt x="10381" y="57074"/>
                  <a:pt x="13539" y="51166"/>
                  <a:pt x="17280" y="45568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70"/>
                  <a:pt x="39970" y="21020"/>
                  <a:pt x="45567" y="17280"/>
                </a:cubicBezTo>
                <a:cubicBezTo>
                  <a:pt x="51166" y="13539"/>
                  <a:pt x="57074" y="10381"/>
                  <a:pt x="63294" y="7805"/>
                </a:cubicBezTo>
                <a:cubicBezTo>
                  <a:pt x="69513" y="5228"/>
                  <a:pt x="75925" y="3284"/>
                  <a:pt x="82528" y="1970"/>
                </a:cubicBezTo>
                <a:cubicBezTo>
                  <a:pt x="89131" y="656"/>
                  <a:pt x="95798" y="0"/>
                  <a:pt x="102532" y="0"/>
                </a:cubicBezTo>
                <a:cubicBezTo>
                  <a:pt x="109264" y="0"/>
                  <a:pt x="115930" y="656"/>
                  <a:pt x="122533" y="1970"/>
                </a:cubicBezTo>
                <a:cubicBezTo>
                  <a:pt x="129136" y="3284"/>
                  <a:pt x="135548" y="5228"/>
                  <a:pt x="141767" y="7805"/>
                </a:cubicBezTo>
                <a:cubicBezTo>
                  <a:pt x="147988" y="10381"/>
                  <a:pt x="153896" y="13539"/>
                  <a:pt x="159494" y="17280"/>
                </a:cubicBezTo>
                <a:cubicBezTo>
                  <a:pt x="165092" y="21020"/>
                  <a:pt x="170271" y="25270"/>
                  <a:pt x="175031" y="30030"/>
                </a:cubicBezTo>
                <a:cubicBezTo>
                  <a:pt x="179792" y="34791"/>
                  <a:pt x="184042" y="39970"/>
                  <a:pt x="187781" y="45567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4"/>
                  <a:pt x="201779" y="75925"/>
                  <a:pt x="203092" y="82528"/>
                </a:cubicBezTo>
                <a:cubicBezTo>
                  <a:pt x="204404" y="89131"/>
                  <a:pt x="205062" y="95798"/>
                  <a:pt x="205063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27" name="Text 3Storevectorsintoabase.">
            <a:extLst xmlns:a="http://schemas.openxmlformats.org/drawingml/2006/main">
              <a:ext uri="{FF2B5EF4-FFF2-40B4-BE49-F238E27FC236}">
                <a16:creationId xmlns:a16="http://schemas.microsoft.com/office/drawing/2014/main" id="{379ACD35-28CA-406D-8525-4FEE1ADC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0499" y="2253452"/>
            <a:ext cx="1859118" cy="116309"/>
          </a:xfrm>
          <a:custGeom xmlns:a="http://schemas.openxmlformats.org/drawingml/2006/main">
            <a:pathLst>
              <a:path w="1859118" h="116309">
                <a:moveTo>
                  <a:pt x="21628" y="59436"/>
                </a:moveTo>
                <a:lnTo>
                  <a:pt x="21628" y="56552"/>
                </a:lnTo>
                <a:cubicBezTo>
                  <a:pt x="27715" y="54793"/>
                  <a:pt x="31934" y="53155"/>
                  <a:pt x="34284" y="51636"/>
                </a:cubicBezTo>
                <a:cubicBezTo>
                  <a:pt x="36634" y="50117"/>
                  <a:pt x="38663" y="47799"/>
                  <a:pt x="40372" y="44682"/>
                </a:cubicBezTo>
                <a:cubicBezTo>
                  <a:pt x="42080" y="41565"/>
                  <a:pt x="42935" y="38407"/>
                  <a:pt x="42935" y="35210"/>
                </a:cubicBezTo>
                <a:cubicBezTo>
                  <a:pt x="42935" y="30788"/>
                  <a:pt x="41320" y="26991"/>
                  <a:pt x="38089" y="23820"/>
                </a:cubicBezTo>
                <a:cubicBezTo>
                  <a:pt x="34858" y="20650"/>
                  <a:pt x="30839" y="19064"/>
                  <a:pt x="26033" y="19064"/>
                </a:cubicBezTo>
                <a:cubicBezTo>
                  <a:pt x="18557" y="19064"/>
                  <a:pt x="12202" y="23043"/>
                  <a:pt x="6969" y="31000"/>
                </a:cubicBezTo>
                <a:lnTo>
                  <a:pt x="4005" y="29958"/>
                </a:lnTo>
                <a:cubicBezTo>
                  <a:pt x="7850" y="21014"/>
                  <a:pt x="12776" y="14292"/>
                  <a:pt x="18784" y="9793"/>
                </a:cubicBezTo>
                <a:cubicBezTo>
                  <a:pt x="24792" y="5293"/>
                  <a:pt x="31480" y="3044"/>
                  <a:pt x="38850" y="3044"/>
                </a:cubicBezTo>
                <a:cubicBezTo>
                  <a:pt x="46379" y="3044"/>
                  <a:pt x="52587" y="5340"/>
                  <a:pt x="57474" y="9933"/>
                </a:cubicBezTo>
                <a:cubicBezTo>
                  <a:pt x="62360" y="14525"/>
                  <a:pt x="64803" y="19892"/>
                  <a:pt x="64803" y="26033"/>
                </a:cubicBezTo>
                <a:cubicBezTo>
                  <a:pt x="64803" y="30038"/>
                  <a:pt x="63668" y="33897"/>
                  <a:pt x="61399" y="37608"/>
                </a:cubicBezTo>
                <a:cubicBezTo>
                  <a:pt x="59129" y="41320"/>
                  <a:pt x="55564" y="44590"/>
                  <a:pt x="50705" y="47421"/>
                </a:cubicBezTo>
                <a:cubicBezTo>
                  <a:pt x="56953" y="50468"/>
                  <a:pt x="61719" y="54224"/>
                  <a:pt x="65003" y="58688"/>
                </a:cubicBezTo>
                <a:cubicBezTo>
                  <a:pt x="68287" y="63152"/>
                  <a:pt x="69929" y="68752"/>
                  <a:pt x="69929" y="75489"/>
                </a:cubicBezTo>
                <a:cubicBezTo>
                  <a:pt x="69929" y="86824"/>
                  <a:pt x="65831" y="96461"/>
                  <a:pt x="57634" y="104401"/>
                </a:cubicBezTo>
                <a:cubicBezTo>
                  <a:pt x="49437" y="112340"/>
                  <a:pt x="38449" y="116309"/>
                  <a:pt x="24672" y="116309"/>
                </a:cubicBezTo>
                <a:cubicBezTo>
                  <a:pt x="15486" y="116309"/>
                  <a:pt x="8785" y="114781"/>
                  <a:pt x="4566" y="111725"/>
                </a:cubicBezTo>
                <a:cubicBezTo>
                  <a:pt x="1522" y="109583"/>
                  <a:pt x="0" y="106822"/>
                  <a:pt x="0" y="103445"/>
                </a:cubicBezTo>
                <a:cubicBezTo>
                  <a:pt x="0" y="100980"/>
                  <a:pt x="881" y="98876"/>
                  <a:pt x="2643" y="97134"/>
                </a:cubicBezTo>
                <a:cubicBezTo>
                  <a:pt x="4406" y="95392"/>
                  <a:pt x="6435" y="94521"/>
                  <a:pt x="8731" y="94521"/>
                </a:cubicBezTo>
                <a:cubicBezTo>
                  <a:pt x="10493" y="94521"/>
                  <a:pt x="12149" y="94896"/>
                  <a:pt x="13698" y="95647"/>
                </a:cubicBezTo>
                <a:cubicBezTo>
                  <a:pt x="14552" y="96078"/>
                  <a:pt x="17582" y="98428"/>
                  <a:pt x="22789" y="102696"/>
                </a:cubicBezTo>
                <a:cubicBezTo>
                  <a:pt x="27996" y="106965"/>
                  <a:pt x="32869" y="109100"/>
                  <a:pt x="37408" y="109100"/>
                </a:cubicBezTo>
                <a:cubicBezTo>
                  <a:pt x="41360" y="109100"/>
                  <a:pt x="44751" y="107535"/>
                  <a:pt x="47581" y="104406"/>
                </a:cubicBezTo>
                <a:cubicBezTo>
                  <a:pt x="50411" y="101277"/>
                  <a:pt x="51826" y="97305"/>
                  <a:pt x="51826" y="92491"/>
                </a:cubicBezTo>
                <a:cubicBezTo>
                  <a:pt x="51826" y="85163"/>
                  <a:pt x="49263" y="78410"/>
                  <a:pt x="44136" y="72232"/>
                </a:cubicBezTo>
                <a:cubicBezTo>
                  <a:pt x="39010" y="66054"/>
                  <a:pt x="31507" y="61789"/>
                  <a:pt x="21628" y="59436"/>
                </a:cubicBezTo>
                <a:close/>
                <a:moveTo>
                  <a:pt x="301185" y="2884"/>
                </a:moveTo>
                <a:lnTo>
                  <a:pt x="301185" y="40372"/>
                </a:lnTo>
                <a:lnTo>
                  <a:pt x="298221" y="40372"/>
                </a:lnTo>
                <a:cubicBezTo>
                  <a:pt x="297260" y="33162"/>
                  <a:pt x="295538" y="27422"/>
                  <a:pt x="293055" y="23150"/>
                </a:cubicBezTo>
                <a:cubicBezTo>
                  <a:pt x="290572" y="18877"/>
                  <a:pt x="287034" y="15486"/>
                  <a:pt x="282441" y="12977"/>
                </a:cubicBezTo>
                <a:cubicBezTo>
                  <a:pt x="277849" y="10467"/>
                  <a:pt x="273096" y="9212"/>
                  <a:pt x="268183" y="9212"/>
                </a:cubicBezTo>
                <a:cubicBezTo>
                  <a:pt x="262629" y="9212"/>
                  <a:pt x="258037" y="10906"/>
                  <a:pt x="254405" y="14296"/>
                </a:cubicBezTo>
                <a:cubicBezTo>
                  <a:pt x="250774" y="17683"/>
                  <a:pt x="248958" y="21538"/>
                  <a:pt x="248958" y="25861"/>
                </a:cubicBezTo>
                <a:cubicBezTo>
                  <a:pt x="248958" y="29170"/>
                  <a:pt x="250106" y="32185"/>
                  <a:pt x="252403" y="34905"/>
                </a:cubicBezTo>
                <a:cubicBezTo>
                  <a:pt x="255714" y="38908"/>
                  <a:pt x="263590" y="44245"/>
                  <a:pt x="276033" y="50915"/>
                </a:cubicBezTo>
                <a:cubicBezTo>
                  <a:pt x="286179" y="56357"/>
                  <a:pt x="293108" y="60532"/>
                  <a:pt x="296820" y="63441"/>
                </a:cubicBezTo>
                <a:cubicBezTo>
                  <a:pt x="300531" y="66348"/>
                  <a:pt x="303388" y="69777"/>
                  <a:pt x="305390" y="73727"/>
                </a:cubicBezTo>
                <a:cubicBezTo>
                  <a:pt x="307393" y="77675"/>
                  <a:pt x="308394" y="81810"/>
                  <a:pt x="308394" y="86133"/>
                </a:cubicBezTo>
                <a:cubicBezTo>
                  <a:pt x="308394" y="94350"/>
                  <a:pt x="305204" y="101434"/>
                  <a:pt x="298822" y="107385"/>
                </a:cubicBezTo>
                <a:cubicBezTo>
                  <a:pt x="292441" y="113334"/>
                  <a:pt x="284230" y="116309"/>
                  <a:pt x="274191" y="116309"/>
                </a:cubicBezTo>
                <a:cubicBezTo>
                  <a:pt x="271040" y="116309"/>
                  <a:pt x="268076" y="116072"/>
                  <a:pt x="265299" y="115598"/>
                </a:cubicBezTo>
                <a:cubicBezTo>
                  <a:pt x="263644" y="115334"/>
                  <a:pt x="260213" y="114372"/>
                  <a:pt x="255006" y="112712"/>
                </a:cubicBezTo>
                <a:cubicBezTo>
                  <a:pt x="249799" y="111051"/>
                  <a:pt x="246502" y="110221"/>
                  <a:pt x="245113" y="110221"/>
                </a:cubicBezTo>
                <a:cubicBezTo>
                  <a:pt x="243778" y="110221"/>
                  <a:pt x="242724" y="110616"/>
                  <a:pt x="241949" y="111408"/>
                </a:cubicBezTo>
                <a:cubicBezTo>
                  <a:pt x="241175" y="112199"/>
                  <a:pt x="240601" y="113832"/>
                  <a:pt x="240227" y="116309"/>
                </a:cubicBezTo>
                <a:lnTo>
                  <a:pt x="237263" y="116309"/>
                </a:lnTo>
                <a:lnTo>
                  <a:pt x="237263" y="79141"/>
                </a:lnTo>
                <a:lnTo>
                  <a:pt x="240227" y="79141"/>
                </a:lnTo>
                <a:cubicBezTo>
                  <a:pt x="241616" y="86938"/>
                  <a:pt x="243485" y="92772"/>
                  <a:pt x="245834" y="96644"/>
                </a:cubicBezTo>
                <a:cubicBezTo>
                  <a:pt x="248184" y="100515"/>
                  <a:pt x="251775" y="103733"/>
                  <a:pt x="256608" y="106296"/>
                </a:cubicBezTo>
                <a:cubicBezTo>
                  <a:pt x="261441" y="108859"/>
                  <a:pt x="266741" y="110141"/>
                  <a:pt x="272508" y="110141"/>
                </a:cubicBezTo>
                <a:cubicBezTo>
                  <a:pt x="279184" y="110141"/>
                  <a:pt x="284457" y="108380"/>
                  <a:pt x="288329" y="104859"/>
                </a:cubicBezTo>
                <a:cubicBezTo>
                  <a:pt x="292200" y="101336"/>
                  <a:pt x="294136" y="97173"/>
                  <a:pt x="294136" y="92371"/>
                </a:cubicBezTo>
                <a:cubicBezTo>
                  <a:pt x="294136" y="89702"/>
                  <a:pt x="293402" y="87008"/>
                  <a:pt x="291933" y="84288"/>
                </a:cubicBezTo>
                <a:cubicBezTo>
                  <a:pt x="290465" y="81566"/>
                  <a:pt x="288182" y="79031"/>
                  <a:pt x="285085" y="76683"/>
                </a:cubicBezTo>
                <a:cubicBezTo>
                  <a:pt x="283002" y="75083"/>
                  <a:pt x="277315" y="71681"/>
                  <a:pt x="268023" y="66478"/>
                </a:cubicBezTo>
                <a:cubicBezTo>
                  <a:pt x="258731" y="61274"/>
                  <a:pt x="252122" y="57126"/>
                  <a:pt x="248197" y="54032"/>
                </a:cubicBezTo>
                <a:cubicBezTo>
                  <a:pt x="244272" y="50936"/>
                  <a:pt x="241295" y="47521"/>
                  <a:pt x="239266" y="43786"/>
                </a:cubicBezTo>
                <a:cubicBezTo>
                  <a:pt x="237237" y="40050"/>
                  <a:pt x="236222" y="35940"/>
                  <a:pt x="236222" y="31458"/>
                </a:cubicBezTo>
                <a:cubicBezTo>
                  <a:pt x="236222" y="23668"/>
                  <a:pt x="239213" y="16958"/>
                  <a:pt x="245193" y="11329"/>
                </a:cubicBezTo>
                <a:cubicBezTo>
                  <a:pt x="251174" y="5699"/>
                  <a:pt x="258784" y="2884"/>
                  <a:pt x="268023" y="2884"/>
                </a:cubicBezTo>
                <a:cubicBezTo>
                  <a:pt x="273790" y="2884"/>
                  <a:pt x="279905" y="4299"/>
                  <a:pt x="286366" y="7129"/>
                </a:cubicBezTo>
                <a:cubicBezTo>
                  <a:pt x="289357" y="8464"/>
                  <a:pt x="291466" y="9132"/>
                  <a:pt x="292694" y="9132"/>
                </a:cubicBezTo>
                <a:cubicBezTo>
                  <a:pt x="294083" y="9132"/>
                  <a:pt x="295217" y="8718"/>
                  <a:pt x="296099" y="7890"/>
                </a:cubicBezTo>
                <a:cubicBezTo>
                  <a:pt x="296980" y="7062"/>
                  <a:pt x="297687" y="5394"/>
                  <a:pt x="298221" y="2884"/>
                </a:cubicBezTo>
                <a:lnTo>
                  <a:pt x="301185" y="2884"/>
                </a:lnTo>
                <a:close/>
                <a:moveTo>
                  <a:pt x="343614" y="16341"/>
                </a:moveTo>
                <a:lnTo>
                  <a:pt x="343614" y="40532"/>
                </a:lnTo>
                <a:lnTo>
                  <a:pt x="360756" y="40532"/>
                </a:lnTo>
                <a:lnTo>
                  <a:pt x="360756" y="46139"/>
                </a:lnTo>
                <a:lnTo>
                  <a:pt x="343614" y="46139"/>
                </a:lnTo>
                <a:lnTo>
                  <a:pt x="343614" y="93655"/>
                </a:lnTo>
                <a:cubicBezTo>
                  <a:pt x="343614" y="98403"/>
                  <a:pt x="344295" y="101603"/>
                  <a:pt x="345657" y="103257"/>
                </a:cubicBezTo>
                <a:cubicBezTo>
                  <a:pt x="347018" y="104909"/>
                  <a:pt x="348767" y="105735"/>
                  <a:pt x="350903" y="105735"/>
                </a:cubicBezTo>
                <a:cubicBezTo>
                  <a:pt x="352666" y="105735"/>
                  <a:pt x="354375" y="105188"/>
                  <a:pt x="356030" y="104093"/>
                </a:cubicBezTo>
                <a:cubicBezTo>
                  <a:pt x="357685" y="102998"/>
                  <a:pt x="358967" y="101383"/>
                  <a:pt x="359875" y="99247"/>
                </a:cubicBezTo>
                <a:lnTo>
                  <a:pt x="362999" y="99247"/>
                </a:lnTo>
                <a:cubicBezTo>
                  <a:pt x="361130" y="104495"/>
                  <a:pt x="358486" y="108465"/>
                  <a:pt x="355069" y="111155"/>
                </a:cubicBezTo>
                <a:cubicBezTo>
                  <a:pt x="351651" y="113843"/>
                  <a:pt x="348127" y="115187"/>
                  <a:pt x="344495" y="115187"/>
                </a:cubicBezTo>
                <a:cubicBezTo>
                  <a:pt x="342039" y="115187"/>
                  <a:pt x="339636" y="114506"/>
                  <a:pt x="337286" y="113142"/>
                </a:cubicBezTo>
                <a:cubicBezTo>
                  <a:pt x="334936" y="111779"/>
                  <a:pt x="333201" y="109828"/>
                  <a:pt x="332079" y="107290"/>
                </a:cubicBezTo>
                <a:cubicBezTo>
                  <a:pt x="330958" y="104750"/>
                  <a:pt x="330397" y="100833"/>
                  <a:pt x="330397" y="95540"/>
                </a:cubicBezTo>
                <a:lnTo>
                  <a:pt x="330397" y="46139"/>
                </a:lnTo>
                <a:lnTo>
                  <a:pt x="318782" y="46139"/>
                </a:lnTo>
                <a:lnTo>
                  <a:pt x="318782" y="43496"/>
                </a:lnTo>
                <a:cubicBezTo>
                  <a:pt x="321719" y="42317"/>
                  <a:pt x="324723" y="40322"/>
                  <a:pt x="327794" y="37510"/>
                </a:cubicBezTo>
                <a:cubicBezTo>
                  <a:pt x="330864" y="34699"/>
                  <a:pt x="333601" y="31364"/>
                  <a:pt x="336004" y="27508"/>
                </a:cubicBezTo>
                <a:cubicBezTo>
                  <a:pt x="337233" y="25473"/>
                  <a:pt x="338941" y="21751"/>
                  <a:pt x="341131" y="16341"/>
                </a:cubicBezTo>
                <a:lnTo>
                  <a:pt x="343614" y="16341"/>
                </a:lnTo>
                <a:close/>
                <a:moveTo>
                  <a:pt x="403798" y="38449"/>
                </a:moveTo>
                <a:cubicBezTo>
                  <a:pt x="414906" y="38449"/>
                  <a:pt x="423824" y="42664"/>
                  <a:pt x="430553" y="51093"/>
                </a:cubicBezTo>
                <a:cubicBezTo>
                  <a:pt x="436267" y="58294"/>
                  <a:pt x="439124" y="66563"/>
                  <a:pt x="439124" y="75900"/>
                </a:cubicBezTo>
                <a:cubicBezTo>
                  <a:pt x="439124" y="82461"/>
                  <a:pt x="437548" y="89103"/>
                  <a:pt x="434398" y="95825"/>
                </a:cubicBezTo>
                <a:cubicBezTo>
                  <a:pt x="431247" y="102545"/>
                  <a:pt x="426908" y="107613"/>
                  <a:pt x="421381" y="111027"/>
                </a:cubicBezTo>
                <a:cubicBezTo>
                  <a:pt x="415854" y="114441"/>
                  <a:pt x="409699" y="116149"/>
                  <a:pt x="402917" y="116149"/>
                </a:cubicBezTo>
                <a:cubicBezTo>
                  <a:pt x="391863" y="116149"/>
                  <a:pt x="383079" y="111747"/>
                  <a:pt x="376564" y="102944"/>
                </a:cubicBezTo>
                <a:cubicBezTo>
                  <a:pt x="371063" y="95530"/>
                  <a:pt x="368313" y="87208"/>
                  <a:pt x="368313" y="77980"/>
                </a:cubicBezTo>
                <a:cubicBezTo>
                  <a:pt x="368313" y="71258"/>
                  <a:pt x="369982" y="64576"/>
                  <a:pt x="373319" y="57934"/>
                </a:cubicBezTo>
                <a:cubicBezTo>
                  <a:pt x="376657" y="51292"/>
                  <a:pt x="381049" y="46384"/>
                  <a:pt x="386496" y="43210"/>
                </a:cubicBezTo>
                <a:cubicBezTo>
                  <a:pt x="391943" y="40036"/>
                  <a:pt x="397711" y="38449"/>
                  <a:pt x="403798" y="38449"/>
                </a:cubicBezTo>
                <a:moveTo>
                  <a:pt x="401315" y="43736"/>
                </a:moveTo>
                <a:cubicBezTo>
                  <a:pt x="398485" y="43736"/>
                  <a:pt x="395641" y="44576"/>
                  <a:pt x="392784" y="46257"/>
                </a:cubicBezTo>
                <a:cubicBezTo>
                  <a:pt x="389927" y="47937"/>
                  <a:pt x="387618" y="50884"/>
                  <a:pt x="385856" y="55098"/>
                </a:cubicBezTo>
                <a:cubicBezTo>
                  <a:pt x="384093" y="59312"/>
                  <a:pt x="383212" y="64725"/>
                  <a:pt x="383212" y="71339"/>
                </a:cubicBezTo>
                <a:cubicBezTo>
                  <a:pt x="383212" y="82006"/>
                  <a:pt x="385335" y="91207"/>
                  <a:pt x="389580" y="98942"/>
                </a:cubicBezTo>
                <a:cubicBezTo>
                  <a:pt x="393826" y="106675"/>
                  <a:pt x="399420" y="110541"/>
                  <a:pt x="406362" y="110541"/>
                </a:cubicBezTo>
                <a:cubicBezTo>
                  <a:pt x="411542" y="110541"/>
                  <a:pt x="415814" y="108408"/>
                  <a:pt x="419178" y="104141"/>
                </a:cubicBezTo>
                <a:cubicBezTo>
                  <a:pt x="422542" y="99874"/>
                  <a:pt x="424225" y="92540"/>
                  <a:pt x="424225" y="82140"/>
                </a:cubicBezTo>
                <a:cubicBezTo>
                  <a:pt x="424225" y="69125"/>
                  <a:pt x="421421" y="58884"/>
                  <a:pt x="415814" y="51416"/>
                </a:cubicBezTo>
                <a:cubicBezTo>
                  <a:pt x="412022" y="46296"/>
                  <a:pt x="407189" y="43736"/>
                  <a:pt x="401315" y="43736"/>
                </a:cubicBezTo>
                <a:close/>
                <a:moveTo>
                  <a:pt x="471406" y="38449"/>
                </a:moveTo>
                <a:lnTo>
                  <a:pt x="471406" y="54950"/>
                </a:lnTo>
                <a:cubicBezTo>
                  <a:pt x="477547" y="43950"/>
                  <a:pt x="483848" y="38449"/>
                  <a:pt x="490310" y="38449"/>
                </a:cubicBezTo>
                <a:cubicBezTo>
                  <a:pt x="493247" y="38449"/>
                  <a:pt x="495677" y="39344"/>
                  <a:pt x="497599" y="41133"/>
                </a:cubicBezTo>
                <a:cubicBezTo>
                  <a:pt x="499522" y="42922"/>
                  <a:pt x="500483" y="44991"/>
                  <a:pt x="500483" y="47341"/>
                </a:cubicBezTo>
                <a:cubicBezTo>
                  <a:pt x="500483" y="49423"/>
                  <a:pt x="499789" y="51185"/>
                  <a:pt x="498400" y="52627"/>
                </a:cubicBezTo>
                <a:cubicBezTo>
                  <a:pt x="497012" y="54069"/>
                  <a:pt x="495356" y="54790"/>
                  <a:pt x="493434" y="54790"/>
                </a:cubicBezTo>
                <a:cubicBezTo>
                  <a:pt x="491565" y="54790"/>
                  <a:pt x="489469" y="53869"/>
                  <a:pt x="487146" y="52027"/>
                </a:cubicBezTo>
                <a:cubicBezTo>
                  <a:pt x="484823" y="50184"/>
                  <a:pt x="483101" y="49263"/>
                  <a:pt x="481979" y="49263"/>
                </a:cubicBezTo>
                <a:cubicBezTo>
                  <a:pt x="481018" y="49263"/>
                  <a:pt x="479977" y="49795"/>
                  <a:pt x="478855" y="50860"/>
                </a:cubicBezTo>
                <a:cubicBezTo>
                  <a:pt x="476452" y="53045"/>
                  <a:pt x="473969" y="56640"/>
                  <a:pt x="471406" y="61646"/>
                </a:cubicBezTo>
                <a:lnTo>
                  <a:pt x="471406" y="96721"/>
                </a:lnTo>
                <a:cubicBezTo>
                  <a:pt x="471406" y="100768"/>
                  <a:pt x="471913" y="103830"/>
                  <a:pt x="472928" y="105908"/>
                </a:cubicBezTo>
                <a:cubicBezTo>
                  <a:pt x="473622" y="107346"/>
                  <a:pt x="474850" y="108546"/>
                  <a:pt x="476612" y="109505"/>
                </a:cubicBezTo>
                <a:cubicBezTo>
                  <a:pt x="478375" y="110463"/>
                  <a:pt x="480911" y="110942"/>
                  <a:pt x="484222" y="110942"/>
                </a:cubicBezTo>
                <a:lnTo>
                  <a:pt x="484222" y="113906"/>
                </a:lnTo>
                <a:lnTo>
                  <a:pt x="446654" y="113906"/>
                </a:lnTo>
                <a:lnTo>
                  <a:pt x="446654" y="110942"/>
                </a:lnTo>
                <a:cubicBezTo>
                  <a:pt x="450392" y="110942"/>
                  <a:pt x="453169" y="110356"/>
                  <a:pt x="454985" y="109185"/>
                </a:cubicBezTo>
                <a:cubicBezTo>
                  <a:pt x="456320" y="108332"/>
                  <a:pt x="457254" y="106973"/>
                  <a:pt x="457788" y="105107"/>
                </a:cubicBezTo>
                <a:cubicBezTo>
                  <a:pt x="458055" y="104201"/>
                  <a:pt x="458189" y="101617"/>
                  <a:pt x="458189" y="97355"/>
                </a:cubicBezTo>
                <a:lnTo>
                  <a:pt x="458189" y="68981"/>
                </a:lnTo>
                <a:cubicBezTo>
                  <a:pt x="458189" y="60455"/>
                  <a:pt x="458015" y="55380"/>
                  <a:pt x="457668" y="53756"/>
                </a:cubicBezTo>
                <a:cubicBezTo>
                  <a:pt x="457321" y="52131"/>
                  <a:pt x="456680" y="50945"/>
                  <a:pt x="455746" y="50199"/>
                </a:cubicBezTo>
                <a:cubicBezTo>
                  <a:pt x="454811" y="49453"/>
                  <a:pt x="453650" y="49080"/>
                  <a:pt x="452261" y="49080"/>
                </a:cubicBezTo>
                <a:cubicBezTo>
                  <a:pt x="450606" y="49080"/>
                  <a:pt x="448737" y="49480"/>
                  <a:pt x="446654" y="50279"/>
                </a:cubicBezTo>
                <a:lnTo>
                  <a:pt x="445853" y="47401"/>
                </a:lnTo>
                <a:lnTo>
                  <a:pt x="468041" y="38449"/>
                </a:lnTo>
                <a:lnTo>
                  <a:pt x="471406" y="38449"/>
                </a:lnTo>
                <a:close/>
                <a:moveTo>
                  <a:pt x="516902" y="68247"/>
                </a:moveTo>
                <a:cubicBezTo>
                  <a:pt x="516849" y="79116"/>
                  <a:pt x="519492" y="87641"/>
                  <a:pt x="524832" y="93823"/>
                </a:cubicBezTo>
                <a:cubicBezTo>
                  <a:pt x="530172" y="100002"/>
                  <a:pt x="536447" y="103092"/>
                  <a:pt x="543656" y="103092"/>
                </a:cubicBezTo>
                <a:cubicBezTo>
                  <a:pt x="548462" y="103092"/>
                  <a:pt x="552641" y="101770"/>
                  <a:pt x="556192" y="99127"/>
                </a:cubicBezTo>
                <a:cubicBezTo>
                  <a:pt x="559743" y="96483"/>
                  <a:pt x="562721" y="91958"/>
                  <a:pt x="565124" y="85549"/>
                </a:cubicBezTo>
                <a:lnTo>
                  <a:pt x="567607" y="87151"/>
                </a:lnTo>
                <a:cubicBezTo>
                  <a:pt x="566485" y="94468"/>
                  <a:pt x="563228" y="101129"/>
                  <a:pt x="557834" y="107137"/>
                </a:cubicBezTo>
                <a:cubicBezTo>
                  <a:pt x="552441" y="113145"/>
                  <a:pt x="545685" y="116149"/>
                  <a:pt x="537568" y="116149"/>
                </a:cubicBezTo>
                <a:cubicBezTo>
                  <a:pt x="528757" y="116149"/>
                  <a:pt x="521214" y="112725"/>
                  <a:pt x="514939" y="105878"/>
                </a:cubicBezTo>
                <a:cubicBezTo>
                  <a:pt x="508665" y="99029"/>
                  <a:pt x="505527" y="89822"/>
                  <a:pt x="505527" y="78258"/>
                </a:cubicBezTo>
                <a:cubicBezTo>
                  <a:pt x="505527" y="65735"/>
                  <a:pt x="508745" y="55970"/>
                  <a:pt x="515180" y="48963"/>
                </a:cubicBezTo>
                <a:cubicBezTo>
                  <a:pt x="521615" y="41954"/>
                  <a:pt x="529692" y="38449"/>
                  <a:pt x="539411" y="38449"/>
                </a:cubicBezTo>
                <a:cubicBezTo>
                  <a:pt x="547635" y="38449"/>
                  <a:pt x="554390" y="41153"/>
                  <a:pt x="559677" y="46560"/>
                </a:cubicBezTo>
                <a:cubicBezTo>
                  <a:pt x="564963" y="51965"/>
                  <a:pt x="567607" y="59194"/>
                  <a:pt x="567607" y="68247"/>
                </a:cubicBezTo>
                <a:lnTo>
                  <a:pt x="516902" y="68247"/>
                </a:lnTo>
                <a:moveTo>
                  <a:pt x="516902" y="63601"/>
                </a:moveTo>
                <a:lnTo>
                  <a:pt x="550865" y="63601"/>
                </a:lnTo>
                <a:cubicBezTo>
                  <a:pt x="550598" y="58902"/>
                  <a:pt x="550038" y="55591"/>
                  <a:pt x="549183" y="53669"/>
                </a:cubicBezTo>
                <a:cubicBezTo>
                  <a:pt x="547848" y="50678"/>
                  <a:pt x="545859" y="48328"/>
                  <a:pt x="543216" y="46620"/>
                </a:cubicBezTo>
                <a:cubicBezTo>
                  <a:pt x="540572" y="44911"/>
                  <a:pt x="537809" y="44056"/>
                  <a:pt x="534925" y="44056"/>
                </a:cubicBezTo>
                <a:cubicBezTo>
                  <a:pt x="530493" y="44056"/>
                  <a:pt x="526528" y="45779"/>
                  <a:pt x="523030" y="49223"/>
                </a:cubicBezTo>
                <a:cubicBezTo>
                  <a:pt x="519532" y="52667"/>
                  <a:pt x="517489" y="57460"/>
                  <a:pt x="516902" y="63601"/>
                </a:cubicBezTo>
                <a:close/>
                <a:moveTo>
                  <a:pt x="614652" y="40532"/>
                </a:moveTo>
                <a:lnTo>
                  <a:pt x="649177" y="40532"/>
                </a:lnTo>
                <a:lnTo>
                  <a:pt x="649177" y="43496"/>
                </a:lnTo>
                <a:lnTo>
                  <a:pt x="646934" y="43496"/>
                </a:lnTo>
                <a:cubicBezTo>
                  <a:pt x="644851" y="43496"/>
                  <a:pt x="643262" y="44003"/>
                  <a:pt x="642168" y="45018"/>
                </a:cubicBezTo>
                <a:cubicBezTo>
                  <a:pt x="641073" y="46032"/>
                  <a:pt x="640526" y="47394"/>
                  <a:pt x="640526" y="49103"/>
                </a:cubicBezTo>
                <a:cubicBezTo>
                  <a:pt x="640526" y="50972"/>
                  <a:pt x="641086" y="53188"/>
                  <a:pt x="642208" y="55751"/>
                </a:cubicBezTo>
                <a:lnTo>
                  <a:pt x="659270" y="96283"/>
                </a:lnTo>
                <a:lnTo>
                  <a:pt x="676411" y="54229"/>
                </a:lnTo>
                <a:cubicBezTo>
                  <a:pt x="677640" y="51239"/>
                  <a:pt x="678254" y="48969"/>
                  <a:pt x="678254" y="47421"/>
                </a:cubicBezTo>
                <a:cubicBezTo>
                  <a:pt x="678254" y="46673"/>
                  <a:pt x="678040" y="46059"/>
                  <a:pt x="677613" y="45578"/>
                </a:cubicBezTo>
                <a:cubicBezTo>
                  <a:pt x="677026" y="44777"/>
                  <a:pt x="676278" y="44230"/>
                  <a:pt x="675370" y="43936"/>
                </a:cubicBezTo>
                <a:cubicBezTo>
                  <a:pt x="674462" y="43642"/>
                  <a:pt x="672620" y="43496"/>
                  <a:pt x="669843" y="43496"/>
                </a:cubicBezTo>
                <a:lnTo>
                  <a:pt x="669843" y="40532"/>
                </a:lnTo>
                <a:lnTo>
                  <a:pt x="693794" y="40532"/>
                </a:lnTo>
                <a:lnTo>
                  <a:pt x="693794" y="43496"/>
                </a:lnTo>
                <a:cubicBezTo>
                  <a:pt x="691017" y="43709"/>
                  <a:pt x="689094" y="44270"/>
                  <a:pt x="688026" y="45178"/>
                </a:cubicBezTo>
                <a:cubicBezTo>
                  <a:pt x="686157" y="46780"/>
                  <a:pt x="684475" y="49450"/>
                  <a:pt x="682980" y="53188"/>
                </a:cubicBezTo>
                <a:lnTo>
                  <a:pt x="656947" y="116149"/>
                </a:lnTo>
                <a:lnTo>
                  <a:pt x="653662" y="116149"/>
                </a:lnTo>
                <a:lnTo>
                  <a:pt x="627469" y="54229"/>
                </a:lnTo>
                <a:cubicBezTo>
                  <a:pt x="626294" y="51346"/>
                  <a:pt x="625173" y="49276"/>
                  <a:pt x="624105" y="48021"/>
                </a:cubicBezTo>
                <a:cubicBezTo>
                  <a:pt x="623037" y="46766"/>
                  <a:pt x="621675" y="45712"/>
                  <a:pt x="620019" y="44857"/>
                </a:cubicBezTo>
                <a:cubicBezTo>
                  <a:pt x="619112" y="44377"/>
                  <a:pt x="617323" y="43923"/>
                  <a:pt x="614652" y="43496"/>
                </a:cubicBezTo>
                <a:lnTo>
                  <a:pt x="614652" y="40532"/>
                </a:lnTo>
                <a:close/>
                <a:moveTo>
                  <a:pt x="712778" y="68247"/>
                </a:moveTo>
                <a:cubicBezTo>
                  <a:pt x="712725" y="79116"/>
                  <a:pt x="715368" y="87641"/>
                  <a:pt x="720708" y="93823"/>
                </a:cubicBezTo>
                <a:cubicBezTo>
                  <a:pt x="726048" y="100002"/>
                  <a:pt x="732323" y="103092"/>
                  <a:pt x="739532" y="103092"/>
                </a:cubicBezTo>
                <a:cubicBezTo>
                  <a:pt x="744338" y="103092"/>
                  <a:pt x="748517" y="101770"/>
                  <a:pt x="752068" y="99127"/>
                </a:cubicBezTo>
                <a:cubicBezTo>
                  <a:pt x="755619" y="96483"/>
                  <a:pt x="758597" y="91958"/>
                  <a:pt x="761000" y="85549"/>
                </a:cubicBezTo>
                <a:lnTo>
                  <a:pt x="763483" y="87151"/>
                </a:lnTo>
                <a:cubicBezTo>
                  <a:pt x="762361" y="94468"/>
                  <a:pt x="759104" y="101129"/>
                  <a:pt x="753710" y="107137"/>
                </a:cubicBezTo>
                <a:cubicBezTo>
                  <a:pt x="748317" y="113145"/>
                  <a:pt x="741561" y="116149"/>
                  <a:pt x="733444" y="116149"/>
                </a:cubicBezTo>
                <a:cubicBezTo>
                  <a:pt x="724633" y="116149"/>
                  <a:pt x="717090" y="112725"/>
                  <a:pt x="710815" y="105878"/>
                </a:cubicBezTo>
                <a:cubicBezTo>
                  <a:pt x="704541" y="99029"/>
                  <a:pt x="701403" y="89822"/>
                  <a:pt x="701403" y="78258"/>
                </a:cubicBezTo>
                <a:cubicBezTo>
                  <a:pt x="701403" y="65735"/>
                  <a:pt x="704621" y="55970"/>
                  <a:pt x="711056" y="48963"/>
                </a:cubicBezTo>
                <a:cubicBezTo>
                  <a:pt x="717491" y="41954"/>
                  <a:pt x="725568" y="38449"/>
                  <a:pt x="735287" y="38449"/>
                </a:cubicBezTo>
                <a:cubicBezTo>
                  <a:pt x="743511" y="38449"/>
                  <a:pt x="750266" y="41153"/>
                  <a:pt x="755553" y="46560"/>
                </a:cubicBezTo>
                <a:cubicBezTo>
                  <a:pt x="760839" y="51965"/>
                  <a:pt x="763483" y="59194"/>
                  <a:pt x="763483" y="68247"/>
                </a:cubicBezTo>
                <a:lnTo>
                  <a:pt x="712778" y="68247"/>
                </a:lnTo>
                <a:moveTo>
                  <a:pt x="712778" y="63601"/>
                </a:moveTo>
                <a:lnTo>
                  <a:pt x="746741" y="63601"/>
                </a:lnTo>
                <a:cubicBezTo>
                  <a:pt x="746474" y="58902"/>
                  <a:pt x="745914" y="55591"/>
                  <a:pt x="745059" y="53669"/>
                </a:cubicBezTo>
                <a:cubicBezTo>
                  <a:pt x="743724" y="50678"/>
                  <a:pt x="741735" y="48328"/>
                  <a:pt x="739092" y="46620"/>
                </a:cubicBezTo>
                <a:cubicBezTo>
                  <a:pt x="736448" y="44911"/>
                  <a:pt x="733685" y="44056"/>
                  <a:pt x="730801" y="44056"/>
                </a:cubicBezTo>
                <a:cubicBezTo>
                  <a:pt x="726369" y="44056"/>
                  <a:pt x="722404" y="45779"/>
                  <a:pt x="718906" y="49223"/>
                </a:cubicBezTo>
                <a:cubicBezTo>
                  <a:pt x="715408" y="52667"/>
                  <a:pt x="713365" y="57460"/>
                  <a:pt x="712778" y="63601"/>
                </a:cubicBezTo>
                <a:close/>
                <a:moveTo>
                  <a:pt x="835600" y="86030"/>
                </a:moveTo>
                <a:cubicBezTo>
                  <a:pt x="833624" y="95696"/>
                  <a:pt x="829752" y="103132"/>
                  <a:pt x="823985" y="108339"/>
                </a:cubicBezTo>
                <a:cubicBezTo>
                  <a:pt x="818218" y="113545"/>
                  <a:pt x="811836" y="116149"/>
                  <a:pt x="804840" y="116149"/>
                </a:cubicBezTo>
                <a:cubicBezTo>
                  <a:pt x="796510" y="116149"/>
                  <a:pt x="789247" y="112655"/>
                  <a:pt x="783053" y="105668"/>
                </a:cubicBezTo>
                <a:cubicBezTo>
                  <a:pt x="776858" y="98679"/>
                  <a:pt x="773761" y="89236"/>
                  <a:pt x="773761" y="77339"/>
                </a:cubicBezTo>
                <a:cubicBezTo>
                  <a:pt x="773761" y="65816"/>
                  <a:pt x="777192" y="56454"/>
                  <a:pt x="784054" y="49253"/>
                </a:cubicBezTo>
                <a:cubicBezTo>
                  <a:pt x="790916" y="42050"/>
                  <a:pt x="799153" y="38449"/>
                  <a:pt x="808765" y="38449"/>
                </a:cubicBezTo>
                <a:cubicBezTo>
                  <a:pt x="815975" y="38449"/>
                  <a:pt x="821902" y="40352"/>
                  <a:pt x="826548" y="44159"/>
                </a:cubicBezTo>
                <a:cubicBezTo>
                  <a:pt x="831194" y="47964"/>
                  <a:pt x="833517" y="51916"/>
                  <a:pt x="833517" y="56014"/>
                </a:cubicBezTo>
                <a:cubicBezTo>
                  <a:pt x="833517" y="58037"/>
                  <a:pt x="832863" y="59674"/>
                  <a:pt x="831555" y="60925"/>
                </a:cubicBezTo>
                <a:cubicBezTo>
                  <a:pt x="830246" y="62175"/>
                  <a:pt x="828417" y="62800"/>
                  <a:pt x="826068" y="62800"/>
                </a:cubicBezTo>
                <a:cubicBezTo>
                  <a:pt x="822917" y="62800"/>
                  <a:pt x="820541" y="61786"/>
                  <a:pt x="818938" y="59756"/>
                </a:cubicBezTo>
                <a:cubicBezTo>
                  <a:pt x="818031" y="58635"/>
                  <a:pt x="817430" y="56499"/>
                  <a:pt x="817136" y="53348"/>
                </a:cubicBezTo>
                <a:cubicBezTo>
                  <a:pt x="816842" y="50198"/>
                  <a:pt x="815761" y="47794"/>
                  <a:pt x="813892" y="46139"/>
                </a:cubicBezTo>
                <a:cubicBezTo>
                  <a:pt x="812023" y="44537"/>
                  <a:pt x="809433" y="43736"/>
                  <a:pt x="806122" y="43736"/>
                </a:cubicBezTo>
                <a:cubicBezTo>
                  <a:pt x="800782" y="43736"/>
                  <a:pt x="796483" y="45712"/>
                  <a:pt x="793226" y="49664"/>
                </a:cubicBezTo>
                <a:cubicBezTo>
                  <a:pt x="788900" y="54897"/>
                  <a:pt x="786737" y="61812"/>
                  <a:pt x="786737" y="70410"/>
                </a:cubicBezTo>
                <a:cubicBezTo>
                  <a:pt x="786737" y="79168"/>
                  <a:pt x="788887" y="86898"/>
                  <a:pt x="793186" y="93600"/>
                </a:cubicBezTo>
                <a:cubicBezTo>
                  <a:pt x="797484" y="100302"/>
                  <a:pt x="803292" y="103653"/>
                  <a:pt x="810608" y="103653"/>
                </a:cubicBezTo>
                <a:cubicBezTo>
                  <a:pt x="815841" y="103653"/>
                  <a:pt x="820541" y="101864"/>
                  <a:pt x="824706" y="98286"/>
                </a:cubicBezTo>
                <a:cubicBezTo>
                  <a:pt x="827643" y="95829"/>
                  <a:pt x="830500" y="91370"/>
                  <a:pt x="833277" y="84909"/>
                </a:cubicBezTo>
                <a:lnTo>
                  <a:pt x="835600" y="86030"/>
                </a:lnTo>
                <a:close/>
                <a:moveTo>
                  <a:pt x="867425" y="16341"/>
                </a:moveTo>
                <a:lnTo>
                  <a:pt x="867425" y="40532"/>
                </a:lnTo>
                <a:lnTo>
                  <a:pt x="884567" y="40532"/>
                </a:lnTo>
                <a:lnTo>
                  <a:pt x="884567" y="46139"/>
                </a:lnTo>
                <a:lnTo>
                  <a:pt x="867425" y="46139"/>
                </a:lnTo>
                <a:lnTo>
                  <a:pt x="867425" y="93655"/>
                </a:lnTo>
                <a:cubicBezTo>
                  <a:pt x="867425" y="98403"/>
                  <a:pt x="868106" y="101603"/>
                  <a:pt x="869468" y="103257"/>
                </a:cubicBezTo>
                <a:cubicBezTo>
                  <a:pt x="870830" y="104909"/>
                  <a:pt x="872579" y="105735"/>
                  <a:pt x="874715" y="105735"/>
                </a:cubicBezTo>
                <a:cubicBezTo>
                  <a:pt x="876477" y="105735"/>
                  <a:pt x="878186" y="105188"/>
                  <a:pt x="879841" y="104093"/>
                </a:cubicBezTo>
                <a:cubicBezTo>
                  <a:pt x="881497" y="102998"/>
                  <a:pt x="882778" y="101383"/>
                  <a:pt x="883686" y="99247"/>
                </a:cubicBezTo>
                <a:lnTo>
                  <a:pt x="886810" y="99247"/>
                </a:lnTo>
                <a:cubicBezTo>
                  <a:pt x="884941" y="104495"/>
                  <a:pt x="882298" y="108465"/>
                  <a:pt x="878880" y="111155"/>
                </a:cubicBezTo>
                <a:cubicBezTo>
                  <a:pt x="875462" y="113843"/>
                  <a:pt x="871938" y="115187"/>
                  <a:pt x="868306" y="115187"/>
                </a:cubicBezTo>
                <a:cubicBezTo>
                  <a:pt x="865850" y="115187"/>
                  <a:pt x="863447" y="114506"/>
                  <a:pt x="861097" y="113142"/>
                </a:cubicBezTo>
                <a:cubicBezTo>
                  <a:pt x="858748" y="111779"/>
                  <a:pt x="857012" y="109828"/>
                  <a:pt x="855891" y="107290"/>
                </a:cubicBezTo>
                <a:cubicBezTo>
                  <a:pt x="854769" y="104750"/>
                  <a:pt x="854208" y="100833"/>
                  <a:pt x="854208" y="95540"/>
                </a:cubicBezTo>
                <a:lnTo>
                  <a:pt x="854208" y="46139"/>
                </a:lnTo>
                <a:lnTo>
                  <a:pt x="842594" y="46139"/>
                </a:lnTo>
                <a:lnTo>
                  <a:pt x="842594" y="43496"/>
                </a:lnTo>
                <a:cubicBezTo>
                  <a:pt x="845531" y="42317"/>
                  <a:pt x="848534" y="40322"/>
                  <a:pt x="851605" y="37510"/>
                </a:cubicBezTo>
                <a:cubicBezTo>
                  <a:pt x="854676" y="34699"/>
                  <a:pt x="857412" y="31364"/>
                  <a:pt x="859816" y="27508"/>
                </a:cubicBezTo>
                <a:cubicBezTo>
                  <a:pt x="861044" y="25473"/>
                  <a:pt x="862753" y="21751"/>
                  <a:pt x="864942" y="16341"/>
                </a:cubicBezTo>
                <a:lnTo>
                  <a:pt x="867425" y="16341"/>
                </a:lnTo>
                <a:close/>
                <a:moveTo>
                  <a:pt x="927610" y="38449"/>
                </a:moveTo>
                <a:cubicBezTo>
                  <a:pt x="938717" y="38449"/>
                  <a:pt x="947635" y="42664"/>
                  <a:pt x="954364" y="51093"/>
                </a:cubicBezTo>
                <a:cubicBezTo>
                  <a:pt x="960078" y="58294"/>
                  <a:pt x="962935" y="66563"/>
                  <a:pt x="962935" y="75900"/>
                </a:cubicBezTo>
                <a:cubicBezTo>
                  <a:pt x="962935" y="82461"/>
                  <a:pt x="961359" y="89103"/>
                  <a:pt x="958209" y="95825"/>
                </a:cubicBezTo>
                <a:cubicBezTo>
                  <a:pt x="955058" y="102545"/>
                  <a:pt x="950719" y="107613"/>
                  <a:pt x="945192" y="111027"/>
                </a:cubicBezTo>
                <a:cubicBezTo>
                  <a:pt x="939665" y="114441"/>
                  <a:pt x="933511" y="116149"/>
                  <a:pt x="926729" y="116149"/>
                </a:cubicBezTo>
                <a:cubicBezTo>
                  <a:pt x="915674" y="116149"/>
                  <a:pt x="906890" y="111747"/>
                  <a:pt x="900375" y="102944"/>
                </a:cubicBezTo>
                <a:cubicBezTo>
                  <a:pt x="894874" y="95530"/>
                  <a:pt x="892124" y="87208"/>
                  <a:pt x="892124" y="77980"/>
                </a:cubicBezTo>
                <a:cubicBezTo>
                  <a:pt x="892124" y="71258"/>
                  <a:pt x="893793" y="64576"/>
                  <a:pt x="897131" y="57934"/>
                </a:cubicBezTo>
                <a:cubicBezTo>
                  <a:pt x="900468" y="51292"/>
                  <a:pt x="904861" y="46384"/>
                  <a:pt x="910308" y="43210"/>
                </a:cubicBezTo>
                <a:cubicBezTo>
                  <a:pt x="915754" y="40036"/>
                  <a:pt x="921522" y="38449"/>
                  <a:pt x="927610" y="38449"/>
                </a:cubicBezTo>
                <a:moveTo>
                  <a:pt x="925126" y="43736"/>
                </a:moveTo>
                <a:cubicBezTo>
                  <a:pt x="922296" y="43736"/>
                  <a:pt x="919453" y="44576"/>
                  <a:pt x="916596" y="46257"/>
                </a:cubicBezTo>
                <a:cubicBezTo>
                  <a:pt x="913739" y="47937"/>
                  <a:pt x="911429" y="50884"/>
                  <a:pt x="909667" y="55098"/>
                </a:cubicBezTo>
                <a:cubicBezTo>
                  <a:pt x="907904" y="59312"/>
                  <a:pt x="907023" y="64725"/>
                  <a:pt x="907023" y="71339"/>
                </a:cubicBezTo>
                <a:cubicBezTo>
                  <a:pt x="907023" y="82006"/>
                  <a:pt x="909146" y="91207"/>
                  <a:pt x="913391" y="98942"/>
                </a:cubicBezTo>
                <a:cubicBezTo>
                  <a:pt x="917637" y="106675"/>
                  <a:pt x="923231" y="110541"/>
                  <a:pt x="930173" y="110541"/>
                </a:cubicBezTo>
                <a:cubicBezTo>
                  <a:pt x="935353" y="110541"/>
                  <a:pt x="939625" y="108408"/>
                  <a:pt x="942989" y="104141"/>
                </a:cubicBezTo>
                <a:cubicBezTo>
                  <a:pt x="946354" y="99874"/>
                  <a:pt x="948036" y="92540"/>
                  <a:pt x="948036" y="82140"/>
                </a:cubicBezTo>
                <a:cubicBezTo>
                  <a:pt x="948036" y="69125"/>
                  <a:pt x="945232" y="58884"/>
                  <a:pt x="939625" y="51416"/>
                </a:cubicBezTo>
                <a:cubicBezTo>
                  <a:pt x="935834" y="46296"/>
                  <a:pt x="931001" y="43736"/>
                  <a:pt x="925126" y="43736"/>
                </a:cubicBezTo>
                <a:close/>
                <a:moveTo>
                  <a:pt x="995216" y="38449"/>
                </a:moveTo>
                <a:lnTo>
                  <a:pt x="995216" y="54950"/>
                </a:lnTo>
                <a:cubicBezTo>
                  <a:pt x="1001357" y="43950"/>
                  <a:pt x="1007658" y="38449"/>
                  <a:pt x="1014120" y="38449"/>
                </a:cubicBezTo>
                <a:cubicBezTo>
                  <a:pt x="1017057" y="38449"/>
                  <a:pt x="1019487" y="39344"/>
                  <a:pt x="1021409" y="41133"/>
                </a:cubicBezTo>
                <a:cubicBezTo>
                  <a:pt x="1023332" y="42922"/>
                  <a:pt x="1024293" y="44991"/>
                  <a:pt x="1024293" y="47341"/>
                </a:cubicBezTo>
                <a:cubicBezTo>
                  <a:pt x="1024293" y="49423"/>
                  <a:pt x="1023599" y="51185"/>
                  <a:pt x="1022210" y="52627"/>
                </a:cubicBezTo>
                <a:cubicBezTo>
                  <a:pt x="1020822" y="54069"/>
                  <a:pt x="1019166" y="54790"/>
                  <a:pt x="1017244" y="54790"/>
                </a:cubicBezTo>
                <a:cubicBezTo>
                  <a:pt x="1015375" y="54790"/>
                  <a:pt x="1013279" y="53869"/>
                  <a:pt x="1010956" y="52027"/>
                </a:cubicBezTo>
                <a:cubicBezTo>
                  <a:pt x="1008633" y="50184"/>
                  <a:pt x="1006911" y="49263"/>
                  <a:pt x="1005789" y="49263"/>
                </a:cubicBezTo>
                <a:cubicBezTo>
                  <a:pt x="1004828" y="49263"/>
                  <a:pt x="1003787" y="49795"/>
                  <a:pt x="1002665" y="50860"/>
                </a:cubicBezTo>
                <a:cubicBezTo>
                  <a:pt x="1000262" y="53045"/>
                  <a:pt x="997779" y="56640"/>
                  <a:pt x="995216" y="61646"/>
                </a:cubicBezTo>
                <a:lnTo>
                  <a:pt x="995216" y="96721"/>
                </a:lnTo>
                <a:cubicBezTo>
                  <a:pt x="995216" y="100768"/>
                  <a:pt x="995723" y="103830"/>
                  <a:pt x="996738" y="105908"/>
                </a:cubicBezTo>
                <a:cubicBezTo>
                  <a:pt x="997432" y="107346"/>
                  <a:pt x="998660" y="108546"/>
                  <a:pt x="1000422" y="109505"/>
                </a:cubicBezTo>
                <a:cubicBezTo>
                  <a:pt x="1002185" y="110463"/>
                  <a:pt x="1004721" y="110942"/>
                  <a:pt x="1008032" y="110942"/>
                </a:cubicBezTo>
                <a:lnTo>
                  <a:pt x="1008032" y="113906"/>
                </a:lnTo>
                <a:lnTo>
                  <a:pt x="970464" y="113906"/>
                </a:lnTo>
                <a:lnTo>
                  <a:pt x="970464" y="110942"/>
                </a:lnTo>
                <a:cubicBezTo>
                  <a:pt x="974202" y="110942"/>
                  <a:pt x="976979" y="110356"/>
                  <a:pt x="978795" y="109185"/>
                </a:cubicBezTo>
                <a:cubicBezTo>
                  <a:pt x="980130" y="108332"/>
                  <a:pt x="981064" y="106973"/>
                  <a:pt x="981598" y="105107"/>
                </a:cubicBezTo>
                <a:cubicBezTo>
                  <a:pt x="981865" y="104201"/>
                  <a:pt x="981999" y="101617"/>
                  <a:pt x="981999" y="97355"/>
                </a:cubicBezTo>
                <a:lnTo>
                  <a:pt x="981999" y="68981"/>
                </a:lnTo>
                <a:cubicBezTo>
                  <a:pt x="981999" y="60455"/>
                  <a:pt x="981825" y="55380"/>
                  <a:pt x="981478" y="53756"/>
                </a:cubicBezTo>
                <a:cubicBezTo>
                  <a:pt x="981131" y="52131"/>
                  <a:pt x="980490" y="50945"/>
                  <a:pt x="979556" y="50199"/>
                </a:cubicBezTo>
                <a:cubicBezTo>
                  <a:pt x="978621" y="49453"/>
                  <a:pt x="977460" y="49080"/>
                  <a:pt x="976071" y="49080"/>
                </a:cubicBezTo>
                <a:cubicBezTo>
                  <a:pt x="974416" y="49080"/>
                  <a:pt x="972547" y="49480"/>
                  <a:pt x="970464" y="50279"/>
                </a:cubicBezTo>
                <a:lnTo>
                  <a:pt x="969663" y="47401"/>
                </a:lnTo>
                <a:lnTo>
                  <a:pt x="991851" y="38449"/>
                </a:lnTo>
                <a:lnTo>
                  <a:pt x="995216" y="38449"/>
                </a:lnTo>
                <a:close/>
                <a:moveTo>
                  <a:pt x="1075799" y="38449"/>
                </a:moveTo>
                <a:lnTo>
                  <a:pt x="1075799" y="63281"/>
                </a:lnTo>
                <a:lnTo>
                  <a:pt x="1073155" y="63281"/>
                </a:lnTo>
                <a:cubicBezTo>
                  <a:pt x="1071126" y="55493"/>
                  <a:pt x="1068523" y="50195"/>
                  <a:pt x="1065345" y="47388"/>
                </a:cubicBezTo>
                <a:cubicBezTo>
                  <a:pt x="1062168" y="44580"/>
                  <a:pt x="1058123" y="43175"/>
                  <a:pt x="1053210" y="43175"/>
                </a:cubicBezTo>
                <a:cubicBezTo>
                  <a:pt x="1049472" y="43175"/>
                  <a:pt x="1046454" y="44162"/>
                  <a:pt x="1044158" y="46137"/>
                </a:cubicBezTo>
                <a:cubicBezTo>
                  <a:pt x="1041862" y="48109"/>
                  <a:pt x="1040714" y="50296"/>
                  <a:pt x="1040714" y="52697"/>
                </a:cubicBezTo>
                <a:cubicBezTo>
                  <a:pt x="1040714" y="55685"/>
                  <a:pt x="1041568" y="58245"/>
                  <a:pt x="1043277" y="60377"/>
                </a:cubicBezTo>
                <a:cubicBezTo>
                  <a:pt x="1044932" y="62565"/>
                  <a:pt x="1048297" y="64885"/>
                  <a:pt x="1053370" y="67339"/>
                </a:cubicBezTo>
                <a:lnTo>
                  <a:pt x="1065065" y="73021"/>
                </a:lnTo>
                <a:cubicBezTo>
                  <a:pt x="1075905" y="78301"/>
                  <a:pt x="1081326" y="85262"/>
                  <a:pt x="1081326" y="93905"/>
                </a:cubicBezTo>
                <a:cubicBezTo>
                  <a:pt x="1081326" y="100572"/>
                  <a:pt x="1078802" y="105946"/>
                  <a:pt x="1073756" y="110028"/>
                </a:cubicBezTo>
                <a:cubicBezTo>
                  <a:pt x="1068710" y="114108"/>
                  <a:pt x="1063062" y="116149"/>
                  <a:pt x="1056814" y="116149"/>
                </a:cubicBezTo>
                <a:cubicBezTo>
                  <a:pt x="1052329" y="116149"/>
                  <a:pt x="1047202" y="115348"/>
                  <a:pt x="1041435" y="113745"/>
                </a:cubicBezTo>
                <a:cubicBezTo>
                  <a:pt x="1039672" y="113211"/>
                  <a:pt x="1038231" y="112944"/>
                  <a:pt x="1037109" y="112944"/>
                </a:cubicBezTo>
                <a:cubicBezTo>
                  <a:pt x="1035881" y="112944"/>
                  <a:pt x="1034920" y="113639"/>
                  <a:pt x="1034225" y="115027"/>
                </a:cubicBezTo>
                <a:lnTo>
                  <a:pt x="1031582" y="115027"/>
                </a:lnTo>
                <a:lnTo>
                  <a:pt x="1031582" y="88754"/>
                </a:lnTo>
                <a:lnTo>
                  <a:pt x="1034225" y="88754"/>
                </a:lnTo>
                <a:cubicBezTo>
                  <a:pt x="1035721" y="96256"/>
                  <a:pt x="1038578" y="101910"/>
                  <a:pt x="1042796" y="105715"/>
                </a:cubicBezTo>
                <a:cubicBezTo>
                  <a:pt x="1047015" y="109520"/>
                  <a:pt x="1051741" y="111423"/>
                  <a:pt x="1056975" y="111423"/>
                </a:cubicBezTo>
                <a:cubicBezTo>
                  <a:pt x="1060659" y="111423"/>
                  <a:pt x="1063663" y="110343"/>
                  <a:pt x="1065986" y="108183"/>
                </a:cubicBezTo>
                <a:cubicBezTo>
                  <a:pt x="1068309" y="106022"/>
                  <a:pt x="1069471" y="103421"/>
                  <a:pt x="1069471" y="100381"/>
                </a:cubicBezTo>
                <a:cubicBezTo>
                  <a:pt x="1069471" y="96700"/>
                  <a:pt x="1068176" y="93606"/>
                  <a:pt x="1065586" y="91099"/>
                </a:cubicBezTo>
                <a:cubicBezTo>
                  <a:pt x="1062996" y="88592"/>
                  <a:pt x="1057829" y="85419"/>
                  <a:pt x="1050086" y="81579"/>
                </a:cubicBezTo>
                <a:cubicBezTo>
                  <a:pt x="1042342" y="77738"/>
                  <a:pt x="1037269" y="74270"/>
                  <a:pt x="1034866" y="71176"/>
                </a:cubicBezTo>
                <a:cubicBezTo>
                  <a:pt x="1032463" y="68135"/>
                  <a:pt x="1031262" y="64295"/>
                  <a:pt x="1031262" y="59654"/>
                </a:cubicBezTo>
                <a:cubicBezTo>
                  <a:pt x="1031262" y="53626"/>
                  <a:pt x="1033331" y="48585"/>
                  <a:pt x="1037470" y="44532"/>
                </a:cubicBezTo>
                <a:cubicBezTo>
                  <a:pt x="1041608" y="40477"/>
                  <a:pt x="1046962" y="38449"/>
                  <a:pt x="1053530" y="38449"/>
                </a:cubicBezTo>
                <a:cubicBezTo>
                  <a:pt x="1056414" y="38449"/>
                  <a:pt x="1059912" y="39063"/>
                  <a:pt x="1064024" y="40292"/>
                </a:cubicBezTo>
                <a:cubicBezTo>
                  <a:pt x="1066747" y="41093"/>
                  <a:pt x="1068563" y="41493"/>
                  <a:pt x="1069471" y="41493"/>
                </a:cubicBezTo>
                <a:cubicBezTo>
                  <a:pt x="1070325" y="41493"/>
                  <a:pt x="1070992" y="41306"/>
                  <a:pt x="1071473" y="40932"/>
                </a:cubicBezTo>
                <a:cubicBezTo>
                  <a:pt x="1071954" y="40559"/>
                  <a:pt x="1072514" y="39731"/>
                  <a:pt x="1073155" y="38449"/>
                </a:cubicBezTo>
                <a:lnTo>
                  <a:pt x="1075799" y="38449"/>
                </a:lnTo>
                <a:close/>
                <a:moveTo>
                  <a:pt x="1151869" y="0"/>
                </a:moveTo>
                <a:cubicBezTo>
                  <a:pt x="1154112" y="0"/>
                  <a:pt x="1156021" y="792"/>
                  <a:pt x="1157597" y="2376"/>
                </a:cubicBezTo>
                <a:cubicBezTo>
                  <a:pt x="1159172" y="3958"/>
                  <a:pt x="1159960" y="5876"/>
                  <a:pt x="1159960" y="8130"/>
                </a:cubicBezTo>
                <a:cubicBezTo>
                  <a:pt x="1159960" y="10385"/>
                  <a:pt x="1159172" y="12317"/>
                  <a:pt x="1157597" y="13928"/>
                </a:cubicBezTo>
                <a:cubicBezTo>
                  <a:pt x="1156021" y="15537"/>
                  <a:pt x="1154112" y="16341"/>
                  <a:pt x="1151869" y="16341"/>
                </a:cubicBezTo>
                <a:cubicBezTo>
                  <a:pt x="1149626" y="16341"/>
                  <a:pt x="1147704" y="15537"/>
                  <a:pt x="1146102" y="13928"/>
                </a:cubicBezTo>
                <a:cubicBezTo>
                  <a:pt x="1144500" y="12317"/>
                  <a:pt x="1143699" y="10385"/>
                  <a:pt x="1143699" y="8130"/>
                </a:cubicBezTo>
                <a:cubicBezTo>
                  <a:pt x="1143699" y="5876"/>
                  <a:pt x="1144486" y="3958"/>
                  <a:pt x="1146062" y="2376"/>
                </a:cubicBezTo>
                <a:cubicBezTo>
                  <a:pt x="1147637" y="792"/>
                  <a:pt x="1149573" y="0"/>
                  <a:pt x="1151869" y="0"/>
                </a:cubicBezTo>
                <a:moveTo>
                  <a:pt x="1158518" y="38449"/>
                </a:moveTo>
                <a:lnTo>
                  <a:pt x="1158518" y="97274"/>
                </a:lnTo>
                <a:cubicBezTo>
                  <a:pt x="1158518" y="101857"/>
                  <a:pt x="1158851" y="104908"/>
                  <a:pt x="1159519" y="106426"/>
                </a:cubicBezTo>
                <a:cubicBezTo>
                  <a:pt x="1160187" y="107945"/>
                  <a:pt x="1161174" y="109077"/>
                  <a:pt x="1162483" y="109823"/>
                </a:cubicBezTo>
                <a:cubicBezTo>
                  <a:pt x="1163791" y="110569"/>
                  <a:pt x="1166181" y="110942"/>
                  <a:pt x="1169652" y="110942"/>
                </a:cubicBezTo>
                <a:lnTo>
                  <a:pt x="1169652" y="113906"/>
                </a:lnTo>
                <a:lnTo>
                  <a:pt x="1134006" y="113906"/>
                </a:lnTo>
                <a:lnTo>
                  <a:pt x="1134006" y="110942"/>
                </a:lnTo>
                <a:cubicBezTo>
                  <a:pt x="1137584" y="110942"/>
                  <a:pt x="1139987" y="110596"/>
                  <a:pt x="1141216" y="109903"/>
                </a:cubicBezTo>
                <a:cubicBezTo>
                  <a:pt x="1142444" y="109211"/>
                  <a:pt x="1143418" y="108065"/>
                  <a:pt x="1144139" y="106466"/>
                </a:cubicBezTo>
                <a:cubicBezTo>
                  <a:pt x="1144860" y="104867"/>
                  <a:pt x="1145221" y="101804"/>
                  <a:pt x="1145221" y="97274"/>
                </a:cubicBezTo>
                <a:lnTo>
                  <a:pt x="1145221" y="69061"/>
                </a:lnTo>
                <a:cubicBezTo>
                  <a:pt x="1145221" y="61121"/>
                  <a:pt x="1144980" y="55979"/>
                  <a:pt x="1144500" y="53636"/>
                </a:cubicBezTo>
                <a:cubicBezTo>
                  <a:pt x="1144126" y="51931"/>
                  <a:pt x="1143539" y="50745"/>
                  <a:pt x="1142738" y="50079"/>
                </a:cubicBezTo>
                <a:cubicBezTo>
                  <a:pt x="1141937" y="49413"/>
                  <a:pt x="1140842" y="49080"/>
                  <a:pt x="1139453" y="49080"/>
                </a:cubicBezTo>
                <a:cubicBezTo>
                  <a:pt x="1137958" y="49080"/>
                  <a:pt x="1136142" y="49480"/>
                  <a:pt x="1134006" y="50279"/>
                </a:cubicBezTo>
                <a:lnTo>
                  <a:pt x="1132885" y="47401"/>
                </a:lnTo>
                <a:lnTo>
                  <a:pt x="1154993" y="38449"/>
                </a:lnTo>
                <a:lnTo>
                  <a:pt x="1158518" y="38449"/>
                </a:lnTo>
                <a:close/>
                <a:moveTo>
                  <a:pt x="1200198" y="53989"/>
                </a:moveTo>
                <a:cubicBezTo>
                  <a:pt x="1208796" y="43629"/>
                  <a:pt x="1216993" y="38449"/>
                  <a:pt x="1224790" y="38449"/>
                </a:cubicBezTo>
                <a:cubicBezTo>
                  <a:pt x="1228795" y="38449"/>
                  <a:pt x="1232239" y="39449"/>
                  <a:pt x="1235123" y="41448"/>
                </a:cubicBezTo>
                <a:cubicBezTo>
                  <a:pt x="1238007" y="43446"/>
                  <a:pt x="1240303" y="46736"/>
                  <a:pt x="1242012" y="51318"/>
                </a:cubicBezTo>
                <a:cubicBezTo>
                  <a:pt x="1243187" y="54514"/>
                  <a:pt x="1243774" y="59416"/>
                  <a:pt x="1243774" y="66024"/>
                </a:cubicBezTo>
                <a:lnTo>
                  <a:pt x="1243774" y="97274"/>
                </a:lnTo>
                <a:cubicBezTo>
                  <a:pt x="1243774" y="101910"/>
                  <a:pt x="1244148" y="105054"/>
                  <a:pt x="1244896" y="106706"/>
                </a:cubicBezTo>
                <a:cubicBezTo>
                  <a:pt x="1245483" y="108038"/>
                  <a:pt x="1246431" y="109077"/>
                  <a:pt x="1247739" y="109823"/>
                </a:cubicBezTo>
                <a:cubicBezTo>
                  <a:pt x="1249048" y="110569"/>
                  <a:pt x="1251464" y="110942"/>
                  <a:pt x="1254988" y="110942"/>
                </a:cubicBezTo>
                <a:lnTo>
                  <a:pt x="1254988" y="113906"/>
                </a:lnTo>
                <a:lnTo>
                  <a:pt x="1218702" y="113906"/>
                </a:lnTo>
                <a:lnTo>
                  <a:pt x="1218702" y="110942"/>
                </a:lnTo>
                <a:lnTo>
                  <a:pt x="1220224" y="110942"/>
                </a:lnTo>
                <a:cubicBezTo>
                  <a:pt x="1223642" y="110942"/>
                  <a:pt x="1226031" y="110424"/>
                  <a:pt x="1227393" y="109387"/>
                </a:cubicBezTo>
                <a:cubicBezTo>
                  <a:pt x="1228755" y="108351"/>
                  <a:pt x="1229703" y="106824"/>
                  <a:pt x="1230237" y="104807"/>
                </a:cubicBezTo>
                <a:cubicBezTo>
                  <a:pt x="1230450" y="104009"/>
                  <a:pt x="1230557" y="101512"/>
                  <a:pt x="1230557" y="97314"/>
                </a:cubicBezTo>
                <a:lnTo>
                  <a:pt x="1230557" y="67429"/>
                </a:lnTo>
                <a:cubicBezTo>
                  <a:pt x="1230557" y="60789"/>
                  <a:pt x="1229689" y="55967"/>
                  <a:pt x="1227954" y="52965"/>
                </a:cubicBezTo>
                <a:cubicBezTo>
                  <a:pt x="1226218" y="49963"/>
                  <a:pt x="1223295" y="48462"/>
                  <a:pt x="1219183" y="48462"/>
                </a:cubicBezTo>
                <a:cubicBezTo>
                  <a:pt x="1212828" y="48462"/>
                  <a:pt x="1206500" y="51916"/>
                  <a:pt x="1200198" y="58823"/>
                </a:cubicBezTo>
                <a:lnTo>
                  <a:pt x="1200198" y="97314"/>
                </a:lnTo>
                <a:cubicBezTo>
                  <a:pt x="1200198" y="102256"/>
                  <a:pt x="1200492" y="105311"/>
                  <a:pt x="1201080" y="106479"/>
                </a:cubicBezTo>
                <a:cubicBezTo>
                  <a:pt x="1201827" y="108019"/>
                  <a:pt x="1202855" y="109148"/>
                  <a:pt x="1204163" y="109866"/>
                </a:cubicBezTo>
                <a:cubicBezTo>
                  <a:pt x="1205472" y="110583"/>
                  <a:pt x="1208129" y="110942"/>
                  <a:pt x="1212134" y="110942"/>
                </a:cubicBezTo>
                <a:lnTo>
                  <a:pt x="1212134" y="113906"/>
                </a:lnTo>
                <a:lnTo>
                  <a:pt x="1175847" y="113906"/>
                </a:lnTo>
                <a:lnTo>
                  <a:pt x="1175847" y="110942"/>
                </a:lnTo>
                <a:lnTo>
                  <a:pt x="1177449" y="110942"/>
                </a:lnTo>
                <a:cubicBezTo>
                  <a:pt x="1181187" y="110942"/>
                  <a:pt x="1183711" y="109997"/>
                  <a:pt x="1185019" y="108106"/>
                </a:cubicBezTo>
                <a:cubicBezTo>
                  <a:pt x="1186327" y="106213"/>
                  <a:pt x="1186982" y="102603"/>
                  <a:pt x="1186982" y="97274"/>
                </a:cubicBezTo>
                <a:lnTo>
                  <a:pt x="1186982" y="70100"/>
                </a:lnTo>
                <a:cubicBezTo>
                  <a:pt x="1186982" y="61308"/>
                  <a:pt x="1186781" y="55954"/>
                  <a:pt x="1186381" y="54037"/>
                </a:cubicBezTo>
                <a:cubicBezTo>
                  <a:pt x="1185980" y="52118"/>
                  <a:pt x="1185366" y="50812"/>
                  <a:pt x="1184538" y="50119"/>
                </a:cubicBezTo>
                <a:cubicBezTo>
                  <a:pt x="1183711" y="49427"/>
                  <a:pt x="1182603" y="49080"/>
                  <a:pt x="1181214" y="49080"/>
                </a:cubicBezTo>
                <a:cubicBezTo>
                  <a:pt x="1179719" y="49080"/>
                  <a:pt x="1177930" y="49480"/>
                  <a:pt x="1175847" y="50279"/>
                </a:cubicBezTo>
                <a:lnTo>
                  <a:pt x="1174646" y="47401"/>
                </a:lnTo>
                <a:lnTo>
                  <a:pt x="1196754" y="38449"/>
                </a:lnTo>
                <a:lnTo>
                  <a:pt x="1200198" y="38449"/>
                </a:lnTo>
                <a:lnTo>
                  <a:pt x="1200198" y="53989"/>
                </a:lnTo>
                <a:close/>
                <a:moveTo>
                  <a:pt x="1282144" y="16341"/>
                </a:moveTo>
                <a:lnTo>
                  <a:pt x="1282144" y="40532"/>
                </a:lnTo>
                <a:lnTo>
                  <a:pt x="1299286" y="40532"/>
                </a:lnTo>
                <a:lnTo>
                  <a:pt x="1299286" y="46139"/>
                </a:lnTo>
                <a:lnTo>
                  <a:pt x="1282144" y="46139"/>
                </a:lnTo>
                <a:lnTo>
                  <a:pt x="1282144" y="93655"/>
                </a:lnTo>
                <a:cubicBezTo>
                  <a:pt x="1282144" y="98403"/>
                  <a:pt x="1282825" y="101603"/>
                  <a:pt x="1284187" y="103257"/>
                </a:cubicBezTo>
                <a:cubicBezTo>
                  <a:pt x="1285548" y="104909"/>
                  <a:pt x="1287297" y="105735"/>
                  <a:pt x="1289433" y="105735"/>
                </a:cubicBezTo>
                <a:cubicBezTo>
                  <a:pt x="1291196" y="105735"/>
                  <a:pt x="1292904" y="105188"/>
                  <a:pt x="1294560" y="104093"/>
                </a:cubicBezTo>
                <a:cubicBezTo>
                  <a:pt x="1296215" y="102998"/>
                  <a:pt x="1297497" y="101383"/>
                  <a:pt x="1298405" y="99247"/>
                </a:cubicBezTo>
                <a:lnTo>
                  <a:pt x="1301529" y="99247"/>
                </a:lnTo>
                <a:cubicBezTo>
                  <a:pt x="1299660" y="104495"/>
                  <a:pt x="1297016" y="108465"/>
                  <a:pt x="1293599" y="111155"/>
                </a:cubicBezTo>
                <a:cubicBezTo>
                  <a:pt x="1290181" y="113843"/>
                  <a:pt x="1286656" y="115187"/>
                  <a:pt x="1283025" y="115187"/>
                </a:cubicBezTo>
                <a:cubicBezTo>
                  <a:pt x="1280569" y="115187"/>
                  <a:pt x="1278166" y="114506"/>
                  <a:pt x="1275816" y="113142"/>
                </a:cubicBezTo>
                <a:cubicBezTo>
                  <a:pt x="1273466" y="111779"/>
                  <a:pt x="1271731" y="109828"/>
                  <a:pt x="1270609" y="107290"/>
                </a:cubicBezTo>
                <a:cubicBezTo>
                  <a:pt x="1269488" y="104750"/>
                  <a:pt x="1268927" y="100833"/>
                  <a:pt x="1268927" y="95540"/>
                </a:cubicBezTo>
                <a:lnTo>
                  <a:pt x="1268927" y="46139"/>
                </a:lnTo>
                <a:lnTo>
                  <a:pt x="1257312" y="46139"/>
                </a:lnTo>
                <a:lnTo>
                  <a:pt x="1257312" y="43496"/>
                </a:lnTo>
                <a:cubicBezTo>
                  <a:pt x="1260249" y="42317"/>
                  <a:pt x="1263253" y="40322"/>
                  <a:pt x="1266324" y="37510"/>
                </a:cubicBezTo>
                <a:cubicBezTo>
                  <a:pt x="1269394" y="34699"/>
                  <a:pt x="1272131" y="31364"/>
                  <a:pt x="1274534" y="27508"/>
                </a:cubicBezTo>
                <a:cubicBezTo>
                  <a:pt x="1275762" y="25473"/>
                  <a:pt x="1277471" y="21751"/>
                  <a:pt x="1279661" y="16341"/>
                </a:cubicBezTo>
                <a:lnTo>
                  <a:pt x="1282144" y="16341"/>
                </a:lnTo>
                <a:close/>
                <a:moveTo>
                  <a:pt x="1342329" y="38449"/>
                </a:moveTo>
                <a:cubicBezTo>
                  <a:pt x="1353436" y="38449"/>
                  <a:pt x="1362354" y="42664"/>
                  <a:pt x="1369083" y="51093"/>
                </a:cubicBezTo>
                <a:cubicBezTo>
                  <a:pt x="1374797" y="58294"/>
                  <a:pt x="1377654" y="66563"/>
                  <a:pt x="1377654" y="75900"/>
                </a:cubicBezTo>
                <a:cubicBezTo>
                  <a:pt x="1377654" y="82461"/>
                  <a:pt x="1376078" y="89103"/>
                  <a:pt x="1372928" y="95825"/>
                </a:cubicBezTo>
                <a:cubicBezTo>
                  <a:pt x="1369777" y="102545"/>
                  <a:pt x="1365438" y="107613"/>
                  <a:pt x="1359911" y="111027"/>
                </a:cubicBezTo>
                <a:cubicBezTo>
                  <a:pt x="1354384" y="114441"/>
                  <a:pt x="1348230" y="116149"/>
                  <a:pt x="1341447" y="116149"/>
                </a:cubicBezTo>
                <a:cubicBezTo>
                  <a:pt x="1330393" y="116149"/>
                  <a:pt x="1321609" y="111747"/>
                  <a:pt x="1315094" y="102944"/>
                </a:cubicBezTo>
                <a:cubicBezTo>
                  <a:pt x="1309593" y="95530"/>
                  <a:pt x="1306843" y="87208"/>
                  <a:pt x="1306843" y="77980"/>
                </a:cubicBezTo>
                <a:cubicBezTo>
                  <a:pt x="1306843" y="71258"/>
                  <a:pt x="1308512" y="64576"/>
                  <a:pt x="1311850" y="57934"/>
                </a:cubicBezTo>
                <a:cubicBezTo>
                  <a:pt x="1315187" y="51292"/>
                  <a:pt x="1319580" y="46384"/>
                  <a:pt x="1325026" y="43210"/>
                </a:cubicBezTo>
                <a:cubicBezTo>
                  <a:pt x="1330473" y="40036"/>
                  <a:pt x="1336241" y="38449"/>
                  <a:pt x="1342329" y="38449"/>
                </a:cubicBezTo>
                <a:moveTo>
                  <a:pt x="1339845" y="43736"/>
                </a:moveTo>
                <a:cubicBezTo>
                  <a:pt x="1337015" y="43736"/>
                  <a:pt x="1334172" y="44576"/>
                  <a:pt x="1331315" y="46257"/>
                </a:cubicBezTo>
                <a:cubicBezTo>
                  <a:pt x="1328458" y="47937"/>
                  <a:pt x="1326148" y="50884"/>
                  <a:pt x="1324386" y="55098"/>
                </a:cubicBezTo>
                <a:cubicBezTo>
                  <a:pt x="1322623" y="59312"/>
                  <a:pt x="1321742" y="64725"/>
                  <a:pt x="1321742" y="71339"/>
                </a:cubicBezTo>
                <a:cubicBezTo>
                  <a:pt x="1321742" y="82006"/>
                  <a:pt x="1323865" y="91207"/>
                  <a:pt x="1328110" y="98942"/>
                </a:cubicBezTo>
                <a:cubicBezTo>
                  <a:pt x="1332356" y="106675"/>
                  <a:pt x="1337950" y="110541"/>
                  <a:pt x="1344892" y="110541"/>
                </a:cubicBezTo>
                <a:cubicBezTo>
                  <a:pt x="1350072" y="110541"/>
                  <a:pt x="1354344" y="108408"/>
                  <a:pt x="1357708" y="104141"/>
                </a:cubicBezTo>
                <a:cubicBezTo>
                  <a:pt x="1361073" y="99874"/>
                  <a:pt x="1362755" y="92540"/>
                  <a:pt x="1362755" y="82140"/>
                </a:cubicBezTo>
                <a:cubicBezTo>
                  <a:pt x="1362755" y="69125"/>
                  <a:pt x="1359951" y="58884"/>
                  <a:pt x="1354344" y="51416"/>
                </a:cubicBezTo>
                <a:cubicBezTo>
                  <a:pt x="1350552" y="46296"/>
                  <a:pt x="1345720" y="43736"/>
                  <a:pt x="1339845" y="43736"/>
                </a:cubicBezTo>
                <a:close/>
                <a:moveTo>
                  <a:pt x="1471053" y="103332"/>
                </a:moveTo>
                <a:cubicBezTo>
                  <a:pt x="1463523" y="109153"/>
                  <a:pt x="1458797" y="112517"/>
                  <a:pt x="1456875" y="113425"/>
                </a:cubicBezTo>
                <a:cubicBezTo>
                  <a:pt x="1453991" y="114814"/>
                  <a:pt x="1450920" y="115508"/>
                  <a:pt x="1447663" y="115508"/>
                </a:cubicBezTo>
                <a:cubicBezTo>
                  <a:pt x="1442590" y="115508"/>
                  <a:pt x="1438411" y="113772"/>
                  <a:pt x="1435127" y="110301"/>
                </a:cubicBezTo>
                <a:cubicBezTo>
                  <a:pt x="1431843" y="106830"/>
                  <a:pt x="1430200" y="102264"/>
                  <a:pt x="1430200" y="96604"/>
                </a:cubicBezTo>
                <a:cubicBezTo>
                  <a:pt x="1430200" y="93026"/>
                  <a:pt x="1431001" y="89928"/>
                  <a:pt x="1432604" y="87312"/>
                </a:cubicBezTo>
                <a:cubicBezTo>
                  <a:pt x="1434793" y="83680"/>
                  <a:pt x="1438598" y="80263"/>
                  <a:pt x="1444018" y="77059"/>
                </a:cubicBezTo>
                <a:cubicBezTo>
                  <a:pt x="1449438" y="73854"/>
                  <a:pt x="1458450" y="69956"/>
                  <a:pt x="1471053" y="65364"/>
                </a:cubicBezTo>
                <a:lnTo>
                  <a:pt x="1471053" y="62480"/>
                </a:lnTo>
                <a:cubicBezTo>
                  <a:pt x="1471053" y="55164"/>
                  <a:pt x="1469891" y="50144"/>
                  <a:pt x="1467568" y="47421"/>
                </a:cubicBezTo>
                <a:cubicBezTo>
                  <a:pt x="1465245" y="44697"/>
                  <a:pt x="1461868" y="43335"/>
                  <a:pt x="1457435" y="43335"/>
                </a:cubicBezTo>
                <a:cubicBezTo>
                  <a:pt x="1454071" y="43335"/>
                  <a:pt x="1451401" y="44240"/>
                  <a:pt x="1449425" y="46049"/>
                </a:cubicBezTo>
                <a:cubicBezTo>
                  <a:pt x="1447396" y="47858"/>
                  <a:pt x="1446381" y="49933"/>
                  <a:pt x="1446381" y="52274"/>
                </a:cubicBezTo>
                <a:lnTo>
                  <a:pt x="1446541" y="56903"/>
                </a:lnTo>
                <a:cubicBezTo>
                  <a:pt x="1446541" y="59349"/>
                  <a:pt x="1445914" y="61237"/>
                  <a:pt x="1444659" y="62568"/>
                </a:cubicBezTo>
                <a:cubicBezTo>
                  <a:pt x="1443404" y="63898"/>
                  <a:pt x="1441762" y="64563"/>
                  <a:pt x="1439733" y="64563"/>
                </a:cubicBezTo>
                <a:cubicBezTo>
                  <a:pt x="1437757" y="64563"/>
                  <a:pt x="1436141" y="63871"/>
                  <a:pt x="1434886" y="62487"/>
                </a:cubicBezTo>
                <a:cubicBezTo>
                  <a:pt x="1433632" y="61102"/>
                  <a:pt x="1433004" y="59212"/>
                  <a:pt x="1433004" y="56815"/>
                </a:cubicBezTo>
                <a:cubicBezTo>
                  <a:pt x="1433004" y="52238"/>
                  <a:pt x="1435354" y="48032"/>
                  <a:pt x="1440053" y="44199"/>
                </a:cubicBezTo>
                <a:cubicBezTo>
                  <a:pt x="1444752" y="40366"/>
                  <a:pt x="1451347" y="38449"/>
                  <a:pt x="1459838" y="38449"/>
                </a:cubicBezTo>
                <a:cubicBezTo>
                  <a:pt x="1466353" y="38449"/>
                  <a:pt x="1471694" y="39542"/>
                  <a:pt x="1475859" y="41728"/>
                </a:cubicBezTo>
                <a:cubicBezTo>
                  <a:pt x="1479010" y="43382"/>
                  <a:pt x="1481333" y="45970"/>
                  <a:pt x="1482828" y="49491"/>
                </a:cubicBezTo>
                <a:cubicBezTo>
                  <a:pt x="1483789" y="51784"/>
                  <a:pt x="1484270" y="56477"/>
                  <a:pt x="1484270" y="63571"/>
                </a:cubicBezTo>
                <a:lnTo>
                  <a:pt x="1484270" y="88453"/>
                </a:lnTo>
                <a:cubicBezTo>
                  <a:pt x="1484270" y="95440"/>
                  <a:pt x="1484403" y="99721"/>
                  <a:pt x="1484670" y="101295"/>
                </a:cubicBezTo>
                <a:cubicBezTo>
                  <a:pt x="1484937" y="102868"/>
                  <a:pt x="1485378" y="103922"/>
                  <a:pt x="1485992" y="104456"/>
                </a:cubicBezTo>
                <a:cubicBezTo>
                  <a:pt x="1486606" y="104988"/>
                  <a:pt x="1487314" y="105255"/>
                  <a:pt x="1488115" y="105255"/>
                </a:cubicBezTo>
                <a:cubicBezTo>
                  <a:pt x="1488969" y="105255"/>
                  <a:pt x="1489717" y="105068"/>
                  <a:pt x="1490357" y="104694"/>
                </a:cubicBezTo>
                <a:cubicBezTo>
                  <a:pt x="1491479" y="104000"/>
                  <a:pt x="1493642" y="102051"/>
                  <a:pt x="1496846" y="98846"/>
                </a:cubicBezTo>
                <a:lnTo>
                  <a:pt x="1496846" y="103332"/>
                </a:lnTo>
                <a:cubicBezTo>
                  <a:pt x="1490865" y="111342"/>
                  <a:pt x="1485151" y="115348"/>
                  <a:pt x="1479704" y="115348"/>
                </a:cubicBezTo>
                <a:cubicBezTo>
                  <a:pt x="1477087" y="115348"/>
                  <a:pt x="1475004" y="114440"/>
                  <a:pt x="1473456" y="112624"/>
                </a:cubicBezTo>
                <a:cubicBezTo>
                  <a:pt x="1471907" y="110808"/>
                  <a:pt x="1471106" y="107711"/>
                  <a:pt x="1471053" y="103332"/>
                </a:cubicBezTo>
                <a:moveTo>
                  <a:pt x="1471053" y="98080"/>
                </a:moveTo>
                <a:lnTo>
                  <a:pt x="1471053" y="70250"/>
                </a:lnTo>
                <a:cubicBezTo>
                  <a:pt x="1462989" y="73439"/>
                  <a:pt x="1457782" y="75698"/>
                  <a:pt x="1455433" y="77029"/>
                </a:cubicBezTo>
                <a:cubicBezTo>
                  <a:pt x="1451214" y="79368"/>
                  <a:pt x="1448197" y="81814"/>
                  <a:pt x="1446381" y="84365"/>
                </a:cubicBezTo>
                <a:cubicBezTo>
                  <a:pt x="1444565" y="86917"/>
                  <a:pt x="1443658" y="89708"/>
                  <a:pt x="1443658" y="92739"/>
                </a:cubicBezTo>
                <a:cubicBezTo>
                  <a:pt x="1443658" y="96567"/>
                  <a:pt x="1444806" y="99743"/>
                  <a:pt x="1447102" y="102268"/>
                </a:cubicBezTo>
                <a:cubicBezTo>
                  <a:pt x="1449398" y="104793"/>
                  <a:pt x="1452042" y="106056"/>
                  <a:pt x="1455032" y="106056"/>
                </a:cubicBezTo>
                <a:cubicBezTo>
                  <a:pt x="1459091" y="106056"/>
                  <a:pt x="1464431" y="103397"/>
                  <a:pt x="1471053" y="98080"/>
                </a:cubicBezTo>
                <a:close/>
                <a:moveTo>
                  <a:pt x="1563436" y="53268"/>
                </a:moveTo>
                <a:cubicBezTo>
                  <a:pt x="1570539" y="43389"/>
                  <a:pt x="1578202" y="38449"/>
                  <a:pt x="1586426" y="38449"/>
                </a:cubicBezTo>
                <a:cubicBezTo>
                  <a:pt x="1593955" y="38449"/>
                  <a:pt x="1600524" y="41663"/>
                  <a:pt x="1606131" y="48092"/>
                </a:cubicBezTo>
                <a:cubicBezTo>
                  <a:pt x="1611738" y="54520"/>
                  <a:pt x="1614542" y="63308"/>
                  <a:pt x="1614542" y="74458"/>
                </a:cubicBezTo>
                <a:cubicBezTo>
                  <a:pt x="1614542" y="87474"/>
                  <a:pt x="1610216" y="97957"/>
                  <a:pt x="1601565" y="105905"/>
                </a:cubicBezTo>
                <a:cubicBezTo>
                  <a:pt x="1594142" y="112734"/>
                  <a:pt x="1585865" y="116149"/>
                  <a:pt x="1576733" y="116149"/>
                </a:cubicBezTo>
                <a:cubicBezTo>
                  <a:pt x="1572461" y="116149"/>
                  <a:pt x="1568122" y="115374"/>
                  <a:pt x="1563717" y="113826"/>
                </a:cubicBezTo>
                <a:cubicBezTo>
                  <a:pt x="1559311" y="112277"/>
                  <a:pt x="1554812" y="109954"/>
                  <a:pt x="1550219" y="106857"/>
                </a:cubicBezTo>
                <a:lnTo>
                  <a:pt x="1550219" y="30839"/>
                </a:lnTo>
                <a:cubicBezTo>
                  <a:pt x="1550219" y="22509"/>
                  <a:pt x="1550019" y="17382"/>
                  <a:pt x="1549619" y="15460"/>
                </a:cubicBezTo>
                <a:cubicBezTo>
                  <a:pt x="1549218" y="13537"/>
                  <a:pt x="1548591" y="12229"/>
                  <a:pt x="1547736" y="11535"/>
                </a:cubicBezTo>
                <a:cubicBezTo>
                  <a:pt x="1546882" y="10841"/>
                  <a:pt x="1545814" y="10493"/>
                  <a:pt x="1544532" y="10493"/>
                </a:cubicBezTo>
                <a:cubicBezTo>
                  <a:pt x="1543037" y="10493"/>
                  <a:pt x="1541168" y="10921"/>
                  <a:pt x="1538925" y="11775"/>
                </a:cubicBezTo>
                <a:lnTo>
                  <a:pt x="1537804" y="8971"/>
                </a:lnTo>
                <a:lnTo>
                  <a:pt x="1559832" y="0"/>
                </a:lnTo>
                <a:lnTo>
                  <a:pt x="1563436" y="0"/>
                </a:lnTo>
                <a:lnTo>
                  <a:pt x="1563436" y="53268"/>
                </a:lnTo>
                <a:moveTo>
                  <a:pt x="1563436" y="58372"/>
                </a:moveTo>
                <a:lnTo>
                  <a:pt x="1563436" y="102153"/>
                </a:lnTo>
                <a:cubicBezTo>
                  <a:pt x="1566160" y="104815"/>
                  <a:pt x="1568977" y="106825"/>
                  <a:pt x="1571887" y="108183"/>
                </a:cubicBezTo>
                <a:cubicBezTo>
                  <a:pt x="1574798" y="109542"/>
                  <a:pt x="1577775" y="110221"/>
                  <a:pt x="1580819" y="110221"/>
                </a:cubicBezTo>
                <a:cubicBezTo>
                  <a:pt x="1585678" y="110221"/>
                  <a:pt x="1590204" y="107558"/>
                  <a:pt x="1594396" y="102233"/>
                </a:cubicBezTo>
                <a:cubicBezTo>
                  <a:pt x="1598588" y="96906"/>
                  <a:pt x="1600684" y="89157"/>
                  <a:pt x="1600684" y="78984"/>
                </a:cubicBezTo>
                <a:cubicBezTo>
                  <a:pt x="1600684" y="69610"/>
                  <a:pt x="1598588" y="62406"/>
                  <a:pt x="1594396" y="57373"/>
                </a:cubicBezTo>
                <a:cubicBezTo>
                  <a:pt x="1590204" y="52340"/>
                  <a:pt x="1585438" y="49824"/>
                  <a:pt x="1580098" y="49824"/>
                </a:cubicBezTo>
                <a:cubicBezTo>
                  <a:pt x="1577267" y="49824"/>
                  <a:pt x="1574437" y="50543"/>
                  <a:pt x="1571607" y="51981"/>
                </a:cubicBezTo>
                <a:cubicBezTo>
                  <a:pt x="1569471" y="53046"/>
                  <a:pt x="1566747" y="55176"/>
                  <a:pt x="1563436" y="58372"/>
                </a:cubicBezTo>
                <a:close/>
                <a:moveTo>
                  <a:pt x="1666929" y="103332"/>
                </a:moveTo>
                <a:cubicBezTo>
                  <a:pt x="1659399" y="109153"/>
                  <a:pt x="1654673" y="112517"/>
                  <a:pt x="1652750" y="113425"/>
                </a:cubicBezTo>
                <a:cubicBezTo>
                  <a:pt x="1649867" y="114814"/>
                  <a:pt x="1646796" y="115508"/>
                  <a:pt x="1643539" y="115508"/>
                </a:cubicBezTo>
                <a:cubicBezTo>
                  <a:pt x="1638466" y="115508"/>
                  <a:pt x="1634287" y="113772"/>
                  <a:pt x="1631003" y="110301"/>
                </a:cubicBezTo>
                <a:cubicBezTo>
                  <a:pt x="1627718" y="106830"/>
                  <a:pt x="1626076" y="102264"/>
                  <a:pt x="1626076" y="96604"/>
                </a:cubicBezTo>
                <a:cubicBezTo>
                  <a:pt x="1626076" y="93026"/>
                  <a:pt x="1626877" y="89928"/>
                  <a:pt x="1628479" y="87312"/>
                </a:cubicBezTo>
                <a:cubicBezTo>
                  <a:pt x="1630669" y="83680"/>
                  <a:pt x="1634474" y="80263"/>
                  <a:pt x="1639894" y="77059"/>
                </a:cubicBezTo>
                <a:cubicBezTo>
                  <a:pt x="1645314" y="73854"/>
                  <a:pt x="1654326" y="69956"/>
                  <a:pt x="1666929" y="65364"/>
                </a:cubicBezTo>
                <a:lnTo>
                  <a:pt x="1666929" y="62480"/>
                </a:lnTo>
                <a:cubicBezTo>
                  <a:pt x="1666929" y="55164"/>
                  <a:pt x="1665767" y="50144"/>
                  <a:pt x="1663444" y="47421"/>
                </a:cubicBezTo>
                <a:cubicBezTo>
                  <a:pt x="1661121" y="44697"/>
                  <a:pt x="1657744" y="43335"/>
                  <a:pt x="1653311" y="43335"/>
                </a:cubicBezTo>
                <a:cubicBezTo>
                  <a:pt x="1649947" y="43335"/>
                  <a:pt x="1647277" y="44240"/>
                  <a:pt x="1645301" y="46049"/>
                </a:cubicBezTo>
                <a:cubicBezTo>
                  <a:pt x="1643272" y="47858"/>
                  <a:pt x="1642257" y="49933"/>
                  <a:pt x="1642257" y="52274"/>
                </a:cubicBezTo>
                <a:lnTo>
                  <a:pt x="1642417" y="56903"/>
                </a:lnTo>
                <a:cubicBezTo>
                  <a:pt x="1642417" y="59349"/>
                  <a:pt x="1641790" y="61237"/>
                  <a:pt x="1640535" y="62568"/>
                </a:cubicBezTo>
                <a:cubicBezTo>
                  <a:pt x="1639280" y="63898"/>
                  <a:pt x="1637638" y="64563"/>
                  <a:pt x="1635609" y="64563"/>
                </a:cubicBezTo>
                <a:cubicBezTo>
                  <a:pt x="1633633" y="64563"/>
                  <a:pt x="1632017" y="63871"/>
                  <a:pt x="1630762" y="62487"/>
                </a:cubicBezTo>
                <a:cubicBezTo>
                  <a:pt x="1629507" y="61102"/>
                  <a:pt x="1628880" y="59212"/>
                  <a:pt x="1628880" y="56815"/>
                </a:cubicBezTo>
                <a:cubicBezTo>
                  <a:pt x="1628880" y="52238"/>
                  <a:pt x="1631230" y="48032"/>
                  <a:pt x="1635929" y="44199"/>
                </a:cubicBezTo>
                <a:cubicBezTo>
                  <a:pt x="1640628" y="40366"/>
                  <a:pt x="1647223" y="38449"/>
                  <a:pt x="1655714" y="38449"/>
                </a:cubicBezTo>
                <a:cubicBezTo>
                  <a:pt x="1662229" y="38449"/>
                  <a:pt x="1667569" y="39542"/>
                  <a:pt x="1671735" y="41728"/>
                </a:cubicBezTo>
                <a:cubicBezTo>
                  <a:pt x="1674885" y="43382"/>
                  <a:pt x="1677208" y="45970"/>
                  <a:pt x="1678704" y="49491"/>
                </a:cubicBezTo>
                <a:cubicBezTo>
                  <a:pt x="1679665" y="51784"/>
                  <a:pt x="1680146" y="56477"/>
                  <a:pt x="1680146" y="63571"/>
                </a:cubicBezTo>
                <a:lnTo>
                  <a:pt x="1680146" y="88453"/>
                </a:lnTo>
                <a:cubicBezTo>
                  <a:pt x="1680146" y="95440"/>
                  <a:pt x="1680279" y="99721"/>
                  <a:pt x="1680546" y="101295"/>
                </a:cubicBezTo>
                <a:cubicBezTo>
                  <a:pt x="1680813" y="102868"/>
                  <a:pt x="1681254" y="103922"/>
                  <a:pt x="1681868" y="104456"/>
                </a:cubicBezTo>
                <a:cubicBezTo>
                  <a:pt x="1682482" y="104988"/>
                  <a:pt x="1683189" y="105255"/>
                  <a:pt x="1683990" y="105255"/>
                </a:cubicBezTo>
                <a:cubicBezTo>
                  <a:pt x="1684845" y="105255"/>
                  <a:pt x="1685592" y="105068"/>
                  <a:pt x="1686233" y="104694"/>
                </a:cubicBezTo>
                <a:cubicBezTo>
                  <a:pt x="1687355" y="104000"/>
                  <a:pt x="1689518" y="102051"/>
                  <a:pt x="1692722" y="98846"/>
                </a:cubicBezTo>
                <a:lnTo>
                  <a:pt x="1692722" y="103332"/>
                </a:lnTo>
                <a:cubicBezTo>
                  <a:pt x="1686741" y="111342"/>
                  <a:pt x="1681027" y="115348"/>
                  <a:pt x="1675580" y="115348"/>
                </a:cubicBezTo>
                <a:cubicBezTo>
                  <a:pt x="1672963" y="115348"/>
                  <a:pt x="1670880" y="114440"/>
                  <a:pt x="1669332" y="112624"/>
                </a:cubicBezTo>
                <a:cubicBezTo>
                  <a:pt x="1667783" y="110808"/>
                  <a:pt x="1666982" y="107711"/>
                  <a:pt x="1666929" y="103332"/>
                </a:cubicBezTo>
                <a:moveTo>
                  <a:pt x="1666929" y="98080"/>
                </a:moveTo>
                <a:lnTo>
                  <a:pt x="1666929" y="70250"/>
                </a:lnTo>
                <a:cubicBezTo>
                  <a:pt x="1658865" y="73439"/>
                  <a:pt x="1653658" y="75698"/>
                  <a:pt x="1651309" y="77029"/>
                </a:cubicBezTo>
                <a:cubicBezTo>
                  <a:pt x="1647090" y="79368"/>
                  <a:pt x="1644073" y="81814"/>
                  <a:pt x="1642257" y="84365"/>
                </a:cubicBezTo>
                <a:cubicBezTo>
                  <a:pt x="1640441" y="86917"/>
                  <a:pt x="1639534" y="89708"/>
                  <a:pt x="1639534" y="92739"/>
                </a:cubicBezTo>
                <a:cubicBezTo>
                  <a:pt x="1639534" y="96567"/>
                  <a:pt x="1640682" y="99743"/>
                  <a:pt x="1642978" y="102268"/>
                </a:cubicBezTo>
                <a:cubicBezTo>
                  <a:pt x="1645274" y="104793"/>
                  <a:pt x="1647918" y="106056"/>
                  <a:pt x="1650908" y="106056"/>
                </a:cubicBezTo>
                <a:cubicBezTo>
                  <a:pt x="1654967" y="106056"/>
                  <a:pt x="1660307" y="103397"/>
                  <a:pt x="1666929" y="98080"/>
                </a:cubicBezTo>
                <a:close/>
                <a:moveTo>
                  <a:pt x="1745614" y="38449"/>
                </a:moveTo>
                <a:lnTo>
                  <a:pt x="1745614" y="63281"/>
                </a:lnTo>
                <a:lnTo>
                  <a:pt x="1742970" y="63281"/>
                </a:lnTo>
                <a:cubicBezTo>
                  <a:pt x="1740941" y="55493"/>
                  <a:pt x="1738338" y="50195"/>
                  <a:pt x="1735160" y="47388"/>
                </a:cubicBezTo>
                <a:cubicBezTo>
                  <a:pt x="1731983" y="44580"/>
                  <a:pt x="1727938" y="43175"/>
                  <a:pt x="1723025" y="43175"/>
                </a:cubicBezTo>
                <a:cubicBezTo>
                  <a:pt x="1719287" y="43175"/>
                  <a:pt x="1716270" y="44162"/>
                  <a:pt x="1713973" y="46137"/>
                </a:cubicBezTo>
                <a:cubicBezTo>
                  <a:pt x="1711677" y="48109"/>
                  <a:pt x="1710529" y="50296"/>
                  <a:pt x="1710529" y="52697"/>
                </a:cubicBezTo>
                <a:cubicBezTo>
                  <a:pt x="1710529" y="55685"/>
                  <a:pt x="1711383" y="58245"/>
                  <a:pt x="1713092" y="60377"/>
                </a:cubicBezTo>
                <a:cubicBezTo>
                  <a:pt x="1714748" y="62565"/>
                  <a:pt x="1718112" y="64885"/>
                  <a:pt x="1723185" y="67339"/>
                </a:cubicBezTo>
                <a:lnTo>
                  <a:pt x="1734880" y="73021"/>
                </a:lnTo>
                <a:cubicBezTo>
                  <a:pt x="1745721" y="78301"/>
                  <a:pt x="1751141" y="85262"/>
                  <a:pt x="1751141" y="93905"/>
                </a:cubicBezTo>
                <a:cubicBezTo>
                  <a:pt x="1751141" y="100572"/>
                  <a:pt x="1748618" y="105946"/>
                  <a:pt x="1743571" y="110028"/>
                </a:cubicBezTo>
                <a:cubicBezTo>
                  <a:pt x="1738525" y="114108"/>
                  <a:pt x="1732877" y="116149"/>
                  <a:pt x="1726629" y="116149"/>
                </a:cubicBezTo>
                <a:cubicBezTo>
                  <a:pt x="1722144" y="116149"/>
                  <a:pt x="1717017" y="115348"/>
                  <a:pt x="1711250" y="113745"/>
                </a:cubicBezTo>
                <a:cubicBezTo>
                  <a:pt x="1709488" y="113211"/>
                  <a:pt x="1708046" y="112944"/>
                  <a:pt x="1706924" y="112944"/>
                </a:cubicBezTo>
                <a:cubicBezTo>
                  <a:pt x="1705696" y="112944"/>
                  <a:pt x="1704735" y="113639"/>
                  <a:pt x="1704041" y="115027"/>
                </a:cubicBezTo>
                <a:lnTo>
                  <a:pt x="1701397" y="115027"/>
                </a:lnTo>
                <a:lnTo>
                  <a:pt x="1701397" y="88754"/>
                </a:lnTo>
                <a:lnTo>
                  <a:pt x="1704041" y="88754"/>
                </a:lnTo>
                <a:cubicBezTo>
                  <a:pt x="1705536" y="96256"/>
                  <a:pt x="1708393" y="101910"/>
                  <a:pt x="1712612" y="105715"/>
                </a:cubicBezTo>
                <a:cubicBezTo>
                  <a:pt x="1716830" y="109520"/>
                  <a:pt x="1721556" y="111423"/>
                  <a:pt x="1726790" y="111423"/>
                </a:cubicBezTo>
                <a:cubicBezTo>
                  <a:pt x="1730474" y="111423"/>
                  <a:pt x="1733478" y="110343"/>
                  <a:pt x="1735801" y="108183"/>
                </a:cubicBezTo>
                <a:cubicBezTo>
                  <a:pt x="1738124" y="106022"/>
                  <a:pt x="1739286" y="103421"/>
                  <a:pt x="1739286" y="100381"/>
                </a:cubicBezTo>
                <a:cubicBezTo>
                  <a:pt x="1739286" y="96700"/>
                  <a:pt x="1737991" y="93606"/>
                  <a:pt x="1735401" y="91099"/>
                </a:cubicBezTo>
                <a:cubicBezTo>
                  <a:pt x="1732811" y="88592"/>
                  <a:pt x="1727644" y="85419"/>
                  <a:pt x="1719901" y="81579"/>
                </a:cubicBezTo>
                <a:cubicBezTo>
                  <a:pt x="1712158" y="77738"/>
                  <a:pt x="1707084" y="74270"/>
                  <a:pt x="1704681" y="71176"/>
                </a:cubicBezTo>
                <a:cubicBezTo>
                  <a:pt x="1702278" y="68135"/>
                  <a:pt x="1701077" y="64295"/>
                  <a:pt x="1701077" y="59654"/>
                </a:cubicBezTo>
                <a:cubicBezTo>
                  <a:pt x="1701077" y="53626"/>
                  <a:pt x="1703146" y="48585"/>
                  <a:pt x="1707285" y="44532"/>
                </a:cubicBezTo>
                <a:cubicBezTo>
                  <a:pt x="1711423" y="40477"/>
                  <a:pt x="1716777" y="38449"/>
                  <a:pt x="1723345" y="38449"/>
                </a:cubicBezTo>
                <a:cubicBezTo>
                  <a:pt x="1726229" y="38449"/>
                  <a:pt x="1729727" y="39063"/>
                  <a:pt x="1733839" y="40292"/>
                </a:cubicBezTo>
                <a:cubicBezTo>
                  <a:pt x="1736562" y="41093"/>
                  <a:pt x="1738378" y="41493"/>
                  <a:pt x="1739286" y="41493"/>
                </a:cubicBezTo>
                <a:cubicBezTo>
                  <a:pt x="1740140" y="41493"/>
                  <a:pt x="1740808" y="41306"/>
                  <a:pt x="1741288" y="40932"/>
                </a:cubicBezTo>
                <a:cubicBezTo>
                  <a:pt x="1741769" y="40559"/>
                  <a:pt x="1742330" y="39731"/>
                  <a:pt x="1742970" y="38449"/>
                </a:cubicBezTo>
                <a:lnTo>
                  <a:pt x="1745614" y="38449"/>
                </a:lnTo>
                <a:close/>
                <a:moveTo>
                  <a:pt x="1774344" y="68247"/>
                </a:moveTo>
                <a:cubicBezTo>
                  <a:pt x="1774291" y="79116"/>
                  <a:pt x="1776934" y="87641"/>
                  <a:pt x="1782274" y="93823"/>
                </a:cubicBezTo>
                <a:cubicBezTo>
                  <a:pt x="1787615" y="100002"/>
                  <a:pt x="1793889" y="103092"/>
                  <a:pt x="1801099" y="103092"/>
                </a:cubicBezTo>
                <a:cubicBezTo>
                  <a:pt x="1805905" y="103092"/>
                  <a:pt x="1810083" y="101770"/>
                  <a:pt x="1813635" y="99127"/>
                </a:cubicBezTo>
                <a:cubicBezTo>
                  <a:pt x="1817186" y="96483"/>
                  <a:pt x="1820163" y="91958"/>
                  <a:pt x="1822566" y="85549"/>
                </a:cubicBezTo>
                <a:lnTo>
                  <a:pt x="1825049" y="87151"/>
                </a:lnTo>
                <a:cubicBezTo>
                  <a:pt x="1823928" y="94468"/>
                  <a:pt x="1820670" y="101129"/>
                  <a:pt x="1815277" y="107137"/>
                </a:cubicBezTo>
                <a:cubicBezTo>
                  <a:pt x="1809883" y="113145"/>
                  <a:pt x="1803128" y="116149"/>
                  <a:pt x="1795011" y="116149"/>
                </a:cubicBezTo>
                <a:cubicBezTo>
                  <a:pt x="1786199" y="116149"/>
                  <a:pt x="1778656" y="112725"/>
                  <a:pt x="1772382" y="105878"/>
                </a:cubicBezTo>
                <a:cubicBezTo>
                  <a:pt x="1766107" y="99029"/>
                  <a:pt x="1762970" y="89822"/>
                  <a:pt x="1762970" y="78258"/>
                </a:cubicBezTo>
                <a:cubicBezTo>
                  <a:pt x="1762970" y="65735"/>
                  <a:pt x="1766187" y="55970"/>
                  <a:pt x="1772622" y="48963"/>
                </a:cubicBezTo>
                <a:cubicBezTo>
                  <a:pt x="1779057" y="41954"/>
                  <a:pt x="1787134" y="38449"/>
                  <a:pt x="1796853" y="38449"/>
                </a:cubicBezTo>
                <a:cubicBezTo>
                  <a:pt x="1805077" y="38449"/>
                  <a:pt x="1811832" y="41153"/>
                  <a:pt x="1817119" y="46560"/>
                </a:cubicBezTo>
                <a:cubicBezTo>
                  <a:pt x="1822406" y="51965"/>
                  <a:pt x="1825049" y="59194"/>
                  <a:pt x="1825049" y="68247"/>
                </a:cubicBezTo>
                <a:lnTo>
                  <a:pt x="1774344" y="68247"/>
                </a:lnTo>
                <a:moveTo>
                  <a:pt x="1774344" y="63601"/>
                </a:moveTo>
                <a:lnTo>
                  <a:pt x="1808308" y="63601"/>
                </a:lnTo>
                <a:cubicBezTo>
                  <a:pt x="1808041" y="58902"/>
                  <a:pt x="1807480" y="55591"/>
                  <a:pt x="1806626" y="53669"/>
                </a:cubicBezTo>
                <a:cubicBezTo>
                  <a:pt x="1805291" y="50678"/>
                  <a:pt x="1803301" y="48328"/>
                  <a:pt x="1800658" y="46620"/>
                </a:cubicBezTo>
                <a:cubicBezTo>
                  <a:pt x="1798015" y="44911"/>
                  <a:pt x="1795251" y="44056"/>
                  <a:pt x="1792367" y="44056"/>
                </a:cubicBezTo>
                <a:cubicBezTo>
                  <a:pt x="1787935" y="44056"/>
                  <a:pt x="1783970" y="45779"/>
                  <a:pt x="1780472" y="49223"/>
                </a:cubicBezTo>
                <a:cubicBezTo>
                  <a:pt x="1776974" y="52667"/>
                  <a:pt x="1774932" y="57460"/>
                  <a:pt x="1774344" y="63601"/>
                </a:cubicBezTo>
                <a:close/>
                <a:moveTo>
                  <a:pt x="1850227" y="98366"/>
                </a:moveTo>
                <a:cubicBezTo>
                  <a:pt x="1852737" y="98366"/>
                  <a:pt x="1854846" y="99234"/>
                  <a:pt x="1856555" y="100969"/>
                </a:cubicBezTo>
                <a:cubicBezTo>
                  <a:pt x="1858264" y="102705"/>
                  <a:pt x="1859118" y="104801"/>
                  <a:pt x="1859118" y="107257"/>
                </a:cubicBezTo>
                <a:cubicBezTo>
                  <a:pt x="1859118" y="109714"/>
                  <a:pt x="1858251" y="111810"/>
                  <a:pt x="1856515" y="113545"/>
                </a:cubicBezTo>
                <a:cubicBezTo>
                  <a:pt x="1854779" y="115281"/>
                  <a:pt x="1852683" y="116149"/>
                  <a:pt x="1850227" y="116149"/>
                </a:cubicBezTo>
                <a:cubicBezTo>
                  <a:pt x="1847771" y="116149"/>
                  <a:pt x="1845675" y="115281"/>
                  <a:pt x="1843939" y="113545"/>
                </a:cubicBezTo>
                <a:cubicBezTo>
                  <a:pt x="1842203" y="111810"/>
                  <a:pt x="1841336" y="109714"/>
                  <a:pt x="1841336" y="107257"/>
                </a:cubicBezTo>
                <a:cubicBezTo>
                  <a:pt x="1841336" y="104747"/>
                  <a:pt x="1842203" y="102638"/>
                  <a:pt x="1843939" y="100929"/>
                </a:cubicBezTo>
                <a:cubicBezTo>
                  <a:pt x="1845675" y="99220"/>
                  <a:pt x="1847771" y="98366"/>
                  <a:pt x="1850227" y="98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DB180-D000-44F2-B4C3-B98256A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773" y="3299058"/>
            <a:ext cx="205063" cy="205062"/>
          </a:xfrm>
          <a:custGeom xmlns:a="http://schemas.openxmlformats.org/drawingml/2006/main">
            <a:pathLst>
              <a:path w="205063" h="205062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7"/>
                  <a:pt x="197257" y="141767"/>
                </a:cubicBezTo>
                <a:cubicBezTo>
                  <a:pt x="194680" y="147987"/>
                  <a:pt x="191521" y="153895"/>
                  <a:pt x="187782" y="159493"/>
                </a:cubicBezTo>
                <a:cubicBezTo>
                  <a:pt x="184042" y="165091"/>
                  <a:pt x="179792" y="170270"/>
                  <a:pt x="175031" y="175031"/>
                </a:cubicBezTo>
                <a:cubicBezTo>
                  <a:pt x="170271" y="179791"/>
                  <a:pt x="165091" y="184041"/>
                  <a:pt x="159493" y="187782"/>
                </a:cubicBezTo>
                <a:cubicBezTo>
                  <a:pt x="153896" y="191521"/>
                  <a:pt x="147988" y="194680"/>
                  <a:pt x="141767" y="197256"/>
                </a:cubicBezTo>
                <a:cubicBezTo>
                  <a:pt x="135548" y="199832"/>
                  <a:pt x="129136" y="201778"/>
                  <a:pt x="122533" y="203092"/>
                </a:cubicBezTo>
                <a:cubicBezTo>
                  <a:pt x="115930" y="204405"/>
                  <a:pt x="109264" y="205062"/>
                  <a:pt x="102532" y="205062"/>
                </a:cubicBezTo>
                <a:cubicBezTo>
                  <a:pt x="95798" y="205062"/>
                  <a:pt x="89131" y="204405"/>
                  <a:pt x="82528" y="203092"/>
                </a:cubicBezTo>
                <a:cubicBezTo>
                  <a:pt x="75925" y="201778"/>
                  <a:pt x="69513" y="199833"/>
                  <a:pt x="63294" y="197257"/>
                </a:cubicBezTo>
                <a:cubicBezTo>
                  <a:pt x="57074" y="194680"/>
                  <a:pt x="51166" y="191522"/>
                  <a:pt x="45568" y="187782"/>
                </a:cubicBezTo>
                <a:cubicBezTo>
                  <a:pt x="39970" y="184041"/>
                  <a:pt x="34791" y="179791"/>
                  <a:pt x="30031" y="175031"/>
                </a:cubicBezTo>
                <a:cubicBezTo>
                  <a:pt x="25270" y="170270"/>
                  <a:pt x="21019" y="165091"/>
                  <a:pt x="17279" y="159493"/>
                </a:cubicBezTo>
                <a:cubicBezTo>
                  <a:pt x="13539" y="153896"/>
                  <a:pt x="10381" y="147987"/>
                  <a:pt x="7804" y="141767"/>
                </a:cubicBezTo>
                <a:cubicBezTo>
                  <a:pt x="5227" y="135547"/>
                  <a:pt x="3283" y="129137"/>
                  <a:pt x="1970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8"/>
                  <a:pt x="657" y="89130"/>
                  <a:pt x="1970" y="82527"/>
                </a:cubicBezTo>
                <a:cubicBezTo>
                  <a:pt x="3283" y="75924"/>
                  <a:pt x="5227" y="69513"/>
                  <a:pt x="7804" y="63292"/>
                </a:cubicBezTo>
                <a:cubicBezTo>
                  <a:pt x="10381" y="57073"/>
                  <a:pt x="13539" y="51165"/>
                  <a:pt x="17280" y="45567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70"/>
                  <a:pt x="39970" y="21020"/>
                  <a:pt x="45567" y="17279"/>
                </a:cubicBezTo>
                <a:cubicBezTo>
                  <a:pt x="51166" y="13538"/>
                  <a:pt x="57074" y="10380"/>
                  <a:pt x="63294" y="7804"/>
                </a:cubicBezTo>
                <a:cubicBezTo>
                  <a:pt x="69513" y="5228"/>
                  <a:pt x="75925" y="3284"/>
                  <a:pt x="82528" y="1970"/>
                </a:cubicBezTo>
                <a:cubicBezTo>
                  <a:pt x="89131" y="656"/>
                  <a:pt x="95798" y="0"/>
                  <a:pt x="102532" y="0"/>
                </a:cubicBezTo>
                <a:cubicBezTo>
                  <a:pt x="109264" y="0"/>
                  <a:pt x="115930" y="656"/>
                  <a:pt x="122533" y="1970"/>
                </a:cubicBezTo>
                <a:cubicBezTo>
                  <a:pt x="129136" y="3284"/>
                  <a:pt x="135548" y="5228"/>
                  <a:pt x="141767" y="7805"/>
                </a:cubicBezTo>
                <a:cubicBezTo>
                  <a:pt x="147988" y="10381"/>
                  <a:pt x="153896" y="13539"/>
                  <a:pt x="159494" y="17279"/>
                </a:cubicBezTo>
                <a:cubicBezTo>
                  <a:pt x="165092" y="21020"/>
                  <a:pt x="170271" y="25270"/>
                  <a:pt x="175031" y="30030"/>
                </a:cubicBezTo>
                <a:cubicBezTo>
                  <a:pt x="179792" y="34791"/>
                  <a:pt x="184042" y="39970"/>
                  <a:pt x="187781" y="45568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3"/>
                  <a:pt x="201779" y="75924"/>
                  <a:pt x="203092" y="82527"/>
                </a:cubicBezTo>
                <a:cubicBezTo>
                  <a:pt x="204404" y="89130"/>
                  <a:pt x="205062" y="95798"/>
                  <a:pt x="205063" y="1025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3DC96-4CA8-46CF-B8BC-6C1BC524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773" y="3299058"/>
            <a:ext cx="205063" cy="205062"/>
          </a:xfrm>
          <a:custGeom xmlns:a="http://schemas.openxmlformats.org/drawingml/2006/main">
            <a:pathLst>
              <a:path w="205063" h="205062" fill="none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7"/>
                  <a:pt x="197257" y="141767"/>
                </a:cubicBezTo>
                <a:cubicBezTo>
                  <a:pt x="194680" y="147987"/>
                  <a:pt x="191521" y="153895"/>
                  <a:pt x="187782" y="159493"/>
                </a:cubicBezTo>
                <a:cubicBezTo>
                  <a:pt x="184042" y="165091"/>
                  <a:pt x="179792" y="170270"/>
                  <a:pt x="175031" y="175031"/>
                </a:cubicBezTo>
                <a:cubicBezTo>
                  <a:pt x="170271" y="179791"/>
                  <a:pt x="165091" y="184041"/>
                  <a:pt x="159493" y="187782"/>
                </a:cubicBezTo>
                <a:cubicBezTo>
                  <a:pt x="153896" y="191521"/>
                  <a:pt x="147988" y="194680"/>
                  <a:pt x="141767" y="197256"/>
                </a:cubicBezTo>
                <a:cubicBezTo>
                  <a:pt x="135548" y="199832"/>
                  <a:pt x="129136" y="201778"/>
                  <a:pt x="122533" y="203092"/>
                </a:cubicBezTo>
                <a:cubicBezTo>
                  <a:pt x="115930" y="204405"/>
                  <a:pt x="109264" y="205062"/>
                  <a:pt x="102532" y="205062"/>
                </a:cubicBezTo>
                <a:cubicBezTo>
                  <a:pt x="95798" y="205062"/>
                  <a:pt x="89131" y="204405"/>
                  <a:pt x="82528" y="203092"/>
                </a:cubicBezTo>
                <a:cubicBezTo>
                  <a:pt x="75925" y="201778"/>
                  <a:pt x="69513" y="199833"/>
                  <a:pt x="63294" y="197257"/>
                </a:cubicBezTo>
                <a:cubicBezTo>
                  <a:pt x="57074" y="194680"/>
                  <a:pt x="51166" y="191522"/>
                  <a:pt x="45568" y="187782"/>
                </a:cubicBezTo>
                <a:cubicBezTo>
                  <a:pt x="39970" y="184041"/>
                  <a:pt x="34791" y="179791"/>
                  <a:pt x="30031" y="175031"/>
                </a:cubicBezTo>
                <a:cubicBezTo>
                  <a:pt x="25270" y="170270"/>
                  <a:pt x="21019" y="165091"/>
                  <a:pt x="17279" y="159493"/>
                </a:cubicBezTo>
                <a:cubicBezTo>
                  <a:pt x="13539" y="153896"/>
                  <a:pt x="10381" y="147987"/>
                  <a:pt x="7804" y="141767"/>
                </a:cubicBezTo>
                <a:cubicBezTo>
                  <a:pt x="5227" y="135547"/>
                  <a:pt x="3283" y="129137"/>
                  <a:pt x="1970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8"/>
                  <a:pt x="657" y="89130"/>
                  <a:pt x="1970" y="82527"/>
                </a:cubicBezTo>
                <a:cubicBezTo>
                  <a:pt x="3283" y="75924"/>
                  <a:pt x="5227" y="69513"/>
                  <a:pt x="7804" y="63292"/>
                </a:cubicBezTo>
                <a:cubicBezTo>
                  <a:pt x="10381" y="57073"/>
                  <a:pt x="13539" y="51165"/>
                  <a:pt x="17280" y="45567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70"/>
                  <a:pt x="39970" y="21020"/>
                  <a:pt x="45567" y="17279"/>
                </a:cubicBezTo>
                <a:cubicBezTo>
                  <a:pt x="51166" y="13538"/>
                  <a:pt x="57074" y="10380"/>
                  <a:pt x="63294" y="7804"/>
                </a:cubicBezTo>
                <a:cubicBezTo>
                  <a:pt x="69513" y="5228"/>
                  <a:pt x="75925" y="3284"/>
                  <a:pt x="82528" y="1970"/>
                </a:cubicBezTo>
                <a:cubicBezTo>
                  <a:pt x="89131" y="656"/>
                  <a:pt x="95798" y="0"/>
                  <a:pt x="102532" y="0"/>
                </a:cubicBezTo>
                <a:cubicBezTo>
                  <a:pt x="109264" y="0"/>
                  <a:pt x="115930" y="656"/>
                  <a:pt x="122533" y="1970"/>
                </a:cubicBezTo>
                <a:cubicBezTo>
                  <a:pt x="129136" y="3284"/>
                  <a:pt x="135548" y="5228"/>
                  <a:pt x="141767" y="7805"/>
                </a:cubicBezTo>
                <a:cubicBezTo>
                  <a:pt x="147988" y="10381"/>
                  <a:pt x="153896" y="13539"/>
                  <a:pt x="159494" y="17279"/>
                </a:cubicBezTo>
                <a:cubicBezTo>
                  <a:pt x="165092" y="21020"/>
                  <a:pt x="170271" y="25270"/>
                  <a:pt x="175031" y="30030"/>
                </a:cubicBezTo>
                <a:cubicBezTo>
                  <a:pt x="179792" y="34791"/>
                  <a:pt x="184042" y="39970"/>
                  <a:pt x="187781" y="45568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3"/>
                  <a:pt x="201779" y="75924"/>
                  <a:pt x="203092" y="82527"/>
                </a:cubicBezTo>
                <a:cubicBezTo>
                  <a:pt x="204404" y="89130"/>
                  <a:pt x="205062" y="95798"/>
                  <a:pt x="205063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30" name="Text 6">
            <a:extLst xmlns:a="http://schemas.openxmlformats.org/drawingml/2006/main">
              <a:ext uri="{FF2B5EF4-FFF2-40B4-BE49-F238E27FC236}">
                <a16:creationId xmlns:a16="http://schemas.microsoft.com/office/drawing/2014/main" id="{DA06EBA4-CC00-4D4C-88D9-4CC3832E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943" y="3353579"/>
            <a:ext cx="70971" cy="113105"/>
          </a:xfrm>
          <a:custGeom xmlns:a="http://schemas.openxmlformats.org/drawingml/2006/main">
            <a:pathLst>
              <a:path w="70971" h="113105">
                <a:moveTo>
                  <a:pt x="70971" y="0"/>
                </a:moveTo>
                <a:lnTo>
                  <a:pt x="70971" y="2243"/>
                </a:lnTo>
                <a:cubicBezTo>
                  <a:pt x="61305" y="4693"/>
                  <a:pt x="53548" y="7848"/>
                  <a:pt x="47701" y="11710"/>
                </a:cubicBezTo>
                <a:cubicBezTo>
                  <a:pt x="41854" y="15572"/>
                  <a:pt x="37234" y="20259"/>
                  <a:pt x="33843" y="25773"/>
                </a:cubicBezTo>
                <a:cubicBezTo>
                  <a:pt x="30452" y="31285"/>
                  <a:pt x="27822" y="38115"/>
                  <a:pt x="25953" y="46264"/>
                </a:cubicBezTo>
                <a:cubicBezTo>
                  <a:pt x="28303" y="44647"/>
                  <a:pt x="30252" y="43596"/>
                  <a:pt x="31801" y="43110"/>
                </a:cubicBezTo>
                <a:cubicBezTo>
                  <a:pt x="35272" y="42032"/>
                  <a:pt x="38770" y="41493"/>
                  <a:pt x="42294" y="41493"/>
                </a:cubicBezTo>
                <a:cubicBezTo>
                  <a:pt x="50411" y="41493"/>
                  <a:pt x="57180" y="44450"/>
                  <a:pt x="62600" y="50364"/>
                </a:cubicBezTo>
                <a:cubicBezTo>
                  <a:pt x="68020" y="56279"/>
                  <a:pt x="70730" y="64347"/>
                  <a:pt x="70730" y="74570"/>
                </a:cubicBezTo>
                <a:cubicBezTo>
                  <a:pt x="70730" y="81741"/>
                  <a:pt x="69262" y="88324"/>
                  <a:pt x="66325" y="94318"/>
                </a:cubicBezTo>
                <a:cubicBezTo>
                  <a:pt x="63388" y="100312"/>
                  <a:pt x="59222" y="104943"/>
                  <a:pt x="53829" y="108208"/>
                </a:cubicBezTo>
                <a:cubicBezTo>
                  <a:pt x="48435" y="111473"/>
                  <a:pt x="42668" y="113105"/>
                  <a:pt x="36527" y="113105"/>
                </a:cubicBezTo>
                <a:cubicBezTo>
                  <a:pt x="29852" y="113105"/>
                  <a:pt x="23684" y="111276"/>
                  <a:pt x="18023" y="107618"/>
                </a:cubicBezTo>
                <a:cubicBezTo>
                  <a:pt x="12362" y="103960"/>
                  <a:pt x="7943" y="98606"/>
                  <a:pt x="4766" y="91557"/>
                </a:cubicBezTo>
                <a:cubicBezTo>
                  <a:pt x="1589" y="84508"/>
                  <a:pt x="0" y="76845"/>
                  <a:pt x="0" y="68568"/>
                </a:cubicBezTo>
                <a:cubicBezTo>
                  <a:pt x="0" y="56392"/>
                  <a:pt x="2924" y="45058"/>
                  <a:pt x="8771" y="34564"/>
                </a:cubicBezTo>
                <a:cubicBezTo>
                  <a:pt x="14619" y="24071"/>
                  <a:pt x="22923" y="15713"/>
                  <a:pt x="33683" y="9492"/>
                </a:cubicBezTo>
                <a:cubicBezTo>
                  <a:pt x="44444" y="3271"/>
                  <a:pt x="56873" y="107"/>
                  <a:pt x="70971" y="0"/>
                </a:cubicBezTo>
                <a:moveTo>
                  <a:pt x="24912" y="52795"/>
                </a:moveTo>
                <a:cubicBezTo>
                  <a:pt x="24485" y="60184"/>
                  <a:pt x="24271" y="65593"/>
                  <a:pt x="24271" y="69021"/>
                </a:cubicBezTo>
                <a:cubicBezTo>
                  <a:pt x="24271" y="76410"/>
                  <a:pt x="24979" y="83559"/>
                  <a:pt x="26394" y="90468"/>
                </a:cubicBezTo>
                <a:cubicBezTo>
                  <a:pt x="27809" y="97375"/>
                  <a:pt x="29745" y="102222"/>
                  <a:pt x="32201" y="105007"/>
                </a:cubicBezTo>
                <a:cubicBezTo>
                  <a:pt x="33963" y="106988"/>
                  <a:pt x="36046" y="107978"/>
                  <a:pt x="38449" y="107978"/>
                </a:cubicBezTo>
                <a:cubicBezTo>
                  <a:pt x="40906" y="107978"/>
                  <a:pt x="43095" y="106545"/>
                  <a:pt x="45018" y="103680"/>
                </a:cubicBezTo>
                <a:cubicBezTo>
                  <a:pt x="46940" y="100815"/>
                  <a:pt x="47901" y="94992"/>
                  <a:pt x="47901" y="86210"/>
                </a:cubicBezTo>
                <a:cubicBezTo>
                  <a:pt x="47901" y="71430"/>
                  <a:pt x="46112" y="61228"/>
                  <a:pt x="42534" y="55606"/>
                </a:cubicBezTo>
                <a:cubicBezTo>
                  <a:pt x="40238" y="51965"/>
                  <a:pt x="37141" y="50144"/>
                  <a:pt x="33243" y="50144"/>
                </a:cubicBezTo>
                <a:cubicBezTo>
                  <a:pt x="31106" y="50144"/>
                  <a:pt x="28330" y="51028"/>
                  <a:pt x="24912" y="527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Storecorrectanswerstof">
            <a:extLst xmlns:a="http://schemas.openxmlformats.org/drawingml/2006/main">
              <a:ext uri="{FF2B5EF4-FFF2-40B4-BE49-F238E27FC236}">
                <a16:creationId xmlns:a16="http://schemas.microsoft.com/office/drawing/2014/main" id="{F3982B04-C6B1-43AE-9F9D-A16E2A28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408" y="3804555"/>
            <a:ext cx="1792366" cy="113425"/>
          </a:xfrm>
          <a:custGeom xmlns:a="http://schemas.openxmlformats.org/drawingml/2006/main">
            <a:pathLst>
              <a:path w="1792366" h="113425">
                <a:moveTo>
                  <a:pt x="68568" y="0"/>
                </a:moveTo>
                <a:lnTo>
                  <a:pt x="69449" y="36206"/>
                </a:lnTo>
                <a:lnTo>
                  <a:pt x="66165" y="36206"/>
                </a:lnTo>
                <a:cubicBezTo>
                  <a:pt x="64616" y="27151"/>
                  <a:pt x="60811" y="19868"/>
                  <a:pt x="54750" y="14356"/>
                </a:cubicBezTo>
                <a:cubicBezTo>
                  <a:pt x="48689" y="8844"/>
                  <a:pt x="42134" y="6088"/>
                  <a:pt x="35085" y="6088"/>
                </a:cubicBezTo>
                <a:cubicBezTo>
                  <a:pt x="29638" y="6088"/>
                  <a:pt x="25326" y="7539"/>
                  <a:pt x="22148" y="10441"/>
                </a:cubicBezTo>
                <a:cubicBezTo>
                  <a:pt x="18971" y="13341"/>
                  <a:pt x="17382" y="16681"/>
                  <a:pt x="17382" y="20461"/>
                </a:cubicBezTo>
                <a:cubicBezTo>
                  <a:pt x="17382" y="22856"/>
                  <a:pt x="17943" y="24985"/>
                  <a:pt x="19064" y="26849"/>
                </a:cubicBezTo>
                <a:cubicBezTo>
                  <a:pt x="20613" y="29351"/>
                  <a:pt x="23096" y="31826"/>
                  <a:pt x="26514" y="34274"/>
                </a:cubicBezTo>
                <a:cubicBezTo>
                  <a:pt x="29024" y="36031"/>
                  <a:pt x="34818" y="39146"/>
                  <a:pt x="43896" y="43618"/>
                </a:cubicBezTo>
                <a:cubicBezTo>
                  <a:pt x="56606" y="49846"/>
                  <a:pt x="65177" y="55730"/>
                  <a:pt x="69609" y="61268"/>
                </a:cubicBezTo>
                <a:cubicBezTo>
                  <a:pt x="73988" y="66805"/>
                  <a:pt x="76177" y="73142"/>
                  <a:pt x="76177" y="80278"/>
                </a:cubicBezTo>
                <a:cubicBezTo>
                  <a:pt x="76177" y="89329"/>
                  <a:pt x="72640" y="97117"/>
                  <a:pt x="65564" y="103640"/>
                </a:cubicBezTo>
                <a:cubicBezTo>
                  <a:pt x="58488" y="110163"/>
                  <a:pt x="49503" y="113425"/>
                  <a:pt x="38609" y="113425"/>
                </a:cubicBezTo>
                <a:cubicBezTo>
                  <a:pt x="35192" y="113425"/>
                  <a:pt x="31961" y="113078"/>
                  <a:pt x="28917" y="112384"/>
                </a:cubicBezTo>
                <a:cubicBezTo>
                  <a:pt x="25873" y="111690"/>
                  <a:pt x="22055" y="110381"/>
                  <a:pt x="17462" y="108459"/>
                </a:cubicBezTo>
                <a:cubicBezTo>
                  <a:pt x="14899" y="107391"/>
                  <a:pt x="12790" y="106857"/>
                  <a:pt x="11134" y="106857"/>
                </a:cubicBezTo>
                <a:cubicBezTo>
                  <a:pt x="9746" y="106857"/>
                  <a:pt x="8277" y="107397"/>
                  <a:pt x="6729" y="108479"/>
                </a:cubicBezTo>
                <a:cubicBezTo>
                  <a:pt x="5180" y="109560"/>
                  <a:pt x="3925" y="111209"/>
                  <a:pt x="2964" y="113425"/>
                </a:cubicBezTo>
                <a:lnTo>
                  <a:pt x="0" y="113425"/>
                </a:lnTo>
                <a:lnTo>
                  <a:pt x="0" y="72413"/>
                </a:lnTo>
                <a:lnTo>
                  <a:pt x="2964" y="72413"/>
                </a:lnTo>
                <a:cubicBezTo>
                  <a:pt x="5313" y="83921"/>
                  <a:pt x="9839" y="92699"/>
                  <a:pt x="16541" y="98746"/>
                </a:cubicBezTo>
                <a:cubicBezTo>
                  <a:pt x="23243" y="104794"/>
                  <a:pt x="30466" y="107818"/>
                  <a:pt x="38209" y="107818"/>
                </a:cubicBezTo>
                <a:cubicBezTo>
                  <a:pt x="44190" y="107818"/>
                  <a:pt x="48956" y="106194"/>
                  <a:pt x="52507" y="102947"/>
                </a:cubicBezTo>
                <a:cubicBezTo>
                  <a:pt x="56058" y="99699"/>
                  <a:pt x="57834" y="95919"/>
                  <a:pt x="57834" y="91607"/>
                </a:cubicBezTo>
                <a:cubicBezTo>
                  <a:pt x="57834" y="89052"/>
                  <a:pt x="57153" y="86577"/>
                  <a:pt x="55791" y="84183"/>
                </a:cubicBezTo>
                <a:cubicBezTo>
                  <a:pt x="54430" y="81786"/>
                  <a:pt x="52360" y="79510"/>
                  <a:pt x="49583" y="77354"/>
                </a:cubicBezTo>
                <a:cubicBezTo>
                  <a:pt x="46807" y="75198"/>
                  <a:pt x="41894" y="72390"/>
                  <a:pt x="34845" y="68931"/>
                </a:cubicBezTo>
                <a:cubicBezTo>
                  <a:pt x="24965" y="64086"/>
                  <a:pt x="17863" y="59958"/>
                  <a:pt x="13537" y="56545"/>
                </a:cubicBezTo>
                <a:cubicBezTo>
                  <a:pt x="9212" y="53132"/>
                  <a:pt x="5888" y="49320"/>
                  <a:pt x="3565" y="45108"/>
                </a:cubicBezTo>
                <a:cubicBezTo>
                  <a:pt x="1242" y="40896"/>
                  <a:pt x="80" y="36257"/>
                  <a:pt x="80" y="31192"/>
                </a:cubicBezTo>
                <a:cubicBezTo>
                  <a:pt x="80" y="22555"/>
                  <a:pt x="3258" y="15197"/>
                  <a:pt x="9612" y="9119"/>
                </a:cubicBezTo>
                <a:cubicBezTo>
                  <a:pt x="15967" y="3040"/>
                  <a:pt x="23977" y="0"/>
                  <a:pt x="33643" y="0"/>
                </a:cubicBezTo>
                <a:cubicBezTo>
                  <a:pt x="37168" y="0"/>
                  <a:pt x="40585" y="432"/>
                  <a:pt x="43896" y="1297"/>
                </a:cubicBezTo>
                <a:cubicBezTo>
                  <a:pt x="46406" y="1944"/>
                  <a:pt x="49463" y="3145"/>
                  <a:pt x="53068" y="4899"/>
                </a:cubicBezTo>
                <a:cubicBezTo>
                  <a:pt x="56672" y="6653"/>
                  <a:pt x="59196" y="7530"/>
                  <a:pt x="60638" y="7530"/>
                </a:cubicBezTo>
                <a:cubicBezTo>
                  <a:pt x="62026" y="7530"/>
                  <a:pt x="63121" y="7098"/>
                  <a:pt x="63922" y="6235"/>
                </a:cubicBezTo>
                <a:cubicBezTo>
                  <a:pt x="64723" y="5371"/>
                  <a:pt x="65470" y="3293"/>
                  <a:pt x="66165" y="0"/>
                </a:cubicBezTo>
                <a:lnTo>
                  <a:pt x="68568" y="0"/>
                </a:lnTo>
                <a:close/>
                <a:moveTo>
                  <a:pt x="117966" y="8491"/>
                </a:moveTo>
                <a:lnTo>
                  <a:pt x="117966" y="36046"/>
                </a:lnTo>
                <a:lnTo>
                  <a:pt x="135749" y="36046"/>
                </a:lnTo>
                <a:lnTo>
                  <a:pt x="135749" y="43896"/>
                </a:lnTo>
                <a:lnTo>
                  <a:pt x="117966" y="43896"/>
                </a:lnTo>
                <a:lnTo>
                  <a:pt x="117966" y="90240"/>
                </a:lnTo>
                <a:cubicBezTo>
                  <a:pt x="117966" y="94578"/>
                  <a:pt x="118166" y="97375"/>
                  <a:pt x="118567" y="98634"/>
                </a:cubicBezTo>
                <a:cubicBezTo>
                  <a:pt x="118967" y="99892"/>
                  <a:pt x="119675" y="100910"/>
                  <a:pt x="120690" y="101688"/>
                </a:cubicBezTo>
                <a:cubicBezTo>
                  <a:pt x="121704" y="102464"/>
                  <a:pt x="122639" y="102852"/>
                  <a:pt x="123493" y="102852"/>
                </a:cubicBezTo>
                <a:cubicBezTo>
                  <a:pt x="126964" y="102852"/>
                  <a:pt x="130249" y="100181"/>
                  <a:pt x="133346" y="94841"/>
                </a:cubicBezTo>
                <a:lnTo>
                  <a:pt x="135749" y="96621"/>
                </a:lnTo>
                <a:cubicBezTo>
                  <a:pt x="131423" y="106969"/>
                  <a:pt x="124401" y="112143"/>
                  <a:pt x="114682" y="112143"/>
                </a:cubicBezTo>
                <a:cubicBezTo>
                  <a:pt x="109929" y="112143"/>
                  <a:pt x="105911" y="110818"/>
                  <a:pt x="102627" y="108166"/>
                </a:cubicBezTo>
                <a:cubicBezTo>
                  <a:pt x="99342" y="105512"/>
                  <a:pt x="97246" y="102551"/>
                  <a:pt x="96339" y="99282"/>
                </a:cubicBezTo>
                <a:cubicBezTo>
                  <a:pt x="95805" y="97460"/>
                  <a:pt x="95538" y="92529"/>
                  <a:pt x="95538" y="84491"/>
                </a:cubicBezTo>
                <a:lnTo>
                  <a:pt x="95538" y="43896"/>
                </a:lnTo>
                <a:lnTo>
                  <a:pt x="85765" y="43896"/>
                </a:lnTo>
                <a:lnTo>
                  <a:pt x="85765" y="41085"/>
                </a:lnTo>
                <a:cubicBezTo>
                  <a:pt x="92494" y="36322"/>
                  <a:pt x="98221" y="31318"/>
                  <a:pt x="102947" y="26073"/>
                </a:cubicBezTo>
                <a:cubicBezTo>
                  <a:pt x="107673" y="20828"/>
                  <a:pt x="111798" y="14967"/>
                  <a:pt x="115323" y="8491"/>
                </a:cubicBezTo>
                <a:lnTo>
                  <a:pt x="117966" y="8491"/>
                </a:lnTo>
                <a:close/>
                <a:moveTo>
                  <a:pt x="178202" y="33803"/>
                </a:moveTo>
                <a:cubicBezTo>
                  <a:pt x="184717" y="33803"/>
                  <a:pt x="190778" y="35487"/>
                  <a:pt x="196385" y="38855"/>
                </a:cubicBezTo>
                <a:cubicBezTo>
                  <a:pt x="201993" y="42222"/>
                  <a:pt x="206251" y="47007"/>
                  <a:pt x="209162" y="53208"/>
                </a:cubicBezTo>
                <a:cubicBezTo>
                  <a:pt x="212072" y="59409"/>
                  <a:pt x="213527" y="66198"/>
                  <a:pt x="213527" y="73574"/>
                </a:cubicBezTo>
                <a:cubicBezTo>
                  <a:pt x="213527" y="84211"/>
                  <a:pt x="210831" y="93112"/>
                  <a:pt x="205437" y="100276"/>
                </a:cubicBezTo>
                <a:cubicBezTo>
                  <a:pt x="198922" y="108935"/>
                  <a:pt x="189924" y="113265"/>
                  <a:pt x="178443" y="113265"/>
                </a:cubicBezTo>
                <a:cubicBezTo>
                  <a:pt x="167175" y="113265"/>
                  <a:pt x="158497" y="109309"/>
                  <a:pt x="152409" y="101397"/>
                </a:cubicBezTo>
                <a:cubicBezTo>
                  <a:pt x="146321" y="93485"/>
                  <a:pt x="143278" y="84318"/>
                  <a:pt x="143278" y="73895"/>
                </a:cubicBezTo>
                <a:cubicBezTo>
                  <a:pt x="143278" y="63151"/>
                  <a:pt x="146388" y="53783"/>
                  <a:pt x="152609" y="45791"/>
                </a:cubicBezTo>
                <a:cubicBezTo>
                  <a:pt x="158831" y="37799"/>
                  <a:pt x="167362" y="33803"/>
                  <a:pt x="178202" y="33803"/>
                </a:cubicBezTo>
                <a:moveTo>
                  <a:pt x="178523" y="39410"/>
                </a:moveTo>
                <a:cubicBezTo>
                  <a:pt x="175799" y="39410"/>
                  <a:pt x="173463" y="40440"/>
                  <a:pt x="171514" y="42499"/>
                </a:cubicBezTo>
                <a:cubicBezTo>
                  <a:pt x="169564" y="44557"/>
                  <a:pt x="168283" y="48620"/>
                  <a:pt x="167669" y="54687"/>
                </a:cubicBezTo>
                <a:cubicBezTo>
                  <a:pt x="167055" y="60755"/>
                  <a:pt x="166748" y="69189"/>
                  <a:pt x="166748" y="79990"/>
                </a:cubicBezTo>
                <a:cubicBezTo>
                  <a:pt x="166748" y="85710"/>
                  <a:pt x="167121" y="91057"/>
                  <a:pt x="167869" y="96030"/>
                </a:cubicBezTo>
                <a:cubicBezTo>
                  <a:pt x="168456" y="99825"/>
                  <a:pt x="169711" y="102712"/>
                  <a:pt x="171634" y="104691"/>
                </a:cubicBezTo>
                <a:cubicBezTo>
                  <a:pt x="173556" y="106669"/>
                  <a:pt x="175746" y="107658"/>
                  <a:pt x="178202" y="107658"/>
                </a:cubicBezTo>
                <a:cubicBezTo>
                  <a:pt x="180605" y="107658"/>
                  <a:pt x="182608" y="106989"/>
                  <a:pt x="184210" y="105653"/>
                </a:cubicBezTo>
                <a:cubicBezTo>
                  <a:pt x="186293" y="103835"/>
                  <a:pt x="187681" y="101295"/>
                  <a:pt x="188375" y="98033"/>
                </a:cubicBezTo>
                <a:cubicBezTo>
                  <a:pt x="189443" y="92955"/>
                  <a:pt x="189977" y="82690"/>
                  <a:pt x="189977" y="67239"/>
                </a:cubicBezTo>
                <a:cubicBezTo>
                  <a:pt x="189977" y="58150"/>
                  <a:pt x="189470" y="51909"/>
                  <a:pt x="188455" y="48515"/>
                </a:cubicBezTo>
                <a:cubicBezTo>
                  <a:pt x="187441" y="45119"/>
                  <a:pt x="185945" y="42645"/>
                  <a:pt x="183970" y="41095"/>
                </a:cubicBezTo>
                <a:cubicBezTo>
                  <a:pt x="182581" y="39972"/>
                  <a:pt x="180765" y="39410"/>
                  <a:pt x="178523" y="39410"/>
                </a:cubicBezTo>
                <a:close/>
                <a:moveTo>
                  <a:pt x="255982" y="36046"/>
                </a:moveTo>
                <a:lnTo>
                  <a:pt x="255982" y="53028"/>
                </a:lnTo>
                <a:cubicBezTo>
                  <a:pt x="260948" y="45285"/>
                  <a:pt x="265300" y="40145"/>
                  <a:pt x="269039" y="37608"/>
                </a:cubicBezTo>
                <a:cubicBezTo>
                  <a:pt x="272777" y="35072"/>
                  <a:pt x="276381" y="33803"/>
                  <a:pt x="279852" y="33803"/>
                </a:cubicBezTo>
                <a:cubicBezTo>
                  <a:pt x="282843" y="33803"/>
                  <a:pt x="285233" y="34728"/>
                  <a:pt x="287022" y="36577"/>
                </a:cubicBezTo>
                <a:cubicBezTo>
                  <a:pt x="288811" y="38426"/>
                  <a:pt x="289705" y="41038"/>
                  <a:pt x="289705" y="44414"/>
                </a:cubicBezTo>
                <a:cubicBezTo>
                  <a:pt x="289705" y="48006"/>
                  <a:pt x="288837" y="50793"/>
                  <a:pt x="287102" y="52778"/>
                </a:cubicBezTo>
                <a:cubicBezTo>
                  <a:pt x="285366" y="54760"/>
                  <a:pt x="283270" y="55751"/>
                  <a:pt x="280814" y="55751"/>
                </a:cubicBezTo>
                <a:cubicBezTo>
                  <a:pt x="277983" y="55751"/>
                  <a:pt x="275527" y="54843"/>
                  <a:pt x="273444" y="53028"/>
                </a:cubicBezTo>
                <a:cubicBezTo>
                  <a:pt x="271362" y="51212"/>
                  <a:pt x="270133" y="50198"/>
                  <a:pt x="269759" y="49984"/>
                </a:cubicBezTo>
                <a:cubicBezTo>
                  <a:pt x="269225" y="49664"/>
                  <a:pt x="268611" y="49503"/>
                  <a:pt x="267917" y="49503"/>
                </a:cubicBezTo>
                <a:cubicBezTo>
                  <a:pt x="266368" y="49503"/>
                  <a:pt x="264900" y="50091"/>
                  <a:pt x="263512" y="51266"/>
                </a:cubicBezTo>
                <a:cubicBezTo>
                  <a:pt x="261322" y="53081"/>
                  <a:pt x="259667" y="55671"/>
                  <a:pt x="258545" y="59036"/>
                </a:cubicBezTo>
                <a:cubicBezTo>
                  <a:pt x="256836" y="64215"/>
                  <a:pt x="255982" y="69929"/>
                  <a:pt x="255982" y="76177"/>
                </a:cubicBezTo>
                <a:lnTo>
                  <a:pt x="255982" y="93399"/>
                </a:lnTo>
                <a:lnTo>
                  <a:pt x="256062" y="97885"/>
                </a:lnTo>
                <a:cubicBezTo>
                  <a:pt x="256062" y="100929"/>
                  <a:pt x="256249" y="102878"/>
                  <a:pt x="256623" y="103733"/>
                </a:cubicBezTo>
                <a:cubicBezTo>
                  <a:pt x="257264" y="105175"/>
                  <a:pt x="258211" y="106229"/>
                  <a:pt x="259466" y="106897"/>
                </a:cubicBezTo>
                <a:cubicBezTo>
                  <a:pt x="260721" y="107564"/>
                  <a:pt x="262844" y="107978"/>
                  <a:pt x="265834" y="108138"/>
                </a:cubicBezTo>
                <a:lnTo>
                  <a:pt x="265834" y="111022"/>
                </a:lnTo>
                <a:lnTo>
                  <a:pt x="225383" y="111022"/>
                </a:lnTo>
                <a:lnTo>
                  <a:pt x="225383" y="108138"/>
                </a:lnTo>
                <a:cubicBezTo>
                  <a:pt x="228640" y="107871"/>
                  <a:pt x="230843" y="106977"/>
                  <a:pt x="231991" y="105455"/>
                </a:cubicBezTo>
                <a:cubicBezTo>
                  <a:pt x="233139" y="103933"/>
                  <a:pt x="233713" y="99914"/>
                  <a:pt x="233713" y="93399"/>
                </a:cubicBezTo>
                <a:lnTo>
                  <a:pt x="233713" y="51906"/>
                </a:lnTo>
                <a:cubicBezTo>
                  <a:pt x="233713" y="47608"/>
                  <a:pt x="233500" y="44867"/>
                  <a:pt x="233073" y="43686"/>
                </a:cubicBezTo>
                <a:cubicBezTo>
                  <a:pt x="232539" y="42181"/>
                  <a:pt x="231764" y="41079"/>
                  <a:pt x="230750" y="40382"/>
                </a:cubicBezTo>
                <a:cubicBezTo>
                  <a:pt x="229735" y="39682"/>
                  <a:pt x="227946" y="39198"/>
                  <a:pt x="225383" y="38930"/>
                </a:cubicBezTo>
                <a:lnTo>
                  <a:pt x="225383" y="36046"/>
                </a:lnTo>
                <a:lnTo>
                  <a:pt x="255982" y="36046"/>
                </a:lnTo>
                <a:close/>
                <a:moveTo>
                  <a:pt x="358219" y="70811"/>
                </a:moveTo>
                <a:lnTo>
                  <a:pt x="317126" y="70811"/>
                </a:lnTo>
                <a:cubicBezTo>
                  <a:pt x="317607" y="80770"/>
                  <a:pt x="320250" y="88641"/>
                  <a:pt x="325056" y="94423"/>
                </a:cubicBezTo>
                <a:cubicBezTo>
                  <a:pt x="328741" y="98867"/>
                  <a:pt x="333173" y="101089"/>
                  <a:pt x="338353" y="101089"/>
                </a:cubicBezTo>
                <a:cubicBezTo>
                  <a:pt x="341558" y="101089"/>
                  <a:pt x="344468" y="100195"/>
                  <a:pt x="347085" y="98406"/>
                </a:cubicBezTo>
                <a:cubicBezTo>
                  <a:pt x="349701" y="96617"/>
                  <a:pt x="352505" y="93399"/>
                  <a:pt x="355495" y="88754"/>
                </a:cubicBezTo>
                <a:lnTo>
                  <a:pt x="358219" y="90516"/>
                </a:lnTo>
                <a:cubicBezTo>
                  <a:pt x="354160" y="98793"/>
                  <a:pt x="349675" y="104654"/>
                  <a:pt x="344762" y="108098"/>
                </a:cubicBezTo>
                <a:cubicBezTo>
                  <a:pt x="339849" y="111543"/>
                  <a:pt x="334161" y="113265"/>
                  <a:pt x="327700" y="113265"/>
                </a:cubicBezTo>
                <a:cubicBezTo>
                  <a:pt x="316592" y="113265"/>
                  <a:pt x="308182" y="108989"/>
                  <a:pt x="302468" y="100436"/>
                </a:cubicBezTo>
                <a:cubicBezTo>
                  <a:pt x="297875" y="93540"/>
                  <a:pt x="295579" y="84988"/>
                  <a:pt x="295579" y="74778"/>
                </a:cubicBezTo>
                <a:cubicBezTo>
                  <a:pt x="295579" y="62269"/>
                  <a:pt x="298956" y="52313"/>
                  <a:pt x="305712" y="44910"/>
                </a:cubicBezTo>
                <a:cubicBezTo>
                  <a:pt x="312467" y="37505"/>
                  <a:pt x="320384" y="33803"/>
                  <a:pt x="329462" y="33803"/>
                </a:cubicBezTo>
                <a:cubicBezTo>
                  <a:pt x="337045" y="33803"/>
                  <a:pt x="343627" y="36914"/>
                  <a:pt x="349207" y="43135"/>
                </a:cubicBezTo>
                <a:cubicBezTo>
                  <a:pt x="354788" y="49356"/>
                  <a:pt x="357792" y="58582"/>
                  <a:pt x="358219" y="70811"/>
                </a:cubicBezTo>
                <a:moveTo>
                  <a:pt x="338514" y="65524"/>
                </a:moveTo>
                <a:cubicBezTo>
                  <a:pt x="338514" y="56926"/>
                  <a:pt x="338046" y="51025"/>
                  <a:pt x="337112" y="47821"/>
                </a:cubicBezTo>
                <a:cubicBezTo>
                  <a:pt x="336177" y="44617"/>
                  <a:pt x="334722" y="42187"/>
                  <a:pt x="332746" y="40532"/>
                </a:cubicBezTo>
                <a:cubicBezTo>
                  <a:pt x="331625" y="39571"/>
                  <a:pt x="330130" y="39090"/>
                  <a:pt x="328261" y="39090"/>
                </a:cubicBezTo>
                <a:cubicBezTo>
                  <a:pt x="325484" y="39090"/>
                  <a:pt x="323214" y="40452"/>
                  <a:pt x="321452" y="43175"/>
                </a:cubicBezTo>
                <a:cubicBezTo>
                  <a:pt x="318301" y="47928"/>
                  <a:pt x="316726" y="54443"/>
                  <a:pt x="316726" y="62720"/>
                </a:cubicBezTo>
                <a:lnTo>
                  <a:pt x="316726" y="65524"/>
                </a:lnTo>
                <a:lnTo>
                  <a:pt x="338514" y="65524"/>
                </a:lnTo>
                <a:close/>
                <a:moveTo>
                  <a:pt x="469746" y="91655"/>
                </a:moveTo>
                <a:lnTo>
                  <a:pt x="472229" y="93575"/>
                </a:lnTo>
                <a:cubicBezTo>
                  <a:pt x="468704" y="100218"/>
                  <a:pt x="464312" y="105161"/>
                  <a:pt x="459052" y="108404"/>
                </a:cubicBezTo>
                <a:cubicBezTo>
                  <a:pt x="453792" y="111644"/>
                  <a:pt x="448198" y="113265"/>
                  <a:pt x="442271" y="113265"/>
                </a:cubicBezTo>
                <a:cubicBezTo>
                  <a:pt x="432285" y="113265"/>
                  <a:pt x="424301" y="109497"/>
                  <a:pt x="418320" y="101960"/>
                </a:cubicBezTo>
                <a:cubicBezTo>
                  <a:pt x="412339" y="94422"/>
                  <a:pt x="409349" y="85362"/>
                  <a:pt x="409349" y="74778"/>
                </a:cubicBezTo>
                <a:cubicBezTo>
                  <a:pt x="409349" y="64567"/>
                  <a:pt x="412072" y="55586"/>
                  <a:pt x="417519" y="47836"/>
                </a:cubicBezTo>
                <a:cubicBezTo>
                  <a:pt x="424087" y="38481"/>
                  <a:pt x="433139" y="33803"/>
                  <a:pt x="444674" y="33803"/>
                </a:cubicBezTo>
                <a:cubicBezTo>
                  <a:pt x="452417" y="33803"/>
                  <a:pt x="458572" y="35758"/>
                  <a:pt x="463137" y="39668"/>
                </a:cubicBezTo>
                <a:cubicBezTo>
                  <a:pt x="467703" y="43577"/>
                  <a:pt x="469986" y="47940"/>
                  <a:pt x="469986" y="52760"/>
                </a:cubicBezTo>
                <a:cubicBezTo>
                  <a:pt x="469986" y="55812"/>
                  <a:pt x="469065" y="58249"/>
                  <a:pt x="467223" y="60069"/>
                </a:cubicBezTo>
                <a:cubicBezTo>
                  <a:pt x="465380" y="61890"/>
                  <a:pt x="462964" y="62800"/>
                  <a:pt x="459973" y="62800"/>
                </a:cubicBezTo>
                <a:cubicBezTo>
                  <a:pt x="456823" y="62800"/>
                  <a:pt x="454219" y="61756"/>
                  <a:pt x="452163" y="59666"/>
                </a:cubicBezTo>
                <a:cubicBezTo>
                  <a:pt x="450107" y="57575"/>
                  <a:pt x="448839" y="53851"/>
                  <a:pt x="448358" y="48492"/>
                </a:cubicBezTo>
                <a:cubicBezTo>
                  <a:pt x="448038" y="45116"/>
                  <a:pt x="447264" y="42758"/>
                  <a:pt x="446036" y="41418"/>
                </a:cubicBezTo>
                <a:cubicBezTo>
                  <a:pt x="444807" y="40080"/>
                  <a:pt x="443365" y="39410"/>
                  <a:pt x="441710" y="39410"/>
                </a:cubicBezTo>
                <a:cubicBezTo>
                  <a:pt x="439147" y="39410"/>
                  <a:pt x="436957" y="40772"/>
                  <a:pt x="435142" y="43496"/>
                </a:cubicBezTo>
                <a:cubicBezTo>
                  <a:pt x="432365" y="47608"/>
                  <a:pt x="430976" y="53909"/>
                  <a:pt x="430976" y="62400"/>
                </a:cubicBezTo>
                <a:cubicBezTo>
                  <a:pt x="430976" y="69449"/>
                  <a:pt x="432098" y="76191"/>
                  <a:pt x="434341" y="82626"/>
                </a:cubicBezTo>
                <a:cubicBezTo>
                  <a:pt x="436583" y="89061"/>
                  <a:pt x="439654" y="93853"/>
                  <a:pt x="443552" y="97004"/>
                </a:cubicBezTo>
                <a:cubicBezTo>
                  <a:pt x="446489" y="99300"/>
                  <a:pt x="449961" y="100448"/>
                  <a:pt x="453966" y="100448"/>
                </a:cubicBezTo>
                <a:cubicBezTo>
                  <a:pt x="456582" y="100448"/>
                  <a:pt x="459066" y="99836"/>
                  <a:pt x="461415" y="98611"/>
                </a:cubicBezTo>
                <a:cubicBezTo>
                  <a:pt x="463765" y="97385"/>
                  <a:pt x="466542" y="95066"/>
                  <a:pt x="469746" y="91655"/>
                </a:cubicBezTo>
                <a:close/>
                <a:moveTo>
                  <a:pt x="516792" y="33803"/>
                </a:moveTo>
                <a:cubicBezTo>
                  <a:pt x="523307" y="33803"/>
                  <a:pt x="529368" y="35487"/>
                  <a:pt x="534975" y="38855"/>
                </a:cubicBezTo>
                <a:cubicBezTo>
                  <a:pt x="540582" y="42222"/>
                  <a:pt x="544841" y="47007"/>
                  <a:pt x="547751" y="53208"/>
                </a:cubicBezTo>
                <a:cubicBezTo>
                  <a:pt x="550662" y="59409"/>
                  <a:pt x="552117" y="66198"/>
                  <a:pt x="552117" y="73574"/>
                </a:cubicBezTo>
                <a:cubicBezTo>
                  <a:pt x="552117" y="84211"/>
                  <a:pt x="549420" y="93112"/>
                  <a:pt x="544026" y="100276"/>
                </a:cubicBezTo>
                <a:cubicBezTo>
                  <a:pt x="537511" y="108935"/>
                  <a:pt x="528513" y="113265"/>
                  <a:pt x="517032" y="113265"/>
                </a:cubicBezTo>
                <a:cubicBezTo>
                  <a:pt x="505764" y="113265"/>
                  <a:pt x="497086" y="109309"/>
                  <a:pt x="490999" y="101397"/>
                </a:cubicBezTo>
                <a:cubicBezTo>
                  <a:pt x="484911" y="93485"/>
                  <a:pt x="481867" y="84318"/>
                  <a:pt x="481867" y="73895"/>
                </a:cubicBezTo>
                <a:cubicBezTo>
                  <a:pt x="481867" y="63151"/>
                  <a:pt x="484978" y="53783"/>
                  <a:pt x="491199" y="45791"/>
                </a:cubicBezTo>
                <a:cubicBezTo>
                  <a:pt x="497420" y="37799"/>
                  <a:pt x="505951" y="33803"/>
                  <a:pt x="516792" y="33803"/>
                </a:cubicBezTo>
                <a:moveTo>
                  <a:pt x="517112" y="39410"/>
                </a:moveTo>
                <a:cubicBezTo>
                  <a:pt x="514389" y="39410"/>
                  <a:pt x="512052" y="40440"/>
                  <a:pt x="510103" y="42499"/>
                </a:cubicBezTo>
                <a:cubicBezTo>
                  <a:pt x="508154" y="44557"/>
                  <a:pt x="506872" y="48620"/>
                  <a:pt x="506258" y="54687"/>
                </a:cubicBezTo>
                <a:cubicBezTo>
                  <a:pt x="505644" y="60755"/>
                  <a:pt x="505337" y="69189"/>
                  <a:pt x="505337" y="79990"/>
                </a:cubicBezTo>
                <a:cubicBezTo>
                  <a:pt x="505337" y="85710"/>
                  <a:pt x="505711" y="91057"/>
                  <a:pt x="506458" y="96030"/>
                </a:cubicBezTo>
                <a:cubicBezTo>
                  <a:pt x="507046" y="99825"/>
                  <a:pt x="508301" y="102712"/>
                  <a:pt x="510223" y="104691"/>
                </a:cubicBezTo>
                <a:cubicBezTo>
                  <a:pt x="512146" y="106669"/>
                  <a:pt x="514335" y="107658"/>
                  <a:pt x="516792" y="107658"/>
                </a:cubicBezTo>
                <a:cubicBezTo>
                  <a:pt x="519195" y="107658"/>
                  <a:pt x="521197" y="106989"/>
                  <a:pt x="522799" y="105653"/>
                </a:cubicBezTo>
                <a:cubicBezTo>
                  <a:pt x="524882" y="103835"/>
                  <a:pt x="526270" y="101295"/>
                  <a:pt x="526965" y="98033"/>
                </a:cubicBezTo>
                <a:cubicBezTo>
                  <a:pt x="528033" y="92955"/>
                  <a:pt x="528567" y="82690"/>
                  <a:pt x="528567" y="67239"/>
                </a:cubicBezTo>
                <a:cubicBezTo>
                  <a:pt x="528567" y="58150"/>
                  <a:pt x="528059" y="51909"/>
                  <a:pt x="527045" y="48515"/>
                </a:cubicBezTo>
                <a:cubicBezTo>
                  <a:pt x="526030" y="45119"/>
                  <a:pt x="524535" y="42645"/>
                  <a:pt x="522559" y="41095"/>
                </a:cubicBezTo>
                <a:cubicBezTo>
                  <a:pt x="521171" y="39972"/>
                  <a:pt x="519355" y="39410"/>
                  <a:pt x="517112" y="39410"/>
                </a:cubicBezTo>
                <a:close/>
                <a:moveTo>
                  <a:pt x="594571" y="36046"/>
                </a:moveTo>
                <a:lnTo>
                  <a:pt x="594571" y="53028"/>
                </a:lnTo>
                <a:cubicBezTo>
                  <a:pt x="599538" y="45285"/>
                  <a:pt x="603890" y="40145"/>
                  <a:pt x="607628" y="37608"/>
                </a:cubicBezTo>
                <a:cubicBezTo>
                  <a:pt x="611366" y="35072"/>
                  <a:pt x="614971" y="33803"/>
                  <a:pt x="618442" y="33803"/>
                </a:cubicBezTo>
                <a:cubicBezTo>
                  <a:pt x="621432" y="33803"/>
                  <a:pt x="623822" y="34728"/>
                  <a:pt x="625611" y="36577"/>
                </a:cubicBezTo>
                <a:cubicBezTo>
                  <a:pt x="627400" y="38426"/>
                  <a:pt x="628294" y="41038"/>
                  <a:pt x="628294" y="44414"/>
                </a:cubicBezTo>
                <a:cubicBezTo>
                  <a:pt x="628294" y="48006"/>
                  <a:pt x="627427" y="50793"/>
                  <a:pt x="625691" y="52778"/>
                </a:cubicBezTo>
                <a:cubicBezTo>
                  <a:pt x="623956" y="54760"/>
                  <a:pt x="621860" y="55751"/>
                  <a:pt x="619403" y="55751"/>
                </a:cubicBezTo>
                <a:cubicBezTo>
                  <a:pt x="616573" y="55751"/>
                  <a:pt x="614116" y="54843"/>
                  <a:pt x="612034" y="53028"/>
                </a:cubicBezTo>
                <a:cubicBezTo>
                  <a:pt x="609951" y="51212"/>
                  <a:pt x="608723" y="50198"/>
                  <a:pt x="608349" y="49984"/>
                </a:cubicBezTo>
                <a:cubicBezTo>
                  <a:pt x="607815" y="49664"/>
                  <a:pt x="607201" y="49503"/>
                  <a:pt x="606507" y="49503"/>
                </a:cubicBezTo>
                <a:cubicBezTo>
                  <a:pt x="604958" y="49503"/>
                  <a:pt x="603489" y="50091"/>
                  <a:pt x="602101" y="51266"/>
                </a:cubicBezTo>
                <a:cubicBezTo>
                  <a:pt x="599911" y="53081"/>
                  <a:pt x="598256" y="55671"/>
                  <a:pt x="597135" y="59036"/>
                </a:cubicBezTo>
                <a:cubicBezTo>
                  <a:pt x="595426" y="64215"/>
                  <a:pt x="594571" y="69929"/>
                  <a:pt x="594571" y="76177"/>
                </a:cubicBezTo>
                <a:lnTo>
                  <a:pt x="594571" y="93399"/>
                </a:lnTo>
                <a:lnTo>
                  <a:pt x="594651" y="97885"/>
                </a:lnTo>
                <a:cubicBezTo>
                  <a:pt x="594651" y="100929"/>
                  <a:pt x="594838" y="102878"/>
                  <a:pt x="595212" y="103733"/>
                </a:cubicBezTo>
                <a:cubicBezTo>
                  <a:pt x="595853" y="105175"/>
                  <a:pt x="596801" y="106229"/>
                  <a:pt x="598056" y="106897"/>
                </a:cubicBezTo>
                <a:cubicBezTo>
                  <a:pt x="599311" y="107564"/>
                  <a:pt x="601433" y="107978"/>
                  <a:pt x="604424" y="108138"/>
                </a:cubicBezTo>
                <a:lnTo>
                  <a:pt x="604424" y="111022"/>
                </a:lnTo>
                <a:lnTo>
                  <a:pt x="563972" y="111022"/>
                </a:lnTo>
                <a:lnTo>
                  <a:pt x="563972" y="108138"/>
                </a:lnTo>
                <a:cubicBezTo>
                  <a:pt x="567230" y="107871"/>
                  <a:pt x="569433" y="106977"/>
                  <a:pt x="570581" y="105455"/>
                </a:cubicBezTo>
                <a:cubicBezTo>
                  <a:pt x="571729" y="103933"/>
                  <a:pt x="572303" y="99914"/>
                  <a:pt x="572303" y="93399"/>
                </a:cubicBezTo>
                <a:lnTo>
                  <a:pt x="572303" y="51906"/>
                </a:lnTo>
                <a:cubicBezTo>
                  <a:pt x="572303" y="47608"/>
                  <a:pt x="572089" y="44867"/>
                  <a:pt x="571662" y="43686"/>
                </a:cubicBezTo>
                <a:cubicBezTo>
                  <a:pt x="571128" y="42181"/>
                  <a:pt x="570354" y="41079"/>
                  <a:pt x="569339" y="40382"/>
                </a:cubicBezTo>
                <a:cubicBezTo>
                  <a:pt x="568324" y="39682"/>
                  <a:pt x="566535" y="39198"/>
                  <a:pt x="563972" y="38930"/>
                </a:cubicBezTo>
                <a:lnTo>
                  <a:pt x="563972" y="36046"/>
                </a:lnTo>
                <a:lnTo>
                  <a:pt x="594571" y="36046"/>
                </a:lnTo>
                <a:close/>
                <a:moveTo>
                  <a:pt x="667409" y="36046"/>
                </a:moveTo>
                <a:lnTo>
                  <a:pt x="667409" y="53028"/>
                </a:lnTo>
                <a:cubicBezTo>
                  <a:pt x="672375" y="45285"/>
                  <a:pt x="676728" y="40145"/>
                  <a:pt x="680466" y="37608"/>
                </a:cubicBezTo>
                <a:cubicBezTo>
                  <a:pt x="684204" y="35072"/>
                  <a:pt x="687808" y="33803"/>
                  <a:pt x="691280" y="33803"/>
                </a:cubicBezTo>
                <a:cubicBezTo>
                  <a:pt x="694270" y="33803"/>
                  <a:pt x="696660" y="34728"/>
                  <a:pt x="698449" y="36577"/>
                </a:cubicBezTo>
                <a:cubicBezTo>
                  <a:pt x="700238" y="38426"/>
                  <a:pt x="701132" y="41038"/>
                  <a:pt x="701132" y="44414"/>
                </a:cubicBezTo>
                <a:cubicBezTo>
                  <a:pt x="701132" y="48006"/>
                  <a:pt x="700264" y="50793"/>
                  <a:pt x="698529" y="52778"/>
                </a:cubicBezTo>
                <a:cubicBezTo>
                  <a:pt x="696793" y="54760"/>
                  <a:pt x="694697" y="55751"/>
                  <a:pt x="692241" y="55751"/>
                </a:cubicBezTo>
                <a:cubicBezTo>
                  <a:pt x="689410" y="55751"/>
                  <a:pt x="686954" y="54843"/>
                  <a:pt x="684871" y="53028"/>
                </a:cubicBezTo>
                <a:cubicBezTo>
                  <a:pt x="682789" y="51212"/>
                  <a:pt x="681560" y="50198"/>
                  <a:pt x="681187" y="49984"/>
                </a:cubicBezTo>
                <a:cubicBezTo>
                  <a:pt x="680653" y="49664"/>
                  <a:pt x="680038" y="49503"/>
                  <a:pt x="679344" y="49503"/>
                </a:cubicBezTo>
                <a:cubicBezTo>
                  <a:pt x="677796" y="49503"/>
                  <a:pt x="676327" y="50091"/>
                  <a:pt x="674939" y="51266"/>
                </a:cubicBezTo>
                <a:cubicBezTo>
                  <a:pt x="672749" y="53081"/>
                  <a:pt x="671094" y="55671"/>
                  <a:pt x="669972" y="59036"/>
                </a:cubicBezTo>
                <a:cubicBezTo>
                  <a:pt x="668263" y="64215"/>
                  <a:pt x="667409" y="69929"/>
                  <a:pt x="667409" y="76177"/>
                </a:cubicBezTo>
                <a:lnTo>
                  <a:pt x="667409" y="93399"/>
                </a:lnTo>
                <a:lnTo>
                  <a:pt x="667489" y="97885"/>
                </a:lnTo>
                <a:cubicBezTo>
                  <a:pt x="667489" y="100929"/>
                  <a:pt x="667676" y="102878"/>
                  <a:pt x="668050" y="103733"/>
                </a:cubicBezTo>
                <a:cubicBezTo>
                  <a:pt x="668691" y="105175"/>
                  <a:pt x="669639" y="106229"/>
                  <a:pt x="670893" y="106897"/>
                </a:cubicBezTo>
                <a:cubicBezTo>
                  <a:pt x="672148" y="107564"/>
                  <a:pt x="674271" y="107978"/>
                  <a:pt x="677262" y="108138"/>
                </a:cubicBezTo>
                <a:lnTo>
                  <a:pt x="677262" y="111022"/>
                </a:lnTo>
                <a:lnTo>
                  <a:pt x="636810" y="111022"/>
                </a:lnTo>
                <a:lnTo>
                  <a:pt x="636810" y="108138"/>
                </a:lnTo>
                <a:cubicBezTo>
                  <a:pt x="640067" y="107871"/>
                  <a:pt x="642270" y="106977"/>
                  <a:pt x="643418" y="105455"/>
                </a:cubicBezTo>
                <a:cubicBezTo>
                  <a:pt x="644566" y="103933"/>
                  <a:pt x="645141" y="99914"/>
                  <a:pt x="645141" y="93399"/>
                </a:cubicBezTo>
                <a:lnTo>
                  <a:pt x="645141" y="51906"/>
                </a:lnTo>
                <a:cubicBezTo>
                  <a:pt x="645141" y="47608"/>
                  <a:pt x="644927" y="44867"/>
                  <a:pt x="644500" y="43686"/>
                </a:cubicBezTo>
                <a:cubicBezTo>
                  <a:pt x="643966" y="42181"/>
                  <a:pt x="643191" y="41079"/>
                  <a:pt x="642177" y="40382"/>
                </a:cubicBezTo>
                <a:cubicBezTo>
                  <a:pt x="641162" y="39682"/>
                  <a:pt x="639373" y="39198"/>
                  <a:pt x="636810" y="38930"/>
                </a:cubicBezTo>
                <a:lnTo>
                  <a:pt x="636810" y="36046"/>
                </a:lnTo>
                <a:lnTo>
                  <a:pt x="667409" y="36046"/>
                </a:lnTo>
                <a:close/>
                <a:moveTo>
                  <a:pt x="769544" y="70811"/>
                </a:moveTo>
                <a:lnTo>
                  <a:pt x="728452" y="70811"/>
                </a:lnTo>
                <a:cubicBezTo>
                  <a:pt x="728932" y="80770"/>
                  <a:pt x="731576" y="88641"/>
                  <a:pt x="736382" y="94423"/>
                </a:cubicBezTo>
                <a:cubicBezTo>
                  <a:pt x="740067" y="98867"/>
                  <a:pt x="744499" y="101089"/>
                  <a:pt x="749679" y="101089"/>
                </a:cubicBezTo>
                <a:cubicBezTo>
                  <a:pt x="752883" y="101089"/>
                  <a:pt x="755793" y="100195"/>
                  <a:pt x="758410" y="98406"/>
                </a:cubicBezTo>
                <a:cubicBezTo>
                  <a:pt x="761027" y="96617"/>
                  <a:pt x="763830" y="93399"/>
                  <a:pt x="766821" y="88754"/>
                </a:cubicBezTo>
                <a:lnTo>
                  <a:pt x="769544" y="90516"/>
                </a:lnTo>
                <a:cubicBezTo>
                  <a:pt x="765486" y="98793"/>
                  <a:pt x="761000" y="104654"/>
                  <a:pt x="756087" y="108098"/>
                </a:cubicBezTo>
                <a:cubicBezTo>
                  <a:pt x="751174" y="111543"/>
                  <a:pt x="745487" y="113265"/>
                  <a:pt x="739025" y="113265"/>
                </a:cubicBezTo>
                <a:cubicBezTo>
                  <a:pt x="727918" y="113265"/>
                  <a:pt x="719507" y="108989"/>
                  <a:pt x="713793" y="100436"/>
                </a:cubicBezTo>
                <a:cubicBezTo>
                  <a:pt x="709200" y="93540"/>
                  <a:pt x="706904" y="84988"/>
                  <a:pt x="706904" y="74778"/>
                </a:cubicBezTo>
                <a:cubicBezTo>
                  <a:pt x="706904" y="62269"/>
                  <a:pt x="710282" y="52313"/>
                  <a:pt x="717037" y="44910"/>
                </a:cubicBezTo>
                <a:cubicBezTo>
                  <a:pt x="723792" y="37505"/>
                  <a:pt x="731709" y="33803"/>
                  <a:pt x="740787" y="33803"/>
                </a:cubicBezTo>
                <a:cubicBezTo>
                  <a:pt x="748371" y="33803"/>
                  <a:pt x="754952" y="36914"/>
                  <a:pt x="760533" y="43135"/>
                </a:cubicBezTo>
                <a:cubicBezTo>
                  <a:pt x="766113" y="49356"/>
                  <a:pt x="769117" y="58582"/>
                  <a:pt x="769544" y="70811"/>
                </a:cubicBezTo>
                <a:moveTo>
                  <a:pt x="749839" y="65524"/>
                </a:moveTo>
                <a:cubicBezTo>
                  <a:pt x="749839" y="56926"/>
                  <a:pt x="749372" y="51025"/>
                  <a:pt x="748437" y="47821"/>
                </a:cubicBezTo>
                <a:cubicBezTo>
                  <a:pt x="747503" y="44617"/>
                  <a:pt x="746048" y="42187"/>
                  <a:pt x="744072" y="40532"/>
                </a:cubicBezTo>
                <a:cubicBezTo>
                  <a:pt x="742950" y="39571"/>
                  <a:pt x="741455" y="39090"/>
                  <a:pt x="739586" y="39090"/>
                </a:cubicBezTo>
                <a:cubicBezTo>
                  <a:pt x="736809" y="39090"/>
                  <a:pt x="734539" y="40452"/>
                  <a:pt x="732777" y="43175"/>
                </a:cubicBezTo>
                <a:cubicBezTo>
                  <a:pt x="729627" y="47928"/>
                  <a:pt x="728051" y="54443"/>
                  <a:pt x="728051" y="62720"/>
                </a:cubicBezTo>
                <a:lnTo>
                  <a:pt x="728051" y="65524"/>
                </a:lnTo>
                <a:lnTo>
                  <a:pt x="749839" y="65524"/>
                </a:lnTo>
                <a:close/>
                <a:moveTo>
                  <a:pt x="840060" y="91655"/>
                </a:moveTo>
                <a:lnTo>
                  <a:pt x="842543" y="93575"/>
                </a:lnTo>
                <a:cubicBezTo>
                  <a:pt x="839018" y="100218"/>
                  <a:pt x="834626" y="105161"/>
                  <a:pt x="829366" y="108404"/>
                </a:cubicBezTo>
                <a:cubicBezTo>
                  <a:pt x="824106" y="111644"/>
                  <a:pt x="818512" y="113265"/>
                  <a:pt x="812584" y="113265"/>
                </a:cubicBezTo>
                <a:cubicBezTo>
                  <a:pt x="802598" y="113265"/>
                  <a:pt x="794615" y="109497"/>
                  <a:pt x="788634" y="101960"/>
                </a:cubicBezTo>
                <a:cubicBezTo>
                  <a:pt x="782653" y="94422"/>
                  <a:pt x="779662" y="85362"/>
                  <a:pt x="779662" y="74778"/>
                </a:cubicBezTo>
                <a:cubicBezTo>
                  <a:pt x="779662" y="64567"/>
                  <a:pt x="782386" y="55586"/>
                  <a:pt x="787833" y="47836"/>
                </a:cubicBezTo>
                <a:cubicBezTo>
                  <a:pt x="794401" y="38481"/>
                  <a:pt x="803453" y="33803"/>
                  <a:pt x="814987" y="33803"/>
                </a:cubicBezTo>
                <a:cubicBezTo>
                  <a:pt x="822731" y="33803"/>
                  <a:pt x="828885" y="35758"/>
                  <a:pt x="833451" y="39668"/>
                </a:cubicBezTo>
                <a:cubicBezTo>
                  <a:pt x="838017" y="43577"/>
                  <a:pt x="840300" y="47940"/>
                  <a:pt x="840300" y="52760"/>
                </a:cubicBezTo>
                <a:cubicBezTo>
                  <a:pt x="840300" y="55812"/>
                  <a:pt x="839379" y="58249"/>
                  <a:pt x="837536" y="60069"/>
                </a:cubicBezTo>
                <a:cubicBezTo>
                  <a:pt x="835694" y="61890"/>
                  <a:pt x="833278" y="62800"/>
                  <a:pt x="830287" y="62800"/>
                </a:cubicBezTo>
                <a:cubicBezTo>
                  <a:pt x="827136" y="62800"/>
                  <a:pt x="824533" y="61756"/>
                  <a:pt x="822477" y="59666"/>
                </a:cubicBezTo>
                <a:cubicBezTo>
                  <a:pt x="820421" y="57575"/>
                  <a:pt x="819153" y="53851"/>
                  <a:pt x="818672" y="48492"/>
                </a:cubicBezTo>
                <a:cubicBezTo>
                  <a:pt x="818352" y="45116"/>
                  <a:pt x="817577" y="42758"/>
                  <a:pt x="816349" y="41418"/>
                </a:cubicBezTo>
                <a:cubicBezTo>
                  <a:pt x="815121" y="40080"/>
                  <a:pt x="813679" y="39410"/>
                  <a:pt x="812024" y="39410"/>
                </a:cubicBezTo>
                <a:cubicBezTo>
                  <a:pt x="809460" y="39410"/>
                  <a:pt x="807271" y="40772"/>
                  <a:pt x="805455" y="43496"/>
                </a:cubicBezTo>
                <a:cubicBezTo>
                  <a:pt x="802678" y="47608"/>
                  <a:pt x="801290" y="53909"/>
                  <a:pt x="801290" y="62400"/>
                </a:cubicBezTo>
                <a:cubicBezTo>
                  <a:pt x="801290" y="69449"/>
                  <a:pt x="802411" y="76191"/>
                  <a:pt x="804654" y="82626"/>
                </a:cubicBezTo>
                <a:cubicBezTo>
                  <a:pt x="806897" y="89061"/>
                  <a:pt x="809968" y="93853"/>
                  <a:pt x="813866" y="97004"/>
                </a:cubicBezTo>
                <a:cubicBezTo>
                  <a:pt x="816803" y="99300"/>
                  <a:pt x="820274" y="100448"/>
                  <a:pt x="824279" y="100448"/>
                </a:cubicBezTo>
                <a:cubicBezTo>
                  <a:pt x="826896" y="100448"/>
                  <a:pt x="829379" y="99836"/>
                  <a:pt x="831729" y="98611"/>
                </a:cubicBezTo>
                <a:cubicBezTo>
                  <a:pt x="834079" y="97385"/>
                  <a:pt x="836855" y="95066"/>
                  <a:pt x="840060" y="91655"/>
                </a:cubicBezTo>
                <a:close/>
                <a:moveTo>
                  <a:pt x="881498" y="8491"/>
                </a:moveTo>
                <a:lnTo>
                  <a:pt x="881498" y="36046"/>
                </a:lnTo>
                <a:lnTo>
                  <a:pt x="899281" y="36046"/>
                </a:lnTo>
                <a:lnTo>
                  <a:pt x="899281" y="43896"/>
                </a:lnTo>
                <a:lnTo>
                  <a:pt x="881498" y="43896"/>
                </a:lnTo>
                <a:lnTo>
                  <a:pt x="881498" y="90240"/>
                </a:lnTo>
                <a:cubicBezTo>
                  <a:pt x="881498" y="94578"/>
                  <a:pt x="881698" y="97375"/>
                  <a:pt x="882099" y="98634"/>
                </a:cubicBezTo>
                <a:cubicBezTo>
                  <a:pt x="882499" y="99892"/>
                  <a:pt x="883207" y="100910"/>
                  <a:pt x="884221" y="101688"/>
                </a:cubicBezTo>
                <a:cubicBezTo>
                  <a:pt x="885236" y="102464"/>
                  <a:pt x="886171" y="102852"/>
                  <a:pt x="887025" y="102852"/>
                </a:cubicBezTo>
                <a:cubicBezTo>
                  <a:pt x="890496" y="102852"/>
                  <a:pt x="893780" y="100181"/>
                  <a:pt x="896878" y="94841"/>
                </a:cubicBezTo>
                <a:lnTo>
                  <a:pt x="899281" y="96621"/>
                </a:lnTo>
                <a:cubicBezTo>
                  <a:pt x="894955" y="106969"/>
                  <a:pt x="887933" y="112143"/>
                  <a:pt x="878214" y="112143"/>
                </a:cubicBezTo>
                <a:cubicBezTo>
                  <a:pt x="873461" y="112143"/>
                  <a:pt x="869442" y="110818"/>
                  <a:pt x="866158" y="108166"/>
                </a:cubicBezTo>
                <a:cubicBezTo>
                  <a:pt x="862874" y="105512"/>
                  <a:pt x="860778" y="102551"/>
                  <a:pt x="859870" y="99282"/>
                </a:cubicBezTo>
                <a:cubicBezTo>
                  <a:pt x="859336" y="97460"/>
                  <a:pt x="859069" y="92529"/>
                  <a:pt x="859069" y="84491"/>
                </a:cubicBezTo>
                <a:lnTo>
                  <a:pt x="859069" y="43896"/>
                </a:lnTo>
                <a:lnTo>
                  <a:pt x="849297" y="43896"/>
                </a:lnTo>
                <a:lnTo>
                  <a:pt x="849297" y="41085"/>
                </a:lnTo>
                <a:cubicBezTo>
                  <a:pt x="856025" y="36322"/>
                  <a:pt x="861753" y="31318"/>
                  <a:pt x="866479" y="26073"/>
                </a:cubicBezTo>
                <a:cubicBezTo>
                  <a:pt x="871205" y="20828"/>
                  <a:pt x="875330" y="14967"/>
                  <a:pt x="878855" y="8491"/>
                </a:cubicBezTo>
                <a:lnTo>
                  <a:pt x="881498" y="8491"/>
                </a:lnTo>
                <a:close/>
                <a:moveTo>
                  <a:pt x="988754" y="99968"/>
                </a:moveTo>
                <a:cubicBezTo>
                  <a:pt x="979622" y="108085"/>
                  <a:pt x="971425" y="112143"/>
                  <a:pt x="964162" y="112143"/>
                </a:cubicBezTo>
                <a:cubicBezTo>
                  <a:pt x="959890" y="112143"/>
                  <a:pt x="956339" y="110737"/>
                  <a:pt x="953509" y="107926"/>
                </a:cubicBezTo>
                <a:cubicBezTo>
                  <a:pt x="950678" y="105112"/>
                  <a:pt x="949263" y="101589"/>
                  <a:pt x="949263" y="97357"/>
                </a:cubicBezTo>
                <a:cubicBezTo>
                  <a:pt x="949263" y="91623"/>
                  <a:pt x="951720" y="86466"/>
                  <a:pt x="956633" y="81885"/>
                </a:cubicBezTo>
                <a:cubicBezTo>
                  <a:pt x="961546" y="77304"/>
                  <a:pt x="972253" y="71209"/>
                  <a:pt x="988754" y="63601"/>
                </a:cubicBezTo>
                <a:lnTo>
                  <a:pt x="988754" y="56072"/>
                </a:lnTo>
                <a:cubicBezTo>
                  <a:pt x="988754" y="50411"/>
                  <a:pt x="988447" y="46847"/>
                  <a:pt x="987833" y="45378"/>
                </a:cubicBezTo>
                <a:cubicBezTo>
                  <a:pt x="987219" y="43909"/>
                  <a:pt x="986057" y="42628"/>
                  <a:pt x="984348" y="41533"/>
                </a:cubicBezTo>
                <a:cubicBezTo>
                  <a:pt x="982639" y="40438"/>
                  <a:pt x="980717" y="39891"/>
                  <a:pt x="978581" y="39891"/>
                </a:cubicBezTo>
                <a:cubicBezTo>
                  <a:pt x="975110" y="39891"/>
                  <a:pt x="972253" y="40665"/>
                  <a:pt x="970010" y="42214"/>
                </a:cubicBezTo>
                <a:cubicBezTo>
                  <a:pt x="968621" y="43175"/>
                  <a:pt x="967927" y="44297"/>
                  <a:pt x="967927" y="45578"/>
                </a:cubicBezTo>
                <a:cubicBezTo>
                  <a:pt x="967927" y="46700"/>
                  <a:pt x="968675" y="48088"/>
                  <a:pt x="970170" y="49744"/>
                </a:cubicBezTo>
                <a:cubicBezTo>
                  <a:pt x="972199" y="52040"/>
                  <a:pt x="973214" y="54256"/>
                  <a:pt x="973214" y="56392"/>
                </a:cubicBezTo>
                <a:cubicBezTo>
                  <a:pt x="973214" y="59009"/>
                  <a:pt x="972239" y="61238"/>
                  <a:pt x="970290" y="63081"/>
                </a:cubicBezTo>
                <a:cubicBezTo>
                  <a:pt x="968341" y="64923"/>
                  <a:pt x="965791" y="65844"/>
                  <a:pt x="962640" y="65844"/>
                </a:cubicBezTo>
                <a:cubicBezTo>
                  <a:pt x="959276" y="65844"/>
                  <a:pt x="956459" y="64830"/>
                  <a:pt x="954190" y="62800"/>
                </a:cubicBezTo>
                <a:cubicBezTo>
                  <a:pt x="951920" y="60771"/>
                  <a:pt x="950785" y="58395"/>
                  <a:pt x="950785" y="55671"/>
                </a:cubicBezTo>
                <a:cubicBezTo>
                  <a:pt x="950785" y="51826"/>
                  <a:pt x="952307" y="48155"/>
                  <a:pt x="955351" y="44657"/>
                </a:cubicBezTo>
                <a:cubicBezTo>
                  <a:pt x="958395" y="41159"/>
                  <a:pt x="962640" y="38476"/>
                  <a:pt x="968087" y="36607"/>
                </a:cubicBezTo>
                <a:cubicBezTo>
                  <a:pt x="973534" y="34738"/>
                  <a:pt x="979195" y="33803"/>
                  <a:pt x="985069" y="33803"/>
                </a:cubicBezTo>
                <a:cubicBezTo>
                  <a:pt x="992172" y="33803"/>
                  <a:pt x="997792" y="35316"/>
                  <a:pt x="1001931" y="38342"/>
                </a:cubicBezTo>
                <a:cubicBezTo>
                  <a:pt x="1006069" y="41365"/>
                  <a:pt x="1008753" y="44644"/>
                  <a:pt x="1009981" y="48177"/>
                </a:cubicBezTo>
                <a:cubicBezTo>
                  <a:pt x="1010729" y="50424"/>
                  <a:pt x="1011102" y="55589"/>
                  <a:pt x="1011102" y="63671"/>
                </a:cubicBezTo>
                <a:lnTo>
                  <a:pt x="1011102" y="92816"/>
                </a:lnTo>
                <a:cubicBezTo>
                  <a:pt x="1011102" y="96242"/>
                  <a:pt x="1011236" y="98398"/>
                  <a:pt x="1011503" y="99282"/>
                </a:cubicBezTo>
                <a:cubicBezTo>
                  <a:pt x="1011770" y="100165"/>
                  <a:pt x="1012170" y="100821"/>
                  <a:pt x="1012704" y="101250"/>
                </a:cubicBezTo>
                <a:cubicBezTo>
                  <a:pt x="1013239" y="101677"/>
                  <a:pt x="1013853" y="101890"/>
                  <a:pt x="1014547" y="101890"/>
                </a:cubicBezTo>
                <a:cubicBezTo>
                  <a:pt x="1015935" y="101890"/>
                  <a:pt x="1017350" y="100902"/>
                  <a:pt x="1018792" y="98927"/>
                </a:cubicBezTo>
                <a:lnTo>
                  <a:pt x="1021195" y="100849"/>
                </a:lnTo>
                <a:cubicBezTo>
                  <a:pt x="1018525" y="104801"/>
                  <a:pt x="1015762" y="107671"/>
                  <a:pt x="1012905" y="109460"/>
                </a:cubicBezTo>
                <a:cubicBezTo>
                  <a:pt x="1010048" y="111249"/>
                  <a:pt x="1006804" y="112143"/>
                  <a:pt x="1003172" y="112143"/>
                </a:cubicBezTo>
                <a:cubicBezTo>
                  <a:pt x="998900" y="112143"/>
                  <a:pt x="995563" y="111135"/>
                  <a:pt x="993159" y="109120"/>
                </a:cubicBezTo>
                <a:cubicBezTo>
                  <a:pt x="990756" y="107104"/>
                  <a:pt x="989288" y="104053"/>
                  <a:pt x="988754" y="99968"/>
                </a:cubicBezTo>
                <a:moveTo>
                  <a:pt x="988754" y="94040"/>
                </a:moveTo>
                <a:lnTo>
                  <a:pt x="988754" y="68983"/>
                </a:lnTo>
                <a:cubicBezTo>
                  <a:pt x="982292" y="72793"/>
                  <a:pt x="977486" y="76872"/>
                  <a:pt x="974335" y="81219"/>
                </a:cubicBezTo>
                <a:cubicBezTo>
                  <a:pt x="972253" y="84116"/>
                  <a:pt x="971211" y="87040"/>
                  <a:pt x="971211" y="89993"/>
                </a:cubicBezTo>
                <a:cubicBezTo>
                  <a:pt x="971211" y="92461"/>
                  <a:pt x="972093" y="94634"/>
                  <a:pt x="973855" y="96513"/>
                </a:cubicBezTo>
                <a:cubicBezTo>
                  <a:pt x="975190" y="97962"/>
                  <a:pt x="977059" y="98686"/>
                  <a:pt x="979462" y="98686"/>
                </a:cubicBezTo>
                <a:cubicBezTo>
                  <a:pt x="982132" y="98686"/>
                  <a:pt x="985229" y="97138"/>
                  <a:pt x="988754" y="94040"/>
                </a:cubicBezTo>
                <a:close/>
                <a:moveTo>
                  <a:pt x="1060045" y="36046"/>
                </a:moveTo>
                <a:lnTo>
                  <a:pt x="1060045" y="45819"/>
                </a:lnTo>
                <a:cubicBezTo>
                  <a:pt x="1063890" y="41625"/>
                  <a:pt x="1067575" y="38574"/>
                  <a:pt x="1071099" y="36667"/>
                </a:cubicBezTo>
                <a:cubicBezTo>
                  <a:pt x="1074624" y="34758"/>
                  <a:pt x="1078415" y="33803"/>
                  <a:pt x="1082474" y="33803"/>
                </a:cubicBezTo>
                <a:cubicBezTo>
                  <a:pt x="1087333" y="33803"/>
                  <a:pt x="1091365" y="35153"/>
                  <a:pt x="1094569" y="37853"/>
                </a:cubicBezTo>
                <a:cubicBezTo>
                  <a:pt x="1097773" y="40554"/>
                  <a:pt x="1099909" y="43909"/>
                  <a:pt x="1100977" y="47919"/>
                </a:cubicBezTo>
                <a:cubicBezTo>
                  <a:pt x="1101832" y="50968"/>
                  <a:pt x="1102259" y="56824"/>
                  <a:pt x="1102259" y="65486"/>
                </a:cubicBezTo>
                <a:lnTo>
                  <a:pt x="1102259" y="94681"/>
                </a:lnTo>
                <a:cubicBezTo>
                  <a:pt x="1102259" y="100448"/>
                  <a:pt x="1102780" y="104040"/>
                  <a:pt x="1103821" y="105455"/>
                </a:cubicBezTo>
                <a:cubicBezTo>
                  <a:pt x="1104862" y="106870"/>
                  <a:pt x="1107038" y="107765"/>
                  <a:pt x="1110349" y="108138"/>
                </a:cubicBezTo>
                <a:lnTo>
                  <a:pt x="1110349" y="111022"/>
                </a:lnTo>
                <a:lnTo>
                  <a:pt x="1072461" y="111022"/>
                </a:lnTo>
                <a:lnTo>
                  <a:pt x="1072461" y="108138"/>
                </a:lnTo>
                <a:cubicBezTo>
                  <a:pt x="1075291" y="107765"/>
                  <a:pt x="1077320" y="106590"/>
                  <a:pt x="1078549" y="104614"/>
                </a:cubicBezTo>
                <a:cubicBezTo>
                  <a:pt x="1079403" y="103279"/>
                  <a:pt x="1079830" y="99968"/>
                  <a:pt x="1079830" y="94681"/>
                </a:cubicBezTo>
                <a:lnTo>
                  <a:pt x="1079830" y="61358"/>
                </a:lnTo>
                <a:cubicBezTo>
                  <a:pt x="1079830" y="55217"/>
                  <a:pt x="1079590" y="51346"/>
                  <a:pt x="1079109" y="49744"/>
                </a:cubicBezTo>
                <a:cubicBezTo>
                  <a:pt x="1078629" y="48142"/>
                  <a:pt x="1077814" y="46900"/>
                  <a:pt x="1076666" y="46019"/>
                </a:cubicBezTo>
                <a:cubicBezTo>
                  <a:pt x="1075518" y="45138"/>
                  <a:pt x="1074250" y="44697"/>
                  <a:pt x="1072861" y="44697"/>
                </a:cubicBezTo>
                <a:cubicBezTo>
                  <a:pt x="1068269" y="44697"/>
                  <a:pt x="1063997" y="48008"/>
                  <a:pt x="1060045" y="54630"/>
                </a:cubicBezTo>
                <a:lnTo>
                  <a:pt x="1060045" y="94681"/>
                </a:lnTo>
                <a:cubicBezTo>
                  <a:pt x="1060045" y="100288"/>
                  <a:pt x="1060566" y="103839"/>
                  <a:pt x="1061607" y="105335"/>
                </a:cubicBezTo>
                <a:cubicBezTo>
                  <a:pt x="1062648" y="106830"/>
                  <a:pt x="1064584" y="107765"/>
                  <a:pt x="1067414" y="108138"/>
                </a:cubicBezTo>
                <a:lnTo>
                  <a:pt x="1067414" y="111022"/>
                </a:lnTo>
                <a:lnTo>
                  <a:pt x="1029526" y="111022"/>
                </a:lnTo>
                <a:lnTo>
                  <a:pt x="1029526" y="108138"/>
                </a:lnTo>
                <a:cubicBezTo>
                  <a:pt x="1032677" y="107818"/>
                  <a:pt x="1034919" y="106803"/>
                  <a:pt x="1036255" y="105094"/>
                </a:cubicBezTo>
                <a:cubicBezTo>
                  <a:pt x="1037162" y="103920"/>
                  <a:pt x="1037616" y="100448"/>
                  <a:pt x="1037616" y="94681"/>
                </a:cubicBezTo>
                <a:lnTo>
                  <a:pt x="1037616" y="52387"/>
                </a:lnTo>
                <a:cubicBezTo>
                  <a:pt x="1037616" y="46658"/>
                  <a:pt x="1037096" y="43091"/>
                  <a:pt x="1036054" y="41686"/>
                </a:cubicBezTo>
                <a:cubicBezTo>
                  <a:pt x="1035013" y="40281"/>
                  <a:pt x="1032837" y="39362"/>
                  <a:pt x="1029526" y="38930"/>
                </a:cubicBezTo>
                <a:lnTo>
                  <a:pt x="1029526" y="36046"/>
                </a:lnTo>
                <a:lnTo>
                  <a:pt x="1060045" y="36046"/>
                </a:lnTo>
                <a:close/>
                <a:moveTo>
                  <a:pt x="1167998" y="34124"/>
                </a:moveTo>
                <a:lnTo>
                  <a:pt x="1169200" y="59756"/>
                </a:lnTo>
                <a:lnTo>
                  <a:pt x="1166476" y="59756"/>
                </a:lnTo>
                <a:cubicBezTo>
                  <a:pt x="1163219" y="52112"/>
                  <a:pt x="1159841" y="46890"/>
                  <a:pt x="1156343" y="44091"/>
                </a:cubicBezTo>
                <a:cubicBezTo>
                  <a:pt x="1152846" y="41291"/>
                  <a:pt x="1149361" y="39891"/>
                  <a:pt x="1145890" y="39891"/>
                </a:cubicBezTo>
                <a:cubicBezTo>
                  <a:pt x="1143701" y="39891"/>
                  <a:pt x="1141832" y="40625"/>
                  <a:pt x="1140283" y="42094"/>
                </a:cubicBezTo>
                <a:cubicBezTo>
                  <a:pt x="1138734" y="43562"/>
                  <a:pt x="1137960" y="45258"/>
                  <a:pt x="1137960" y="47180"/>
                </a:cubicBezTo>
                <a:cubicBezTo>
                  <a:pt x="1137960" y="48622"/>
                  <a:pt x="1138494" y="50011"/>
                  <a:pt x="1139562" y="51346"/>
                </a:cubicBezTo>
                <a:cubicBezTo>
                  <a:pt x="1141271" y="53535"/>
                  <a:pt x="1146050" y="57287"/>
                  <a:pt x="1153900" y="62600"/>
                </a:cubicBezTo>
                <a:cubicBezTo>
                  <a:pt x="1161750" y="67914"/>
                  <a:pt x="1166917" y="72426"/>
                  <a:pt x="1169400" y="76137"/>
                </a:cubicBezTo>
                <a:cubicBezTo>
                  <a:pt x="1171883" y="79849"/>
                  <a:pt x="1173125" y="84001"/>
                  <a:pt x="1173125" y="88593"/>
                </a:cubicBezTo>
                <a:cubicBezTo>
                  <a:pt x="1173125" y="92759"/>
                  <a:pt x="1172084" y="96844"/>
                  <a:pt x="1170001" y="100849"/>
                </a:cubicBezTo>
                <a:cubicBezTo>
                  <a:pt x="1167918" y="104854"/>
                  <a:pt x="1164981" y="107925"/>
                  <a:pt x="1161190" y="110061"/>
                </a:cubicBezTo>
                <a:cubicBezTo>
                  <a:pt x="1157398" y="112197"/>
                  <a:pt x="1153206" y="113265"/>
                  <a:pt x="1148614" y="113265"/>
                </a:cubicBezTo>
                <a:cubicBezTo>
                  <a:pt x="1145036" y="113265"/>
                  <a:pt x="1140256" y="112123"/>
                  <a:pt x="1134275" y="109838"/>
                </a:cubicBezTo>
                <a:cubicBezTo>
                  <a:pt x="1132673" y="109239"/>
                  <a:pt x="1131578" y="108939"/>
                  <a:pt x="1130991" y="108939"/>
                </a:cubicBezTo>
                <a:cubicBezTo>
                  <a:pt x="1129229" y="108939"/>
                  <a:pt x="1127760" y="110274"/>
                  <a:pt x="1126585" y="112944"/>
                </a:cubicBezTo>
                <a:lnTo>
                  <a:pt x="1123942" y="112944"/>
                </a:lnTo>
                <a:lnTo>
                  <a:pt x="1122660" y="86030"/>
                </a:lnTo>
                <a:lnTo>
                  <a:pt x="1125384" y="86030"/>
                </a:lnTo>
                <a:cubicBezTo>
                  <a:pt x="1127787" y="93079"/>
                  <a:pt x="1131084" y="98366"/>
                  <a:pt x="1135276" y="101890"/>
                </a:cubicBezTo>
                <a:cubicBezTo>
                  <a:pt x="1139469" y="105415"/>
                  <a:pt x="1143434" y="107177"/>
                  <a:pt x="1147172" y="107177"/>
                </a:cubicBezTo>
                <a:cubicBezTo>
                  <a:pt x="1149735" y="107177"/>
                  <a:pt x="1151831" y="106389"/>
                  <a:pt x="1153460" y="104814"/>
                </a:cubicBezTo>
                <a:cubicBezTo>
                  <a:pt x="1155088" y="103239"/>
                  <a:pt x="1155903" y="101330"/>
                  <a:pt x="1155903" y="99087"/>
                </a:cubicBezTo>
                <a:cubicBezTo>
                  <a:pt x="1155903" y="96523"/>
                  <a:pt x="1155102" y="94307"/>
                  <a:pt x="1153500" y="92438"/>
                </a:cubicBezTo>
                <a:cubicBezTo>
                  <a:pt x="1151898" y="90569"/>
                  <a:pt x="1148320" y="87739"/>
                  <a:pt x="1142766" y="83947"/>
                </a:cubicBezTo>
                <a:cubicBezTo>
                  <a:pt x="1134596" y="78287"/>
                  <a:pt x="1129309" y="73961"/>
                  <a:pt x="1126906" y="70971"/>
                </a:cubicBezTo>
                <a:cubicBezTo>
                  <a:pt x="1123381" y="66592"/>
                  <a:pt x="1121619" y="61759"/>
                  <a:pt x="1121619" y="56472"/>
                </a:cubicBezTo>
                <a:cubicBezTo>
                  <a:pt x="1121619" y="50705"/>
                  <a:pt x="1123608" y="45485"/>
                  <a:pt x="1127587" y="40812"/>
                </a:cubicBezTo>
                <a:cubicBezTo>
                  <a:pt x="1131565" y="36140"/>
                  <a:pt x="1137319" y="33803"/>
                  <a:pt x="1144849" y="33803"/>
                </a:cubicBezTo>
                <a:cubicBezTo>
                  <a:pt x="1148907" y="33803"/>
                  <a:pt x="1152832" y="34830"/>
                  <a:pt x="1156624" y="36882"/>
                </a:cubicBezTo>
                <a:cubicBezTo>
                  <a:pt x="1158066" y="37713"/>
                  <a:pt x="1159240" y="38129"/>
                  <a:pt x="1160148" y="38129"/>
                </a:cubicBezTo>
                <a:cubicBezTo>
                  <a:pt x="1161110" y="38129"/>
                  <a:pt x="1161884" y="37929"/>
                  <a:pt x="1162471" y="37528"/>
                </a:cubicBezTo>
                <a:cubicBezTo>
                  <a:pt x="1163059" y="37127"/>
                  <a:pt x="1163993" y="35993"/>
                  <a:pt x="1165275" y="34124"/>
                </a:cubicBezTo>
                <a:lnTo>
                  <a:pt x="1167998" y="34124"/>
                </a:lnTo>
                <a:close/>
                <a:moveTo>
                  <a:pt x="1258728" y="113265"/>
                </a:moveTo>
                <a:lnTo>
                  <a:pt x="1238222" y="58262"/>
                </a:lnTo>
                <a:lnTo>
                  <a:pt x="1218116" y="113265"/>
                </a:lnTo>
                <a:lnTo>
                  <a:pt x="1213951" y="113265"/>
                </a:lnTo>
                <a:lnTo>
                  <a:pt x="1194005" y="58930"/>
                </a:lnTo>
                <a:cubicBezTo>
                  <a:pt x="1191015" y="50596"/>
                  <a:pt x="1188478" y="45166"/>
                  <a:pt x="1186395" y="42640"/>
                </a:cubicBezTo>
                <a:cubicBezTo>
                  <a:pt x="1185060" y="40919"/>
                  <a:pt x="1183031" y="39682"/>
                  <a:pt x="1180308" y="38930"/>
                </a:cubicBezTo>
                <a:lnTo>
                  <a:pt x="1180308" y="36046"/>
                </a:lnTo>
                <a:lnTo>
                  <a:pt x="1218116" y="36046"/>
                </a:lnTo>
                <a:lnTo>
                  <a:pt x="1218116" y="38930"/>
                </a:lnTo>
                <a:cubicBezTo>
                  <a:pt x="1215553" y="38930"/>
                  <a:pt x="1213790" y="39307"/>
                  <a:pt x="1212829" y="40061"/>
                </a:cubicBezTo>
                <a:cubicBezTo>
                  <a:pt x="1211868" y="40814"/>
                  <a:pt x="1211387" y="41675"/>
                  <a:pt x="1211387" y="42645"/>
                </a:cubicBezTo>
                <a:cubicBezTo>
                  <a:pt x="1211387" y="43559"/>
                  <a:pt x="1212242" y="46304"/>
                  <a:pt x="1213951" y="50880"/>
                </a:cubicBezTo>
                <a:lnTo>
                  <a:pt x="1224925" y="80148"/>
                </a:lnTo>
                <a:lnTo>
                  <a:pt x="1235498" y="50970"/>
                </a:lnTo>
                <a:lnTo>
                  <a:pt x="1234697" y="48918"/>
                </a:lnTo>
                <a:cubicBezTo>
                  <a:pt x="1233095" y="44891"/>
                  <a:pt x="1231693" y="42327"/>
                  <a:pt x="1230492" y="41225"/>
                </a:cubicBezTo>
                <a:cubicBezTo>
                  <a:pt x="1229290" y="40124"/>
                  <a:pt x="1227435" y="39359"/>
                  <a:pt x="1224925" y="38930"/>
                </a:cubicBezTo>
                <a:lnTo>
                  <a:pt x="1224925" y="36046"/>
                </a:lnTo>
                <a:lnTo>
                  <a:pt x="1263294" y="36046"/>
                </a:lnTo>
                <a:lnTo>
                  <a:pt x="1263294" y="38930"/>
                </a:lnTo>
                <a:cubicBezTo>
                  <a:pt x="1260303" y="39092"/>
                  <a:pt x="1258407" y="39509"/>
                  <a:pt x="1257606" y="40181"/>
                </a:cubicBezTo>
                <a:cubicBezTo>
                  <a:pt x="1256805" y="40854"/>
                  <a:pt x="1256405" y="41809"/>
                  <a:pt x="1256405" y="43048"/>
                </a:cubicBezTo>
                <a:cubicBezTo>
                  <a:pt x="1256405" y="44232"/>
                  <a:pt x="1257179" y="46843"/>
                  <a:pt x="1258728" y="50880"/>
                </a:cubicBezTo>
                <a:lnTo>
                  <a:pt x="1269301" y="80148"/>
                </a:lnTo>
                <a:lnTo>
                  <a:pt x="1278914" y="53206"/>
                </a:lnTo>
                <a:cubicBezTo>
                  <a:pt x="1280302" y="49334"/>
                  <a:pt x="1280996" y="46699"/>
                  <a:pt x="1280996" y="45300"/>
                </a:cubicBezTo>
                <a:cubicBezTo>
                  <a:pt x="1280996" y="43204"/>
                  <a:pt x="1280489" y="41672"/>
                  <a:pt x="1279474" y="40705"/>
                </a:cubicBezTo>
                <a:cubicBezTo>
                  <a:pt x="1278460" y="39737"/>
                  <a:pt x="1276484" y="39145"/>
                  <a:pt x="1273547" y="38930"/>
                </a:cubicBezTo>
                <a:lnTo>
                  <a:pt x="1273547" y="36046"/>
                </a:lnTo>
                <a:lnTo>
                  <a:pt x="1295735" y="36046"/>
                </a:lnTo>
                <a:lnTo>
                  <a:pt x="1295735" y="38930"/>
                </a:lnTo>
                <a:cubicBezTo>
                  <a:pt x="1293279" y="39254"/>
                  <a:pt x="1291330" y="40129"/>
                  <a:pt x="1289888" y="41556"/>
                </a:cubicBezTo>
                <a:cubicBezTo>
                  <a:pt x="1288446" y="42982"/>
                  <a:pt x="1286577" y="47036"/>
                  <a:pt x="1284281" y="53716"/>
                </a:cubicBezTo>
                <a:lnTo>
                  <a:pt x="1263294" y="113265"/>
                </a:lnTo>
                <a:lnTo>
                  <a:pt x="1258728" y="113265"/>
                </a:lnTo>
                <a:close/>
                <a:moveTo>
                  <a:pt x="1366358" y="70811"/>
                </a:moveTo>
                <a:lnTo>
                  <a:pt x="1325265" y="70811"/>
                </a:lnTo>
                <a:cubicBezTo>
                  <a:pt x="1325746" y="80770"/>
                  <a:pt x="1328389" y="88641"/>
                  <a:pt x="1333196" y="94423"/>
                </a:cubicBezTo>
                <a:cubicBezTo>
                  <a:pt x="1336880" y="98867"/>
                  <a:pt x="1341313" y="101089"/>
                  <a:pt x="1346493" y="101089"/>
                </a:cubicBezTo>
                <a:cubicBezTo>
                  <a:pt x="1349697" y="101089"/>
                  <a:pt x="1352607" y="100195"/>
                  <a:pt x="1355224" y="98406"/>
                </a:cubicBezTo>
                <a:cubicBezTo>
                  <a:pt x="1357840" y="96617"/>
                  <a:pt x="1360644" y="93399"/>
                  <a:pt x="1363635" y="88754"/>
                </a:cubicBezTo>
                <a:lnTo>
                  <a:pt x="1366358" y="90516"/>
                </a:lnTo>
                <a:cubicBezTo>
                  <a:pt x="1362299" y="98793"/>
                  <a:pt x="1357814" y="104654"/>
                  <a:pt x="1352901" y="108098"/>
                </a:cubicBezTo>
                <a:cubicBezTo>
                  <a:pt x="1347988" y="111543"/>
                  <a:pt x="1342301" y="113265"/>
                  <a:pt x="1335839" y="113265"/>
                </a:cubicBezTo>
                <a:cubicBezTo>
                  <a:pt x="1324731" y="113265"/>
                  <a:pt x="1316321" y="108989"/>
                  <a:pt x="1310607" y="100436"/>
                </a:cubicBezTo>
                <a:cubicBezTo>
                  <a:pt x="1306014" y="93540"/>
                  <a:pt x="1303718" y="84988"/>
                  <a:pt x="1303718" y="74778"/>
                </a:cubicBezTo>
                <a:cubicBezTo>
                  <a:pt x="1303718" y="62269"/>
                  <a:pt x="1307096" y="52313"/>
                  <a:pt x="1313851" y="44910"/>
                </a:cubicBezTo>
                <a:cubicBezTo>
                  <a:pt x="1320606" y="37505"/>
                  <a:pt x="1328523" y="33803"/>
                  <a:pt x="1337601" y="33803"/>
                </a:cubicBezTo>
                <a:cubicBezTo>
                  <a:pt x="1345184" y="33803"/>
                  <a:pt x="1351766" y="36914"/>
                  <a:pt x="1357346" y="43135"/>
                </a:cubicBezTo>
                <a:cubicBezTo>
                  <a:pt x="1362927" y="49356"/>
                  <a:pt x="1365931" y="58582"/>
                  <a:pt x="1366358" y="70811"/>
                </a:cubicBezTo>
                <a:moveTo>
                  <a:pt x="1346653" y="65524"/>
                </a:moveTo>
                <a:cubicBezTo>
                  <a:pt x="1346653" y="56926"/>
                  <a:pt x="1346186" y="51025"/>
                  <a:pt x="1345251" y="47821"/>
                </a:cubicBezTo>
                <a:cubicBezTo>
                  <a:pt x="1344316" y="44617"/>
                  <a:pt x="1342861" y="42187"/>
                  <a:pt x="1340885" y="40532"/>
                </a:cubicBezTo>
                <a:cubicBezTo>
                  <a:pt x="1339764" y="39571"/>
                  <a:pt x="1338269" y="39090"/>
                  <a:pt x="1336400" y="39090"/>
                </a:cubicBezTo>
                <a:cubicBezTo>
                  <a:pt x="1333623" y="39090"/>
                  <a:pt x="1331353" y="40452"/>
                  <a:pt x="1329591" y="43175"/>
                </a:cubicBezTo>
                <a:cubicBezTo>
                  <a:pt x="1326440" y="47928"/>
                  <a:pt x="1324865" y="54443"/>
                  <a:pt x="1324865" y="62720"/>
                </a:cubicBezTo>
                <a:lnTo>
                  <a:pt x="1324865" y="65524"/>
                </a:lnTo>
                <a:lnTo>
                  <a:pt x="1346653" y="65524"/>
                </a:lnTo>
                <a:close/>
                <a:moveTo>
                  <a:pt x="1406835" y="36046"/>
                </a:moveTo>
                <a:lnTo>
                  <a:pt x="1406835" y="53028"/>
                </a:lnTo>
                <a:cubicBezTo>
                  <a:pt x="1411801" y="45285"/>
                  <a:pt x="1416153" y="40145"/>
                  <a:pt x="1419891" y="37608"/>
                </a:cubicBezTo>
                <a:cubicBezTo>
                  <a:pt x="1423629" y="35072"/>
                  <a:pt x="1427234" y="33803"/>
                  <a:pt x="1430705" y="33803"/>
                </a:cubicBezTo>
                <a:cubicBezTo>
                  <a:pt x="1433696" y="33803"/>
                  <a:pt x="1436085" y="34728"/>
                  <a:pt x="1437874" y="36577"/>
                </a:cubicBezTo>
                <a:cubicBezTo>
                  <a:pt x="1439663" y="38426"/>
                  <a:pt x="1440558" y="41038"/>
                  <a:pt x="1440558" y="44414"/>
                </a:cubicBezTo>
                <a:cubicBezTo>
                  <a:pt x="1440558" y="48006"/>
                  <a:pt x="1439690" y="50793"/>
                  <a:pt x="1437954" y="52778"/>
                </a:cubicBezTo>
                <a:cubicBezTo>
                  <a:pt x="1436219" y="54760"/>
                  <a:pt x="1434123" y="55751"/>
                  <a:pt x="1431666" y="55751"/>
                </a:cubicBezTo>
                <a:cubicBezTo>
                  <a:pt x="1428836" y="55751"/>
                  <a:pt x="1426380" y="54843"/>
                  <a:pt x="1424297" y="53028"/>
                </a:cubicBezTo>
                <a:cubicBezTo>
                  <a:pt x="1422214" y="51212"/>
                  <a:pt x="1420986" y="50198"/>
                  <a:pt x="1420612" y="49984"/>
                </a:cubicBezTo>
                <a:cubicBezTo>
                  <a:pt x="1420078" y="49664"/>
                  <a:pt x="1419464" y="49503"/>
                  <a:pt x="1418770" y="49503"/>
                </a:cubicBezTo>
                <a:cubicBezTo>
                  <a:pt x="1417221" y="49503"/>
                  <a:pt x="1415753" y="50091"/>
                  <a:pt x="1414364" y="51266"/>
                </a:cubicBezTo>
                <a:cubicBezTo>
                  <a:pt x="1412175" y="53081"/>
                  <a:pt x="1410519" y="55671"/>
                  <a:pt x="1409398" y="59036"/>
                </a:cubicBezTo>
                <a:cubicBezTo>
                  <a:pt x="1407689" y="64215"/>
                  <a:pt x="1406835" y="69929"/>
                  <a:pt x="1406835" y="76177"/>
                </a:cubicBezTo>
                <a:lnTo>
                  <a:pt x="1406835" y="93399"/>
                </a:lnTo>
                <a:lnTo>
                  <a:pt x="1406915" y="97885"/>
                </a:lnTo>
                <a:cubicBezTo>
                  <a:pt x="1406915" y="100929"/>
                  <a:pt x="1407102" y="102878"/>
                  <a:pt x="1407475" y="103733"/>
                </a:cubicBezTo>
                <a:cubicBezTo>
                  <a:pt x="1408116" y="105175"/>
                  <a:pt x="1409064" y="106229"/>
                  <a:pt x="1410319" y="106897"/>
                </a:cubicBezTo>
                <a:cubicBezTo>
                  <a:pt x="1411574" y="107564"/>
                  <a:pt x="1413697" y="107978"/>
                  <a:pt x="1416687" y="108138"/>
                </a:cubicBezTo>
                <a:lnTo>
                  <a:pt x="1416687" y="111022"/>
                </a:lnTo>
                <a:lnTo>
                  <a:pt x="1376235" y="111022"/>
                </a:lnTo>
                <a:lnTo>
                  <a:pt x="1376235" y="108138"/>
                </a:lnTo>
                <a:cubicBezTo>
                  <a:pt x="1379493" y="107871"/>
                  <a:pt x="1381696" y="106977"/>
                  <a:pt x="1382844" y="105455"/>
                </a:cubicBezTo>
                <a:cubicBezTo>
                  <a:pt x="1383992" y="103933"/>
                  <a:pt x="1384566" y="99914"/>
                  <a:pt x="1384566" y="93399"/>
                </a:cubicBezTo>
                <a:lnTo>
                  <a:pt x="1384566" y="51906"/>
                </a:lnTo>
                <a:cubicBezTo>
                  <a:pt x="1384566" y="47608"/>
                  <a:pt x="1384352" y="44867"/>
                  <a:pt x="1383925" y="43686"/>
                </a:cubicBezTo>
                <a:cubicBezTo>
                  <a:pt x="1383391" y="42181"/>
                  <a:pt x="1382617" y="41079"/>
                  <a:pt x="1381602" y="40382"/>
                </a:cubicBezTo>
                <a:cubicBezTo>
                  <a:pt x="1380588" y="39682"/>
                  <a:pt x="1378799" y="39198"/>
                  <a:pt x="1376235" y="38930"/>
                </a:cubicBezTo>
                <a:lnTo>
                  <a:pt x="1376235" y="36046"/>
                </a:lnTo>
                <a:lnTo>
                  <a:pt x="1406835" y="36046"/>
                </a:lnTo>
                <a:close/>
                <a:moveTo>
                  <a:pt x="1495934" y="34124"/>
                </a:moveTo>
                <a:lnTo>
                  <a:pt x="1497136" y="59756"/>
                </a:lnTo>
                <a:lnTo>
                  <a:pt x="1494412" y="59756"/>
                </a:lnTo>
                <a:cubicBezTo>
                  <a:pt x="1491155" y="52112"/>
                  <a:pt x="1487777" y="46890"/>
                  <a:pt x="1484279" y="44091"/>
                </a:cubicBezTo>
                <a:cubicBezTo>
                  <a:pt x="1480781" y="41291"/>
                  <a:pt x="1477297" y="39891"/>
                  <a:pt x="1473826" y="39891"/>
                </a:cubicBezTo>
                <a:cubicBezTo>
                  <a:pt x="1471636" y="39891"/>
                  <a:pt x="1469767" y="40625"/>
                  <a:pt x="1468219" y="42094"/>
                </a:cubicBezTo>
                <a:cubicBezTo>
                  <a:pt x="1466670" y="43562"/>
                  <a:pt x="1465896" y="45258"/>
                  <a:pt x="1465896" y="47180"/>
                </a:cubicBezTo>
                <a:cubicBezTo>
                  <a:pt x="1465896" y="48622"/>
                  <a:pt x="1466430" y="50011"/>
                  <a:pt x="1467498" y="51346"/>
                </a:cubicBezTo>
                <a:cubicBezTo>
                  <a:pt x="1469207" y="53535"/>
                  <a:pt x="1473986" y="57287"/>
                  <a:pt x="1481836" y="62600"/>
                </a:cubicBezTo>
                <a:cubicBezTo>
                  <a:pt x="1489686" y="67914"/>
                  <a:pt x="1494853" y="72426"/>
                  <a:pt x="1497336" y="76137"/>
                </a:cubicBezTo>
                <a:cubicBezTo>
                  <a:pt x="1499819" y="79849"/>
                  <a:pt x="1501061" y="84001"/>
                  <a:pt x="1501061" y="88593"/>
                </a:cubicBezTo>
                <a:cubicBezTo>
                  <a:pt x="1501061" y="92759"/>
                  <a:pt x="1500019" y="96844"/>
                  <a:pt x="1497937" y="100849"/>
                </a:cubicBezTo>
                <a:cubicBezTo>
                  <a:pt x="1495854" y="104854"/>
                  <a:pt x="1492917" y="107925"/>
                  <a:pt x="1489125" y="110061"/>
                </a:cubicBezTo>
                <a:cubicBezTo>
                  <a:pt x="1485334" y="112197"/>
                  <a:pt x="1481142" y="113265"/>
                  <a:pt x="1476549" y="113265"/>
                </a:cubicBezTo>
                <a:cubicBezTo>
                  <a:pt x="1472971" y="113265"/>
                  <a:pt x="1468192" y="112123"/>
                  <a:pt x="1462211" y="109838"/>
                </a:cubicBezTo>
                <a:cubicBezTo>
                  <a:pt x="1460609" y="109239"/>
                  <a:pt x="1459514" y="108939"/>
                  <a:pt x="1458927" y="108939"/>
                </a:cubicBezTo>
                <a:cubicBezTo>
                  <a:pt x="1457165" y="108939"/>
                  <a:pt x="1455696" y="110274"/>
                  <a:pt x="1454521" y="112944"/>
                </a:cubicBezTo>
                <a:lnTo>
                  <a:pt x="1451878" y="112944"/>
                </a:lnTo>
                <a:lnTo>
                  <a:pt x="1450596" y="86030"/>
                </a:lnTo>
                <a:lnTo>
                  <a:pt x="1453320" y="86030"/>
                </a:lnTo>
                <a:cubicBezTo>
                  <a:pt x="1455723" y="93079"/>
                  <a:pt x="1459020" y="98366"/>
                  <a:pt x="1463212" y="101890"/>
                </a:cubicBezTo>
                <a:cubicBezTo>
                  <a:pt x="1467404" y="105415"/>
                  <a:pt x="1471369" y="107177"/>
                  <a:pt x="1475108" y="107177"/>
                </a:cubicBezTo>
                <a:cubicBezTo>
                  <a:pt x="1477671" y="107177"/>
                  <a:pt x="1479767" y="106389"/>
                  <a:pt x="1481396" y="104814"/>
                </a:cubicBezTo>
                <a:cubicBezTo>
                  <a:pt x="1483024" y="103239"/>
                  <a:pt x="1483839" y="101330"/>
                  <a:pt x="1483839" y="99087"/>
                </a:cubicBezTo>
                <a:cubicBezTo>
                  <a:pt x="1483839" y="96523"/>
                  <a:pt x="1483038" y="94307"/>
                  <a:pt x="1481436" y="92438"/>
                </a:cubicBezTo>
                <a:cubicBezTo>
                  <a:pt x="1479834" y="90569"/>
                  <a:pt x="1476256" y="87739"/>
                  <a:pt x="1470702" y="83947"/>
                </a:cubicBezTo>
                <a:cubicBezTo>
                  <a:pt x="1462531" y="78287"/>
                  <a:pt x="1457245" y="73961"/>
                  <a:pt x="1454842" y="70971"/>
                </a:cubicBezTo>
                <a:cubicBezTo>
                  <a:pt x="1451317" y="66592"/>
                  <a:pt x="1449555" y="61759"/>
                  <a:pt x="1449555" y="56472"/>
                </a:cubicBezTo>
                <a:cubicBezTo>
                  <a:pt x="1449555" y="50705"/>
                  <a:pt x="1451544" y="45485"/>
                  <a:pt x="1455522" y="40812"/>
                </a:cubicBezTo>
                <a:cubicBezTo>
                  <a:pt x="1459501" y="36140"/>
                  <a:pt x="1465255" y="33803"/>
                  <a:pt x="1472785" y="33803"/>
                </a:cubicBezTo>
                <a:cubicBezTo>
                  <a:pt x="1476843" y="33803"/>
                  <a:pt x="1480768" y="34830"/>
                  <a:pt x="1484560" y="36882"/>
                </a:cubicBezTo>
                <a:cubicBezTo>
                  <a:pt x="1486001" y="37713"/>
                  <a:pt x="1487176" y="38129"/>
                  <a:pt x="1488084" y="38129"/>
                </a:cubicBezTo>
                <a:cubicBezTo>
                  <a:pt x="1489045" y="38129"/>
                  <a:pt x="1489820" y="37929"/>
                  <a:pt x="1490407" y="37528"/>
                </a:cubicBezTo>
                <a:cubicBezTo>
                  <a:pt x="1490995" y="37127"/>
                  <a:pt x="1491929" y="35993"/>
                  <a:pt x="1493211" y="34124"/>
                </a:cubicBezTo>
                <a:lnTo>
                  <a:pt x="1495934" y="34124"/>
                </a:lnTo>
                <a:close/>
                <a:moveTo>
                  <a:pt x="1583139" y="8491"/>
                </a:moveTo>
                <a:lnTo>
                  <a:pt x="1583139" y="36046"/>
                </a:lnTo>
                <a:lnTo>
                  <a:pt x="1600921" y="36046"/>
                </a:lnTo>
                <a:lnTo>
                  <a:pt x="1600921" y="43896"/>
                </a:lnTo>
                <a:lnTo>
                  <a:pt x="1583139" y="43896"/>
                </a:lnTo>
                <a:lnTo>
                  <a:pt x="1583139" y="90240"/>
                </a:lnTo>
                <a:cubicBezTo>
                  <a:pt x="1583139" y="94578"/>
                  <a:pt x="1583339" y="97375"/>
                  <a:pt x="1583740" y="98634"/>
                </a:cubicBezTo>
                <a:cubicBezTo>
                  <a:pt x="1584140" y="99892"/>
                  <a:pt x="1584848" y="100910"/>
                  <a:pt x="1585862" y="101688"/>
                </a:cubicBezTo>
                <a:cubicBezTo>
                  <a:pt x="1586877" y="102464"/>
                  <a:pt x="1587811" y="102852"/>
                  <a:pt x="1588666" y="102852"/>
                </a:cubicBezTo>
                <a:cubicBezTo>
                  <a:pt x="1592137" y="102852"/>
                  <a:pt x="1595421" y="100181"/>
                  <a:pt x="1598518" y="94841"/>
                </a:cubicBezTo>
                <a:lnTo>
                  <a:pt x="1600921" y="96621"/>
                </a:lnTo>
                <a:cubicBezTo>
                  <a:pt x="1596596" y="106969"/>
                  <a:pt x="1589574" y="112143"/>
                  <a:pt x="1579855" y="112143"/>
                </a:cubicBezTo>
                <a:cubicBezTo>
                  <a:pt x="1575102" y="112143"/>
                  <a:pt x="1571083" y="110818"/>
                  <a:pt x="1567799" y="108166"/>
                </a:cubicBezTo>
                <a:cubicBezTo>
                  <a:pt x="1564515" y="105512"/>
                  <a:pt x="1562419" y="102551"/>
                  <a:pt x="1561511" y="99282"/>
                </a:cubicBezTo>
                <a:cubicBezTo>
                  <a:pt x="1560977" y="97460"/>
                  <a:pt x="1560710" y="92529"/>
                  <a:pt x="1560710" y="84491"/>
                </a:cubicBezTo>
                <a:lnTo>
                  <a:pt x="1560710" y="43896"/>
                </a:lnTo>
                <a:lnTo>
                  <a:pt x="1550938" y="43896"/>
                </a:lnTo>
                <a:lnTo>
                  <a:pt x="1550938" y="41085"/>
                </a:lnTo>
                <a:cubicBezTo>
                  <a:pt x="1557666" y="36322"/>
                  <a:pt x="1563393" y="31318"/>
                  <a:pt x="1568120" y="26073"/>
                </a:cubicBezTo>
                <a:cubicBezTo>
                  <a:pt x="1572846" y="20828"/>
                  <a:pt x="1576971" y="14967"/>
                  <a:pt x="1580495" y="8491"/>
                </a:cubicBezTo>
                <a:lnTo>
                  <a:pt x="1583139" y="8491"/>
                </a:lnTo>
                <a:close/>
                <a:moveTo>
                  <a:pt x="1643375" y="33803"/>
                </a:moveTo>
                <a:cubicBezTo>
                  <a:pt x="1649890" y="33803"/>
                  <a:pt x="1655951" y="35487"/>
                  <a:pt x="1661558" y="38855"/>
                </a:cubicBezTo>
                <a:cubicBezTo>
                  <a:pt x="1667165" y="42222"/>
                  <a:pt x="1671424" y="47007"/>
                  <a:pt x="1674334" y="53208"/>
                </a:cubicBezTo>
                <a:cubicBezTo>
                  <a:pt x="1677245" y="59409"/>
                  <a:pt x="1678700" y="66198"/>
                  <a:pt x="1678700" y="73574"/>
                </a:cubicBezTo>
                <a:cubicBezTo>
                  <a:pt x="1678700" y="84211"/>
                  <a:pt x="1676003" y="93112"/>
                  <a:pt x="1670610" y="100276"/>
                </a:cubicBezTo>
                <a:cubicBezTo>
                  <a:pt x="1664095" y="108935"/>
                  <a:pt x="1655096" y="113265"/>
                  <a:pt x="1643615" y="113265"/>
                </a:cubicBezTo>
                <a:cubicBezTo>
                  <a:pt x="1632347" y="113265"/>
                  <a:pt x="1623670" y="109309"/>
                  <a:pt x="1617582" y="101397"/>
                </a:cubicBezTo>
                <a:cubicBezTo>
                  <a:pt x="1611494" y="93485"/>
                  <a:pt x="1608450" y="84318"/>
                  <a:pt x="1608450" y="73895"/>
                </a:cubicBezTo>
                <a:cubicBezTo>
                  <a:pt x="1608450" y="63151"/>
                  <a:pt x="1611561" y="53783"/>
                  <a:pt x="1617782" y="45791"/>
                </a:cubicBezTo>
                <a:cubicBezTo>
                  <a:pt x="1624003" y="37799"/>
                  <a:pt x="1632534" y="33803"/>
                  <a:pt x="1643375" y="33803"/>
                </a:cubicBezTo>
                <a:moveTo>
                  <a:pt x="1643695" y="39410"/>
                </a:moveTo>
                <a:cubicBezTo>
                  <a:pt x="1640972" y="39410"/>
                  <a:pt x="1638635" y="40440"/>
                  <a:pt x="1636686" y="42499"/>
                </a:cubicBezTo>
                <a:cubicBezTo>
                  <a:pt x="1634737" y="44557"/>
                  <a:pt x="1633455" y="48620"/>
                  <a:pt x="1632841" y="54687"/>
                </a:cubicBezTo>
                <a:cubicBezTo>
                  <a:pt x="1632227" y="60755"/>
                  <a:pt x="1631920" y="69189"/>
                  <a:pt x="1631920" y="79990"/>
                </a:cubicBezTo>
                <a:cubicBezTo>
                  <a:pt x="1631920" y="85710"/>
                  <a:pt x="1632294" y="91057"/>
                  <a:pt x="1633042" y="96030"/>
                </a:cubicBezTo>
                <a:cubicBezTo>
                  <a:pt x="1633629" y="99825"/>
                  <a:pt x="1634884" y="102712"/>
                  <a:pt x="1636806" y="104691"/>
                </a:cubicBezTo>
                <a:cubicBezTo>
                  <a:pt x="1638729" y="106669"/>
                  <a:pt x="1640918" y="107658"/>
                  <a:pt x="1643375" y="107658"/>
                </a:cubicBezTo>
                <a:cubicBezTo>
                  <a:pt x="1645778" y="107658"/>
                  <a:pt x="1647780" y="106989"/>
                  <a:pt x="1649382" y="105653"/>
                </a:cubicBezTo>
                <a:cubicBezTo>
                  <a:pt x="1651465" y="103835"/>
                  <a:pt x="1652854" y="101295"/>
                  <a:pt x="1653548" y="98033"/>
                </a:cubicBezTo>
                <a:cubicBezTo>
                  <a:pt x="1654616" y="92955"/>
                  <a:pt x="1655150" y="82690"/>
                  <a:pt x="1655150" y="67239"/>
                </a:cubicBezTo>
                <a:cubicBezTo>
                  <a:pt x="1655150" y="58150"/>
                  <a:pt x="1654642" y="51909"/>
                  <a:pt x="1653628" y="48515"/>
                </a:cubicBezTo>
                <a:cubicBezTo>
                  <a:pt x="1652613" y="45119"/>
                  <a:pt x="1651118" y="42645"/>
                  <a:pt x="1649142" y="41095"/>
                </a:cubicBezTo>
                <a:cubicBezTo>
                  <a:pt x="1647754" y="39972"/>
                  <a:pt x="1645938" y="39410"/>
                  <a:pt x="1643695" y="39410"/>
                </a:cubicBezTo>
                <a:close/>
                <a:moveTo>
                  <a:pt x="1763930" y="43896"/>
                </a:moveTo>
                <a:lnTo>
                  <a:pt x="1763930" y="95963"/>
                </a:lnTo>
                <a:cubicBezTo>
                  <a:pt x="1763930" y="100982"/>
                  <a:pt x="1764464" y="104133"/>
                  <a:pt x="1765532" y="105415"/>
                </a:cubicBezTo>
                <a:cubicBezTo>
                  <a:pt x="1767240" y="107391"/>
                  <a:pt x="1770391" y="108299"/>
                  <a:pt x="1774984" y="108138"/>
                </a:cubicBezTo>
                <a:lnTo>
                  <a:pt x="1774984" y="111022"/>
                </a:lnTo>
                <a:lnTo>
                  <a:pt x="1730847" y="111022"/>
                </a:lnTo>
                <a:lnTo>
                  <a:pt x="1730847" y="108138"/>
                </a:lnTo>
                <a:cubicBezTo>
                  <a:pt x="1734212" y="108085"/>
                  <a:pt x="1736601" y="107698"/>
                  <a:pt x="1738016" y="106977"/>
                </a:cubicBezTo>
                <a:cubicBezTo>
                  <a:pt x="1739432" y="106256"/>
                  <a:pt x="1740406" y="105255"/>
                  <a:pt x="1740940" y="103973"/>
                </a:cubicBezTo>
                <a:cubicBezTo>
                  <a:pt x="1741474" y="102691"/>
                  <a:pt x="1741741" y="100021"/>
                  <a:pt x="1741741" y="95963"/>
                </a:cubicBezTo>
                <a:lnTo>
                  <a:pt x="1741741" y="43896"/>
                </a:lnTo>
                <a:lnTo>
                  <a:pt x="1730847" y="43896"/>
                </a:lnTo>
                <a:lnTo>
                  <a:pt x="1730847" y="36046"/>
                </a:lnTo>
                <a:lnTo>
                  <a:pt x="1741741" y="36046"/>
                </a:lnTo>
                <a:lnTo>
                  <a:pt x="1741741" y="30544"/>
                </a:lnTo>
                <a:lnTo>
                  <a:pt x="1741661" y="26794"/>
                </a:lnTo>
                <a:cubicBezTo>
                  <a:pt x="1741661" y="19139"/>
                  <a:pt x="1744478" y="12760"/>
                  <a:pt x="1750112" y="7657"/>
                </a:cubicBezTo>
                <a:cubicBezTo>
                  <a:pt x="1755746" y="2552"/>
                  <a:pt x="1763369" y="0"/>
                  <a:pt x="1772981" y="0"/>
                </a:cubicBezTo>
                <a:cubicBezTo>
                  <a:pt x="1779549" y="0"/>
                  <a:pt x="1784422" y="1233"/>
                  <a:pt x="1787600" y="3700"/>
                </a:cubicBezTo>
                <a:cubicBezTo>
                  <a:pt x="1790777" y="6165"/>
                  <a:pt x="1792366" y="8898"/>
                  <a:pt x="1792366" y="11900"/>
                </a:cubicBezTo>
                <a:cubicBezTo>
                  <a:pt x="1792366" y="14313"/>
                  <a:pt x="1791378" y="16404"/>
                  <a:pt x="1789402" y="18173"/>
                </a:cubicBezTo>
                <a:cubicBezTo>
                  <a:pt x="1787426" y="19942"/>
                  <a:pt x="1784810" y="20827"/>
                  <a:pt x="1781552" y="20827"/>
                </a:cubicBezTo>
                <a:cubicBezTo>
                  <a:pt x="1778775" y="20827"/>
                  <a:pt x="1776572" y="20106"/>
                  <a:pt x="1774944" y="18664"/>
                </a:cubicBezTo>
                <a:cubicBezTo>
                  <a:pt x="1773315" y="17222"/>
                  <a:pt x="1772500" y="15620"/>
                  <a:pt x="1772500" y="13858"/>
                </a:cubicBezTo>
                <a:cubicBezTo>
                  <a:pt x="1772500" y="13377"/>
                  <a:pt x="1772661" y="12389"/>
                  <a:pt x="1772981" y="10894"/>
                </a:cubicBezTo>
                <a:cubicBezTo>
                  <a:pt x="1773195" y="9986"/>
                  <a:pt x="1773302" y="9132"/>
                  <a:pt x="1773302" y="8331"/>
                </a:cubicBezTo>
                <a:cubicBezTo>
                  <a:pt x="1773302" y="7209"/>
                  <a:pt x="1772981" y="6381"/>
                  <a:pt x="1772340" y="5847"/>
                </a:cubicBezTo>
                <a:cubicBezTo>
                  <a:pt x="1771486" y="5046"/>
                  <a:pt x="1770445" y="4646"/>
                  <a:pt x="1769216" y="4646"/>
                </a:cubicBezTo>
                <a:cubicBezTo>
                  <a:pt x="1767668" y="4646"/>
                  <a:pt x="1766373" y="5282"/>
                  <a:pt x="1765331" y="6553"/>
                </a:cubicBezTo>
                <a:cubicBezTo>
                  <a:pt x="1764290" y="7825"/>
                  <a:pt x="1763769" y="9865"/>
                  <a:pt x="1763769" y="12674"/>
                </a:cubicBezTo>
                <a:lnTo>
                  <a:pt x="1763930" y="26587"/>
                </a:lnTo>
                <a:lnTo>
                  <a:pt x="1763930" y="36046"/>
                </a:lnTo>
                <a:lnTo>
                  <a:pt x="1774984" y="36046"/>
                </a:lnTo>
                <a:lnTo>
                  <a:pt x="1774984" y="43896"/>
                </a:lnTo>
                <a:lnTo>
                  <a:pt x="1763930" y="43896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ormthe">
            <a:extLst xmlns:a="http://schemas.openxmlformats.org/drawingml/2006/main">
              <a:ext uri="{FF2B5EF4-FFF2-40B4-BE49-F238E27FC236}">
                <a16:creationId xmlns:a16="http://schemas.microsoft.com/office/drawing/2014/main" id="{C682EE9B-3EB5-4841-8C45-AA47FB8A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524" y="3806958"/>
            <a:ext cx="541410" cy="110862"/>
          </a:xfrm>
          <a:custGeom xmlns:a="http://schemas.openxmlformats.org/drawingml/2006/main">
            <a:pathLst>
              <a:path w="541410" h="110862">
                <a:moveTo>
                  <a:pt x="34925" y="31400"/>
                </a:moveTo>
                <a:cubicBezTo>
                  <a:pt x="41440" y="31400"/>
                  <a:pt x="47501" y="33084"/>
                  <a:pt x="53108" y="36452"/>
                </a:cubicBezTo>
                <a:cubicBezTo>
                  <a:pt x="58715" y="39819"/>
                  <a:pt x="62974" y="44604"/>
                  <a:pt x="65884" y="50805"/>
                </a:cubicBezTo>
                <a:cubicBezTo>
                  <a:pt x="68795" y="57006"/>
                  <a:pt x="70250" y="63795"/>
                  <a:pt x="70250" y="71171"/>
                </a:cubicBezTo>
                <a:cubicBezTo>
                  <a:pt x="70250" y="81808"/>
                  <a:pt x="67553" y="90709"/>
                  <a:pt x="62160" y="97873"/>
                </a:cubicBezTo>
                <a:cubicBezTo>
                  <a:pt x="55645" y="106532"/>
                  <a:pt x="46646" y="110862"/>
                  <a:pt x="35165" y="110862"/>
                </a:cubicBezTo>
                <a:cubicBezTo>
                  <a:pt x="23897" y="110862"/>
                  <a:pt x="15219" y="106906"/>
                  <a:pt x="9132" y="98994"/>
                </a:cubicBezTo>
                <a:cubicBezTo>
                  <a:pt x="3044" y="91082"/>
                  <a:pt x="0" y="81915"/>
                  <a:pt x="0" y="71491"/>
                </a:cubicBezTo>
                <a:cubicBezTo>
                  <a:pt x="0" y="60748"/>
                  <a:pt x="3111" y="51380"/>
                  <a:pt x="9332" y="43388"/>
                </a:cubicBezTo>
                <a:cubicBezTo>
                  <a:pt x="15553" y="35396"/>
                  <a:pt x="24084" y="31400"/>
                  <a:pt x="34925" y="31400"/>
                </a:cubicBezTo>
                <a:moveTo>
                  <a:pt x="35245" y="37007"/>
                </a:moveTo>
                <a:cubicBezTo>
                  <a:pt x="32522" y="37007"/>
                  <a:pt x="30185" y="38037"/>
                  <a:pt x="28236" y="40096"/>
                </a:cubicBezTo>
                <a:cubicBezTo>
                  <a:pt x="26287" y="42154"/>
                  <a:pt x="25005" y="46217"/>
                  <a:pt x="24391" y="52284"/>
                </a:cubicBezTo>
                <a:cubicBezTo>
                  <a:pt x="23777" y="58352"/>
                  <a:pt x="23470" y="66786"/>
                  <a:pt x="23470" y="77587"/>
                </a:cubicBezTo>
                <a:cubicBezTo>
                  <a:pt x="23470" y="83307"/>
                  <a:pt x="23844" y="88654"/>
                  <a:pt x="24591" y="93627"/>
                </a:cubicBezTo>
                <a:cubicBezTo>
                  <a:pt x="25179" y="97422"/>
                  <a:pt x="26434" y="100309"/>
                  <a:pt x="28356" y="102288"/>
                </a:cubicBezTo>
                <a:cubicBezTo>
                  <a:pt x="30279" y="104266"/>
                  <a:pt x="32468" y="105255"/>
                  <a:pt x="34925" y="105255"/>
                </a:cubicBezTo>
                <a:cubicBezTo>
                  <a:pt x="37328" y="105255"/>
                  <a:pt x="39330" y="104586"/>
                  <a:pt x="40932" y="103250"/>
                </a:cubicBezTo>
                <a:cubicBezTo>
                  <a:pt x="43015" y="101432"/>
                  <a:pt x="44403" y="98892"/>
                  <a:pt x="45098" y="95630"/>
                </a:cubicBezTo>
                <a:cubicBezTo>
                  <a:pt x="46166" y="90552"/>
                  <a:pt x="46700" y="80287"/>
                  <a:pt x="46700" y="64835"/>
                </a:cubicBezTo>
                <a:cubicBezTo>
                  <a:pt x="46700" y="55747"/>
                  <a:pt x="46192" y="49506"/>
                  <a:pt x="45178" y="46111"/>
                </a:cubicBezTo>
                <a:cubicBezTo>
                  <a:pt x="44163" y="42715"/>
                  <a:pt x="42668" y="40242"/>
                  <a:pt x="40692" y="38692"/>
                </a:cubicBezTo>
                <a:cubicBezTo>
                  <a:pt x="39304" y="37569"/>
                  <a:pt x="37488" y="37007"/>
                  <a:pt x="35245" y="37007"/>
                </a:cubicBezTo>
                <a:close/>
                <a:moveTo>
                  <a:pt x="112704" y="33643"/>
                </a:moveTo>
                <a:lnTo>
                  <a:pt x="112704" y="50625"/>
                </a:lnTo>
                <a:cubicBezTo>
                  <a:pt x="117670" y="42882"/>
                  <a:pt x="122023" y="37742"/>
                  <a:pt x="125761" y="35205"/>
                </a:cubicBezTo>
                <a:cubicBezTo>
                  <a:pt x="129499" y="32668"/>
                  <a:pt x="133103" y="31400"/>
                  <a:pt x="136575" y="31400"/>
                </a:cubicBezTo>
                <a:cubicBezTo>
                  <a:pt x="139565" y="31400"/>
                  <a:pt x="141955" y="32325"/>
                  <a:pt x="143744" y="34174"/>
                </a:cubicBezTo>
                <a:cubicBezTo>
                  <a:pt x="145533" y="36023"/>
                  <a:pt x="146427" y="38635"/>
                  <a:pt x="146427" y="42011"/>
                </a:cubicBezTo>
                <a:cubicBezTo>
                  <a:pt x="146427" y="45602"/>
                  <a:pt x="145559" y="48390"/>
                  <a:pt x="143824" y="50374"/>
                </a:cubicBezTo>
                <a:cubicBezTo>
                  <a:pt x="142088" y="52357"/>
                  <a:pt x="139992" y="53348"/>
                  <a:pt x="137536" y="53348"/>
                </a:cubicBezTo>
                <a:cubicBezTo>
                  <a:pt x="134706" y="53348"/>
                  <a:pt x="132249" y="52440"/>
                  <a:pt x="130166" y="50625"/>
                </a:cubicBezTo>
                <a:cubicBezTo>
                  <a:pt x="128084" y="48809"/>
                  <a:pt x="126856" y="47794"/>
                  <a:pt x="126482" y="47581"/>
                </a:cubicBezTo>
                <a:cubicBezTo>
                  <a:pt x="125948" y="47260"/>
                  <a:pt x="125334" y="47100"/>
                  <a:pt x="124639" y="47100"/>
                </a:cubicBezTo>
                <a:cubicBezTo>
                  <a:pt x="123091" y="47100"/>
                  <a:pt x="121622" y="47688"/>
                  <a:pt x="120234" y="48863"/>
                </a:cubicBezTo>
                <a:cubicBezTo>
                  <a:pt x="118044" y="50678"/>
                  <a:pt x="116389" y="53268"/>
                  <a:pt x="115267" y="56632"/>
                </a:cubicBezTo>
                <a:cubicBezTo>
                  <a:pt x="113558" y="61812"/>
                  <a:pt x="112704" y="67526"/>
                  <a:pt x="112704" y="73774"/>
                </a:cubicBezTo>
                <a:lnTo>
                  <a:pt x="112704" y="90996"/>
                </a:lnTo>
                <a:lnTo>
                  <a:pt x="112784" y="95482"/>
                </a:lnTo>
                <a:cubicBezTo>
                  <a:pt x="112784" y="98526"/>
                  <a:pt x="112971" y="100475"/>
                  <a:pt x="113345" y="101330"/>
                </a:cubicBezTo>
                <a:cubicBezTo>
                  <a:pt x="113986" y="102771"/>
                  <a:pt x="114934" y="103826"/>
                  <a:pt x="116189" y="104494"/>
                </a:cubicBezTo>
                <a:cubicBezTo>
                  <a:pt x="117443" y="105161"/>
                  <a:pt x="119566" y="105575"/>
                  <a:pt x="122557" y="105735"/>
                </a:cubicBezTo>
                <a:lnTo>
                  <a:pt x="122557" y="108619"/>
                </a:lnTo>
                <a:lnTo>
                  <a:pt x="82105" y="108619"/>
                </a:lnTo>
                <a:lnTo>
                  <a:pt x="82105" y="105735"/>
                </a:lnTo>
                <a:cubicBezTo>
                  <a:pt x="85362" y="105468"/>
                  <a:pt x="87565" y="104574"/>
                  <a:pt x="88713" y="103052"/>
                </a:cubicBezTo>
                <a:cubicBezTo>
                  <a:pt x="89862" y="101530"/>
                  <a:pt x="90436" y="97511"/>
                  <a:pt x="90436" y="90996"/>
                </a:cubicBezTo>
                <a:lnTo>
                  <a:pt x="90436" y="49503"/>
                </a:lnTo>
                <a:cubicBezTo>
                  <a:pt x="90436" y="45204"/>
                  <a:pt x="90222" y="42464"/>
                  <a:pt x="89795" y="41283"/>
                </a:cubicBezTo>
                <a:cubicBezTo>
                  <a:pt x="89261" y="39778"/>
                  <a:pt x="88486" y="38676"/>
                  <a:pt x="87472" y="37979"/>
                </a:cubicBezTo>
                <a:cubicBezTo>
                  <a:pt x="86457" y="37279"/>
                  <a:pt x="84668" y="36795"/>
                  <a:pt x="82105" y="36527"/>
                </a:cubicBezTo>
                <a:lnTo>
                  <a:pt x="82105" y="33643"/>
                </a:lnTo>
                <a:lnTo>
                  <a:pt x="112704" y="33643"/>
                </a:lnTo>
                <a:close/>
                <a:moveTo>
                  <a:pt x="185542" y="33643"/>
                </a:moveTo>
                <a:lnTo>
                  <a:pt x="185542" y="43576"/>
                </a:lnTo>
                <a:cubicBezTo>
                  <a:pt x="189654" y="39060"/>
                  <a:pt x="193459" y="35902"/>
                  <a:pt x="196956" y="34101"/>
                </a:cubicBezTo>
                <a:cubicBezTo>
                  <a:pt x="200454" y="32300"/>
                  <a:pt x="204286" y="31400"/>
                  <a:pt x="208451" y="31400"/>
                </a:cubicBezTo>
                <a:cubicBezTo>
                  <a:pt x="213257" y="31400"/>
                  <a:pt x="217289" y="32528"/>
                  <a:pt x="220547" y="34784"/>
                </a:cubicBezTo>
                <a:cubicBezTo>
                  <a:pt x="223804" y="37041"/>
                  <a:pt x="226314" y="40478"/>
                  <a:pt x="228076" y="45098"/>
                </a:cubicBezTo>
                <a:cubicBezTo>
                  <a:pt x="232348" y="40263"/>
                  <a:pt x="236447" y="36772"/>
                  <a:pt x="240372" y="34624"/>
                </a:cubicBezTo>
                <a:cubicBezTo>
                  <a:pt x="244297" y="32475"/>
                  <a:pt x="248395" y="31400"/>
                  <a:pt x="252668" y="31400"/>
                </a:cubicBezTo>
                <a:cubicBezTo>
                  <a:pt x="257848" y="31400"/>
                  <a:pt x="261973" y="32590"/>
                  <a:pt x="265043" y="34970"/>
                </a:cubicBezTo>
                <a:cubicBezTo>
                  <a:pt x="268114" y="37349"/>
                  <a:pt x="270250" y="40371"/>
                  <a:pt x="271452" y="44034"/>
                </a:cubicBezTo>
                <a:cubicBezTo>
                  <a:pt x="272653" y="47697"/>
                  <a:pt x="273254" y="53538"/>
                  <a:pt x="273254" y="61559"/>
                </a:cubicBezTo>
                <a:lnTo>
                  <a:pt x="273254" y="92278"/>
                </a:lnTo>
                <a:cubicBezTo>
                  <a:pt x="273254" y="98045"/>
                  <a:pt x="273775" y="101623"/>
                  <a:pt x="274816" y="103012"/>
                </a:cubicBezTo>
                <a:cubicBezTo>
                  <a:pt x="275857" y="104400"/>
                  <a:pt x="278033" y="105308"/>
                  <a:pt x="281344" y="105735"/>
                </a:cubicBezTo>
                <a:lnTo>
                  <a:pt x="281344" y="108619"/>
                </a:lnTo>
                <a:lnTo>
                  <a:pt x="242655" y="108619"/>
                </a:lnTo>
                <a:lnTo>
                  <a:pt x="242655" y="105735"/>
                </a:lnTo>
                <a:cubicBezTo>
                  <a:pt x="245699" y="105468"/>
                  <a:pt x="247942" y="104293"/>
                  <a:pt x="249383" y="102211"/>
                </a:cubicBezTo>
                <a:cubicBezTo>
                  <a:pt x="250345" y="100769"/>
                  <a:pt x="250825" y="97458"/>
                  <a:pt x="250825" y="92278"/>
                </a:cubicBezTo>
                <a:lnTo>
                  <a:pt x="250825" y="60077"/>
                </a:lnTo>
                <a:cubicBezTo>
                  <a:pt x="250825" y="53402"/>
                  <a:pt x="250558" y="49156"/>
                  <a:pt x="250024" y="47341"/>
                </a:cubicBezTo>
                <a:cubicBezTo>
                  <a:pt x="249490" y="45525"/>
                  <a:pt x="248649" y="44177"/>
                  <a:pt x="247501" y="43295"/>
                </a:cubicBezTo>
                <a:cubicBezTo>
                  <a:pt x="246353" y="42414"/>
                  <a:pt x="245004" y="41974"/>
                  <a:pt x="243456" y="41974"/>
                </a:cubicBezTo>
                <a:cubicBezTo>
                  <a:pt x="241160" y="41974"/>
                  <a:pt x="238837" y="42815"/>
                  <a:pt x="236487" y="44497"/>
                </a:cubicBezTo>
                <a:cubicBezTo>
                  <a:pt x="234137" y="46179"/>
                  <a:pt x="231761" y="48702"/>
                  <a:pt x="229358" y="52067"/>
                </a:cubicBezTo>
                <a:lnTo>
                  <a:pt x="229358" y="92278"/>
                </a:lnTo>
                <a:cubicBezTo>
                  <a:pt x="229358" y="97672"/>
                  <a:pt x="229812" y="101063"/>
                  <a:pt x="230720" y="102451"/>
                </a:cubicBezTo>
                <a:cubicBezTo>
                  <a:pt x="231948" y="104427"/>
                  <a:pt x="234297" y="105522"/>
                  <a:pt x="237769" y="105735"/>
                </a:cubicBezTo>
                <a:lnTo>
                  <a:pt x="237769" y="108619"/>
                </a:lnTo>
                <a:lnTo>
                  <a:pt x="198999" y="108619"/>
                </a:lnTo>
                <a:lnTo>
                  <a:pt x="198999" y="105735"/>
                </a:lnTo>
                <a:cubicBezTo>
                  <a:pt x="201082" y="105628"/>
                  <a:pt x="202724" y="105108"/>
                  <a:pt x="203925" y="104173"/>
                </a:cubicBezTo>
                <a:cubicBezTo>
                  <a:pt x="205127" y="103239"/>
                  <a:pt x="205928" y="102117"/>
                  <a:pt x="206328" y="100809"/>
                </a:cubicBezTo>
                <a:cubicBezTo>
                  <a:pt x="206729" y="99501"/>
                  <a:pt x="206929" y="96657"/>
                  <a:pt x="206929" y="92278"/>
                </a:cubicBezTo>
                <a:lnTo>
                  <a:pt x="206929" y="60027"/>
                </a:lnTo>
                <a:cubicBezTo>
                  <a:pt x="206929" y="53233"/>
                  <a:pt x="206662" y="48981"/>
                  <a:pt x="206128" y="47270"/>
                </a:cubicBezTo>
                <a:cubicBezTo>
                  <a:pt x="205594" y="45558"/>
                  <a:pt x="204700" y="44221"/>
                  <a:pt x="203445" y="43258"/>
                </a:cubicBezTo>
                <a:cubicBezTo>
                  <a:pt x="202190" y="42295"/>
                  <a:pt x="200841" y="41813"/>
                  <a:pt x="199399" y="41813"/>
                </a:cubicBezTo>
                <a:cubicBezTo>
                  <a:pt x="197263" y="41813"/>
                  <a:pt x="195314" y="42378"/>
                  <a:pt x="193552" y="43508"/>
                </a:cubicBezTo>
                <a:cubicBezTo>
                  <a:pt x="191042" y="45177"/>
                  <a:pt x="188372" y="48030"/>
                  <a:pt x="185542" y="52067"/>
                </a:cubicBezTo>
                <a:lnTo>
                  <a:pt x="185542" y="92278"/>
                </a:lnTo>
                <a:cubicBezTo>
                  <a:pt x="185542" y="97565"/>
                  <a:pt x="186062" y="101049"/>
                  <a:pt x="187104" y="102731"/>
                </a:cubicBezTo>
                <a:cubicBezTo>
                  <a:pt x="188145" y="104414"/>
                  <a:pt x="190321" y="105415"/>
                  <a:pt x="193632" y="105735"/>
                </a:cubicBezTo>
                <a:lnTo>
                  <a:pt x="193632" y="108619"/>
                </a:lnTo>
                <a:lnTo>
                  <a:pt x="155023" y="108619"/>
                </a:lnTo>
                <a:lnTo>
                  <a:pt x="155023" y="105735"/>
                </a:lnTo>
                <a:cubicBezTo>
                  <a:pt x="158173" y="105415"/>
                  <a:pt x="160416" y="104400"/>
                  <a:pt x="161751" y="102691"/>
                </a:cubicBezTo>
                <a:cubicBezTo>
                  <a:pt x="162659" y="101517"/>
                  <a:pt x="163113" y="98045"/>
                  <a:pt x="163113" y="92278"/>
                </a:cubicBezTo>
                <a:lnTo>
                  <a:pt x="163113" y="49984"/>
                </a:lnTo>
                <a:cubicBezTo>
                  <a:pt x="163113" y="44255"/>
                  <a:pt x="162592" y="40688"/>
                  <a:pt x="161551" y="39283"/>
                </a:cubicBezTo>
                <a:cubicBezTo>
                  <a:pt x="160510" y="37878"/>
                  <a:pt x="158334" y="36959"/>
                  <a:pt x="155023" y="36527"/>
                </a:cubicBezTo>
                <a:lnTo>
                  <a:pt x="155023" y="33643"/>
                </a:lnTo>
                <a:lnTo>
                  <a:pt x="185542" y="33643"/>
                </a:lnTo>
                <a:close/>
                <a:moveTo>
                  <a:pt x="361846" y="6088"/>
                </a:moveTo>
                <a:lnTo>
                  <a:pt x="361846" y="33643"/>
                </a:lnTo>
                <a:lnTo>
                  <a:pt x="379629" y="33643"/>
                </a:lnTo>
                <a:lnTo>
                  <a:pt x="379629" y="41493"/>
                </a:lnTo>
                <a:lnTo>
                  <a:pt x="361846" y="41493"/>
                </a:lnTo>
                <a:lnTo>
                  <a:pt x="361846" y="87837"/>
                </a:lnTo>
                <a:cubicBezTo>
                  <a:pt x="361846" y="92175"/>
                  <a:pt x="362046" y="94972"/>
                  <a:pt x="362447" y="96231"/>
                </a:cubicBezTo>
                <a:cubicBezTo>
                  <a:pt x="362847" y="97489"/>
                  <a:pt x="363555" y="98507"/>
                  <a:pt x="364570" y="99284"/>
                </a:cubicBezTo>
                <a:cubicBezTo>
                  <a:pt x="365584" y="100060"/>
                  <a:pt x="366519" y="100448"/>
                  <a:pt x="367373" y="100448"/>
                </a:cubicBezTo>
                <a:cubicBezTo>
                  <a:pt x="370844" y="100448"/>
                  <a:pt x="374129" y="97778"/>
                  <a:pt x="377226" y="92438"/>
                </a:cubicBezTo>
                <a:lnTo>
                  <a:pt x="379629" y="94218"/>
                </a:lnTo>
                <a:cubicBezTo>
                  <a:pt x="375303" y="104566"/>
                  <a:pt x="368281" y="109740"/>
                  <a:pt x="358562" y="109740"/>
                </a:cubicBezTo>
                <a:cubicBezTo>
                  <a:pt x="353809" y="109740"/>
                  <a:pt x="349791" y="108415"/>
                  <a:pt x="346507" y="105763"/>
                </a:cubicBezTo>
                <a:cubicBezTo>
                  <a:pt x="343222" y="103109"/>
                  <a:pt x="341126" y="100148"/>
                  <a:pt x="340219" y="96879"/>
                </a:cubicBezTo>
                <a:cubicBezTo>
                  <a:pt x="339685" y="95057"/>
                  <a:pt x="339418" y="90126"/>
                  <a:pt x="339418" y="82088"/>
                </a:cubicBezTo>
                <a:lnTo>
                  <a:pt x="339418" y="41493"/>
                </a:lnTo>
                <a:lnTo>
                  <a:pt x="329645" y="41493"/>
                </a:lnTo>
                <a:lnTo>
                  <a:pt x="329645" y="38682"/>
                </a:lnTo>
                <a:cubicBezTo>
                  <a:pt x="336374" y="33919"/>
                  <a:pt x="342101" y="28915"/>
                  <a:pt x="346827" y="23670"/>
                </a:cubicBezTo>
                <a:cubicBezTo>
                  <a:pt x="351553" y="18425"/>
                  <a:pt x="355678" y="12564"/>
                  <a:pt x="359203" y="6088"/>
                </a:cubicBezTo>
                <a:lnTo>
                  <a:pt x="361846" y="6088"/>
                </a:lnTo>
                <a:close/>
                <a:moveTo>
                  <a:pt x="417356" y="0"/>
                </a:moveTo>
                <a:lnTo>
                  <a:pt x="417356" y="43335"/>
                </a:lnTo>
                <a:cubicBezTo>
                  <a:pt x="421468" y="38980"/>
                  <a:pt x="425233" y="35902"/>
                  <a:pt x="428650" y="34101"/>
                </a:cubicBezTo>
                <a:cubicBezTo>
                  <a:pt x="432068" y="32300"/>
                  <a:pt x="435619" y="31400"/>
                  <a:pt x="439304" y="31400"/>
                </a:cubicBezTo>
                <a:cubicBezTo>
                  <a:pt x="444003" y="31400"/>
                  <a:pt x="448022" y="32735"/>
                  <a:pt x="451359" y="35405"/>
                </a:cubicBezTo>
                <a:cubicBezTo>
                  <a:pt x="454697" y="38075"/>
                  <a:pt x="456913" y="41213"/>
                  <a:pt x="458008" y="44817"/>
                </a:cubicBezTo>
                <a:cubicBezTo>
                  <a:pt x="459103" y="48422"/>
                  <a:pt x="459650" y="54496"/>
                  <a:pt x="459650" y="63041"/>
                </a:cubicBezTo>
                <a:lnTo>
                  <a:pt x="459650" y="92278"/>
                </a:lnTo>
                <a:cubicBezTo>
                  <a:pt x="459650" y="98027"/>
                  <a:pt x="460184" y="101613"/>
                  <a:pt x="461252" y="103037"/>
                </a:cubicBezTo>
                <a:cubicBezTo>
                  <a:pt x="462320" y="104460"/>
                  <a:pt x="464483" y="105360"/>
                  <a:pt x="467740" y="105735"/>
                </a:cubicBezTo>
                <a:lnTo>
                  <a:pt x="467740" y="108619"/>
                </a:lnTo>
                <a:lnTo>
                  <a:pt x="429772" y="108619"/>
                </a:lnTo>
                <a:lnTo>
                  <a:pt x="429772" y="105735"/>
                </a:lnTo>
                <a:cubicBezTo>
                  <a:pt x="432442" y="105360"/>
                  <a:pt x="434444" y="104285"/>
                  <a:pt x="435779" y="102511"/>
                </a:cubicBezTo>
                <a:cubicBezTo>
                  <a:pt x="436741" y="101114"/>
                  <a:pt x="437221" y="97703"/>
                  <a:pt x="437221" y="92278"/>
                </a:cubicBezTo>
                <a:lnTo>
                  <a:pt x="437221" y="58928"/>
                </a:lnTo>
                <a:cubicBezTo>
                  <a:pt x="437221" y="52743"/>
                  <a:pt x="436981" y="48865"/>
                  <a:pt x="436500" y="47293"/>
                </a:cubicBezTo>
                <a:cubicBezTo>
                  <a:pt x="436020" y="45719"/>
                  <a:pt x="435205" y="44493"/>
                  <a:pt x="434057" y="43613"/>
                </a:cubicBezTo>
                <a:cubicBezTo>
                  <a:pt x="432909" y="42734"/>
                  <a:pt x="431614" y="42294"/>
                  <a:pt x="430172" y="42294"/>
                </a:cubicBezTo>
                <a:cubicBezTo>
                  <a:pt x="428036" y="42294"/>
                  <a:pt x="425954" y="43028"/>
                  <a:pt x="423924" y="44497"/>
                </a:cubicBezTo>
                <a:cubicBezTo>
                  <a:pt x="421895" y="45965"/>
                  <a:pt x="419706" y="48542"/>
                  <a:pt x="417356" y="52227"/>
                </a:cubicBezTo>
                <a:lnTo>
                  <a:pt x="417356" y="92278"/>
                </a:lnTo>
                <a:cubicBezTo>
                  <a:pt x="417356" y="97650"/>
                  <a:pt x="417756" y="101008"/>
                  <a:pt x="418557" y="102351"/>
                </a:cubicBezTo>
                <a:cubicBezTo>
                  <a:pt x="419572" y="104177"/>
                  <a:pt x="421655" y="105305"/>
                  <a:pt x="424805" y="105735"/>
                </a:cubicBezTo>
                <a:lnTo>
                  <a:pt x="424805" y="108619"/>
                </a:lnTo>
                <a:lnTo>
                  <a:pt x="386837" y="108619"/>
                </a:lnTo>
                <a:lnTo>
                  <a:pt x="386837" y="105735"/>
                </a:lnTo>
                <a:cubicBezTo>
                  <a:pt x="389988" y="105413"/>
                  <a:pt x="392230" y="104393"/>
                  <a:pt x="393565" y="102674"/>
                </a:cubicBezTo>
                <a:cubicBezTo>
                  <a:pt x="394473" y="101492"/>
                  <a:pt x="394927" y="98027"/>
                  <a:pt x="394927" y="92278"/>
                </a:cubicBezTo>
                <a:lnTo>
                  <a:pt x="394927" y="16341"/>
                </a:lnTo>
                <a:cubicBezTo>
                  <a:pt x="394927" y="10612"/>
                  <a:pt x="394407" y="7045"/>
                  <a:pt x="393365" y="5640"/>
                </a:cubicBezTo>
                <a:cubicBezTo>
                  <a:pt x="392324" y="4235"/>
                  <a:pt x="390148" y="3316"/>
                  <a:pt x="386837" y="2884"/>
                </a:cubicBezTo>
                <a:lnTo>
                  <a:pt x="386837" y="0"/>
                </a:lnTo>
                <a:lnTo>
                  <a:pt x="417356" y="0"/>
                </a:lnTo>
                <a:close/>
                <a:moveTo>
                  <a:pt x="541410" y="68408"/>
                </a:moveTo>
                <a:lnTo>
                  <a:pt x="500318" y="68408"/>
                </a:lnTo>
                <a:cubicBezTo>
                  <a:pt x="500798" y="78367"/>
                  <a:pt x="503442" y="86238"/>
                  <a:pt x="508248" y="92020"/>
                </a:cubicBezTo>
                <a:cubicBezTo>
                  <a:pt x="511932" y="96464"/>
                  <a:pt x="516365" y="98686"/>
                  <a:pt x="521545" y="98686"/>
                </a:cubicBezTo>
                <a:cubicBezTo>
                  <a:pt x="524749" y="98686"/>
                  <a:pt x="527659" y="97792"/>
                  <a:pt x="530276" y="96003"/>
                </a:cubicBezTo>
                <a:cubicBezTo>
                  <a:pt x="532893" y="94214"/>
                  <a:pt x="535696" y="90996"/>
                  <a:pt x="538687" y="86350"/>
                </a:cubicBezTo>
                <a:lnTo>
                  <a:pt x="541410" y="88113"/>
                </a:lnTo>
                <a:cubicBezTo>
                  <a:pt x="537352" y="96390"/>
                  <a:pt x="532866" y="102251"/>
                  <a:pt x="527953" y="105695"/>
                </a:cubicBezTo>
                <a:cubicBezTo>
                  <a:pt x="523040" y="109140"/>
                  <a:pt x="517353" y="110862"/>
                  <a:pt x="510891" y="110862"/>
                </a:cubicBezTo>
                <a:cubicBezTo>
                  <a:pt x="499784" y="110862"/>
                  <a:pt x="491373" y="106586"/>
                  <a:pt x="485659" y="98033"/>
                </a:cubicBezTo>
                <a:cubicBezTo>
                  <a:pt x="481066" y="91137"/>
                  <a:pt x="478770" y="82585"/>
                  <a:pt x="478770" y="72375"/>
                </a:cubicBezTo>
                <a:cubicBezTo>
                  <a:pt x="478770" y="59866"/>
                  <a:pt x="482148" y="49910"/>
                  <a:pt x="488903" y="42507"/>
                </a:cubicBezTo>
                <a:cubicBezTo>
                  <a:pt x="495658" y="35102"/>
                  <a:pt x="503575" y="31400"/>
                  <a:pt x="512653" y="31400"/>
                </a:cubicBezTo>
                <a:cubicBezTo>
                  <a:pt x="520236" y="31400"/>
                  <a:pt x="526818" y="34511"/>
                  <a:pt x="532399" y="40732"/>
                </a:cubicBezTo>
                <a:cubicBezTo>
                  <a:pt x="537979" y="46953"/>
                  <a:pt x="540983" y="56179"/>
                  <a:pt x="541410" y="68408"/>
                </a:cubicBezTo>
                <a:moveTo>
                  <a:pt x="521705" y="63121"/>
                </a:moveTo>
                <a:cubicBezTo>
                  <a:pt x="521705" y="54523"/>
                  <a:pt x="521238" y="48622"/>
                  <a:pt x="520303" y="45418"/>
                </a:cubicBezTo>
                <a:cubicBezTo>
                  <a:pt x="519369" y="42214"/>
                  <a:pt x="517913" y="39784"/>
                  <a:pt x="515938" y="38129"/>
                </a:cubicBezTo>
                <a:cubicBezTo>
                  <a:pt x="514816" y="37168"/>
                  <a:pt x="513321" y="36687"/>
                  <a:pt x="511452" y="36687"/>
                </a:cubicBezTo>
                <a:cubicBezTo>
                  <a:pt x="508675" y="36687"/>
                  <a:pt x="506405" y="38049"/>
                  <a:pt x="504643" y="40772"/>
                </a:cubicBezTo>
                <a:cubicBezTo>
                  <a:pt x="501492" y="45525"/>
                  <a:pt x="499917" y="52040"/>
                  <a:pt x="499917" y="60317"/>
                </a:cubicBezTo>
                <a:lnTo>
                  <a:pt x="499917" y="63121"/>
                </a:lnTo>
                <a:lnTo>
                  <a:pt x="521705" y="6312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targetdataset.">
            <a:extLst xmlns:a="http://schemas.openxmlformats.org/drawingml/2006/main">
              <a:ext uri="{FF2B5EF4-FFF2-40B4-BE49-F238E27FC236}">
                <a16:creationId xmlns:a16="http://schemas.microsoft.com/office/drawing/2014/main" id="{41F54579-1246-42B1-BCBA-4D738C8F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961" y="4012021"/>
            <a:ext cx="992008" cy="144024"/>
          </a:xfrm>
          <a:custGeom xmlns:a="http://schemas.openxmlformats.org/drawingml/2006/main">
            <a:pathLst>
              <a:path w="992008" h="144024">
                <a:moveTo>
                  <a:pt x="32201" y="6088"/>
                </a:moveTo>
                <a:lnTo>
                  <a:pt x="32201" y="33643"/>
                </a:lnTo>
                <a:lnTo>
                  <a:pt x="49984" y="33643"/>
                </a:lnTo>
                <a:lnTo>
                  <a:pt x="49984" y="41493"/>
                </a:lnTo>
                <a:lnTo>
                  <a:pt x="32201" y="41493"/>
                </a:lnTo>
                <a:lnTo>
                  <a:pt x="32201" y="87837"/>
                </a:lnTo>
                <a:cubicBezTo>
                  <a:pt x="32201" y="92175"/>
                  <a:pt x="32401" y="94972"/>
                  <a:pt x="32802" y="96231"/>
                </a:cubicBezTo>
                <a:cubicBezTo>
                  <a:pt x="33202" y="97489"/>
                  <a:pt x="33910" y="98507"/>
                  <a:pt x="34925" y="99284"/>
                </a:cubicBezTo>
                <a:cubicBezTo>
                  <a:pt x="35939" y="100060"/>
                  <a:pt x="36874" y="100448"/>
                  <a:pt x="37728" y="100448"/>
                </a:cubicBezTo>
                <a:cubicBezTo>
                  <a:pt x="41199" y="100448"/>
                  <a:pt x="44484" y="97778"/>
                  <a:pt x="47581" y="92438"/>
                </a:cubicBezTo>
                <a:lnTo>
                  <a:pt x="49984" y="94218"/>
                </a:lnTo>
                <a:cubicBezTo>
                  <a:pt x="45658" y="104566"/>
                  <a:pt x="38636" y="109740"/>
                  <a:pt x="28917" y="109740"/>
                </a:cubicBezTo>
                <a:cubicBezTo>
                  <a:pt x="24164" y="109740"/>
                  <a:pt x="20146" y="108415"/>
                  <a:pt x="16862" y="105763"/>
                </a:cubicBezTo>
                <a:cubicBezTo>
                  <a:pt x="13577" y="103109"/>
                  <a:pt x="11481" y="100148"/>
                  <a:pt x="10574" y="96879"/>
                </a:cubicBezTo>
                <a:cubicBezTo>
                  <a:pt x="10040" y="95057"/>
                  <a:pt x="9772" y="90126"/>
                  <a:pt x="9772" y="82088"/>
                </a:cubicBezTo>
                <a:lnTo>
                  <a:pt x="9772" y="41493"/>
                </a:lnTo>
                <a:lnTo>
                  <a:pt x="0" y="41493"/>
                </a:lnTo>
                <a:lnTo>
                  <a:pt x="0" y="38682"/>
                </a:lnTo>
                <a:cubicBezTo>
                  <a:pt x="6729" y="33919"/>
                  <a:pt x="12456" y="28915"/>
                  <a:pt x="17182" y="23670"/>
                </a:cubicBezTo>
                <a:cubicBezTo>
                  <a:pt x="21908" y="18425"/>
                  <a:pt x="26033" y="12564"/>
                  <a:pt x="29558" y="6088"/>
                </a:cubicBezTo>
                <a:lnTo>
                  <a:pt x="32201" y="6088"/>
                </a:lnTo>
                <a:close/>
                <a:moveTo>
                  <a:pt x="98445" y="97565"/>
                </a:moveTo>
                <a:cubicBezTo>
                  <a:pt x="89313" y="105682"/>
                  <a:pt x="81116" y="109740"/>
                  <a:pt x="73853" y="109740"/>
                </a:cubicBezTo>
                <a:cubicBezTo>
                  <a:pt x="69581" y="109740"/>
                  <a:pt x="66030" y="108334"/>
                  <a:pt x="63200" y="105522"/>
                </a:cubicBezTo>
                <a:cubicBezTo>
                  <a:pt x="60369" y="102709"/>
                  <a:pt x="58954" y="99186"/>
                  <a:pt x="58954" y="94954"/>
                </a:cubicBezTo>
                <a:cubicBezTo>
                  <a:pt x="58954" y="89220"/>
                  <a:pt x="61411" y="84063"/>
                  <a:pt x="66324" y="79482"/>
                </a:cubicBezTo>
                <a:cubicBezTo>
                  <a:pt x="71236" y="74901"/>
                  <a:pt x="81943" y="68806"/>
                  <a:pt x="98445" y="61198"/>
                </a:cubicBezTo>
                <a:lnTo>
                  <a:pt x="98445" y="53669"/>
                </a:lnTo>
                <a:cubicBezTo>
                  <a:pt x="98445" y="48008"/>
                  <a:pt x="98138" y="44444"/>
                  <a:pt x="97523" y="42975"/>
                </a:cubicBezTo>
                <a:cubicBezTo>
                  <a:pt x="96909" y="41506"/>
                  <a:pt x="95748" y="40225"/>
                  <a:pt x="94039" y="39130"/>
                </a:cubicBezTo>
                <a:cubicBezTo>
                  <a:pt x="92330" y="38035"/>
                  <a:pt x="90408" y="37488"/>
                  <a:pt x="88272" y="37488"/>
                </a:cubicBezTo>
                <a:cubicBezTo>
                  <a:pt x="84800" y="37488"/>
                  <a:pt x="81943" y="38262"/>
                  <a:pt x="79701" y="39811"/>
                </a:cubicBezTo>
                <a:cubicBezTo>
                  <a:pt x="78312" y="40772"/>
                  <a:pt x="77618" y="41894"/>
                  <a:pt x="77618" y="43175"/>
                </a:cubicBezTo>
                <a:cubicBezTo>
                  <a:pt x="77618" y="44297"/>
                  <a:pt x="78366" y="45685"/>
                  <a:pt x="79861" y="47341"/>
                </a:cubicBezTo>
                <a:cubicBezTo>
                  <a:pt x="81890" y="49637"/>
                  <a:pt x="82905" y="51853"/>
                  <a:pt x="82905" y="53989"/>
                </a:cubicBezTo>
                <a:cubicBezTo>
                  <a:pt x="82905" y="56606"/>
                  <a:pt x="81930" y="58835"/>
                  <a:pt x="79981" y="60678"/>
                </a:cubicBezTo>
                <a:cubicBezTo>
                  <a:pt x="78032" y="62520"/>
                  <a:pt x="75482" y="63441"/>
                  <a:pt x="72331" y="63441"/>
                </a:cubicBezTo>
                <a:cubicBezTo>
                  <a:pt x="68967" y="63441"/>
                  <a:pt x="66150" y="62427"/>
                  <a:pt x="63880" y="60397"/>
                </a:cubicBezTo>
                <a:cubicBezTo>
                  <a:pt x="61611" y="58368"/>
                  <a:pt x="60476" y="55992"/>
                  <a:pt x="60476" y="53268"/>
                </a:cubicBezTo>
                <a:cubicBezTo>
                  <a:pt x="60476" y="49423"/>
                  <a:pt x="61998" y="45752"/>
                  <a:pt x="65042" y="42254"/>
                </a:cubicBezTo>
                <a:cubicBezTo>
                  <a:pt x="68086" y="38756"/>
                  <a:pt x="72331" y="36073"/>
                  <a:pt x="77778" y="34204"/>
                </a:cubicBezTo>
                <a:cubicBezTo>
                  <a:pt x="83225" y="32335"/>
                  <a:pt x="88886" y="31400"/>
                  <a:pt x="94760" y="31400"/>
                </a:cubicBezTo>
                <a:cubicBezTo>
                  <a:pt x="101862" y="31400"/>
                  <a:pt x="107483" y="32913"/>
                  <a:pt x="111621" y="35938"/>
                </a:cubicBezTo>
                <a:cubicBezTo>
                  <a:pt x="115760" y="38962"/>
                  <a:pt x="118444" y="42241"/>
                  <a:pt x="119672" y="45774"/>
                </a:cubicBezTo>
                <a:cubicBezTo>
                  <a:pt x="120419" y="48021"/>
                  <a:pt x="120793" y="53186"/>
                  <a:pt x="120793" y="61268"/>
                </a:cubicBezTo>
                <a:lnTo>
                  <a:pt x="120793" y="90413"/>
                </a:lnTo>
                <a:cubicBezTo>
                  <a:pt x="120793" y="93839"/>
                  <a:pt x="120927" y="95994"/>
                  <a:pt x="121194" y="96879"/>
                </a:cubicBezTo>
                <a:cubicBezTo>
                  <a:pt x="121461" y="97762"/>
                  <a:pt x="121861" y="98418"/>
                  <a:pt x="122395" y="98846"/>
                </a:cubicBezTo>
                <a:cubicBezTo>
                  <a:pt x="122929" y="99274"/>
                  <a:pt x="123543" y="99487"/>
                  <a:pt x="124238" y="99487"/>
                </a:cubicBezTo>
                <a:cubicBezTo>
                  <a:pt x="125626" y="99487"/>
                  <a:pt x="127041" y="98499"/>
                  <a:pt x="128483" y="96523"/>
                </a:cubicBezTo>
                <a:lnTo>
                  <a:pt x="130886" y="98446"/>
                </a:lnTo>
                <a:cubicBezTo>
                  <a:pt x="128216" y="102398"/>
                  <a:pt x="125452" y="105268"/>
                  <a:pt x="122595" y="107057"/>
                </a:cubicBezTo>
                <a:cubicBezTo>
                  <a:pt x="119738" y="108846"/>
                  <a:pt x="116494" y="109740"/>
                  <a:pt x="112863" y="109740"/>
                </a:cubicBezTo>
                <a:cubicBezTo>
                  <a:pt x="108591" y="109740"/>
                  <a:pt x="105253" y="108732"/>
                  <a:pt x="102850" y="106717"/>
                </a:cubicBezTo>
                <a:cubicBezTo>
                  <a:pt x="100447" y="104701"/>
                  <a:pt x="98979" y="101650"/>
                  <a:pt x="98445" y="97565"/>
                </a:cubicBezTo>
                <a:moveTo>
                  <a:pt x="98445" y="91637"/>
                </a:moveTo>
                <a:lnTo>
                  <a:pt x="98445" y="66580"/>
                </a:lnTo>
                <a:cubicBezTo>
                  <a:pt x="91983" y="70390"/>
                  <a:pt x="87177" y="74469"/>
                  <a:pt x="84026" y="78816"/>
                </a:cubicBezTo>
                <a:cubicBezTo>
                  <a:pt x="81943" y="81713"/>
                  <a:pt x="80902" y="84637"/>
                  <a:pt x="80902" y="87590"/>
                </a:cubicBezTo>
                <a:cubicBezTo>
                  <a:pt x="80902" y="90058"/>
                  <a:pt x="81783" y="92231"/>
                  <a:pt x="83546" y="94110"/>
                </a:cubicBezTo>
                <a:cubicBezTo>
                  <a:pt x="84881" y="95559"/>
                  <a:pt x="86750" y="96283"/>
                  <a:pt x="89153" y="96283"/>
                </a:cubicBezTo>
                <a:cubicBezTo>
                  <a:pt x="91823" y="96283"/>
                  <a:pt x="94920" y="94735"/>
                  <a:pt x="98445" y="91637"/>
                </a:cubicBezTo>
                <a:close/>
                <a:moveTo>
                  <a:pt x="170217" y="33643"/>
                </a:moveTo>
                <a:lnTo>
                  <a:pt x="170217" y="50625"/>
                </a:lnTo>
                <a:cubicBezTo>
                  <a:pt x="175183" y="42882"/>
                  <a:pt x="179535" y="37742"/>
                  <a:pt x="183274" y="35205"/>
                </a:cubicBezTo>
                <a:cubicBezTo>
                  <a:pt x="187012" y="32668"/>
                  <a:pt x="190616" y="31400"/>
                  <a:pt x="194087" y="31400"/>
                </a:cubicBezTo>
                <a:cubicBezTo>
                  <a:pt x="197078" y="31400"/>
                  <a:pt x="199468" y="32325"/>
                  <a:pt x="201257" y="34174"/>
                </a:cubicBezTo>
                <a:cubicBezTo>
                  <a:pt x="203046" y="36023"/>
                  <a:pt x="203940" y="38635"/>
                  <a:pt x="203940" y="42011"/>
                </a:cubicBezTo>
                <a:cubicBezTo>
                  <a:pt x="203940" y="45602"/>
                  <a:pt x="203072" y="48390"/>
                  <a:pt x="201337" y="50374"/>
                </a:cubicBezTo>
                <a:cubicBezTo>
                  <a:pt x="199601" y="52357"/>
                  <a:pt x="197505" y="53348"/>
                  <a:pt x="195049" y="53348"/>
                </a:cubicBezTo>
                <a:cubicBezTo>
                  <a:pt x="192218" y="53348"/>
                  <a:pt x="189762" y="52440"/>
                  <a:pt x="187679" y="50625"/>
                </a:cubicBezTo>
                <a:cubicBezTo>
                  <a:pt x="185597" y="48809"/>
                  <a:pt x="184368" y="47794"/>
                  <a:pt x="183994" y="47581"/>
                </a:cubicBezTo>
                <a:cubicBezTo>
                  <a:pt x="183460" y="47260"/>
                  <a:pt x="182846" y="47100"/>
                  <a:pt x="182152" y="47100"/>
                </a:cubicBezTo>
                <a:cubicBezTo>
                  <a:pt x="180603" y="47100"/>
                  <a:pt x="179135" y="47688"/>
                  <a:pt x="177746" y="48863"/>
                </a:cubicBezTo>
                <a:cubicBezTo>
                  <a:pt x="175557" y="50678"/>
                  <a:pt x="173902" y="53268"/>
                  <a:pt x="172780" y="56632"/>
                </a:cubicBezTo>
                <a:cubicBezTo>
                  <a:pt x="171071" y="61812"/>
                  <a:pt x="170217" y="67526"/>
                  <a:pt x="170217" y="73774"/>
                </a:cubicBezTo>
                <a:lnTo>
                  <a:pt x="170217" y="90996"/>
                </a:lnTo>
                <a:lnTo>
                  <a:pt x="170297" y="95482"/>
                </a:lnTo>
                <a:cubicBezTo>
                  <a:pt x="170297" y="98526"/>
                  <a:pt x="170484" y="100475"/>
                  <a:pt x="170858" y="101330"/>
                </a:cubicBezTo>
                <a:cubicBezTo>
                  <a:pt x="171499" y="102771"/>
                  <a:pt x="172446" y="103826"/>
                  <a:pt x="173701" y="104494"/>
                </a:cubicBezTo>
                <a:cubicBezTo>
                  <a:pt x="174956" y="105161"/>
                  <a:pt x="177079" y="105575"/>
                  <a:pt x="180069" y="105735"/>
                </a:cubicBezTo>
                <a:lnTo>
                  <a:pt x="180069" y="108619"/>
                </a:lnTo>
                <a:lnTo>
                  <a:pt x="139618" y="108619"/>
                </a:lnTo>
                <a:lnTo>
                  <a:pt x="139618" y="105735"/>
                </a:lnTo>
                <a:cubicBezTo>
                  <a:pt x="142875" y="105468"/>
                  <a:pt x="145078" y="104574"/>
                  <a:pt x="146226" y="103052"/>
                </a:cubicBezTo>
                <a:cubicBezTo>
                  <a:pt x="147374" y="101530"/>
                  <a:pt x="147948" y="97511"/>
                  <a:pt x="147948" y="90996"/>
                </a:cubicBezTo>
                <a:lnTo>
                  <a:pt x="147948" y="49503"/>
                </a:lnTo>
                <a:cubicBezTo>
                  <a:pt x="147948" y="45204"/>
                  <a:pt x="147735" y="42464"/>
                  <a:pt x="147308" y="41283"/>
                </a:cubicBezTo>
                <a:cubicBezTo>
                  <a:pt x="146774" y="39778"/>
                  <a:pt x="145999" y="38676"/>
                  <a:pt x="144985" y="37979"/>
                </a:cubicBezTo>
                <a:cubicBezTo>
                  <a:pt x="143970" y="37279"/>
                  <a:pt x="142181" y="36795"/>
                  <a:pt x="139618" y="36527"/>
                </a:cubicBezTo>
                <a:lnTo>
                  <a:pt x="139618" y="33643"/>
                </a:lnTo>
                <a:lnTo>
                  <a:pt x="170217" y="33643"/>
                </a:lnTo>
                <a:close/>
                <a:moveTo>
                  <a:pt x="260037" y="34604"/>
                </a:moveTo>
                <a:lnTo>
                  <a:pt x="285269" y="34604"/>
                </a:lnTo>
                <a:lnTo>
                  <a:pt x="285269" y="43416"/>
                </a:lnTo>
                <a:lnTo>
                  <a:pt x="270930" y="43416"/>
                </a:lnTo>
                <a:cubicBezTo>
                  <a:pt x="273547" y="46032"/>
                  <a:pt x="275363" y="48409"/>
                  <a:pt x="276377" y="50545"/>
                </a:cubicBezTo>
                <a:cubicBezTo>
                  <a:pt x="277659" y="53428"/>
                  <a:pt x="278300" y="56446"/>
                  <a:pt x="278300" y="59596"/>
                </a:cubicBezTo>
                <a:cubicBezTo>
                  <a:pt x="278300" y="64936"/>
                  <a:pt x="276818" y="69569"/>
                  <a:pt x="273854" y="73494"/>
                </a:cubicBezTo>
                <a:cubicBezTo>
                  <a:pt x="270890" y="77419"/>
                  <a:pt x="266859" y="80490"/>
                  <a:pt x="261759" y="82706"/>
                </a:cubicBezTo>
                <a:cubicBezTo>
                  <a:pt x="256659" y="84922"/>
                  <a:pt x="252133" y="86030"/>
                  <a:pt x="248181" y="86030"/>
                </a:cubicBezTo>
                <a:cubicBezTo>
                  <a:pt x="247861" y="86030"/>
                  <a:pt x="244657" y="85897"/>
                  <a:pt x="238569" y="85630"/>
                </a:cubicBezTo>
                <a:cubicBezTo>
                  <a:pt x="236166" y="85630"/>
                  <a:pt x="234150" y="86413"/>
                  <a:pt x="232521" y="87980"/>
                </a:cubicBezTo>
                <a:cubicBezTo>
                  <a:pt x="230893" y="89547"/>
                  <a:pt x="230078" y="91419"/>
                  <a:pt x="230078" y="93595"/>
                </a:cubicBezTo>
                <a:cubicBezTo>
                  <a:pt x="230078" y="95507"/>
                  <a:pt x="230813" y="97074"/>
                  <a:pt x="232281" y="98296"/>
                </a:cubicBezTo>
                <a:cubicBezTo>
                  <a:pt x="233750" y="99517"/>
                  <a:pt x="236139" y="100128"/>
                  <a:pt x="239450" y="100128"/>
                </a:cubicBezTo>
                <a:lnTo>
                  <a:pt x="253308" y="99968"/>
                </a:lnTo>
                <a:cubicBezTo>
                  <a:pt x="264522" y="99968"/>
                  <a:pt x="272239" y="101199"/>
                  <a:pt x="276458" y="103660"/>
                </a:cubicBezTo>
                <a:cubicBezTo>
                  <a:pt x="282492" y="107083"/>
                  <a:pt x="285509" y="112352"/>
                  <a:pt x="285509" y="119468"/>
                </a:cubicBezTo>
                <a:cubicBezTo>
                  <a:pt x="285509" y="124015"/>
                  <a:pt x="284121" y="128148"/>
                  <a:pt x="281344" y="131866"/>
                </a:cubicBezTo>
                <a:cubicBezTo>
                  <a:pt x="278567" y="135584"/>
                  <a:pt x="274909" y="138326"/>
                  <a:pt x="270370" y="140092"/>
                </a:cubicBezTo>
                <a:cubicBezTo>
                  <a:pt x="263481" y="142713"/>
                  <a:pt x="255551" y="144024"/>
                  <a:pt x="246579" y="144024"/>
                </a:cubicBezTo>
                <a:cubicBezTo>
                  <a:pt x="239851" y="144024"/>
                  <a:pt x="233710" y="143370"/>
                  <a:pt x="228156" y="142062"/>
                </a:cubicBezTo>
                <a:cubicBezTo>
                  <a:pt x="222602" y="140753"/>
                  <a:pt x="218624" y="138937"/>
                  <a:pt x="216221" y="136612"/>
                </a:cubicBezTo>
                <a:cubicBezTo>
                  <a:pt x="213817" y="134289"/>
                  <a:pt x="212616" y="131845"/>
                  <a:pt x="212616" y="129280"/>
                </a:cubicBezTo>
                <a:cubicBezTo>
                  <a:pt x="212616" y="126824"/>
                  <a:pt x="213537" y="124620"/>
                  <a:pt x="215379" y="122669"/>
                </a:cubicBezTo>
                <a:cubicBezTo>
                  <a:pt x="217222" y="120720"/>
                  <a:pt x="220653" y="119078"/>
                  <a:pt x="225673" y="117743"/>
                </a:cubicBezTo>
                <a:cubicBezTo>
                  <a:pt x="218730" y="114325"/>
                  <a:pt x="215259" y="109573"/>
                  <a:pt x="215259" y="103487"/>
                </a:cubicBezTo>
                <a:cubicBezTo>
                  <a:pt x="215259" y="99803"/>
                  <a:pt x="216674" y="96226"/>
                  <a:pt x="219505" y="92756"/>
                </a:cubicBezTo>
                <a:cubicBezTo>
                  <a:pt x="222335" y="89285"/>
                  <a:pt x="226821" y="86268"/>
                  <a:pt x="232962" y="83705"/>
                </a:cubicBezTo>
                <a:cubicBezTo>
                  <a:pt x="225806" y="81085"/>
                  <a:pt x="220626" y="77635"/>
                  <a:pt x="217422" y="73356"/>
                </a:cubicBezTo>
                <a:cubicBezTo>
                  <a:pt x="214218" y="69078"/>
                  <a:pt x="212616" y="64130"/>
                  <a:pt x="212616" y="58515"/>
                </a:cubicBezTo>
                <a:cubicBezTo>
                  <a:pt x="212616" y="51189"/>
                  <a:pt x="215606" y="44838"/>
                  <a:pt x="221587" y="39463"/>
                </a:cubicBezTo>
                <a:cubicBezTo>
                  <a:pt x="227568" y="34088"/>
                  <a:pt x="235258" y="31400"/>
                  <a:pt x="244657" y="31400"/>
                </a:cubicBezTo>
                <a:cubicBezTo>
                  <a:pt x="249623" y="31400"/>
                  <a:pt x="254750" y="32468"/>
                  <a:pt x="260037" y="34604"/>
                </a:cubicBezTo>
                <a:moveTo>
                  <a:pt x="246179" y="36527"/>
                </a:moveTo>
                <a:cubicBezTo>
                  <a:pt x="243082" y="36527"/>
                  <a:pt x="240465" y="38086"/>
                  <a:pt x="238329" y="41205"/>
                </a:cubicBezTo>
                <a:cubicBezTo>
                  <a:pt x="236193" y="44323"/>
                  <a:pt x="235125" y="50786"/>
                  <a:pt x="235125" y="60595"/>
                </a:cubicBezTo>
                <a:cubicBezTo>
                  <a:pt x="235125" y="68537"/>
                  <a:pt x="236179" y="73987"/>
                  <a:pt x="238289" y="76946"/>
                </a:cubicBezTo>
                <a:cubicBezTo>
                  <a:pt x="240398" y="79905"/>
                  <a:pt x="242895" y="81384"/>
                  <a:pt x="245778" y="81384"/>
                </a:cubicBezTo>
                <a:cubicBezTo>
                  <a:pt x="248982" y="81384"/>
                  <a:pt x="251652" y="79918"/>
                  <a:pt x="253789" y="76986"/>
                </a:cubicBezTo>
                <a:cubicBezTo>
                  <a:pt x="255925" y="74054"/>
                  <a:pt x="256993" y="68350"/>
                  <a:pt x="256993" y="59874"/>
                </a:cubicBezTo>
                <a:cubicBezTo>
                  <a:pt x="256993" y="50334"/>
                  <a:pt x="255791" y="43830"/>
                  <a:pt x="253388" y="40364"/>
                </a:cubicBezTo>
                <a:cubicBezTo>
                  <a:pt x="251679" y="37806"/>
                  <a:pt x="249276" y="36527"/>
                  <a:pt x="246179" y="36527"/>
                </a:cubicBezTo>
                <a:moveTo>
                  <a:pt x="241453" y="119673"/>
                </a:moveTo>
                <a:cubicBezTo>
                  <a:pt x="236006" y="119673"/>
                  <a:pt x="232401" y="120125"/>
                  <a:pt x="230639" y="121030"/>
                </a:cubicBezTo>
                <a:cubicBezTo>
                  <a:pt x="227595" y="122677"/>
                  <a:pt x="226073" y="124910"/>
                  <a:pt x="226073" y="127728"/>
                </a:cubicBezTo>
                <a:cubicBezTo>
                  <a:pt x="226073" y="130440"/>
                  <a:pt x="227648" y="132899"/>
                  <a:pt x="230799" y="135105"/>
                </a:cubicBezTo>
                <a:cubicBezTo>
                  <a:pt x="233950" y="137313"/>
                  <a:pt x="239877" y="138417"/>
                  <a:pt x="248582" y="138417"/>
                </a:cubicBezTo>
                <a:cubicBezTo>
                  <a:pt x="256005" y="138417"/>
                  <a:pt x="261839" y="137433"/>
                  <a:pt x="266084" y="135466"/>
                </a:cubicBezTo>
                <a:cubicBezTo>
                  <a:pt x="270330" y="133498"/>
                  <a:pt x="272452" y="130733"/>
                  <a:pt x="272452" y="127170"/>
                </a:cubicBezTo>
                <a:cubicBezTo>
                  <a:pt x="272452" y="125842"/>
                  <a:pt x="272052" y="124725"/>
                  <a:pt x="271251" y="123821"/>
                </a:cubicBezTo>
                <a:cubicBezTo>
                  <a:pt x="269809" y="122226"/>
                  <a:pt x="267633" y="121135"/>
                  <a:pt x="264723" y="120549"/>
                </a:cubicBezTo>
                <a:cubicBezTo>
                  <a:pt x="261812" y="119965"/>
                  <a:pt x="254056" y="119673"/>
                  <a:pt x="241453" y="119673"/>
                </a:cubicBezTo>
                <a:close/>
                <a:moveTo>
                  <a:pt x="357441" y="68408"/>
                </a:moveTo>
                <a:lnTo>
                  <a:pt x="316348" y="68408"/>
                </a:lnTo>
                <a:cubicBezTo>
                  <a:pt x="316829" y="78367"/>
                  <a:pt x="319472" y="86238"/>
                  <a:pt x="324279" y="92020"/>
                </a:cubicBezTo>
                <a:cubicBezTo>
                  <a:pt x="327963" y="96464"/>
                  <a:pt x="332396" y="98686"/>
                  <a:pt x="337576" y="98686"/>
                </a:cubicBezTo>
                <a:cubicBezTo>
                  <a:pt x="340780" y="98686"/>
                  <a:pt x="343690" y="97792"/>
                  <a:pt x="346307" y="96003"/>
                </a:cubicBezTo>
                <a:cubicBezTo>
                  <a:pt x="348923" y="94214"/>
                  <a:pt x="351727" y="90996"/>
                  <a:pt x="354718" y="86350"/>
                </a:cubicBezTo>
                <a:lnTo>
                  <a:pt x="357441" y="88113"/>
                </a:lnTo>
                <a:cubicBezTo>
                  <a:pt x="353383" y="96390"/>
                  <a:pt x="348897" y="102251"/>
                  <a:pt x="343984" y="105695"/>
                </a:cubicBezTo>
                <a:cubicBezTo>
                  <a:pt x="339071" y="109140"/>
                  <a:pt x="333384" y="110862"/>
                  <a:pt x="326922" y="110862"/>
                </a:cubicBezTo>
                <a:cubicBezTo>
                  <a:pt x="315814" y="110862"/>
                  <a:pt x="307404" y="106586"/>
                  <a:pt x="301690" y="98033"/>
                </a:cubicBezTo>
                <a:cubicBezTo>
                  <a:pt x="297097" y="91137"/>
                  <a:pt x="294801" y="82585"/>
                  <a:pt x="294801" y="72375"/>
                </a:cubicBezTo>
                <a:cubicBezTo>
                  <a:pt x="294801" y="59866"/>
                  <a:pt x="298179" y="49910"/>
                  <a:pt x="304934" y="42507"/>
                </a:cubicBezTo>
                <a:cubicBezTo>
                  <a:pt x="311689" y="35102"/>
                  <a:pt x="319606" y="31400"/>
                  <a:pt x="328684" y="31400"/>
                </a:cubicBezTo>
                <a:cubicBezTo>
                  <a:pt x="336267" y="31400"/>
                  <a:pt x="342849" y="34511"/>
                  <a:pt x="348430" y="40732"/>
                </a:cubicBezTo>
                <a:cubicBezTo>
                  <a:pt x="354010" y="46953"/>
                  <a:pt x="357014" y="56179"/>
                  <a:pt x="357441" y="68408"/>
                </a:cubicBezTo>
                <a:moveTo>
                  <a:pt x="337736" y="63121"/>
                </a:moveTo>
                <a:cubicBezTo>
                  <a:pt x="337736" y="54523"/>
                  <a:pt x="337269" y="48622"/>
                  <a:pt x="336334" y="45418"/>
                </a:cubicBezTo>
                <a:cubicBezTo>
                  <a:pt x="335400" y="42214"/>
                  <a:pt x="333944" y="39784"/>
                  <a:pt x="331968" y="38129"/>
                </a:cubicBezTo>
                <a:cubicBezTo>
                  <a:pt x="330847" y="37168"/>
                  <a:pt x="329352" y="36687"/>
                  <a:pt x="327483" y="36687"/>
                </a:cubicBezTo>
                <a:cubicBezTo>
                  <a:pt x="324706" y="36687"/>
                  <a:pt x="322436" y="38049"/>
                  <a:pt x="320674" y="40772"/>
                </a:cubicBezTo>
                <a:cubicBezTo>
                  <a:pt x="317523" y="45525"/>
                  <a:pt x="315948" y="52040"/>
                  <a:pt x="315948" y="60317"/>
                </a:cubicBezTo>
                <a:lnTo>
                  <a:pt x="315948" y="63121"/>
                </a:lnTo>
                <a:lnTo>
                  <a:pt x="337736" y="63121"/>
                </a:lnTo>
                <a:close/>
                <a:moveTo>
                  <a:pt x="396556" y="6088"/>
                </a:moveTo>
                <a:lnTo>
                  <a:pt x="396556" y="33643"/>
                </a:lnTo>
                <a:lnTo>
                  <a:pt x="414339" y="33643"/>
                </a:lnTo>
                <a:lnTo>
                  <a:pt x="414339" y="41493"/>
                </a:lnTo>
                <a:lnTo>
                  <a:pt x="396556" y="41493"/>
                </a:lnTo>
                <a:lnTo>
                  <a:pt x="396556" y="87837"/>
                </a:lnTo>
                <a:cubicBezTo>
                  <a:pt x="396556" y="92175"/>
                  <a:pt x="396756" y="94972"/>
                  <a:pt x="397157" y="96231"/>
                </a:cubicBezTo>
                <a:cubicBezTo>
                  <a:pt x="397557" y="97489"/>
                  <a:pt x="398265" y="98507"/>
                  <a:pt x="399280" y="99284"/>
                </a:cubicBezTo>
                <a:cubicBezTo>
                  <a:pt x="400294" y="100060"/>
                  <a:pt x="401229" y="100448"/>
                  <a:pt x="402083" y="100448"/>
                </a:cubicBezTo>
                <a:cubicBezTo>
                  <a:pt x="405554" y="100448"/>
                  <a:pt x="408839" y="97778"/>
                  <a:pt x="411936" y="92438"/>
                </a:cubicBezTo>
                <a:lnTo>
                  <a:pt x="414339" y="94218"/>
                </a:lnTo>
                <a:cubicBezTo>
                  <a:pt x="410013" y="104566"/>
                  <a:pt x="402991" y="109740"/>
                  <a:pt x="393272" y="109740"/>
                </a:cubicBezTo>
                <a:cubicBezTo>
                  <a:pt x="388519" y="109740"/>
                  <a:pt x="384501" y="108415"/>
                  <a:pt x="381217" y="105763"/>
                </a:cubicBezTo>
                <a:cubicBezTo>
                  <a:pt x="377932" y="103109"/>
                  <a:pt x="375836" y="100148"/>
                  <a:pt x="374928" y="96879"/>
                </a:cubicBezTo>
                <a:cubicBezTo>
                  <a:pt x="374394" y="95057"/>
                  <a:pt x="374127" y="90126"/>
                  <a:pt x="374127" y="82088"/>
                </a:cubicBezTo>
                <a:lnTo>
                  <a:pt x="374127" y="41493"/>
                </a:lnTo>
                <a:lnTo>
                  <a:pt x="364355" y="41493"/>
                </a:lnTo>
                <a:lnTo>
                  <a:pt x="364355" y="38682"/>
                </a:lnTo>
                <a:cubicBezTo>
                  <a:pt x="371084" y="33919"/>
                  <a:pt x="376811" y="28915"/>
                  <a:pt x="381537" y="23670"/>
                </a:cubicBezTo>
                <a:cubicBezTo>
                  <a:pt x="386263" y="18425"/>
                  <a:pt x="390388" y="12564"/>
                  <a:pt x="393913" y="6088"/>
                </a:cubicBezTo>
                <a:lnTo>
                  <a:pt x="396556" y="6088"/>
                </a:lnTo>
                <a:close/>
                <a:moveTo>
                  <a:pt x="535292" y="0"/>
                </a:moveTo>
                <a:lnTo>
                  <a:pt x="535292" y="86190"/>
                </a:lnTo>
                <a:cubicBezTo>
                  <a:pt x="535292" y="91953"/>
                  <a:pt x="535452" y="95362"/>
                  <a:pt x="535773" y="96418"/>
                </a:cubicBezTo>
                <a:cubicBezTo>
                  <a:pt x="536200" y="98164"/>
                  <a:pt x="537014" y="99460"/>
                  <a:pt x="538216" y="100306"/>
                </a:cubicBezTo>
                <a:cubicBezTo>
                  <a:pt x="539417" y="101150"/>
                  <a:pt x="541513" y="101678"/>
                  <a:pt x="544504" y="101890"/>
                </a:cubicBezTo>
                <a:lnTo>
                  <a:pt x="544504" y="104774"/>
                </a:lnTo>
                <a:lnTo>
                  <a:pt x="512863" y="110862"/>
                </a:lnTo>
                <a:lnTo>
                  <a:pt x="512863" y="99007"/>
                </a:lnTo>
                <a:cubicBezTo>
                  <a:pt x="509072" y="103599"/>
                  <a:pt x="505694" y="106723"/>
                  <a:pt x="502730" y="108379"/>
                </a:cubicBezTo>
                <a:cubicBezTo>
                  <a:pt x="499767" y="110034"/>
                  <a:pt x="496416" y="110862"/>
                  <a:pt x="492678" y="110862"/>
                </a:cubicBezTo>
                <a:cubicBezTo>
                  <a:pt x="483119" y="110862"/>
                  <a:pt x="475562" y="106586"/>
                  <a:pt x="470009" y="98033"/>
                </a:cubicBezTo>
                <a:cubicBezTo>
                  <a:pt x="465523" y="91084"/>
                  <a:pt x="463280" y="82558"/>
                  <a:pt x="463280" y="72455"/>
                </a:cubicBezTo>
                <a:cubicBezTo>
                  <a:pt x="463280" y="64383"/>
                  <a:pt x="464668" y="57153"/>
                  <a:pt x="467445" y="50765"/>
                </a:cubicBezTo>
                <a:cubicBezTo>
                  <a:pt x="470222" y="44377"/>
                  <a:pt x="474027" y="39552"/>
                  <a:pt x="478860" y="36291"/>
                </a:cubicBezTo>
                <a:cubicBezTo>
                  <a:pt x="483693" y="33031"/>
                  <a:pt x="488886" y="31400"/>
                  <a:pt x="494440" y="31400"/>
                </a:cubicBezTo>
                <a:cubicBezTo>
                  <a:pt x="498018" y="31400"/>
                  <a:pt x="501195" y="32100"/>
                  <a:pt x="503972" y="33500"/>
                </a:cubicBezTo>
                <a:cubicBezTo>
                  <a:pt x="506749" y="34900"/>
                  <a:pt x="509713" y="37351"/>
                  <a:pt x="512863" y="40852"/>
                </a:cubicBezTo>
                <a:lnTo>
                  <a:pt x="512863" y="18263"/>
                </a:lnTo>
                <a:cubicBezTo>
                  <a:pt x="512863" y="12549"/>
                  <a:pt x="512623" y="9105"/>
                  <a:pt x="512142" y="7930"/>
                </a:cubicBezTo>
                <a:cubicBezTo>
                  <a:pt x="511502" y="6381"/>
                  <a:pt x="510540" y="5233"/>
                  <a:pt x="509259" y="4486"/>
                </a:cubicBezTo>
                <a:cubicBezTo>
                  <a:pt x="507977" y="3738"/>
                  <a:pt x="505574" y="3364"/>
                  <a:pt x="502050" y="3364"/>
                </a:cubicBezTo>
                <a:lnTo>
                  <a:pt x="502050" y="0"/>
                </a:lnTo>
                <a:lnTo>
                  <a:pt x="535292" y="0"/>
                </a:lnTo>
                <a:moveTo>
                  <a:pt x="512863" y="50625"/>
                </a:moveTo>
                <a:cubicBezTo>
                  <a:pt x="508912" y="43149"/>
                  <a:pt x="504079" y="39410"/>
                  <a:pt x="498365" y="39410"/>
                </a:cubicBezTo>
                <a:cubicBezTo>
                  <a:pt x="496389" y="39410"/>
                  <a:pt x="494760" y="39944"/>
                  <a:pt x="493479" y="41012"/>
                </a:cubicBezTo>
                <a:cubicBezTo>
                  <a:pt x="491503" y="42668"/>
                  <a:pt x="489887" y="45578"/>
                  <a:pt x="488632" y="49744"/>
                </a:cubicBezTo>
                <a:cubicBezTo>
                  <a:pt x="487377" y="53909"/>
                  <a:pt x="486750" y="60290"/>
                  <a:pt x="486750" y="68888"/>
                </a:cubicBezTo>
                <a:cubicBezTo>
                  <a:pt x="486750" y="78340"/>
                  <a:pt x="487444" y="85336"/>
                  <a:pt x="488833" y="89875"/>
                </a:cubicBezTo>
                <a:cubicBezTo>
                  <a:pt x="490221" y="94414"/>
                  <a:pt x="492117" y="97698"/>
                  <a:pt x="494520" y="99728"/>
                </a:cubicBezTo>
                <a:cubicBezTo>
                  <a:pt x="495748" y="100742"/>
                  <a:pt x="497430" y="101250"/>
                  <a:pt x="499566" y="101250"/>
                </a:cubicBezTo>
                <a:cubicBezTo>
                  <a:pt x="504266" y="101250"/>
                  <a:pt x="508698" y="97553"/>
                  <a:pt x="512863" y="90160"/>
                </a:cubicBezTo>
                <a:lnTo>
                  <a:pt x="512863" y="50625"/>
                </a:lnTo>
                <a:close/>
                <a:moveTo>
                  <a:pt x="595024" y="97565"/>
                </a:moveTo>
                <a:cubicBezTo>
                  <a:pt x="585892" y="105682"/>
                  <a:pt x="577695" y="109740"/>
                  <a:pt x="570432" y="109740"/>
                </a:cubicBezTo>
                <a:cubicBezTo>
                  <a:pt x="566160" y="109740"/>
                  <a:pt x="562609" y="108334"/>
                  <a:pt x="559779" y="105522"/>
                </a:cubicBezTo>
                <a:cubicBezTo>
                  <a:pt x="556948" y="102709"/>
                  <a:pt x="555533" y="99186"/>
                  <a:pt x="555533" y="94954"/>
                </a:cubicBezTo>
                <a:cubicBezTo>
                  <a:pt x="555533" y="89220"/>
                  <a:pt x="557990" y="84063"/>
                  <a:pt x="562903" y="79482"/>
                </a:cubicBezTo>
                <a:cubicBezTo>
                  <a:pt x="567816" y="74901"/>
                  <a:pt x="578523" y="68806"/>
                  <a:pt x="595024" y="61198"/>
                </a:cubicBezTo>
                <a:lnTo>
                  <a:pt x="595024" y="53669"/>
                </a:lnTo>
                <a:cubicBezTo>
                  <a:pt x="595024" y="48008"/>
                  <a:pt x="594717" y="44444"/>
                  <a:pt x="594103" y="42975"/>
                </a:cubicBezTo>
                <a:cubicBezTo>
                  <a:pt x="593488" y="41506"/>
                  <a:pt x="592327" y="40225"/>
                  <a:pt x="590618" y="39130"/>
                </a:cubicBezTo>
                <a:cubicBezTo>
                  <a:pt x="588909" y="38035"/>
                  <a:pt x="586987" y="37488"/>
                  <a:pt x="584851" y="37488"/>
                </a:cubicBezTo>
                <a:cubicBezTo>
                  <a:pt x="581380" y="37488"/>
                  <a:pt x="578523" y="38262"/>
                  <a:pt x="576280" y="39811"/>
                </a:cubicBezTo>
                <a:cubicBezTo>
                  <a:pt x="574891" y="40772"/>
                  <a:pt x="574197" y="41894"/>
                  <a:pt x="574197" y="43175"/>
                </a:cubicBezTo>
                <a:cubicBezTo>
                  <a:pt x="574197" y="44297"/>
                  <a:pt x="574945" y="45685"/>
                  <a:pt x="576440" y="47341"/>
                </a:cubicBezTo>
                <a:cubicBezTo>
                  <a:pt x="578469" y="49637"/>
                  <a:pt x="579484" y="51853"/>
                  <a:pt x="579484" y="53989"/>
                </a:cubicBezTo>
                <a:cubicBezTo>
                  <a:pt x="579484" y="56606"/>
                  <a:pt x="578509" y="58835"/>
                  <a:pt x="576560" y="60678"/>
                </a:cubicBezTo>
                <a:cubicBezTo>
                  <a:pt x="574611" y="62520"/>
                  <a:pt x="572061" y="63441"/>
                  <a:pt x="568910" y="63441"/>
                </a:cubicBezTo>
                <a:cubicBezTo>
                  <a:pt x="565546" y="63441"/>
                  <a:pt x="562729" y="62427"/>
                  <a:pt x="560460" y="60397"/>
                </a:cubicBezTo>
                <a:cubicBezTo>
                  <a:pt x="558190" y="58368"/>
                  <a:pt x="557055" y="55992"/>
                  <a:pt x="557055" y="53268"/>
                </a:cubicBezTo>
                <a:cubicBezTo>
                  <a:pt x="557055" y="49423"/>
                  <a:pt x="558577" y="45752"/>
                  <a:pt x="561621" y="42254"/>
                </a:cubicBezTo>
                <a:cubicBezTo>
                  <a:pt x="564665" y="38756"/>
                  <a:pt x="568910" y="36073"/>
                  <a:pt x="574357" y="34204"/>
                </a:cubicBezTo>
                <a:cubicBezTo>
                  <a:pt x="579804" y="32335"/>
                  <a:pt x="585465" y="31400"/>
                  <a:pt x="591339" y="31400"/>
                </a:cubicBezTo>
                <a:cubicBezTo>
                  <a:pt x="598442" y="31400"/>
                  <a:pt x="604062" y="32913"/>
                  <a:pt x="608201" y="35938"/>
                </a:cubicBezTo>
                <a:cubicBezTo>
                  <a:pt x="612339" y="38962"/>
                  <a:pt x="615023" y="42241"/>
                  <a:pt x="616251" y="45774"/>
                </a:cubicBezTo>
                <a:cubicBezTo>
                  <a:pt x="616999" y="48021"/>
                  <a:pt x="617372" y="53186"/>
                  <a:pt x="617372" y="61268"/>
                </a:cubicBezTo>
                <a:lnTo>
                  <a:pt x="617372" y="90413"/>
                </a:lnTo>
                <a:cubicBezTo>
                  <a:pt x="617372" y="93839"/>
                  <a:pt x="617506" y="95994"/>
                  <a:pt x="617773" y="96879"/>
                </a:cubicBezTo>
                <a:cubicBezTo>
                  <a:pt x="618040" y="97762"/>
                  <a:pt x="618440" y="98418"/>
                  <a:pt x="618974" y="98846"/>
                </a:cubicBezTo>
                <a:cubicBezTo>
                  <a:pt x="619508" y="99274"/>
                  <a:pt x="620123" y="99487"/>
                  <a:pt x="620817" y="99487"/>
                </a:cubicBezTo>
                <a:cubicBezTo>
                  <a:pt x="622205" y="99487"/>
                  <a:pt x="623620" y="98499"/>
                  <a:pt x="625062" y="96523"/>
                </a:cubicBezTo>
                <a:lnTo>
                  <a:pt x="627465" y="98446"/>
                </a:lnTo>
                <a:cubicBezTo>
                  <a:pt x="624795" y="102398"/>
                  <a:pt x="622032" y="105268"/>
                  <a:pt x="619175" y="107057"/>
                </a:cubicBezTo>
                <a:cubicBezTo>
                  <a:pt x="616318" y="108846"/>
                  <a:pt x="613074" y="109740"/>
                  <a:pt x="609442" y="109740"/>
                </a:cubicBezTo>
                <a:cubicBezTo>
                  <a:pt x="605170" y="109740"/>
                  <a:pt x="601833" y="108732"/>
                  <a:pt x="599429" y="106717"/>
                </a:cubicBezTo>
                <a:cubicBezTo>
                  <a:pt x="597026" y="104701"/>
                  <a:pt x="595558" y="101650"/>
                  <a:pt x="595024" y="97565"/>
                </a:cubicBezTo>
                <a:moveTo>
                  <a:pt x="595024" y="91637"/>
                </a:moveTo>
                <a:lnTo>
                  <a:pt x="595024" y="66580"/>
                </a:lnTo>
                <a:cubicBezTo>
                  <a:pt x="588562" y="70390"/>
                  <a:pt x="583756" y="74469"/>
                  <a:pt x="580605" y="78816"/>
                </a:cubicBezTo>
                <a:cubicBezTo>
                  <a:pt x="578523" y="81713"/>
                  <a:pt x="577481" y="84637"/>
                  <a:pt x="577481" y="87590"/>
                </a:cubicBezTo>
                <a:cubicBezTo>
                  <a:pt x="577481" y="90058"/>
                  <a:pt x="578362" y="92231"/>
                  <a:pt x="580125" y="94110"/>
                </a:cubicBezTo>
                <a:cubicBezTo>
                  <a:pt x="581460" y="95559"/>
                  <a:pt x="583329" y="96283"/>
                  <a:pt x="585732" y="96283"/>
                </a:cubicBezTo>
                <a:cubicBezTo>
                  <a:pt x="588402" y="96283"/>
                  <a:pt x="591499" y="94735"/>
                  <a:pt x="595024" y="91637"/>
                </a:cubicBezTo>
                <a:close/>
                <a:moveTo>
                  <a:pt x="665433" y="6088"/>
                </a:moveTo>
                <a:lnTo>
                  <a:pt x="665433" y="33643"/>
                </a:lnTo>
                <a:lnTo>
                  <a:pt x="683216" y="33643"/>
                </a:lnTo>
                <a:lnTo>
                  <a:pt x="683216" y="41493"/>
                </a:lnTo>
                <a:lnTo>
                  <a:pt x="665433" y="41493"/>
                </a:lnTo>
                <a:lnTo>
                  <a:pt x="665433" y="87837"/>
                </a:lnTo>
                <a:cubicBezTo>
                  <a:pt x="665433" y="92175"/>
                  <a:pt x="665634" y="94972"/>
                  <a:pt x="666034" y="96231"/>
                </a:cubicBezTo>
                <a:cubicBezTo>
                  <a:pt x="666435" y="97489"/>
                  <a:pt x="667142" y="98507"/>
                  <a:pt x="668157" y="99284"/>
                </a:cubicBezTo>
                <a:cubicBezTo>
                  <a:pt x="669172" y="100060"/>
                  <a:pt x="670106" y="100448"/>
                  <a:pt x="670961" y="100448"/>
                </a:cubicBezTo>
                <a:cubicBezTo>
                  <a:pt x="674432" y="100448"/>
                  <a:pt x="677716" y="97778"/>
                  <a:pt x="680813" y="92438"/>
                </a:cubicBezTo>
                <a:lnTo>
                  <a:pt x="683216" y="94218"/>
                </a:lnTo>
                <a:cubicBezTo>
                  <a:pt x="678891" y="104566"/>
                  <a:pt x="671868" y="109740"/>
                  <a:pt x="662149" y="109740"/>
                </a:cubicBezTo>
                <a:cubicBezTo>
                  <a:pt x="657397" y="109740"/>
                  <a:pt x="653378" y="108415"/>
                  <a:pt x="650094" y="105763"/>
                </a:cubicBezTo>
                <a:cubicBezTo>
                  <a:pt x="646810" y="103109"/>
                  <a:pt x="644714" y="100148"/>
                  <a:pt x="643806" y="96879"/>
                </a:cubicBezTo>
                <a:cubicBezTo>
                  <a:pt x="643272" y="95057"/>
                  <a:pt x="643005" y="90126"/>
                  <a:pt x="643005" y="82088"/>
                </a:cubicBezTo>
                <a:lnTo>
                  <a:pt x="643005" y="41493"/>
                </a:lnTo>
                <a:lnTo>
                  <a:pt x="633232" y="41493"/>
                </a:lnTo>
                <a:lnTo>
                  <a:pt x="633232" y="38682"/>
                </a:lnTo>
                <a:cubicBezTo>
                  <a:pt x="639961" y="33919"/>
                  <a:pt x="645688" y="28915"/>
                  <a:pt x="650414" y="23670"/>
                </a:cubicBezTo>
                <a:cubicBezTo>
                  <a:pt x="655140" y="18425"/>
                  <a:pt x="659266" y="12564"/>
                  <a:pt x="662790" y="6088"/>
                </a:cubicBezTo>
                <a:lnTo>
                  <a:pt x="665433" y="6088"/>
                </a:lnTo>
                <a:close/>
                <a:moveTo>
                  <a:pt x="731678" y="97565"/>
                </a:moveTo>
                <a:cubicBezTo>
                  <a:pt x="722546" y="105682"/>
                  <a:pt x="714349" y="109740"/>
                  <a:pt x="707086" y="109740"/>
                </a:cubicBezTo>
                <a:cubicBezTo>
                  <a:pt x="702814" y="109740"/>
                  <a:pt x="699263" y="108334"/>
                  <a:pt x="696433" y="105522"/>
                </a:cubicBezTo>
                <a:cubicBezTo>
                  <a:pt x="693602" y="102709"/>
                  <a:pt x="692187" y="99186"/>
                  <a:pt x="692187" y="94954"/>
                </a:cubicBezTo>
                <a:cubicBezTo>
                  <a:pt x="692187" y="89220"/>
                  <a:pt x="694644" y="84063"/>
                  <a:pt x="699557" y="79482"/>
                </a:cubicBezTo>
                <a:cubicBezTo>
                  <a:pt x="704470" y="74901"/>
                  <a:pt x="715177" y="68806"/>
                  <a:pt x="731678" y="61198"/>
                </a:cubicBezTo>
                <a:lnTo>
                  <a:pt x="731678" y="53669"/>
                </a:lnTo>
                <a:cubicBezTo>
                  <a:pt x="731678" y="48008"/>
                  <a:pt x="731371" y="44444"/>
                  <a:pt x="730757" y="42975"/>
                </a:cubicBezTo>
                <a:cubicBezTo>
                  <a:pt x="730142" y="41506"/>
                  <a:pt x="728981" y="40225"/>
                  <a:pt x="727272" y="39130"/>
                </a:cubicBezTo>
                <a:cubicBezTo>
                  <a:pt x="725563" y="38035"/>
                  <a:pt x="723641" y="37488"/>
                  <a:pt x="721505" y="37488"/>
                </a:cubicBezTo>
                <a:cubicBezTo>
                  <a:pt x="718034" y="37488"/>
                  <a:pt x="715177" y="38262"/>
                  <a:pt x="712934" y="39811"/>
                </a:cubicBezTo>
                <a:cubicBezTo>
                  <a:pt x="711545" y="40772"/>
                  <a:pt x="710851" y="41894"/>
                  <a:pt x="710851" y="43175"/>
                </a:cubicBezTo>
                <a:cubicBezTo>
                  <a:pt x="710851" y="44297"/>
                  <a:pt x="711599" y="45685"/>
                  <a:pt x="713094" y="47341"/>
                </a:cubicBezTo>
                <a:cubicBezTo>
                  <a:pt x="715123" y="49637"/>
                  <a:pt x="716138" y="51853"/>
                  <a:pt x="716138" y="53989"/>
                </a:cubicBezTo>
                <a:cubicBezTo>
                  <a:pt x="716138" y="56606"/>
                  <a:pt x="715163" y="58835"/>
                  <a:pt x="713214" y="60678"/>
                </a:cubicBezTo>
                <a:cubicBezTo>
                  <a:pt x="711265" y="62520"/>
                  <a:pt x="708715" y="63441"/>
                  <a:pt x="705564" y="63441"/>
                </a:cubicBezTo>
                <a:cubicBezTo>
                  <a:pt x="702200" y="63441"/>
                  <a:pt x="699383" y="62427"/>
                  <a:pt x="697114" y="60397"/>
                </a:cubicBezTo>
                <a:cubicBezTo>
                  <a:pt x="694844" y="58368"/>
                  <a:pt x="693709" y="55992"/>
                  <a:pt x="693709" y="53268"/>
                </a:cubicBezTo>
                <a:cubicBezTo>
                  <a:pt x="693709" y="49423"/>
                  <a:pt x="695231" y="45752"/>
                  <a:pt x="698275" y="42254"/>
                </a:cubicBezTo>
                <a:cubicBezTo>
                  <a:pt x="701319" y="38756"/>
                  <a:pt x="705564" y="36073"/>
                  <a:pt x="711011" y="34204"/>
                </a:cubicBezTo>
                <a:cubicBezTo>
                  <a:pt x="716458" y="32335"/>
                  <a:pt x="722119" y="31400"/>
                  <a:pt x="727993" y="31400"/>
                </a:cubicBezTo>
                <a:cubicBezTo>
                  <a:pt x="735095" y="31400"/>
                  <a:pt x="740716" y="32913"/>
                  <a:pt x="744855" y="35938"/>
                </a:cubicBezTo>
                <a:cubicBezTo>
                  <a:pt x="748993" y="38962"/>
                  <a:pt x="751677" y="42241"/>
                  <a:pt x="752905" y="45774"/>
                </a:cubicBezTo>
                <a:cubicBezTo>
                  <a:pt x="753653" y="48021"/>
                  <a:pt x="754026" y="53186"/>
                  <a:pt x="754026" y="61268"/>
                </a:cubicBezTo>
                <a:lnTo>
                  <a:pt x="754026" y="90413"/>
                </a:lnTo>
                <a:cubicBezTo>
                  <a:pt x="754026" y="93839"/>
                  <a:pt x="754160" y="95994"/>
                  <a:pt x="754427" y="96879"/>
                </a:cubicBezTo>
                <a:cubicBezTo>
                  <a:pt x="754694" y="97762"/>
                  <a:pt x="755094" y="98418"/>
                  <a:pt x="755628" y="98846"/>
                </a:cubicBezTo>
                <a:cubicBezTo>
                  <a:pt x="756162" y="99274"/>
                  <a:pt x="756776" y="99487"/>
                  <a:pt x="757471" y="99487"/>
                </a:cubicBezTo>
                <a:cubicBezTo>
                  <a:pt x="758859" y="99487"/>
                  <a:pt x="760274" y="98499"/>
                  <a:pt x="761716" y="96523"/>
                </a:cubicBezTo>
                <a:lnTo>
                  <a:pt x="764119" y="98446"/>
                </a:lnTo>
                <a:cubicBezTo>
                  <a:pt x="761449" y="102398"/>
                  <a:pt x="758686" y="105268"/>
                  <a:pt x="755829" y="107057"/>
                </a:cubicBezTo>
                <a:cubicBezTo>
                  <a:pt x="752972" y="108846"/>
                  <a:pt x="749727" y="109740"/>
                  <a:pt x="746096" y="109740"/>
                </a:cubicBezTo>
                <a:cubicBezTo>
                  <a:pt x="741824" y="109740"/>
                  <a:pt x="738486" y="108732"/>
                  <a:pt x="736083" y="106717"/>
                </a:cubicBezTo>
                <a:cubicBezTo>
                  <a:pt x="733680" y="104701"/>
                  <a:pt x="732212" y="101650"/>
                  <a:pt x="731678" y="97565"/>
                </a:cubicBezTo>
                <a:moveTo>
                  <a:pt x="731678" y="91637"/>
                </a:moveTo>
                <a:lnTo>
                  <a:pt x="731678" y="66580"/>
                </a:lnTo>
                <a:cubicBezTo>
                  <a:pt x="725216" y="70390"/>
                  <a:pt x="720410" y="74469"/>
                  <a:pt x="717259" y="78816"/>
                </a:cubicBezTo>
                <a:cubicBezTo>
                  <a:pt x="715177" y="81713"/>
                  <a:pt x="714135" y="84637"/>
                  <a:pt x="714135" y="87590"/>
                </a:cubicBezTo>
                <a:cubicBezTo>
                  <a:pt x="714135" y="90058"/>
                  <a:pt x="715016" y="92231"/>
                  <a:pt x="716779" y="94110"/>
                </a:cubicBezTo>
                <a:cubicBezTo>
                  <a:pt x="718114" y="95559"/>
                  <a:pt x="719983" y="96283"/>
                  <a:pt x="722386" y="96283"/>
                </a:cubicBezTo>
                <a:cubicBezTo>
                  <a:pt x="725056" y="96283"/>
                  <a:pt x="728153" y="94735"/>
                  <a:pt x="731678" y="91637"/>
                </a:cubicBezTo>
                <a:close/>
                <a:moveTo>
                  <a:pt x="819710" y="31721"/>
                </a:moveTo>
                <a:lnTo>
                  <a:pt x="820912" y="57353"/>
                </a:lnTo>
                <a:lnTo>
                  <a:pt x="818188" y="57353"/>
                </a:lnTo>
                <a:cubicBezTo>
                  <a:pt x="814931" y="49709"/>
                  <a:pt x="811553" y="44487"/>
                  <a:pt x="808055" y="41688"/>
                </a:cubicBezTo>
                <a:cubicBezTo>
                  <a:pt x="804558" y="38888"/>
                  <a:pt x="801073" y="37488"/>
                  <a:pt x="797602" y="37488"/>
                </a:cubicBezTo>
                <a:cubicBezTo>
                  <a:pt x="795412" y="37488"/>
                  <a:pt x="793543" y="38222"/>
                  <a:pt x="791995" y="39691"/>
                </a:cubicBezTo>
                <a:cubicBezTo>
                  <a:pt x="790446" y="41159"/>
                  <a:pt x="789672" y="42855"/>
                  <a:pt x="789672" y="44777"/>
                </a:cubicBezTo>
                <a:cubicBezTo>
                  <a:pt x="789672" y="46219"/>
                  <a:pt x="790206" y="47608"/>
                  <a:pt x="791274" y="48943"/>
                </a:cubicBezTo>
                <a:cubicBezTo>
                  <a:pt x="792983" y="51132"/>
                  <a:pt x="797762" y="54884"/>
                  <a:pt x="805612" y="60197"/>
                </a:cubicBezTo>
                <a:cubicBezTo>
                  <a:pt x="813462" y="65510"/>
                  <a:pt x="818629" y="70023"/>
                  <a:pt x="821112" y="73734"/>
                </a:cubicBezTo>
                <a:cubicBezTo>
                  <a:pt x="823595" y="77446"/>
                  <a:pt x="824837" y="81598"/>
                  <a:pt x="824837" y="86190"/>
                </a:cubicBezTo>
                <a:cubicBezTo>
                  <a:pt x="824837" y="90356"/>
                  <a:pt x="823795" y="94441"/>
                  <a:pt x="821713" y="98446"/>
                </a:cubicBezTo>
                <a:cubicBezTo>
                  <a:pt x="819630" y="102451"/>
                  <a:pt x="816693" y="105522"/>
                  <a:pt x="812902" y="107658"/>
                </a:cubicBezTo>
                <a:cubicBezTo>
                  <a:pt x="809110" y="109794"/>
                  <a:pt x="804918" y="110862"/>
                  <a:pt x="800325" y="110862"/>
                </a:cubicBezTo>
                <a:cubicBezTo>
                  <a:pt x="796748" y="110862"/>
                  <a:pt x="791968" y="109720"/>
                  <a:pt x="785987" y="107435"/>
                </a:cubicBezTo>
                <a:cubicBezTo>
                  <a:pt x="784385" y="106836"/>
                  <a:pt x="783290" y="106536"/>
                  <a:pt x="782703" y="106536"/>
                </a:cubicBezTo>
                <a:cubicBezTo>
                  <a:pt x="780941" y="106536"/>
                  <a:pt x="779472" y="107871"/>
                  <a:pt x="778297" y="110541"/>
                </a:cubicBezTo>
                <a:lnTo>
                  <a:pt x="775654" y="110541"/>
                </a:lnTo>
                <a:lnTo>
                  <a:pt x="774372" y="83627"/>
                </a:lnTo>
                <a:lnTo>
                  <a:pt x="777096" y="83627"/>
                </a:lnTo>
                <a:cubicBezTo>
                  <a:pt x="779499" y="90676"/>
                  <a:pt x="782796" y="95963"/>
                  <a:pt x="786988" y="99487"/>
                </a:cubicBezTo>
                <a:cubicBezTo>
                  <a:pt x="791180" y="103012"/>
                  <a:pt x="795145" y="104774"/>
                  <a:pt x="798884" y="104774"/>
                </a:cubicBezTo>
                <a:cubicBezTo>
                  <a:pt x="801447" y="104774"/>
                  <a:pt x="803543" y="103986"/>
                  <a:pt x="805172" y="102411"/>
                </a:cubicBezTo>
                <a:cubicBezTo>
                  <a:pt x="806800" y="100836"/>
                  <a:pt x="807615" y="98927"/>
                  <a:pt x="807615" y="96684"/>
                </a:cubicBezTo>
                <a:cubicBezTo>
                  <a:pt x="807615" y="94120"/>
                  <a:pt x="806814" y="91904"/>
                  <a:pt x="805212" y="90035"/>
                </a:cubicBezTo>
                <a:cubicBezTo>
                  <a:pt x="803610" y="88166"/>
                  <a:pt x="800032" y="85336"/>
                  <a:pt x="794478" y="81544"/>
                </a:cubicBezTo>
                <a:cubicBezTo>
                  <a:pt x="786308" y="75884"/>
                  <a:pt x="781021" y="71558"/>
                  <a:pt x="778618" y="68568"/>
                </a:cubicBezTo>
                <a:cubicBezTo>
                  <a:pt x="775093" y="64189"/>
                  <a:pt x="773331" y="59356"/>
                  <a:pt x="773331" y="54069"/>
                </a:cubicBezTo>
                <a:cubicBezTo>
                  <a:pt x="773331" y="48302"/>
                  <a:pt x="775320" y="43082"/>
                  <a:pt x="779299" y="38409"/>
                </a:cubicBezTo>
                <a:cubicBezTo>
                  <a:pt x="783277" y="33736"/>
                  <a:pt x="789031" y="31400"/>
                  <a:pt x="796561" y="31400"/>
                </a:cubicBezTo>
                <a:cubicBezTo>
                  <a:pt x="800619" y="31400"/>
                  <a:pt x="804544" y="32426"/>
                  <a:pt x="808336" y="34479"/>
                </a:cubicBezTo>
                <a:cubicBezTo>
                  <a:pt x="809778" y="35310"/>
                  <a:pt x="810952" y="35726"/>
                  <a:pt x="811860" y="35726"/>
                </a:cubicBezTo>
                <a:cubicBezTo>
                  <a:pt x="812821" y="35726"/>
                  <a:pt x="813596" y="35525"/>
                  <a:pt x="814183" y="35125"/>
                </a:cubicBezTo>
                <a:cubicBezTo>
                  <a:pt x="814771" y="34724"/>
                  <a:pt x="815705" y="33590"/>
                  <a:pt x="816987" y="31721"/>
                </a:cubicBezTo>
                <a:lnTo>
                  <a:pt x="819710" y="31721"/>
                </a:lnTo>
                <a:close/>
                <a:moveTo>
                  <a:pt x="899626" y="68408"/>
                </a:moveTo>
                <a:lnTo>
                  <a:pt x="858533" y="68408"/>
                </a:lnTo>
                <a:cubicBezTo>
                  <a:pt x="859014" y="78367"/>
                  <a:pt x="861657" y="86238"/>
                  <a:pt x="866464" y="92020"/>
                </a:cubicBezTo>
                <a:cubicBezTo>
                  <a:pt x="870148" y="96464"/>
                  <a:pt x="874581" y="98686"/>
                  <a:pt x="879761" y="98686"/>
                </a:cubicBezTo>
                <a:cubicBezTo>
                  <a:pt x="882965" y="98686"/>
                  <a:pt x="885875" y="97792"/>
                  <a:pt x="888492" y="96003"/>
                </a:cubicBezTo>
                <a:cubicBezTo>
                  <a:pt x="891108" y="94214"/>
                  <a:pt x="893912" y="90996"/>
                  <a:pt x="896902" y="86350"/>
                </a:cubicBezTo>
                <a:lnTo>
                  <a:pt x="899626" y="88113"/>
                </a:lnTo>
                <a:cubicBezTo>
                  <a:pt x="895567" y="96390"/>
                  <a:pt x="891082" y="102251"/>
                  <a:pt x="886169" y="105695"/>
                </a:cubicBezTo>
                <a:cubicBezTo>
                  <a:pt x="881256" y="109140"/>
                  <a:pt x="875569" y="110862"/>
                  <a:pt x="869107" y="110862"/>
                </a:cubicBezTo>
                <a:cubicBezTo>
                  <a:pt x="857999" y="110862"/>
                  <a:pt x="849589" y="106586"/>
                  <a:pt x="843875" y="98033"/>
                </a:cubicBezTo>
                <a:cubicBezTo>
                  <a:pt x="839282" y="91137"/>
                  <a:pt x="836986" y="82585"/>
                  <a:pt x="836986" y="72375"/>
                </a:cubicBezTo>
                <a:cubicBezTo>
                  <a:pt x="836986" y="59866"/>
                  <a:pt x="840363" y="49910"/>
                  <a:pt x="847119" y="42507"/>
                </a:cubicBezTo>
                <a:cubicBezTo>
                  <a:pt x="853874" y="35102"/>
                  <a:pt x="861791" y="31400"/>
                  <a:pt x="870869" y="31400"/>
                </a:cubicBezTo>
                <a:cubicBezTo>
                  <a:pt x="878452" y="31400"/>
                  <a:pt x="885034" y="34511"/>
                  <a:pt x="890614" y="40732"/>
                </a:cubicBezTo>
                <a:cubicBezTo>
                  <a:pt x="896195" y="46953"/>
                  <a:pt x="899199" y="56179"/>
                  <a:pt x="899626" y="68408"/>
                </a:cubicBezTo>
                <a:moveTo>
                  <a:pt x="879921" y="63121"/>
                </a:moveTo>
                <a:cubicBezTo>
                  <a:pt x="879921" y="54523"/>
                  <a:pt x="879453" y="48622"/>
                  <a:pt x="878519" y="45418"/>
                </a:cubicBezTo>
                <a:cubicBezTo>
                  <a:pt x="877584" y="42214"/>
                  <a:pt x="876129" y="39784"/>
                  <a:pt x="874153" y="38129"/>
                </a:cubicBezTo>
                <a:cubicBezTo>
                  <a:pt x="873032" y="37168"/>
                  <a:pt x="871537" y="36687"/>
                  <a:pt x="869668" y="36687"/>
                </a:cubicBezTo>
                <a:cubicBezTo>
                  <a:pt x="866891" y="36687"/>
                  <a:pt x="864621" y="38049"/>
                  <a:pt x="862859" y="40772"/>
                </a:cubicBezTo>
                <a:cubicBezTo>
                  <a:pt x="859708" y="45525"/>
                  <a:pt x="858133" y="52040"/>
                  <a:pt x="858133" y="60317"/>
                </a:cubicBezTo>
                <a:lnTo>
                  <a:pt x="858133" y="63121"/>
                </a:lnTo>
                <a:lnTo>
                  <a:pt x="879921" y="63121"/>
                </a:lnTo>
                <a:close/>
                <a:moveTo>
                  <a:pt x="938741" y="6088"/>
                </a:moveTo>
                <a:lnTo>
                  <a:pt x="938741" y="33643"/>
                </a:lnTo>
                <a:lnTo>
                  <a:pt x="956524" y="33643"/>
                </a:lnTo>
                <a:lnTo>
                  <a:pt x="956524" y="41493"/>
                </a:lnTo>
                <a:lnTo>
                  <a:pt x="938741" y="41493"/>
                </a:lnTo>
                <a:lnTo>
                  <a:pt x="938741" y="87837"/>
                </a:lnTo>
                <a:cubicBezTo>
                  <a:pt x="938741" y="92175"/>
                  <a:pt x="938941" y="94972"/>
                  <a:pt x="939342" y="96231"/>
                </a:cubicBezTo>
                <a:cubicBezTo>
                  <a:pt x="939742" y="97489"/>
                  <a:pt x="940450" y="98507"/>
                  <a:pt x="941464" y="99284"/>
                </a:cubicBezTo>
                <a:cubicBezTo>
                  <a:pt x="942479" y="100060"/>
                  <a:pt x="943413" y="100448"/>
                  <a:pt x="944268" y="100448"/>
                </a:cubicBezTo>
                <a:cubicBezTo>
                  <a:pt x="947739" y="100448"/>
                  <a:pt x="951023" y="97778"/>
                  <a:pt x="954120" y="92438"/>
                </a:cubicBezTo>
                <a:lnTo>
                  <a:pt x="956524" y="94218"/>
                </a:lnTo>
                <a:cubicBezTo>
                  <a:pt x="952198" y="104566"/>
                  <a:pt x="945176" y="109740"/>
                  <a:pt x="935457" y="109740"/>
                </a:cubicBezTo>
                <a:cubicBezTo>
                  <a:pt x="930704" y="109740"/>
                  <a:pt x="926685" y="108415"/>
                  <a:pt x="923401" y="105763"/>
                </a:cubicBezTo>
                <a:cubicBezTo>
                  <a:pt x="920117" y="103109"/>
                  <a:pt x="918021" y="100148"/>
                  <a:pt x="917113" y="96879"/>
                </a:cubicBezTo>
                <a:cubicBezTo>
                  <a:pt x="916579" y="95057"/>
                  <a:pt x="916312" y="90126"/>
                  <a:pt x="916312" y="82088"/>
                </a:cubicBezTo>
                <a:lnTo>
                  <a:pt x="916312" y="41493"/>
                </a:lnTo>
                <a:lnTo>
                  <a:pt x="906540" y="41493"/>
                </a:lnTo>
                <a:lnTo>
                  <a:pt x="906540" y="38682"/>
                </a:lnTo>
                <a:cubicBezTo>
                  <a:pt x="913268" y="33919"/>
                  <a:pt x="918996" y="28915"/>
                  <a:pt x="923722" y="23670"/>
                </a:cubicBezTo>
                <a:cubicBezTo>
                  <a:pt x="928448" y="18425"/>
                  <a:pt x="932573" y="12564"/>
                  <a:pt x="936097" y="6088"/>
                </a:cubicBezTo>
                <a:lnTo>
                  <a:pt x="938741" y="6088"/>
                </a:lnTo>
                <a:close/>
                <a:moveTo>
                  <a:pt x="978631" y="83947"/>
                </a:moveTo>
                <a:cubicBezTo>
                  <a:pt x="982369" y="83947"/>
                  <a:pt x="985533" y="85260"/>
                  <a:pt x="988123" y="87885"/>
                </a:cubicBezTo>
                <a:cubicBezTo>
                  <a:pt x="990713" y="90508"/>
                  <a:pt x="992008" y="93668"/>
                  <a:pt x="992008" y="97365"/>
                </a:cubicBezTo>
                <a:cubicBezTo>
                  <a:pt x="992008" y="101061"/>
                  <a:pt x="990700" y="104208"/>
                  <a:pt x="988083" y="106807"/>
                </a:cubicBezTo>
                <a:cubicBezTo>
                  <a:pt x="985466" y="109403"/>
                  <a:pt x="982315" y="110702"/>
                  <a:pt x="978631" y="110702"/>
                </a:cubicBezTo>
                <a:cubicBezTo>
                  <a:pt x="974946" y="110702"/>
                  <a:pt x="971809" y="109403"/>
                  <a:pt x="969219" y="106807"/>
                </a:cubicBezTo>
                <a:cubicBezTo>
                  <a:pt x="966629" y="104208"/>
                  <a:pt x="965334" y="101061"/>
                  <a:pt x="965334" y="97365"/>
                </a:cubicBezTo>
                <a:cubicBezTo>
                  <a:pt x="965334" y="93668"/>
                  <a:pt x="966629" y="90508"/>
                  <a:pt x="969219" y="87885"/>
                </a:cubicBezTo>
                <a:cubicBezTo>
                  <a:pt x="971809" y="85260"/>
                  <a:pt x="974946" y="83947"/>
                  <a:pt x="978631" y="83947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4EDBB-7CD0-43A8-A0F1-A0BF4F00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585" y="972319"/>
            <a:ext cx="1230374" cy="1352693"/>
          </a:xfrm>
          <a:custGeom xmlns:a="http://schemas.openxmlformats.org/drawingml/2006/main">
            <a:pathLst>
              <a:path w="1230374" h="1352693">
                <a:moveTo>
                  <a:pt x="307593" y="284832"/>
                </a:moveTo>
                <a:cubicBezTo>
                  <a:pt x="61519" y="284832"/>
                  <a:pt x="0" y="640820"/>
                  <a:pt x="196860" y="711976"/>
                </a:cubicBezTo>
                <a:cubicBezTo>
                  <a:pt x="0" y="868541"/>
                  <a:pt x="221467" y="1210278"/>
                  <a:pt x="381416" y="1067964"/>
                </a:cubicBezTo>
                <a:cubicBezTo>
                  <a:pt x="492150" y="1352693"/>
                  <a:pt x="861262" y="1352693"/>
                  <a:pt x="984299" y="1067964"/>
                </a:cubicBezTo>
                <a:cubicBezTo>
                  <a:pt x="1230374" y="1067964"/>
                  <a:pt x="1230374" y="783133"/>
                  <a:pt x="1076577" y="640820"/>
                </a:cubicBezTo>
                <a:cubicBezTo>
                  <a:pt x="1230374" y="355988"/>
                  <a:pt x="984299" y="71259"/>
                  <a:pt x="768984" y="213572"/>
                </a:cubicBezTo>
                <a:cubicBezTo>
                  <a:pt x="615187" y="0"/>
                  <a:pt x="369112" y="0"/>
                  <a:pt x="307593" y="284832"/>
                </a:cubicBez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770DE-299C-45AB-B417-F795CF2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585" y="972319"/>
            <a:ext cx="1230374" cy="1352693"/>
          </a:xfrm>
          <a:custGeom xmlns:a="http://schemas.openxmlformats.org/drawingml/2006/main">
            <a:pathLst>
              <a:path w="1230374" h="1352693" fill="none">
                <a:moveTo>
                  <a:pt x="307593" y="284832"/>
                </a:moveTo>
                <a:cubicBezTo>
                  <a:pt x="61519" y="284832"/>
                  <a:pt x="0" y="640820"/>
                  <a:pt x="196860" y="711976"/>
                </a:cubicBezTo>
                <a:cubicBezTo>
                  <a:pt x="0" y="868541"/>
                  <a:pt x="221467" y="1210278"/>
                  <a:pt x="381416" y="1067964"/>
                </a:cubicBezTo>
                <a:cubicBezTo>
                  <a:pt x="492150" y="1352693"/>
                  <a:pt x="861262" y="1352693"/>
                  <a:pt x="984299" y="1067964"/>
                </a:cubicBezTo>
                <a:cubicBezTo>
                  <a:pt x="1230374" y="1067964"/>
                  <a:pt x="1230374" y="783133"/>
                  <a:pt x="1076577" y="640820"/>
                </a:cubicBezTo>
                <a:cubicBezTo>
                  <a:pt x="1230374" y="355988"/>
                  <a:pt x="984299" y="71259"/>
                  <a:pt x="768984" y="213572"/>
                </a:cubicBezTo>
                <a:cubicBezTo>
                  <a:pt x="615187" y="0"/>
                  <a:pt x="369112" y="0"/>
                  <a:pt x="307593" y="2848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36" name="Text Text">
            <a:extLst xmlns:a="http://schemas.openxmlformats.org/drawingml/2006/main">
              <a:ext uri="{FF2B5EF4-FFF2-40B4-BE49-F238E27FC236}">
                <a16:creationId xmlns:a16="http://schemas.microsoft.com/office/drawing/2014/main" id="{EC742D2F-342E-4733-A09E-4CF1A025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792" y="1366717"/>
            <a:ext cx="296324" cy="110862"/>
          </a:xfrm>
          <a:custGeom xmlns:a="http://schemas.openxmlformats.org/drawingml/2006/main">
            <a:pathLst>
              <a:path w="296324" h="110862">
                <a:moveTo>
                  <a:pt x="97565" y="0"/>
                </a:moveTo>
                <a:lnTo>
                  <a:pt x="97565" y="29478"/>
                </a:lnTo>
                <a:lnTo>
                  <a:pt x="94681" y="29478"/>
                </a:lnTo>
                <a:cubicBezTo>
                  <a:pt x="92972" y="22672"/>
                  <a:pt x="91076" y="17783"/>
                  <a:pt x="88994" y="14809"/>
                </a:cubicBezTo>
                <a:cubicBezTo>
                  <a:pt x="86911" y="11835"/>
                  <a:pt x="84054" y="9464"/>
                  <a:pt x="80423" y="7695"/>
                </a:cubicBezTo>
                <a:cubicBezTo>
                  <a:pt x="78394" y="6730"/>
                  <a:pt x="74842" y="6248"/>
                  <a:pt x="69769" y="6248"/>
                </a:cubicBezTo>
                <a:lnTo>
                  <a:pt x="61679" y="6248"/>
                </a:lnTo>
                <a:lnTo>
                  <a:pt x="61679" y="90035"/>
                </a:lnTo>
                <a:cubicBezTo>
                  <a:pt x="61679" y="95617"/>
                  <a:pt x="61986" y="99107"/>
                  <a:pt x="62600" y="100504"/>
                </a:cubicBezTo>
                <a:cubicBezTo>
                  <a:pt x="63214" y="101899"/>
                  <a:pt x="64416" y="103119"/>
                  <a:pt x="66205" y="104166"/>
                </a:cubicBezTo>
                <a:cubicBezTo>
                  <a:pt x="67994" y="105212"/>
                  <a:pt x="70437" y="105735"/>
                  <a:pt x="73534" y="105735"/>
                </a:cubicBezTo>
                <a:lnTo>
                  <a:pt x="77139" y="105735"/>
                </a:lnTo>
                <a:lnTo>
                  <a:pt x="77139" y="108619"/>
                </a:lnTo>
                <a:lnTo>
                  <a:pt x="20266" y="108619"/>
                </a:lnTo>
                <a:lnTo>
                  <a:pt x="20266" y="105735"/>
                </a:lnTo>
                <a:lnTo>
                  <a:pt x="23871" y="105735"/>
                </a:lnTo>
                <a:cubicBezTo>
                  <a:pt x="27021" y="105735"/>
                  <a:pt x="29558" y="105172"/>
                  <a:pt x="31480" y="104046"/>
                </a:cubicBezTo>
                <a:cubicBezTo>
                  <a:pt x="32869" y="103293"/>
                  <a:pt x="33963" y="102005"/>
                  <a:pt x="34764" y="100181"/>
                </a:cubicBezTo>
                <a:cubicBezTo>
                  <a:pt x="35352" y="98892"/>
                  <a:pt x="35646" y="95511"/>
                  <a:pt x="35646" y="90035"/>
                </a:cubicBezTo>
                <a:lnTo>
                  <a:pt x="35646" y="6248"/>
                </a:lnTo>
                <a:lnTo>
                  <a:pt x="27796" y="6248"/>
                </a:lnTo>
                <a:cubicBezTo>
                  <a:pt x="20480" y="6248"/>
                  <a:pt x="15166" y="7802"/>
                  <a:pt x="11855" y="10909"/>
                </a:cubicBezTo>
                <a:cubicBezTo>
                  <a:pt x="7209" y="15250"/>
                  <a:pt x="4272" y="21439"/>
                  <a:pt x="3044" y="29478"/>
                </a:cubicBezTo>
                <a:lnTo>
                  <a:pt x="0" y="29478"/>
                </a:lnTo>
                <a:lnTo>
                  <a:pt x="0" y="0"/>
                </a:lnTo>
                <a:lnTo>
                  <a:pt x="97565" y="0"/>
                </a:lnTo>
                <a:close/>
                <a:moveTo>
                  <a:pt x="157401" y="68408"/>
                </a:moveTo>
                <a:lnTo>
                  <a:pt x="116308" y="68408"/>
                </a:lnTo>
                <a:cubicBezTo>
                  <a:pt x="116789" y="78367"/>
                  <a:pt x="119432" y="86238"/>
                  <a:pt x="124239" y="92020"/>
                </a:cubicBezTo>
                <a:cubicBezTo>
                  <a:pt x="127923" y="96464"/>
                  <a:pt x="132356" y="98686"/>
                  <a:pt x="137536" y="98686"/>
                </a:cubicBezTo>
                <a:cubicBezTo>
                  <a:pt x="140740" y="98686"/>
                  <a:pt x="143650" y="97792"/>
                  <a:pt x="146267" y="96003"/>
                </a:cubicBezTo>
                <a:cubicBezTo>
                  <a:pt x="148883" y="94214"/>
                  <a:pt x="151687" y="90996"/>
                  <a:pt x="154678" y="86350"/>
                </a:cubicBezTo>
                <a:lnTo>
                  <a:pt x="157401" y="88113"/>
                </a:lnTo>
                <a:cubicBezTo>
                  <a:pt x="153342" y="96390"/>
                  <a:pt x="148857" y="102251"/>
                  <a:pt x="143944" y="105695"/>
                </a:cubicBezTo>
                <a:cubicBezTo>
                  <a:pt x="139031" y="109140"/>
                  <a:pt x="133344" y="110862"/>
                  <a:pt x="126882" y="110862"/>
                </a:cubicBezTo>
                <a:cubicBezTo>
                  <a:pt x="115774" y="110862"/>
                  <a:pt x="107364" y="106586"/>
                  <a:pt x="101650" y="98033"/>
                </a:cubicBezTo>
                <a:cubicBezTo>
                  <a:pt x="97057" y="91137"/>
                  <a:pt x="94761" y="82585"/>
                  <a:pt x="94761" y="72375"/>
                </a:cubicBezTo>
                <a:cubicBezTo>
                  <a:pt x="94761" y="59866"/>
                  <a:pt x="98139" y="49910"/>
                  <a:pt x="104894" y="42507"/>
                </a:cubicBezTo>
                <a:cubicBezTo>
                  <a:pt x="111649" y="35102"/>
                  <a:pt x="119566" y="31400"/>
                  <a:pt x="128644" y="31400"/>
                </a:cubicBezTo>
                <a:cubicBezTo>
                  <a:pt x="136227" y="31400"/>
                  <a:pt x="142809" y="34511"/>
                  <a:pt x="148389" y="40732"/>
                </a:cubicBezTo>
                <a:cubicBezTo>
                  <a:pt x="153970" y="46953"/>
                  <a:pt x="156974" y="56179"/>
                  <a:pt x="157401" y="68408"/>
                </a:cubicBezTo>
                <a:moveTo>
                  <a:pt x="137696" y="63121"/>
                </a:moveTo>
                <a:cubicBezTo>
                  <a:pt x="137696" y="54523"/>
                  <a:pt x="137229" y="48622"/>
                  <a:pt x="136294" y="45418"/>
                </a:cubicBezTo>
                <a:cubicBezTo>
                  <a:pt x="135359" y="42214"/>
                  <a:pt x="133904" y="39784"/>
                  <a:pt x="131928" y="38129"/>
                </a:cubicBezTo>
                <a:cubicBezTo>
                  <a:pt x="130807" y="37168"/>
                  <a:pt x="129312" y="36687"/>
                  <a:pt x="127443" y="36687"/>
                </a:cubicBezTo>
                <a:cubicBezTo>
                  <a:pt x="124666" y="36687"/>
                  <a:pt x="122396" y="38049"/>
                  <a:pt x="120634" y="40772"/>
                </a:cubicBezTo>
                <a:cubicBezTo>
                  <a:pt x="117483" y="45525"/>
                  <a:pt x="115908" y="52040"/>
                  <a:pt x="115908" y="60317"/>
                </a:cubicBezTo>
                <a:lnTo>
                  <a:pt x="115908" y="63121"/>
                </a:lnTo>
                <a:lnTo>
                  <a:pt x="137696" y="63121"/>
                </a:lnTo>
                <a:close/>
                <a:moveTo>
                  <a:pt x="210757" y="62675"/>
                </a:moveTo>
                <a:lnTo>
                  <a:pt x="224071" y="87397"/>
                </a:lnTo>
                <a:cubicBezTo>
                  <a:pt x="228557" y="95993"/>
                  <a:pt x="232108" y="101438"/>
                  <a:pt x="234725" y="103733"/>
                </a:cubicBezTo>
                <a:cubicBezTo>
                  <a:pt x="236167" y="104961"/>
                  <a:pt x="238143" y="105628"/>
                  <a:pt x="240653" y="105735"/>
                </a:cubicBezTo>
                <a:lnTo>
                  <a:pt x="240653" y="108619"/>
                </a:lnTo>
                <a:lnTo>
                  <a:pt x="198919" y="108619"/>
                </a:lnTo>
                <a:lnTo>
                  <a:pt x="198919" y="105735"/>
                </a:lnTo>
                <a:cubicBezTo>
                  <a:pt x="202177" y="105468"/>
                  <a:pt x="204193" y="105041"/>
                  <a:pt x="204967" y="104454"/>
                </a:cubicBezTo>
                <a:cubicBezTo>
                  <a:pt x="205741" y="103865"/>
                  <a:pt x="206128" y="103062"/>
                  <a:pt x="206128" y="102046"/>
                </a:cubicBezTo>
                <a:cubicBezTo>
                  <a:pt x="206128" y="100549"/>
                  <a:pt x="205274" y="98196"/>
                  <a:pt x="203565" y="94987"/>
                </a:cubicBezTo>
                <a:lnTo>
                  <a:pt x="197027" y="82846"/>
                </a:lnTo>
                <a:lnTo>
                  <a:pt x="191550" y="90896"/>
                </a:lnTo>
                <a:cubicBezTo>
                  <a:pt x="189040" y="94586"/>
                  <a:pt x="187625" y="96779"/>
                  <a:pt x="187304" y="97475"/>
                </a:cubicBezTo>
                <a:cubicBezTo>
                  <a:pt x="186877" y="98489"/>
                  <a:pt x="186664" y="99398"/>
                  <a:pt x="186664" y="100201"/>
                </a:cubicBezTo>
                <a:cubicBezTo>
                  <a:pt x="186664" y="101431"/>
                  <a:pt x="186917" y="102460"/>
                  <a:pt x="187424" y="103290"/>
                </a:cubicBezTo>
                <a:cubicBezTo>
                  <a:pt x="187932" y="104117"/>
                  <a:pt x="188626" y="104732"/>
                  <a:pt x="189507" y="105134"/>
                </a:cubicBezTo>
                <a:cubicBezTo>
                  <a:pt x="190388" y="105535"/>
                  <a:pt x="192004" y="105735"/>
                  <a:pt x="194353" y="105735"/>
                </a:cubicBezTo>
                <a:lnTo>
                  <a:pt x="194353" y="108619"/>
                </a:lnTo>
                <a:lnTo>
                  <a:pt x="165036" y="108619"/>
                </a:lnTo>
                <a:lnTo>
                  <a:pt x="165036" y="105735"/>
                </a:lnTo>
                <a:cubicBezTo>
                  <a:pt x="168667" y="105735"/>
                  <a:pt x="171991" y="104733"/>
                  <a:pt x="175009" y="102729"/>
                </a:cubicBezTo>
                <a:cubicBezTo>
                  <a:pt x="178026" y="100723"/>
                  <a:pt x="182418" y="95470"/>
                  <a:pt x="188185" y="86971"/>
                </a:cubicBezTo>
                <a:lnTo>
                  <a:pt x="194366" y="77902"/>
                </a:lnTo>
                <a:lnTo>
                  <a:pt x="181457" y="53931"/>
                </a:lnTo>
                <a:cubicBezTo>
                  <a:pt x="177238" y="46088"/>
                  <a:pt x="174087" y="41280"/>
                  <a:pt x="172005" y="39508"/>
                </a:cubicBezTo>
                <a:cubicBezTo>
                  <a:pt x="169922" y="37736"/>
                  <a:pt x="167599" y="36742"/>
                  <a:pt x="165036" y="36527"/>
                </a:cubicBezTo>
                <a:lnTo>
                  <a:pt x="165036" y="33643"/>
                </a:lnTo>
                <a:lnTo>
                  <a:pt x="206529" y="33643"/>
                </a:lnTo>
                <a:lnTo>
                  <a:pt x="206529" y="36527"/>
                </a:lnTo>
                <a:lnTo>
                  <a:pt x="204366" y="36607"/>
                </a:lnTo>
                <a:lnTo>
                  <a:pt x="200201" y="38064"/>
                </a:lnTo>
                <a:cubicBezTo>
                  <a:pt x="199774" y="38441"/>
                  <a:pt x="199560" y="39061"/>
                  <a:pt x="199560" y="39924"/>
                </a:cubicBezTo>
                <a:cubicBezTo>
                  <a:pt x="199560" y="40731"/>
                  <a:pt x="199694" y="41567"/>
                  <a:pt x="199961" y="42429"/>
                </a:cubicBezTo>
                <a:cubicBezTo>
                  <a:pt x="200121" y="42806"/>
                  <a:pt x="200868" y="44262"/>
                  <a:pt x="202203" y="46795"/>
                </a:cubicBezTo>
                <a:lnTo>
                  <a:pt x="208101" y="57744"/>
                </a:lnTo>
                <a:lnTo>
                  <a:pt x="211095" y="53348"/>
                </a:lnTo>
                <a:cubicBezTo>
                  <a:pt x="215367" y="47446"/>
                  <a:pt x="217503" y="43314"/>
                  <a:pt x="217503" y="40952"/>
                </a:cubicBezTo>
                <a:cubicBezTo>
                  <a:pt x="217503" y="39826"/>
                  <a:pt x="217036" y="38874"/>
                  <a:pt x="216101" y="38096"/>
                </a:cubicBezTo>
                <a:cubicBezTo>
                  <a:pt x="215167" y="37319"/>
                  <a:pt x="213498" y="36795"/>
                  <a:pt x="211095" y="36527"/>
                </a:cubicBezTo>
                <a:lnTo>
                  <a:pt x="211095" y="33643"/>
                </a:lnTo>
                <a:lnTo>
                  <a:pt x="237609" y="33643"/>
                </a:lnTo>
                <a:lnTo>
                  <a:pt x="237609" y="36527"/>
                </a:lnTo>
                <a:cubicBezTo>
                  <a:pt x="234351" y="36634"/>
                  <a:pt x="231307" y="37641"/>
                  <a:pt x="228477" y="39551"/>
                </a:cubicBezTo>
                <a:cubicBezTo>
                  <a:pt x="225647" y="41460"/>
                  <a:pt x="222469" y="45157"/>
                  <a:pt x="218945" y="50642"/>
                </a:cubicBezTo>
                <a:lnTo>
                  <a:pt x="210757" y="62675"/>
                </a:lnTo>
                <a:close/>
                <a:moveTo>
                  <a:pt x="278541" y="6088"/>
                </a:moveTo>
                <a:lnTo>
                  <a:pt x="278541" y="33643"/>
                </a:lnTo>
                <a:lnTo>
                  <a:pt x="296324" y="33643"/>
                </a:lnTo>
                <a:lnTo>
                  <a:pt x="296324" y="41493"/>
                </a:lnTo>
                <a:lnTo>
                  <a:pt x="278541" y="41493"/>
                </a:lnTo>
                <a:lnTo>
                  <a:pt x="278541" y="87837"/>
                </a:lnTo>
                <a:cubicBezTo>
                  <a:pt x="278541" y="92175"/>
                  <a:pt x="278741" y="94972"/>
                  <a:pt x="279142" y="96231"/>
                </a:cubicBezTo>
                <a:cubicBezTo>
                  <a:pt x="279543" y="97489"/>
                  <a:pt x="280250" y="98507"/>
                  <a:pt x="281265" y="99284"/>
                </a:cubicBezTo>
                <a:cubicBezTo>
                  <a:pt x="282279" y="100060"/>
                  <a:pt x="283214" y="100448"/>
                  <a:pt x="284068" y="100448"/>
                </a:cubicBezTo>
                <a:cubicBezTo>
                  <a:pt x="287539" y="100448"/>
                  <a:pt x="290824" y="97778"/>
                  <a:pt x="293921" y="92438"/>
                </a:cubicBezTo>
                <a:lnTo>
                  <a:pt x="296324" y="94218"/>
                </a:lnTo>
                <a:cubicBezTo>
                  <a:pt x="291998" y="104566"/>
                  <a:pt x="284976" y="109740"/>
                  <a:pt x="275257" y="109740"/>
                </a:cubicBezTo>
                <a:cubicBezTo>
                  <a:pt x="270504" y="109740"/>
                  <a:pt x="266486" y="108415"/>
                  <a:pt x="263202" y="105763"/>
                </a:cubicBezTo>
                <a:cubicBezTo>
                  <a:pt x="259917" y="103109"/>
                  <a:pt x="257821" y="100148"/>
                  <a:pt x="256914" y="96879"/>
                </a:cubicBezTo>
                <a:cubicBezTo>
                  <a:pt x="256380" y="95057"/>
                  <a:pt x="256113" y="90126"/>
                  <a:pt x="256113" y="82088"/>
                </a:cubicBezTo>
                <a:lnTo>
                  <a:pt x="256113" y="41493"/>
                </a:lnTo>
                <a:lnTo>
                  <a:pt x="246340" y="41493"/>
                </a:lnTo>
                <a:lnTo>
                  <a:pt x="246340" y="38682"/>
                </a:lnTo>
                <a:cubicBezTo>
                  <a:pt x="253069" y="33919"/>
                  <a:pt x="258796" y="28915"/>
                  <a:pt x="263522" y="23670"/>
                </a:cubicBezTo>
                <a:cubicBezTo>
                  <a:pt x="268248" y="18425"/>
                  <a:pt x="272373" y="12564"/>
                  <a:pt x="275898" y="6088"/>
                </a:cubicBezTo>
                <a:lnTo>
                  <a:pt x="278541" y="60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Embedding">
            <a:extLst xmlns:a="http://schemas.openxmlformats.org/drawingml/2006/main">
              <a:ext uri="{FF2B5EF4-FFF2-40B4-BE49-F238E27FC236}">
                <a16:creationId xmlns:a16="http://schemas.microsoft.com/office/drawing/2014/main" id="{B1FC30F5-BBDF-4838-92E3-5ABC350C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384" y="1559124"/>
            <a:ext cx="805142" cy="146427"/>
          </a:xfrm>
          <a:custGeom xmlns:a="http://schemas.openxmlformats.org/drawingml/2006/main">
            <a:pathLst>
              <a:path w="805142" h="146427">
                <a:moveTo>
                  <a:pt x="41413" y="8651"/>
                </a:moveTo>
                <a:lnTo>
                  <a:pt x="41413" y="52707"/>
                </a:lnTo>
                <a:lnTo>
                  <a:pt x="43576" y="52707"/>
                </a:lnTo>
                <a:cubicBezTo>
                  <a:pt x="50465" y="52707"/>
                  <a:pt x="55458" y="50545"/>
                  <a:pt x="58555" y="46219"/>
                </a:cubicBezTo>
                <a:cubicBezTo>
                  <a:pt x="61652" y="41894"/>
                  <a:pt x="63628" y="35512"/>
                  <a:pt x="64482" y="27075"/>
                </a:cubicBezTo>
                <a:lnTo>
                  <a:pt x="67526" y="27075"/>
                </a:lnTo>
                <a:lnTo>
                  <a:pt x="67526" y="84108"/>
                </a:lnTo>
                <a:lnTo>
                  <a:pt x="64482" y="84108"/>
                </a:lnTo>
                <a:cubicBezTo>
                  <a:pt x="63842" y="77893"/>
                  <a:pt x="62493" y="72804"/>
                  <a:pt x="60437" y="68841"/>
                </a:cubicBezTo>
                <a:cubicBezTo>
                  <a:pt x="58381" y="64875"/>
                  <a:pt x="55992" y="62210"/>
                  <a:pt x="53268" y="60845"/>
                </a:cubicBezTo>
                <a:cubicBezTo>
                  <a:pt x="50545" y="59479"/>
                  <a:pt x="46593" y="58795"/>
                  <a:pt x="41413" y="58795"/>
                </a:cubicBezTo>
                <a:lnTo>
                  <a:pt x="41413" y="89394"/>
                </a:lnTo>
                <a:cubicBezTo>
                  <a:pt x="41413" y="95375"/>
                  <a:pt x="41667" y="99033"/>
                  <a:pt x="42174" y="100368"/>
                </a:cubicBezTo>
                <a:cubicBezTo>
                  <a:pt x="42681" y="101703"/>
                  <a:pt x="43629" y="102798"/>
                  <a:pt x="45018" y="103653"/>
                </a:cubicBezTo>
                <a:cubicBezTo>
                  <a:pt x="46406" y="104507"/>
                  <a:pt x="48649" y="104934"/>
                  <a:pt x="51746" y="104934"/>
                </a:cubicBezTo>
                <a:lnTo>
                  <a:pt x="58234" y="104934"/>
                </a:lnTo>
                <a:cubicBezTo>
                  <a:pt x="68381" y="104934"/>
                  <a:pt x="76511" y="102598"/>
                  <a:pt x="82626" y="97925"/>
                </a:cubicBezTo>
                <a:cubicBezTo>
                  <a:pt x="88740" y="93253"/>
                  <a:pt x="93132" y="86110"/>
                  <a:pt x="95803" y="76498"/>
                </a:cubicBezTo>
                <a:lnTo>
                  <a:pt x="98766" y="76498"/>
                </a:lnTo>
                <a:lnTo>
                  <a:pt x="93880" y="111022"/>
                </a:lnTo>
                <a:lnTo>
                  <a:pt x="0" y="111022"/>
                </a:lnTo>
                <a:lnTo>
                  <a:pt x="0" y="108138"/>
                </a:lnTo>
                <a:lnTo>
                  <a:pt x="3605" y="108138"/>
                </a:lnTo>
                <a:cubicBezTo>
                  <a:pt x="6755" y="108138"/>
                  <a:pt x="9292" y="107575"/>
                  <a:pt x="11214" y="106449"/>
                </a:cubicBezTo>
                <a:cubicBezTo>
                  <a:pt x="12603" y="105696"/>
                  <a:pt x="13671" y="104408"/>
                  <a:pt x="14418" y="102584"/>
                </a:cubicBezTo>
                <a:cubicBezTo>
                  <a:pt x="15006" y="101295"/>
                  <a:pt x="15300" y="97914"/>
                  <a:pt x="15300" y="92438"/>
                </a:cubicBezTo>
                <a:lnTo>
                  <a:pt x="15300" y="20987"/>
                </a:lnTo>
                <a:cubicBezTo>
                  <a:pt x="15300" y="16049"/>
                  <a:pt x="15166" y="13016"/>
                  <a:pt x="14899" y="11888"/>
                </a:cubicBezTo>
                <a:cubicBezTo>
                  <a:pt x="14365" y="10010"/>
                  <a:pt x="13377" y="8562"/>
                  <a:pt x="11935" y="7542"/>
                </a:cubicBezTo>
                <a:cubicBezTo>
                  <a:pt x="9906" y="6039"/>
                  <a:pt x="7129" y="5287"/>
                  <a:pt x="3605" y="5287"/>
                </a:cubicBezTo>
                <a:lnTo>
                  <a:pt x="0" y="5287"/>
                </a:lnTo>
                <a:lnTo>
                  <a:pt x="0" y="2403"/>
                </a:lnTo>
                <a:lnTo>
                  <a:pt x="90916" y="2403"/>
                </a:lnTo>
                <a:lnTo>
                  <a:pt x="90916" y="34604"/>
                </a:lnTo>
                <a:lnTo>
                  <a:pt x="87872" y="34604"/>
                </a:lnTo>
                <a:cubicBezTo>
                  <a:pt x="86324" y="26729"/>
                  <a:pt x="84148" y="21078"/>
                  <a:pt x="81344" y="17650"/>
                </a:cubicBezTo>
                <a:cubicBezTo>
                  <a:pt x="78540" y="14222"/>
                  <a:pt x="74575" y="11705"/>
                  <a:pt x="69449" y="10098"/>
                </a:cubicBezTo>
                <a:cubicBezTo>
                  <a:pt x="66458" y="9133"/>
                  <a:pt x="60851" y="8651"/>
                  <a:pt x="52627" y="8651"/>
                </a:cubicBezTo>
                <a:lnTo>
                  <a:pt x="41413" y="8651"/>
                </a:lnTo>
                <a:close/>
                <a:moveTo>
                  <a:pt x="142744" y="36046"/>
                </a:moveTo>
                <a:lnTo>
                  <a:pt x="142744" y="45979"/>
                </a:lnTo>
                <a:cubicBezTo>
                  <a:pt x="146856" y="41463"/>
                  <a:pt x="150661" y="38305"/>
                  <a:pt x="154159" y="36504"/>
                </a:cubicBezTo>
                <a:cubicBezTo>
                  <a:pt x="157656" y="34704"/>
                  <a:pt x="161488" y="33803"/>
                  <a:pt x="165653" y="33803"/>
                </a:cubicBezTo>
                <a:cubicBezTo>
                  <a:pt x="170459" y="33803"/>
                  <a:pt x="174491" y="34931"/>
                  <a:pt x="177749" y="37188"/>
                </a:cubicBezTo>
                <a:cubicBezTo>
                  <a:pt x="181006" y="39444"/>
                  <a:pt x="183516" y="42882"/>
                  <a:pt x="185278" y="47501"/>
                </a:cubicBezTo>
                <a:cubicBezTo>
                  <a:pt x="189551" y="42666"/>
                  <a:pt x="193649" y="39175"/>
                  <a:pt x="197574" y="37027"/>
                </a:cubicBezTo>
                <a:cubicBezTo>
                  <a:pt x="201499" y="34878"/>
                  <a:pt x="205598" y="33803"/>
                  <a:pt x="209870" y="33803"/>
                </a:cubicBezTo>
                <a:cubicBezTo>
                  <a:pt x="215050" y="33803"/>
                  <a:pt x="219175" y="34993"/>
                  <a:pt x="222246" y="37373"/>
                </a:cubicBezTo>
                <a:cubicBezTo>
                  <a:pt x="225316" y="39753"/>
                  <a:pt x="227452" y="42774"/>
                  <a:pt x="228654" y="46437"/>
                </a:cubicBezTo>
                <a:cubicBezTo>
                  <a:pt x="229855" y="50100"/>
                  <a:pt x="230456" y="55942"/>
                  <a:pt x="230456" y="63962"/>
                </a:cubicBezTo>
                <a:lnTo>
                  <a:pt x="230456" y="94681"/>
                </a:lnTo>
                <a:cubicBezTo>
                  <a:pt x="230456" y="100448"/>
                  <a:pt x="230977" y="104026"/>
                  <a:pt x="232018" y="105415"/>
                </a:cubicBezTo>
                <a:cubicBezTo>
                  <a:pt x="233060" y="106803"/>
                  <a:pt x="235236" y="107711"/>
                  <a:pt x="238547" y="108138"/>
                </a:cubicBezTo>
                <a:lnTo>
                  <a:pt x="238547" y="111022"/>
                </a:lnTo>
                <a:lnTo>
                  <a:pt x="199857" y="111022"/>
                </a:lnTo>
                <a:lnTo>
                  <a:pt x="199857" y="108138"/>
                </a:lnTo>
                <a:cubicBezTo>
                  <a:pt x="202901" y="107871"/>
                  <a:pt x="205144" y="106696"/>
                  <a:pt x="206586" y="104614"/>
                </a:cubicBezTo>
                <a:cubicBezTo>
                  <a:pt x="207547" y="103172"/>
                  <a:pt x="208028" y="99861"/>
                  <a:pt x="208028" y="94681"/>
                </a:cubicBezTo>
                <a:lnTo>
                  <a:pt x="208028" y="62480"/>
                </a:lnTo>
                <a:cubicBezTo>
                  <a:pt x="208028" y="55805"/>
                  <a:pt x="207761" y="51559"/>
                  <a:pt x="207226" y="49744"/>
                </a:cubicBezTo>
                <a:cubicBezTo>
                  <a:pt x="206692" y="47928"/>
                  <a:pt x="205851" y="46580"/>
                  <a:pt x="204703" y="45698"/>
                </a:cubicBezTo>
                <a:cubicBezTo>
                  <a:pt x="203555" y="44817"/>
                  <a:pt x="202207" y="44377"/>
                  <a:pt x="200658" y="44377"/>
                </a:cubicBezTo>
                <a:cubicBezTo>
                  <a:pt x="198362" y="44377"/>
                  <a:pt x="196039" y="45218"/>
                  <a:pt x="193689" y="46900"/>
                </a:cubicBezTo>
                <a:cubicBezTo>
                  <a:pt x="191340" y="48582"/>
                  <a:pt x="188963" y="51105"/>
                  <a:pt x="186560" y="54470"/>
                </a:cubicBezTo>
                <a:lnTo>
                  <a:pt x="186560" y="94681"/>
                </a:lnTo>
                <a:cubicBezTo>
                  <a:pt x="186560" y="100075"/>
                  <a:pt x="187014" y="103466"/>
                  <a:pt x="187922" y="104854"/>
                </a:cubicBezTo>
                <a:cubicBezTo>
                  <a:pt x="189150" y="106830"/>
                  <a:pt x="191500" y="107925"/>
                  <a:pt x="194971" y="108138"/>
                </a:cubicBezTo>
                <a:lnTo>
                  <a:pt x="194971" y="111022"/>
                </a:lnTo>
                <a:lnTo>
                  <a:pt x="156201" y="111022"/>
                </a:lnTo>
                <a:lnTo>
                  <a:pt x="156201" y="108138"/>
                </a:lnTo>
                <a:cubicBezTo>
                  <a:pt x="158284" y="108032"/>
                  <a:pt x="159926" y="107511"/>
                  <a:pt x="161128" y="106576"/>
                </a:cubicBezTo>
                <a:cubicBezTo>
                  <a:pt x="162329" y="105642"/>
                  <a:pt x="163130" y="104520"/>
                  <a:pt x="163531" y="103212"/>
                </a:cubicBezTo>
                <a:cubicBezTo>
                  <a:pt x="163931" y="101904"/>
                  <a:pt x="164131" y="99060"/>
                  <a:pt x="164131" y="94681"/>
                </a:cubicBezTo>
                <a:lnTo>
                  <a:pt x="164131" y="62430"/>
                </a:lnTo>
                <a:cubicBezTo>
                  <a:pt x="164131" y="55636"/>
                  <a:pt x="163864" y="51384"/>
                  <a:pt x="163330" y="49674"/>
                </a:cubicBezTo>
                <a:cubicBezTo>
                  <a:pt x="162796" y="47961"/>
                  <a:pt x="161902" y="46624"/>
                  <a:pt x="160647" y="45661"/>
                </a:cubicBezTo>
                <a:cubicBezTo>
                  <a:pt x="159392" y="44698"/>
                  <a:pt x="158044" y="44217"/>
                  <a:pt x="156602" y="44217"/>
                </a:cubicBezTo>
                <a:cubicBezTo>
                  <a:pt x="154466" y="44217"/>
                  <a:pt x="152517" y="44781"/>
                  <a:pt x="150754" y="45911"/>
                </a:cubicBezTo>
                <a:cubicBezTo>
                  <a:pt x="148244" y="47580"/>
                  <a:pt x="145574" y="50433"/>
                  <a:pt x="142744" y="54470"/>
                </a:cubicBezTo>
                <a:lnTo>
                  <a:pt x="142744" y="94681"/>
                </a:lnTo>
                <a:cubicBezTo>
                  <a:pt x="142744" y="99968"/>
                  <a:pt x="143265" y="103452"/>
                  <a:pt x="144306" y="105134"/>
                </a:cubicBezTo>
                <a:cubicBezTo>
                  <a:pt x="145347" y="106817"/>
                  <a:pt x="147523" y="107818"/>
                  <a:pt x="150834" y="108138"/>
                </a:cubicBezTo>
                <a:lnTo>
                  <a:pt x="150834" y="111022"/>
                </a:lnTo>
                <a:lnTo>
                  <a:pt x="112225" y="111022"/>
                </a:lnTo>
                <a:lnTo>
                  <a:pt x="112225" y="108138"/>
                </a:lnTo>
                <a:cubicBezTo>
                  <a:pt x="115376" y="107818"/>
                  <a:pt x="117619" y="106803"/>
                  <a:pt x="118954" y="105094"/>
                </a:cubicBezTo>
                <a:cubicBezTo>
                  <a:pt x="119861" y="103920"/>
                  <a:pt x="120315" y="100448"/>
                  <a:pt x="120315" y="94681"/>
                </a:cubicBezTo>
                <a:lnTo>
                  <a:pt x="120315" y="52387"/>
                </a:lnTo>
                <a:cubicBezTo>
                  <a:pt x="120315" y="46658"/>
                  <a:pt x="119795" y="43091"/>
                  <a:pt x="118753" y="41686"/>
                </a:cubicBezTo>
                <a:cubicBezTo>
                  <a:pt x="117712" y="40281"/>
                  <a:pt x="115536" y="39362"/>
                  <a:pt x="112225" y="38930"/>
                </a:cubicBezTo>
                <a:lnTo>
                  <a:pt x="112225" y="36046"/>
                </a:lnTo>
                <a:lnTo>
                  <a:pt x="142744" y="36046"/>
                </a:lnTo>
                <a:close/>
                <a:moveTo>
                  <a:pt x="277314" y="2403"/>
                </a:moveTo>
                <a:lnTo>
                  <a:pt x="277314" y="43576"/>
                </a:lnTo>
                <a:cubicBezTo>
                  <a:pt x="283616" y="37061"/>
                  <a:pt x="290505" y="33803"/>
                  <a:pt x="297981" y="33803"/>
                </a:cubicBezTo>
                <a:cubicBezTo>
                  <a:pt x="303107" y="33803"/>
                  <a:pt x="307940" y="35314"/>
                  <a:pt x="312479" y="38334"/>
                </a:cubicBezTo>
                <a:cubicBezTo>
                  <a:pt x="317019" y="41355"/>
                  <a:pt x="320570" y="45644"/>
                  <a:pt x="323133" y="51203"/>
                </a:cubicBezTo>
                <a:cubicBezTo>
                  <a:pt x="325696" y="56762"/>
                  <a:pt x="326978" y="63177"/>
                  <a:pt x="326978" y="70448"/>
                </a:cubicBezTo>
                <a:cubicBezTo>
                  <a:pt x="326978" y="78626"/>
                  <a:pt x="325349" y="86057"/>
                  <a:pt x="322092" y="92739"/>
                </a:cubicBezTo>
                <a:cubicBezTo>
                  <a:pt x="318834" y="99420"/>
                  <a:pt x="314482" y="104512"/>
                  <a:pt x="309035" y="108013"/>
                </a:cubicBezTo>
                <a:cubicBezTo>
                  <a:pt x="303588" y="111514"/>
                  <a:pt x="297367" y="113265"/>
                  <a:pt x="290371" y="113265"/>
                </a:cubicBezTo>
                <a:cubicBezTo>
                  <a:pt x="286313" y="113265"/>
                  <a:pt x="282708" y="112624"/>
                  <a:pt x="279557" y="111342"/>
                </a:cubicBezTo>
                <a:cubicBezTo>
                  <a:pt x="276407" y="110061"/>
                  <a:pt x="273309" y="107978"/>
                  <a:pt x="270265" y="105094"/>
                </a:cubicBezTo>
                <a:lnTo>
                  <a:pt x="257850" y="113265"/>
                </a:lnTo>
                <a:lnTo>
                  <a:pt x="255126" y="113265"/>
                </a:lnTo>
                <a:lnTo>
                  <a:pt x="255126" y="17943"/>
                </a:lnTo>
                <a:cubicBezTo>
                  <a:pt x="255126" y="13589"/>
                  <a:pt x="254939" y="10902"/>
                  <a:pt x="254565" y="9883"/>
                </a:cubicBezTo>
                <a:cubicBezTo>
                  <a:pt x="254031" y="8377"/>
                  <a:pt x="253190" y="7262"/>
                  <a:pt x="252042" y="6536"/>
                </a:cubicBezTo>
                <a:cubicBezTo>
                  <a:pt x="250894" y="5810"/>
                  <a:pt x="248958" y="5394"/>
                  <a:pt x="246235" y="5287"/>
                </a:cubicBezTo>
                <a:lnTo>
                  <a:pt x="246235" y="2403"/>
                </a:lnTo>
                <a:lnTo>
                  <a:pt x="277314" y="2403"/>
                </a:lnTo>
                <a:moveTo>
                  <a:pt x="277314" y="50715"/>
                </a:moveTo>
                <a:lnTo>
                  <a:pt x="277314" y="84078"/>
                </a:lnTo>
                <a:cubicBezTo>
                  <a:pt x="277314" y="90868"/>
                  <a:pt x="277475" y="95199"/>
                  <a:pt x="277795" y="97072"/>
                </a:cubicBezTo>
                <a:cubicBezTo>
                  <a:pt x="278329" y="100226"/>
                  <a:pt x="279611" y="102779"/>
                  <a:pt x="281640" y="104731"/>
                </a:cubicBezTo>
                <a:cubicBezTo>
                  <a:pt x="283669" y="106682"/>
                  <a:pt x="286259" y="107658"/>
                  <a:pt x="289410" y="107658"/>
                </a:cubicBezTo>
                <a:cubicBezTo>
                  <a:pt x="292133" y="107658"/>
                  <a:pt x="294470" y="106883"/>
                  <a:pt x="296419" y="105332"/>
                </a:cubicBezTo>
                <a:cubicBezTo>
                  <a:pt x="298368" y="103782"/>
                  <a:pt x="299997" y="100708"/>
                  <a:pt x="301305" y="96110"/>
                </a:cubicBezTo>
                <a:cubicBezTo>
                  <a:pt x="302613" y="91511"/>
                  <a:pt x="303268" y="83223"/>
                  <a:pt x="303268" y="71246"/>
                </a:cubicBezTo>
                <a:cubicBezTo>
                  <a:pt x="303268" y="59750"/>
                  <a:pt x="301826" y="51863"/>
                  <a:pt x="298942" y="47586"/>
                </a:cubicBezTo>
                <a:cubicBezTo>
                  <a:pt x="296859" y="44485"/>
                  <a:pt x="294056" y="42935"/>
                  <a:pt x="290531" y="42935"/>
                </a:cubicBezTo>
                <a:cubicBezTo>
                  <a:pt x="285939" y="42935"/>
                  <a:pt x="281533" y="45528"/>
                  <a:pt x="277314" y="50715"/>
                </a:cubicBezTo>
                <a:close/>
                <a:moveTo>
                  <a:pt x="402970" y="70811"/>
                </a:moveTo>
                <a:lnTo>
                  <a:pt x="361878" y="70811"/>
                </a:lnTo>
                <a:cubicBezTo>
                  <a:pt x="362359" y="80770"/>
                  <a:pt x="365002" y="88641"/>
                  <a:pt x="369808" y="94423"/>
                </a:cubicBezTo>
                <a:cubicBezTo>
                  <a:pt x="373493" y="98867"/>
                  <a:pt x="377925" y="101089"/>
                  <a:pt x="383105" y="101089"/>
                </a:cubicBezTo>
                <a:cubicBezTo>
                  <a:pt x="386309" y="101089"/>
                  <a:pt x="389220" y="100195"/>
                  <a:pt x="391836" y="98406"/>
                </a:cubicBezTo>
                <a:cubicBezTo>
                  <a:pt x="394453" y="96617"/>
                  <a:pt x="397256" y="93399"/>
                  <a:pt x="400247" y="88754"/>
                </a:cubicBezTo>
                <a:lnTo>
                  <a:pt x="402970" y="90516"/>
                </a:lnTo>
                <a:cubicBezTo>
                  <a:pt x="398912" y="98793"/>
                  <a:pt x="394426" y="104654"/>
                  <a:pt x="389513" y="108098"/>
                </a:cubicBezTo>
                <a:cubicBezTo>
                  <a:pt x="384600" y="111543"/>
                  <a:pt x="378913" y="113265"/>
                  <a:pt x="372451" y="113265"/>
                </a:cubicBezTo>
                <a:cubicBezTo>
                  <a:pt x="361344" y="113265"/>
                  <a:pt x="352933" y="108989"/>
                  <a:pt x="347219" y="100436"/>
                </a:cubicBezTo>
                <a:cubicBezTo>
                  <a:pt x="342627" y="93540"/>
                  <a:pt x="340330" y="84988"/>
                  <a:pt x="340330" y="74778"/>
                </a:cubicBezTo>
                <a:cubicBezTo>
                  <a:pt x="340330" y="62269"/>
                  <a:pt x="343708" y="52313"/>
                  <a:pt x="350463" y="44910"/>
                </a:cubicBezTo>
                <a:cubicBezTo>
                  <a:pt x="357219" y="37505"/>
                  <a:pt x="365135" y="33803"/>
                  <a:pt x="374214" y="33803"/>
                </a:cubicBezTo>
                <a:cubicBezTo>
                  <a:pt x="381797" y="33803"/>
                  <a:pt x="388378" y="36914"/>
                  <a:pt x="393959" y="43135"/>
                </a:cubicBezTo>
                <a:cubicBezTo>
                  <a:pt x="399539" y="49356"/>
                  <a:pt x="402543" y="58582"/>
                  <a:pt x="402970" y="70811"/>
                </a:cubicBezTo>
                <a:moveTo>
                  <a:pt x="383265" y="65524"/>
                </a:moveTo>
                <a:cubicBezTo>
                  <a:pt x="383265" y="56926"/>
                  <a:pt x="382798" y="51025"/>
                  <a:pt x="381863" y="47821"/>
                </a:cubicBezTo>
                <a:cubicBezTo>
                  <a:pt x="380929" y="44617"/>
                  <a:pt x="379474" y="42187"/>
                  <a:pt x="377498" y="40532"/>
                </a:cubicBezTo>
                <a:cubicBezTo>
                  <a:pt x="376376" y="39571"/>
                  <a:pt x="374881" y="39090"/>
                  <a:pt x="373012" y="39090"/>
                </a:cubicBezTo>
                <a:cubicBezTo>
                  <a:pt x="370235" y="39090"/>
                  <a:pt x="367966" y="40452"/>
                  <a:pt x="366203" y="43175"/>
                </a:cubicBezTo>
                <a:cubicBezTo>
                  <a:pt x="363053" y="47928"/>
                  <a:pt x="361477" y="54443"/>
                  <a:pt x="361477" y="62720"/>
                </a:cubicBezTo>
                <a:lnTo>
                  <a:pt x="361477" y="65524"/>
                </a:lnTo>
                <a:lnTo>
                  <a:pt x="383265" y="65524"/>
                </a:lnTo>
                <a:close/>
                <a:moveTo>
                  <a:pt x="485181" y="2403"/>
                </a:moveTo>
                <a:lnTo>
                  <a:pt x="485181" y="88593"/>
                </a:lnTo>
                <a:cubicBezTo>
                  <a:pt x="485181" y="94356"/>
                  <a:pt x="485341" y="97765"/>
                  <a:pt x="485661" y="98821"/>
                </a:cubicBezTo>
                <a:cubicBezTo>
                  <a:pt x="486089" y="100567"/>
                  <a:pt x="486903" y="101863"/>
                  <a:pt x="488104" y="102709"/>
                </a:cubicBezTo>
                <a:cubicBezTo>
                  <a:pt x="489306" y="103553"/>
                  <a:pt x="491402" y="104081"/>
                  <a:pt x="494392" y="104293"/>
                </a:cubicBezTo>
                <a:lnTo>
                  <a:pt x="494392" y="107177"/>
                </a:lnTo>
                <a:lnTo>
                  <a:pt x="462752" y="113265"/>
                </a:lnTo>
                <a:lnTo>
                  <a:pt x="462752" y="101410"/>
                </a:lnTo>
                <a:cubicBezTo>
                  <a:pt x="458960" y="106002"/>
                  <a:pt x="455583" y="109126"/>
                  <a:pt x="452619" y="110782"/>
                </a:cubicBezTo>
                <a:cubicBezTo>
                  <a:pt x="449655" y="112437"/>
                  <a:pt x="446304" y="113265"/>
                  <a:pt x="442566" y="113265"/>
                </a:cubicBezTo>
                <a:cubicBezTo>
                  <a:pt x="433007" y="113265"/>
                  <a:pt x="425451" y="108989"/>
                  <a:pt x="419897" y="100436"/>
                </a:cubicBezTo>
                <a:cubicBezTo>
                  <a:pt x="415411" y="93487"/>
                  <a:pt x="413169" y="84961"/>
                  <a:pt x="413169" y="74858"/>
                </a:cubicBezTo>
                <a:cubicBezTo>
                  <a:pt x="413169" y="66786"/>
                  <a:pt x="414557" y="59556"/>
                  <a:pt x="417334" y="53168"/>
                </a:cubicBezTo>
                <a:cubicBezTo>
                  <a:pt x="420111" y="46780"/>
                  <a:pt x="423916" y="41955"/>
                  <a:pt x="428749" y="38694"/>
                </a:cubicBezTo>
                <a:cubicBezTo>
                  <a:pt x="433581" y="35434"/>
                  <a:pt x="438775" y="33803"/>
                  <a:pt x="444328" y="33803"/>
                </a:cubicBezTo>
                <a:cubicBezTo>
                  <a:pt x="447906" y="33803"/>
                  <a:pt x="451084" y="34503"/>
                  <a:pt x="453861" y="35903"/>
                </a:cubicBezTo>
                <a:cubicBezTo>
                  <a:pt x="456638" y="37304"/>
                  <a:pt x="459601" y="39754"/>
                  <a:pt x="462752" y="43255"/>
                </a:cubicBezTo>
                <a:lnTo>
                  <a:pt x="462752" y="20666"/>
                </a:lnTo>
                <a:cubicBezTo>
                  <a:pt x="462752" y="14952"/>
                  <a:pt x="462512" y="11508"/>
                  <a:pt x="462031" y="10333"/>
                </a:cubicBezTo>
                <a:cubicBezTo>
                  <a:pt x="461390" y="8785"/>
                  <a:pt x="460429" y="7636"/>
                  <a:pt x="459147" y="6889"/>
                </a:cubicBezTo>
                <a:cubicBezTo>
                  <a:pt x="457866" y="6141"/>
                  <a:pt x="455463" y="5767"/>
                  <a:pt x="451938" y="5767"/>
                </a:cubicBezTo>
                <a:lnTo>
                  <a:pt x="451938" y="2403"/>
                </a:lnTo>
                <a:lnTo>
                  <a:pt x="485181" y="2403"/>
                </a:lnTo>
                <a:moveTo>
                  <a:pt x="462752" y="53028"/>
                </a:moveTo>
                <a:cubicBezTo>
                  <a:pt x="458800" y="45552"/>
                  <a:pt x="453967" y="41813"/>
                  <a:pt x="448253" y="41813"/>
                </a:cubicBezTo>
                <a:cubicBezTo>
                  <a:pt x="446278" y="41813"/>
                  <a:pt x="444649" y="42347"/>
                  <a:pt x="443367" y="43416"/>
                </a:cubicBezTo>
                <a:cubicBezTo>
                  <a:pt x="441391" y="45071"/>
                  <a:pt x="439776" y="47981"/>
                  <a:pt x="438521" y="52147"/>
                </a:cubicBezTo>
                <a:cubicBezTo>
                  <a:pt x="437266" y="56312"/>
                  <a:pt x="436639" y="62694"/>
                  <a:pt x="436639" y="71291"/>
                </a:cubicBezTo>
                <a:cubicBezTo>
                  <a:pt x="436639" y="80743"/>
                  <a:pt x="437333" y="87739"/>
                  <a:pt x="438721" y="92278"/>
                </a:cubicBezTo>
                <a:cubicBezTo>
                  <a:pt x="440110" y="96817"/>
                  <a:pt x="442005" y="100101"/>
                  <a:pt x="444409" y="102131"/>
                </a:cubicBezTo>
                <a:cubicBezTo>
                  <a:pt x="445637" y="103145"/>
                  <a:pt x="447319" y="103653"/>
                  <a:pt x="449455" y="103653"/>
                </a:cubicBezTo>
                <a:cubicBezTo>
                  <a:pt x="454154" y="103653"/>
                  <a:pt x="458587" y="99956"/>
                  <a:pt x="462752" y="92563"/>
                </a:cubicBezTo>
                <a:lnTo>
                  <a:pt x="462752" y="53028"/>
                </a:lnTo>
                <a:close/>
                <a:moveTo>
                  <a:pt x="576392" y="2403"/>
                </a:moveTo>
                <a:lnTo>
                  <a:pt x="576392" y="88593"/>
                </a:lnTo>
                <a:cubicBezTo>
                  <a:pt x="576392" y="94356"/>
                  <a:pt x="576553" y="97765"/>
                  <a:pt x="576873" y="98821"/>
                </a:cubicBezTo>
                <a:cubicBezTo>
                  <a:pt x="577300" y="100567"/>
                  <a:pt x="578115" y="101863"/>
                  <a:pt x="579316" y="102709"/>
                </a:cubicBezTo>
                <a:cubicBezTo>
                  <a:pt x="580518" y="103553"/>
                  <a:pt x="582614" y="104081"/>
                  <a:pt x="585604" y="104293"/>
                </a:cubicBezTo>
                <a:lnTo>
                  <a:pt x="585604" y="107177"/>
                </a:lnTo>
                <a:lnTo>
                  <a:pt x="553964" y="113265"/>
                </a:lnTo>
                <a:lnTo>
                  <a:pt x="553964" y="101410"/>
                </a:lnTo>
                <a:cubicBezTo>
                  <a:pt x="550172" y="106002"/>
                  <a:pt x="546795" y="109126"/>
                  <a:pt x="543831" y="110782"/>
                </a:cubicBezTo>
                <a:cubicBezTo>
                  <a:pt x="540867" y="112437"/>
                  <a:pt x="537516" y="113265"/>
                  <a:pt x="533778" y="113265"/>
                </a:cubicBezTo>
                <a:cubicBezTo>
                  <a:pt x="524219" y="113265"/>
                  <a:pt x="516663" y="108989"/>
                  <a:pt x="511109" y="100436"/>
                </a:cubicBezTo>
                <a:cubicBezTo>
                  <a:pt x="506623" y="93487"/>
                  <a:pt x="504380" y="84961"/>
                  <a:pt x="504380" y="74858"/>
                </a:cubicBezTo>
                <a:cubicBezTo>
                  <a:pt x="504380" y="66786"/>
                  <a:pt x="505769" y="59556"/>
                  <a:pt x="508546" y="53168"/>
                </a:cubicBezTo>
                <a:cubicBezTo>
                  <a:pt x="511322" y="46780"/>
                  <a:pt x="515127" y="41955"/>
                  <a:pt x="519960" y="38694"/>
                </a:cubicBezTo>
                <a:cubicBezTo>
                  <a:pt x="524793" y="35434"/>
                  <a:pt x="529986" y="33803"/>
                  <a:pt x="535540" y="33803"/>
                </a:cubicBezTo>
                <a:cubicBezTo>
                  <a:pt x="539118" y="33803"/>
                  <a:pt x="542295" y="34503"/>
                  <a:pt x="545072" y="35903"/>
                </a:cubicBezTo>
                <a:cubicBezTo>
                  <a:pt x="547849" y="37304"/>
                  <a:pt x="550813" y="39754"/>
                  <a:pt x="553964" y="43255"/>
                </a:cubicBezTo>
                <a:lnTo>
                  <a:pt x="553964" y="20666"/>
                </a:lnTo>
                <a:cubicBezTo>
                  <a:pt x="553964" y="14952"/>
                  <a:pt x="553723" y="11508"/>
                  <a:pt x="553243" y="10333"/>
                </a:cubicBezTo>
                <a:cubicBezTo>
                  <a:pt x="552602" y="8785"/>
                  <a:pt x="551641" y="7636"/>
                  <a:pt x="550359" y="6889"/>
                </a:cubicBezTo>
                <a:cubicBezTo>
                  <a:pt x="549077" y="6141"/>
                  <a:pt x="546674" y="5767"/>
                  <a:pt x="543150" y="5767"/>
                </a:cubicBezTo>
                <a:lnTo>
                  <a:pt x="543150" y="2403"/>
                </a:lnTo>
                <a:lnTo>
                  <a:pt x="576392" y="2403"/>
                </a:lnTo>
                <a:moveTo>
                  <a:pt x="553964" y="53028"/>
                </a:moveTo>
                <a:cubicBezTo>
                  <a:pt x="550012" y="45552"/>
                  <a:pt x="545179" y="41813"/>
                  <a:pt x="539465" y="41813"/>
                </a:cubicBezTo>
                <a:cubicBezTo>
                  <a:pt x="537489" y="41813"/>
                  <a:pt x="535861" y="42347"/>
                  <a:pt x="534579" y="43416"/>
                </a:cubicBezTo>
                <a:cubicBezTo>
                  <a:pt x="532603" y="45071"/>
                  <a:pt x="530988" y="47981"/>
                  <a:pt x="529733" y="52147"/>
                </a:cubicBezTo>
                <a:cubicBezTo>
                  <a:pt x="528478" y="56312"/>
                  <a:pt x="527850" y="62694"/>
                  <a:pt x="527850" y="71291"/>
                </a:cubicBezTo>
                <a:cubicBezTo>
                  <a:pt x="527850" y="80743"/>
                  <a:pt x="528545" y="87739"/>
                  <a:pt x="529933" y="92278"/>
                </a:cubicBezTo>
                <a:cubicBezTo>
                  <a:pt x="531321" y="96817"/>
                  <a:pt x="533217" y="100101"/>
                  <a:pt x="535620" y="102131"/>
                </a:cubicBezTo>
                <a:cubicBezTo>
                  <a:pt x="536848" y="103145"/>
                  <a:pt x="538531" y="103653"/>
                  <a:pt x="540667" y="103653"/>
                </a:cubicBezTo>
                <a:cubicBezTo>
                  <a:pt x="545366" y="103653"/>
                  <a:pt x="549798" y="99956"/>
                  <a:pt x="553964" y="92563"/>
                </a:cubicBezTo>
                <a:lnTo>
                  <a:pt x="553964" y="53028"/>
                </a:lnTo>
                <a:close/>
                <a:moveTo>
                  <a:pt x="612814" y="0"/>
                </a:moveTo>
                <a:cubicBezTo>
                  <a:pt x="616285" y="0"/>
                  <a:pt x="619222" y="1219"/>
                  <a:pt x="621625" y="3657"/>
                </a:cubicBezTo>
                <a:cubicBezTo>
                  <a:pt x="624028" y="6094"/>
                  <a:pt x="625230" y="9027"/>
                  <a:pt x="625230" y="12456"/>
                </a:cubicBezTo>
                <a:cubicBezTo>
                  <a:pt x="625230" y="15885"/>
                  <a:pt x="624015" y="18806"/>
                  <a:pt x="621585" y="21217"/>
                </a:cubicBezTo>
                <a:cubicBezTo>
                  <a:pt x="619155" y="23627"/>
                  <a:pt x="616231" y="24832"/>
                  <a:pt x="612814" y="24832"/>
                </a:cubicBezTo>
                <a:cubicBezTo>
                  <a:pt x="609396" y="24832"/>
                  <a:pt x="606486" y="23627"/>
                  <a:pt x="604083" y="21217"/>
                </a:cubicBezTo>
                <a:cubicBezTo>
                  <a:pt x="601679" y="18806"/>
                  <a:pt x="600478" y="15885"/>
                  <a:pt x="600478" y="12456"/>
                </a:cubicBezTo>
                <a:cubicBezTo>
                  <a:pt x="600478" y="9027"/>
                  <a:pt x="601679" y="6094"/>
                  <a:pt x="604083" y="3657"/>
                </a:cubicBezTo>
                <a:cubicBezTo>
                  <a:pt x="606486" y="1219"/>
                  <a:pt x="609396" y="0"/>
                  <a:pt x="612814" y="0"/>
                </a:cubicBezTo>
                <a:moveTo>
                  <a:pt x="624028" y="36046"/>
                </a:moveTo>
                <a:lnTo>
                  <a:pt x="624028" y="95482"/>
                </a:lnTo>
                <a:cubicBezTo>
                  <a:pt x="624028" y="100769"/>
                  <a:pt x="624642" y="104147"/>
                  <a:pt x="625870" y="105615"/>
                </a:cubicBezTo>
                <a:cubicBezTo>
                  <a:pt x="627099" y="107084"/>
                  <a:pt x="629502" y="107925"/>
                  <a:pt x="633080" y="108138"/>
                </a:cubicBezTo>
                <a:lnTo>
                  <a:pt x="633080" y="111022"/>
                </a:lnTo>
                <a:lnTo>
                  <a:pt x="592628" y="111022"/>
                </a:lnTo>
                <a:lnTo>
                  <a:pt x="592628" y="108138"/>
                </a:lnTo>
                <a:cubicBezTo>
                  <a:pt x="595939" y="108032"/>
                  <a:pt x="598395" y="107070"/>
                  <a:pt x="599997" y="105255"/>
                </a:cubicBezTo>
                <a:cubicBezTo>
                  <a:pt x="601065" y="104026"/>
                  <a:pt x="601599" y="100769"/>
                  <a:pt x="601599" y="95482"/>
                </a:cubicBezTo>
                <a:lnTo>
                  <a:pt x="601599" y="51746"/>
                </a:lnTo>
                <a:cubicBezTo>
                  <a:pt x="601599" y="46393"/>
                  <a:pt x="600985" y="42972"/>
                  <a:pt x="599757" y="41486"/>
                </a:cubicBezTo>
                <a:cubicBezTo>
                  <a:pt x="598529" y="39999"/>
                  <a:pt x="596152" y="39147"/>
                  <a:pt x="592628" y="38930"/>
                </a:cubicBezTo>
                <a:lnTo>
                  <a:pt x="592628" y="36046"/>
                </a:lnTo>
                <a:lnTo>
                  <a:pt x="624028" y="36046"/>
                </a:lnTo>
                <a:close/>
                <a:moveTo>
                  <a:pt x="670996" y="36046"/>
                </a:moveTo>
                <a:lnTo>
                  <a:pt x="670996" y="45819"/>
                </a:lnTo>
                <a:cubicBezTo>
                  <a:pt x="674841" y="41625"/>
                  <a:pt x="678525" y="38574"/>
                  <a:pt x="682050" y="36667"/>
                </a:cubicBezTo>
                <a:cubicBezTo>
                  <a:pt x="685574" y="34758"/>
                  <a:pt x="689366" y="33803"/>
                  <a:pt x="693424" y="33803"/>
                </a:cubicBezTo>
                <a:cubicBezTo>
                  <a:pt x="698284" y="33803"/>
                  <a:pt x="702316" y="35153"/>
                  <a:pt x="705520" y="37853"/>
                </a:cubicBezTo>
                <a:cubicBezTo>
                  <a:pt x="708724" y="40554"/>
                  <a:pt x="710860" y="43909"/>
                  <a:pt x="711928" y="47919"/>
                </a:cubicBezTo>
                <a:cubicBezTo>
                  <a:pt x="712783" y="50968"/>
                  <a:pt x="713210" y="56824"/>
                  <a:pt x="713210" y="65486"/>
                </a:cubicBezTo>
                <a:lnTo>
                  <a:pt x="713210" y="94681"/>
                </a:lnTo>
                <a:cubicBezTo>
                  <a:pt x="713210" y="100448"/>
                  <a:pt x="713730" y="104040"/>
                  <a:pt x="714772" y="105455"/>
                </a:cubicBezTo>
                <a:cubicBezTo>
                  <a:pt x="715813" y="106870"/>
                  <a:pt x="717989" y="107765"/>
                  <a:pt x="721300" y="108138"/>
                </a:cubicBezTo>
                <a:lnTo>
                  <a:pt x="721300" y="111022"/>
                </a:lnTo>
                <a:lnTo>
                  <a:pt x="683412" y="111022"/>
                </a:lnTo>
                <a:lnTo>
                  <a:pt x="683412" y="108138"/>
                </a:lnTo>
                <a:cubicBezTo>
                  <a:pt x="686242" y="107765"/>
                  <a:pt x="688271" y="106590"/>
                  <a:pt x="689499" y="104614"/>
                </a:cubicBezTo>
                <a:cubicBezTo>
                  <a:pt x="690354" y="103279"/>
                  <a:pt x="690781" y="99968"/>
                  <a:pt x="690781" y="94681"/>
                </a:cubicBezTo>
                <a:lnTo>
                  <a:pt x="690781" y="61358"/>
                </a:lnTo>
                <a:cubicBezTo>
                  <a:pt x="690781" y="55217"/>
                  <a:pt x="690541" y="51346"/>
                  <a:pt x="690060" y="49744"/>
                </a:cubicBezTo>
                <a:cubicBezTo>
                  <a:pt x="689580" y="48142"/>
                  <a:pt x="688765" y="46900"/>
                  <a:pt x="687617" y="46019"/>
                </a:cubicBezTo>
                <a:cubicBezTo>
                  <a:pt x="686469" y="45138"/>
                  <a:pt x="685201" y="44697"/>
                  <a:pt x="683812" y="44697"/>
                </a:cubicBezTo>
                <a:cubicBezTo>
                  <a:pt x="679220" y="44697"/>
                  <a:pt x="674947" y="48008"/>
                  <a:pt x="670996" y="54630"/>
                </a:cubicBezTo>
                <a:lnTo>
                  <a:pt x="670996" y="94681"/>
                </a:lnTo>
                <a:cubicBezTo>
                  <a:pt x="670996" y="100288"/>
                  <a:pt x="671516" y="103839"/>
                  <a:pt x="672558" y="105335"/>
                </a:cubicBezTo>
                <a:cubicBezTo>
                  <a:pt x="673599" y="106830"/>
                  <a:pt x="675535" y="107765"/>
                  <a:pt x="678365" y="108138"/>
                </a:cubicBezTo>
                <a:lnTo>
                  <a:pt x="678365" y="111022"/>
                </a:lnTo>
                <a:lnTo>
                  <a:pt x="640477" y="111022"/>
                </a:lnTo>
                <a:lnTo>
                  <a:pt x="640477" y="108138"/>
                </a:lnTo>
                <a:cubicBezTo>
                  <a:pt x="643627" y="107818"/>
                  <a:pt x="645870" y="106803"/>
                  <a:pt x="647205" y="105094"/>
                </a:cubicBezTo>
                <a:cubicBezTo>
                  <a:pt x="648113" y="103920"/>
                  <a:pt x="648567" y="100448"/>
                  <a:pt x="648567" y="94681"/>
                </a:cubicBezTo>
                <a:lnTo>
                  <a:pt x="648567" y="52387"/>
                </a:lnTo>
                <a:cubicBezTo>
                  <a:pt x="648567" y="46658"/>
                  <a:pt x="648046" y="43091"/>
                  <a:pt x="647005" y="41686"/>
                </a:cubicBezTo>
                <a:cubicBezTo>
                  <a:pt x="645964" y="40281"/>
                  <a:pt x="643788" y="39362"/>
                  <a:pt x="640477" y="38930"/>
                </a:cubicBezTo>
                <a:lnTo>
                  <a:pt x="640477" y="36046"/>
                </a:lnTo>
                <a:lnTo>
                  <a:pt x="670996" y="36046"/>
                </a:lnTo>
                <a:close/>
                <a:moveTo>
                  <a:pt x="779670" y="37007"/>
                </a:moveTo>
                <a:lnTo>
                  <a:pt x="804902" y="37007"/>
                </a:lnTo>
                <a:lnTo>
                  <a:pt x="804902" y="45819"/>
                </a:lnTo>
                <a:lnTo>
                  <a:pt x="790563" y="45819"/>
                </a:lnTo>
                <a:cubicBezTo>
                  <a:pt x="793180" y="48435"/>
                  <a:pt x="794996" y="50812"/>
                  <a:pt x="796010" y="52948"/>
                </a:cubicBezTo>
                <a:cubicBezTo>
                  <a:pt x="797292" y="55831"/>
                  <a:pt x="797933" y="58849"/>
                  <a:pt x="797933" y="61999"/>
                </a:cubicBezTo>
                <a:cubicBezTo>
                  <a:pt x="797933" y="67339"/>
                  <a:pt x="796451" y="71972"/>
                  <a:pt x="793487" y="75897"/>
                </a:cubicBezTo>
                <a:cubicBezTo>
                  <a:pt x="790523" y="79822"/>
                  <a:pt x="786492" y="82893"/>
                  <a:pt x="781392" y="85109"/>
                </a:cubicBezTo>
                <a:cubicBezTo>
                  <a:pt x="776292" y="87325"/>
                  <a:pt x="771766" y="88433"/>
                  <a:pt x="767814" y="88433"/>
                </a:cubicBezTo>
                <a:cubicBezTo>
                  <a:pt x="767494" y="88433"/>
                  <a:pt x="764290" y="88300"/>
                  <a:pt x="758202" y="88033"/>
                </a:cubicBezTo>
                <a:cubicBezTo>
                  <a:pt x="755799" y="88033"/>
                  <a:pt x="753783" y="88816"/>
                  <a:pt x="752154" y="90383"/>
                </a:cubicBezTo>
                <a:cubicBezTo>
                  <a:pt x="750526" y="91950"/>
                  <a:pt x="749711" y="93822"/>
                  <a:pt x="749711" y="95998"/>
                </a:cubicBezTo>
                <a:cubicBezTo>
                  <a:pt x="749711" y="97910"/>
                  <a:pt x="750445" y="99477"/>
                  <a:pt x="751914" y="100699"/>
                </a:cubicBezTo>
                <a:cubicBezTo>
                  <a:pt x="753383" y="101920"/>
                  <a:pt x="755772" y="102531"/>
                  <a:pt x="759083" y="102531"/>
                </a:cubicBezTo>
                <a:lnTo>
                  <a:pt x="772941" y="102371"/>
                </a:lnTo>
                <a:cubicBezTo>
                  <a:pt x="784155" y="102371"/>
                  <a:pt x="791872" y="103602"/>
                  <a:pt x="796091" y="106063"/>
                </a:cubicBezTo>
                <a:cubicBezTo>
                  <a:pt x="802125" y="109486"/>
                  <a:pt x="805142" y="114755"/>
                  <a:pt x="805142" y="121871"/>
                </a:cubicBezTo>
                <a:cubicBezTo>
                  <a:pt x="805142" y="126418"/>
                  <a:pt x="803754" y="130551"/>
                  <a:pt x="800977" y="134269"/>
                </a:cubicBezTo>
                <a:cubicBezTo>
                  <a:pt x="798200" y="137987"/>
                  <a:pt x="794542" y="140729"/>
                  <a:pt x="790003" y="142495"/>
                </a:cubicBezTo>
                <a:cubicBezTo>
                  <a:pt x="783114" y="145116"/>
                  <a:pt x="775184" y="146427"/>
                  <a:pt x="766212" y="146427"/>
                </a:cubicBezTo>
                <a:cubicBezTo>
                  <a:pt x="759484" y="146427"/>
                  <a:pt x="753342" y="145773"/>
                  <a:pt x="747789" y="144465"/>
                </a:cubicBezTo>
                <a:cubicBezTo>
                  <a:pt x="742235" y="143156"/>
                  <a:pt x="738257" y="141340"/>
                  <a:pt x="735853" y="139015"/>
                </a:cubicBezTo>
                <a:cubicBezTo>
                  <a:pt x="733450" y="136692"/>
                  <a:pt x="732249" y="134248"/>
                  <a:pt x="732249" y="131683"/>
                </a:cubicBezTo>
                <a:cubicBezTo>
                  <a:pt x="732249" y="129227"/>
                  <a:pt x="733170" y="127023"/>
                  <a:pt x="735012" y="125072"/>
                </a:cubicBezTo>
                <a:cubicBezTo>
                  <a:pt x="736855" y="123123"/>
                  <a:pt x="740286" y="121481"/>
                  <a:pt x="745306" y="120146"/>
                </a:cubicBezTo>
                <a:cubicBezTo>
                  <a:pt x="738363" y="116728"/>
                  <a:pt x="734892" y="111977"/>
                  <a:pt x="734892" y="105890"/>
                </a:cubicBezTo>
                <a:cubicBezTo>
                  <a:pt x="734892" y="102206"/>
                  <a:pt x="736307" y="98629"/>
                  <a:pt x="739138" y="95159"/>
                </a:cubicBezTo>
                <a:cubicBezTo>
                  <a:pt x="741968" y="91688"/>
                  <a:pt x="746454" y="88671"/>
                  <a:pt x="752595" y="86108"/>
                </a:cubicBezTo>
                <a:cubicBezTo>
                  <a:pt x="745439" y="83488"/>
                  <a:pt x="740259" y="80038"/>
                  <a:pt x="737055" y="75759"/>
                </a:cubicBezTo>
                <a:cubicBezTo>
                  <a:pt x="733851" y="71481"/>
                  <a:pt x="732249" y="66533"/>
                  <a:pt x="732249" y="60918"/>
                </a:cubicBezTo>
                <a:cubicBezTo>
                  <a:pt x="732249" y="53592"/>
                  <a:pt x="735239" y="47241"/>
                  <a:pt x="741220" y="41866"/>
                </a:cubicBezTo>
                <a:cubicBezTo>
                  <a:pt x="747201" y="36491"/>
                  <a:pt x="754891" y="33803"/>
                  <a:pt x="764290" y="33803"/>
                </a:cubicBezTo>
                <a:cubicBezTo>
                  <a:pt x="769256" y="33803"/>
                  <a:pt x="774383" y="34871"/>
                  <a:pt x="779670" y="37007"/>
                </a:cubicBezTo>
                <a:moveTo>
                  <a:pt x="765812" y="38930"/>
                </a:moveTo>
                <a:cubicBezTo>
                  <a:pt x="762714" y="38930"/>
                  <a:pt x="760098" y="40489"/>
                  <a:pt x="757962" y="43608"/>
                </a:cubicBezTo>
                <a:cubicBezTo>
                  <a:pt x="755826" y="46726"/>
                  <a:pt x="754758" y="53189"/>
                  <a:pt x="754758" y="62998"/>
                </a:cubicBezTo>
                <a:cubicBezTo>
                  <a:pt x="754758" y="70940"/>
                  <a:pt x="755812" y="76390"/>
                  <a:pt x="757922" y="79349"/>
                </a:cubicBezTo>
                <a:cubicBezTo>
                  <a:pt x="760031" y="82308"/>
                  <a:pt x="762528" y="83787"/>
                  <a:pt x="765411" y="83787"/>
                </a:cubicBezTo>
                <a:cubicBezTo>
                  <a:pt x="768615" y="83787"/>
                  <a:pt x="771285" y="82321"/>
                  <a:pt x="773422" y="79389"/>
                </a:cubicBezTo>
                <a:cubicBezTo>
                  <a:pt x="775558" y="76457"/>
                  <a:pt x="776626" y="70753"/>
                  <a:pt x="776626" y="62277"/>
                </a:cubicBezTo>
                <a:cubicBezTo>
                  <a:pt x="776626" y="52737"/>
                  <a:pt x="775424" y="46233"/>
                  <a:pt x="773021" y="42767"/>
                </a:cubicBezTo>
                <a:cubicBezTo>
                  <a:pt x="771312" y="40209"/>
                  <a:pt x="768909" y="38930"/>
                  <a:pt x="765812" y="38930"/>
                </a:cubicBezTo>
                <a:moveTo>
                  <a:pt x="761086" y="122076"/>
                </a:moveTo>
                <a:cubicBezTo>
                  <a:pt x="755639" y="122076"/>
                  <a:pt x="752034" y="122528"/>
                  <a:pt x="750272" y="123433"/>
                </a:cubicBezTo>
                <a:cubicBezTo>
                  <a:pt x="747228" y="125080"/>
                  <a:pt x="745706" y="127313"/>
                  <a:pt x="745706" y="130131"/>
                </a:cubicBezTo>
                <a:cubicBezTo>
                  <a:pt x="745706" y="132843"/>
                  <a:pt x="747281" y="135302"/>
                  <a:pt x="750432" y="137508"/>
                </a:cubicBezTo>
                <a:cubicBezTo>
                  <a:pt x="753583" y="139716"/>
                  <a:pt x="759510" y="140820"/>
                  <a:pt x="768215" y="140820"/>
                </a:cubicBezTo>
                <a:cubicBezTo>
                  <a:pt x="775638" y="140820"/>
                  <a:pt x="781472" y="139836"/>
                  <a:pt x="785717" y="137869"/>
                </a:cubicBezTo>
                <a:cubicBezTo>
                  <a:pt x="789963" y="135901"/>
                  <a:pt x="792085" y="133136"/>
                  <a:pt x="792085" y="129573"/>
                </a:cubicBezTo>
                <a:cubicBezTo>
                  <a:pt x="792085" y="128245"/>
                  <a:pt x="791685" y="127128"/>
                  <a:pt x="790884" y="126224"/>
                </a:cubicBezTo>
                <a:cubicBezTo>
                  <a:pt x="789442" y="124629"/>
                  <a:pt x="787266" y="123538"/>
                  <a:pt x="784355" y="122952"/>
                </a:cubicBezTo>
                <a:cubicBezTo>
                  <a:pt x="781445" y="122368"/>
                  <a:pt x="773689" y="122076"/>
                  <a:pt x="761086" y="1220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Model">
            <a:extLst xmlns:a="http://schemas.openxmlformats.org/drawingml/2006/main">
              <a:ext uri="{FF2B5EF4-FFF2-40B4-BE49-F238E27FC236}">
                <a16:creationId xmlns:a16="http://schemas.microsoft.com/office/drawing/2014/main" id="{EE14C8FD-D59C-47D7-86BA-81415930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57" y="1756336"/>
            <a:ext cx="441549" cy="110862"/>
          </a:xfrm>
          <a:custGeom xmlns:a="http://schemas.openxmlformats.org/drawingml/2006/main">
            <a:pathLst>
              <a:path w="441549" h="110862">
                <a:moveTo>
                  <a:pt x="74896" y="71516"/>
                </a:moveTo>
                <a:lnTo>
                  <a:pt x="104374" y="0"/>
                </a:lnTo>
                <a:lnTo>
                  <a:pt x="148590" y="0"/>
                </a:lnTo>
                <a:lnTo>
                  <a:pt x="148590" y="2884"/>
                </a:lnTo>
                <a:lnTo>
                  <a:pt x="145066" y="2884"/>
                </a:lnTo>
                <a:cubicBezTo>
                  <a:pt x="141861" y="2884"/>
                  <a:pt x="139298" y="3453"/>
                  <a:pt x="137376" y="4591"/>
                </a:cubicBezTo>
                <a:cubicBezTo>
                  <a:pt x="136041" y="5350"/>
                  <a:pt x="134973" y="6625"/>
                  <a:pt x="134172" y="8416"/>
                </a:cubicBezTo>
                <a:cubicBezTo>
                  <a:pt x="133584" y="9717"/>
                  <a:pt x="133290" y="13107"/>
                  <a:pt x="133290" y="18584"/>
                </a:cubicBezTo>
                <a:lnTo>
                  <a:pt x="133290" y="90035"/>
                </a:lnTo>
                <a:cubicBezTo>
                  <a:pt x="133290" y="95617"/>
                  <a:pt x="133584" y="99107"/>
                  <a:pt x="134172" y="100504"/>
                </a:cubicBezTo>
                <a:cubicBezTo>
                  <a:pt x="134759" y="101899"/>
                  <a:pt x="135961" y="103119"/>
                  <a:pt x="137776" y="104166"/>
                </a:cubicBezTo>
                <a:cubicBezTo>
                  <a:pt x="139592" y="105212"/>
                  <a:pt x="142022" y="105735"/>
                  <a:pt x="145066" y="105735"/>
                </a:cubicBezTo>
                <a:lnTo>
                  <a:pt x="148590" y="105735"/>
                </a:lnTo>
                <a:lnTo>
                  <a:pt x="148590" y="108619"/>
                </a:lnTo>
                <a:lnTo>
                  <a:pt x="91878" y="108619"/>
                </a:lnTo>
                <a:lnTo>
                  <a:pt x="91878" y="105735"/>
                </a:lnTo>
                <a:lnTo>
                  <a:pt x="95402" y="105735"/>
                </a:lnTo>
                <a:cubicBezTo>
                  <a:pt x="98606" y="105735"/>
                  <a:pt x="101169" y="105172"/>
                  <a:pt x="103092" y="104046"/>
                </a:cubicBezTo>
                <a:cubicBezTo>
                  <a:pt x="104427" y="103293"/>
                  <a:pt x="105495" y="102005"/>
                  <a:pt x="106296" y="100181"/>
                </a:cubicBezTo>
                <a:cubicBezTo>
                  <a:pt x="106883" y="98892"/>
                  <a:pt x="107177" y="95511"/>
                  <a:pt x="107177" y="90035"/>
                </a:cubicBezTo>
                <a:lnTo>
                  <a:pt x="107177" y="9532"/>
                </a:lnTo>
                <a:lnTo>
                  <a:pt x="65524" y="108619"/>
                </a:lnTo>
                <a:lnTo>
                  <a:pt x="63601" y="108619"/>
                </a:lnTo>
                <a:lnTo>
                  <a:pt x="21307" y="10173"/>
                </a:lnTo>
                <a:lnTo>
                  <a:pt x="21307" y="86671"/>
                </a:lnTo>
                <a:cubicBezTo>
                  <a:pt x="21307" y="92056"/>
                  <a:pt x="21441" y="95368"/>
                  <a:pt x="21708" y="96606"/>
                </a:cubicBezTo>
                <a:cubicBezTo>
                  <a:pt x="22402" y="99300"/>
                  <a:pt x="23911" y="101495"/>
                  <a:pt x="26234" y="103192"/>
                </a:cubicBezTo>
                <a:cubicBezTo>
                  <a:pt x="28557" y="104887"/>
                  <a:pt x="32201" y="105735"/>
                  <a:pt x="37168" y="105735"/>
                </a:cubicBezTo>
                <a:lnTo>
                  <a:pt x="37168" y="108619"/>
                </a:lnTo>
                <a:lnTo>
                  <a:pt x="0" y="108619"/>
                </a:lnTo>
                <a:lnTo>
                  <a:pt x="0" y="105735"/>
                </a:lnTo>
                <a:lnTo>
                  <a:pt x="1121" y="105735"/>
                </a:lnTo>
                <a:cubicBezTo>
                  <a:pt x="3525" y="105789"/>
                  <a:pt x="5767" y="105396"/>
                  <a:pt x="7850" y="104559"/>
                </a:cubicBezTo>
                <a:cubicBezTo>
                  <a:pt x="9933" y="103721"/>
                  <a:pt x="11508" y="102599"/>
                  <a:pt x="12576" y="101192"/>
                </a:cubicBezTo>
                <a:cubicBezTo>
                  <a:pt x="13644" y="99785"/>
                  <a:pt x="14472" y="97810"/>
                  <a:pt x="15059" y="95267"/>
                </a:cubicBezTo>
                <a:cubicBezTo>
                  <a:pt x="15166" y="94673"/>
                  <a:pt x="15219" y="91914"/>
                  <a:pt x="15219" y="86991"/>
                </a:cubicBezTo>
                <a:lnTo>
                  <a:pt x="15219" y="18584"/>
                </a:lnTo>
                <a:cubicBezTo>
                  <a:pt x="15219" y="12998"/>
                  <a:pt x="14926" y="9514"/>
                  <a:pt x="14338" y="8130"/>
                </a:cubicBezTo>
                <a:cubicBezTo>
                  <a:pt x="13751" y="6747"/>
                  <a:pt x="12549" y="5527"/>
                  <a:pt x="10734" y="4471"/>
                </a:cubicBezTo>
                <a:cubicBezTo>
                  <a:pt x="8918" y="3413"/>
                  <a:pt x="6488" y="2884"/>
                  <a:pt x="3444" y="2884"/>
                </a:cubicBezTo>
                <a:lnTo>
                  <a:pt x="0" y="2884"/>
                </a:lnTo>
                <a:lnTo>
                  <a:pt x="0" y="0"/>
                </a:lnTo>
                <a:lnTo>
                  <a:pt x="44377" y="0"/>
                </a:lnTo>
                <a:lnTo>
                  <a:pt x="74896" y="71516"/>
                </a:lnTo>
                <a:close/>
                <a:moveTo>
                  <a:pt x="192431" y="31400"/>
                </a:moveTo>
                <a:cubicBezTo>
                  <a:pt x="198946" y="31400"/>
                  <a:pt x="205007" y="33084"/>
                  <a:pt x="210614" y="36452"/>
                </a:cubicBezTo>
                <a:cubicBezTo>
                  <a:pt x="216221" y="39819"/>
                  <a:pt x="220480" y="44604"/>
                  <a:pt x="223390" y="50805"/>
                </a:cubicBezTo>
                <a:cubicBezTo>
                  <a:pt x="226301" y="57006"/>
                  <a:pt x="227756" y="63795"/>
                  <a:pt x="227756" y="71171"/>
                </a:cubicBezTo>
                <a:cubicBezTo>
                  <a:pt x="227756" y="81808"/>
                  <a:pt x="225059" y="90709"/>
                  <a:pt x="219666" y="97873"/>
                </a:cubicBezTo>
                <a:cubicBezTo>
                  <a:pt x="213151" y="106532"/>
                  <a:pt x="204152" y="110862"/>
                  <a:pt x="192671" y="110862"/>
                </a:cubicBezTo>
                <a:cubicBezTo>
                  <a:pt x="181403" y="110862"/>
                  <a:pt x="172726" y="106906"/>
                  <a:pt x="166638" y="98994"/>
                </a:cubicBezTo>
                <a:cubicBezTo>
                  <a:pt x="160550" y="91082"/>
                  <a:pt x="157506" y="81915"/>
                  <a:pt x="157506" y="71491"/>
                </a:cubicBezTo>
                <a:cubicBezTo>
                  <a:pt x="157506" y="60748"/>
                  <a:pt x="160617" y="51380"/>
                  <a:pt x="166838" y="43388"/>
                </a:cubicBezTo>
                <a:cubicBezTo>
                  <a:pt x="173059" y="35396"/>
                  <a:pt x="181590" y="31400"/>
                  <a:pt x="192431" y="31400"/>
                </a:cubicBezTo>
                <a:moveTo>
                  <a:pt x="192751" y="37007"/>
                </a:moveTo>
                <a:cubicBezTo>
                  <a:pt x="190028" y="37007"/>
                  <a:pt x="187691" y="38037"/>
                  <a:pt x="185742" y="40096"/>
                </a:cubicBezTo>
                <a:cubicBezTo>
                  <a:pt x="183793" y="42154"/>
                  <a:pt x="182511" y="46217"/>
                  <a:pt x="181897" y="52284"/>
                </a:cubicBezTo>
                <a:cubicBezTo>
                  <a:pt x="181283" y="58352"/>
                  <a:pt x="180976" y="66786"/>
                  <a:pt x="180976" y="77587"/>
                </a:cubicBezTo>
                <a:cubicBezTo>
                  <a:pt x="180976" y="83307"/>
                  <a:pt x="181350" y="88654"/>
                  <a:pt x="182098" y="93627"/>
                </a:cubicBezTo>
                <a:cubicBezTo>
                  <a:pt x="182685" y="97422"/>
                  <a:pt x="183940" y="100309"/>
                  <a:pt x="185862" y="102288"/>
                </a:cubicBezTo>
                <a:cubicBezTo>
                  <a:pt x="187785" y="104266"/>
                  <a:pt x="189974" y="105255"/>
                  <a:pt x="192431" y="105255"/>
                </a:cubicBezTo>
                <a:cubicBezTo>
                  <a:pt x="194834" y="105255"/>
                  <a:pt x="196836" y="104586"/>
                  <a:pt x="198439" y="103250"/>
                </a:cubicBezTo>
                <a:cubicBezTo>
                  <a:pt x="200521" y="101432"/>
                  <a:pt x="201910" y="98892"/>
                  <a:pt x="202604" y="95630"/>
                </a:cubicBezTo>
                <a:cubicBezTo>
                  <a:pt x="203672" y="90552"/>
                  <a:pt x="204206" y="80287"/>
                  <a:pt x="204206" y="64835"/>
                </a:cubicBezTo>
                <a:cubicBezTo>
                  <a:pt x="204206" y="55747"/>
                  <a:pt x="203699" y="49506"/>
                  <a:pt x="202684" y="46111"/>
                </a:cubicBezTo>
                <a:cubicBezTo>
                  <a:pt x="201669" y="42715"/>
                  <a:pt x="200174" y="40242"/>
                  <a:pt x="198198" y="38692"/>
                </a:cubicBezTo>
                <a:cubicBezTo>
                  <a:pt x="196810" y="37569"/>
                  <a:pt x="194994" y="37007"/>
                  <a:pt x="192751" y="37007"/>
                </a:cubicBezTo>
                <a:close/>
                <a:moveTo>
                  <a:pt x="311944" y="0"/>
                </a:moveTo>
                <a:lnTo>
                  <a:pt x="311944" y="86190"/>
                </a:lnTo>
                <a:cubicBezTo>
                  <a:pt x="311944" y="91953"/>
                  <a:pt x="312104" y="95362"/>
                  <a:pt x="312425" y="96418"/>
                </a:cubicBezTo>
                <a:cubicBezTo>
                  <a:pt x="312852" y="98164"/>
                  <a:pt x="313666" y="99460"/>
                  <a:pt x="314868" y="100306"/>
                </a:cubicBezTo>
                <a:cubicBezTo>
                  <a:pt x="316069" y="101150"/>
                  <a:pt x="318165" y="101678"/>
                  <a:pt x="321156" y="101890"/>
                </a:cubicBezTo>
                <a:lnTo>
                  <a:pt x="321156" y="104774"/>
                </a:lnTo>
                <a:lnTo>
                  <a:pt x="289515" y="110862"/>
                </a:lnTo>
                <a:lnTo>
                  <a:pt x="289515" y="99007"/>
                </a:lnTo>
                <a:cubicBezTo>
                  <a:pt x="285724" y="103599"/>
                  <a:pt x="282346" y="106723"/>
                  <a:pt x="279382" y="108379"/>
                </a:cubicBezTo>
                <a:cubicBezTo>
                  <a:pt x="276418" y="110034"/>
                  <a:pt x="273068" y="110862"/>
                  <a:pt x="269329" y="110862"/>
                </a:cubicBezTo>
                <a:cubicBezTo>
                  <a:pt x="259770" y="110862"/>
                  <a:pt x="252214" y="106586"/>
                  <a:pt x="246660" y="98033"/>
                </a:cubicBezTo>
                <a:cubicBezTo>
                  <a:pt x="242175" y="91084"/>
                  <a:pt x="239932" y="82558"/>
                  <a:pt x="239932" y="72455"/>
                </a:cubicBezTo>
                <a:cubicBezTo>
                  <a:pt x="239932" y="64383"/>
                  <a:pt x="241320" y="57153"/>
                  <a:pt x="244097" y="50765"/>
                </a:cubicBezTo>
                <a:cubicBezTo>
                  <a:pt x="246874" y="44377"/>
                  <a:pt x="250679" y="39552"/>
                  <a:pt x="255512" y="36291"/>
                </a:cubicBezTo>
                <a:cubicBezTo>
                  <a:pt x="260345" y="33031"/>
                  <a:pt x="265538" y="31400"/>
                  <a:pt x="271092" y="31400"/>
                </a:cubicBezTo>
                <a:cubicBezTo>
                  <a:pt x="274670" y="31400"/>
                  <a:pt x="277847" y="32100"/>
                  <a:pt x="280624" y="33500"/>
                </a:cubicBezTo>
                <a:cubicBezTo>
                  <a:pt x="283401" y="34900"/>
                  <a:pt x="286365" y="37351"/>
                  <a:pt x="289515" y="40852"/>
                </a:cubicBezTo>
                <a:lnTo>
                  <a:pt x="289515" y="18263"/>
                </a:lnTo>
                <a:cubicBezTo>
                  <a:pt x="289515" y="12549"/>
                  <a:pt x="289275" y="9105"/>
                  <a:pt x="288794" y="7930"/>
                </a:cubicBezTo>
                <a:cubicBezTo>
                  <a:pt x="288153" y="6381"/>
                  <a:pt x="287192" y="5233"/>
                  <a:pt x="285911" y="4486"/>
                </a:cubicBezTo>
                <a:cubicBezTo>
                  <a:pt x="284629" y="3738"/>
                  <a:pt x="282226" y="3364"/>
                  <a:pt x="278701" y="3364"/>
                </a:cubicBezTo>
                <a:lnTo>
                  <a:pt x="278701" y="0"/>
                </a:lnTo>
                <a:lnTo>
                  <a:pt x="311944" y="0"/>
                </a:lnTo>
                <a:moveTo>
                  <a:pt x="289515" y="50625"/>
                </a:moveTo>
                <a:cubicBezTo>
                  <a:pt x="285563" y="43149"/>
                  <a:pt x="280731" y="39410"/>
                  <a:pt x="275017" y="39410"/>
                </a:cubicBezTo>
                <a:cubicBezTo>
                  <a:pt x="273041" y="39410"/>
                  <a:pt x="271412" y="39944"/>
                  <a:pt x="270130" y="41012"/>
                </a:cubicBezTo>
                <a:cubicBezTo>
                  <a:pt x="268155" y="42668"/>
                  <a:pt x="266539" y="45578"/>
                  <a:pt x="265284" y="49744"/>
                </a:cubicBezTo>
                <a:cubicBezTo>
                  <a:pt x="264029" y="53909"/>
                  <a:pt x="263402" y="60290"/>
                  <a:pt x="263402" y="68888"/>
                </a:cubicBezTo>
                <a:cubicBezTo>
                  <a:pt x="263402" y="78340"/>
                  <a:pt x="264096" y="85336"/>
                  <a:pt x="265484" y="89875"/>
                </a:cubicBezTo>
                <a:cubicBezTo>
                  <a:pt x="266873" y="94414"/>
                  <a:pt x="268769" y="97698"/>
                  <a:pt x="271172" y="99728"/>
                </a:cubicBezTo>
                <a:cubicBezTo>
                  <a:pt x="272400" y="100742"/>
                  <a:pt x="274082" y="101250"/>
                  <a:pt x="276218" y="101250"/>
                </a:cubicBezTo>
                <a:cubicBezTo>
                  <a:pt x="280918" y="101250"/>
                  <a:pt x="285350" y="97553"/>
                  <a:pt x="289515" y="90160"/>
                </a:cubicBezTo>
                <a:lnTo>
                  <a:pt x="289515" y="50625"/>
                </a:lnTo>
                <a:close/>
                <a:moveTo>
                  <a:pt x="393784" y="68408"/>
                </a:moveTo>
                <a:lnTo>
                  <a:pt x="352691" y="68408"/>
                </a:lnTo>
                <a:cubicBezTo>
                  <a:pt x="353172" y="78367"/>
                  <a:pt x="355815" y="86238"/>
                  <a:pt x="360621" y="92020"/>
                </a:cubicBezTo>
                <a:cubicBezTo>
                  <a:pt x="364306" y="96464"/>
                  <a:pt x="368738" y="98686"/>
                  <a:pt x="373918" y="98686"/>
                </a:cubicBezTo>
                <a:cubicBezTo>
                  <a:pt x="377122" y="98686"/>
                  <a:pt x="380033" y="97792"/>
                  <a:pt x="382649" y="96003"/>
                </a:cubicBezTo>
                <a:cubicBezTo>
                  <a:pt x="385266" y="94214"/>
                  <a:pt x="388070" y="90996"/>
                  <a:pt x="391060" y="86350"/>
                </a:cubicBezTo>
                <a:lnTo>
                  <a:pt x="393784" y="88113"/>
                </a:lnTo>
                <a:cubicBezTo>
                  <a:pt x="389725" y="96390"/>
                  <a:pt x="385239" y="102251"/>
                  <a:pt x="380326" y="105695"/>
                </a:cubicBezTo>
                <a:cubicBezTo>
                  <a:pt x="375413" y="109140"/>
                  <a:pt x="369726" y="110862"/>
                  <a:pt x="363265" y="110862"/>
                </a:cubicBezTo>
                <a:cubicBezTo>
                  <a:pt x="352157" y="110862"/>
                  <a:pt x="343746" y="106586"/>
                  <a:pt x="338032" y="98033"/>
                </a:cubicBezTo>
                <a:cubicBezTo>
                  <a:pt x="333440" y="91137"/>
                  <a:pt x="331143" y="82585"/>
                  <a:pt x="331143" y="72375"/>
                </a:cubicBezTo>
                <a:cubicBezTo>
                  <a:pt x="331143" y="59866"/>
                  <a:pt x="334521" y="49910"/>
                  <a:pt x="341276" y="42507"/>
                </a:cubicBezTo>
                <a:cubicBezTo>
                  <a:pt x="348032" y="35102"/>
                  <a:pt x="355949" y="31400"/>
                  <a:pt x="365027" y="31400"/>
                </a:cubicBezTo>
                <a:cubicBezTo>
                  <a:pt x="372610" y="31400"/>
                  <a:pt x="379192" y="34511"/>
                  <a:pt x="384772" y="40732"/>
                </a:cubicBezTo>
                <a:cubicBezTo>
                  <a:pt x="390353" y="46953"/>
                  <a:pt x="393356" y="56179"/>
                  <a:pt x="393784" y="68408"/>
                </a:cubicBezTo>
                <a:moveTo>
                  <a:pt x="374078" y="63121"/>
                </a:moveTo>
                <a:cubicBezTo>
                  <a:pt x="374078" y="54523"/>
                  <a:pt x="373611" y="48622"/>
                  <a:pt x="372677" y="45418"/>
                </a:cubicBezTo>
                <a:cubicBezTo>
                  <a:pt x="371742" y="42214"/>
                  <a:pt x="370287" y="39784"/>
                  <a:pt x="368311" y="38129"/>
                </a:cubicBezTo>
                <a:cubicBezTo>
                  <a:pt x="367190" y="37168"/>
                  <a:pt x="365694" y="36687"/>
                  <a:pt x="363825" y="36687"/>
                </a:cubicBezTo>
                <a:cubicBezTo>
                  <a:pt x="361048" y="36687"/>
                  <a:pt x="358779" y="38049"/>
                  <a:pt x="357017" y="40772"/>
                </a:cubicBezTo>
                <a:cubicBezTo>
                  <a:pt x="353866" y="45525"/>
                  <a:pt x="352291" y="52040"/>
                  <a:pt x="352291" y="60317"/>
                </a:cubicBezTo>
                <a:lnTo>
                  <a:pt x="352291" y="63121"/>
                </a:lnTo>
                <a:lnTo>
                  <a:pt x="374078" y="63121"/>
                </a:lnTo>
                <a:close/>
                <a:moveTo>
                  <a:pt x="432498" y="0"/>
                </a:moveTo>
                <a:lnTo>
                  <a:pt x="432498" y="93079"/>
                </a:lnTo>
                <a:cubicBezTo>
                  <a:pt x="432498" y="98366"/>
                  <a:pt x="433112" y="101743"/>
                  <a:pt x="434340" y="103212"/>
                </a:cubicBezTo>
                <a:cubicBezTo>
                  <a:pt x="435569" y="104681"/>
                  <a:pt x="437972" y="105522"/>
                  <a:pt x="441549" y="105735"/>
                </a:cubicBezTo>
                <a:lnTo>
                  <a:pt x="441549" y="108619"/>
                </a:lnTo>
                <a:lnTo>
                  <a:pt x="401098" y="108619"/>
                </a:lnTo>
                <a:lnTo>
                  <a:pt x="401098" y="105735"/>
                </a:lnTo>
                <a:cubicBezTo>
                  <a:pt x="404409" y="105628"/>
                  <a:pt x="406865" y="104667"/>
                  <a:pt x="408467" y="102852"/>
                </a:cubicBezTo>
                <a:cubicBezTo>
                  <a:pt x="409535" y="101623"/>
                  <a:pt x="410069" y="98366"/>
                  <a:pt x="410069" y="93079"/>
                </a:cubicBezTo>
                <a:lnTo>
                  <a:pt x="410069" y="15540"/>
                </a:lnTo>
                <a:cubicBezTo>
                  <a:pt x="410069" y="10273"/>
                  <a:pt x="409455" y="6901"/>
                  <a:pt x="408227" y="5424"/>
                </a:cubicBezTo>
                <a:cubicBezTo>
                  <a:pt x="406999" y="3946"/>
                  <a:pt x="404622" y="3099"/>
                  <a:pt x="401098" y="2884"/>
                </a:cubicBezTo>
                <a:lnTo>
                  <a:pt x="401098" y="0"/>
                </a:lnTo>
                <a:lnTo>
                  <a:pt x="4324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3C650-D144-4487-8E6D-940C560C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937048"/>
            <a:ext cx="871515" cy="512656"/>
          </a:xfrm>
          <a:custGeom xmlns:a="http://schemas.openxmlformats.org/drawingml/2006/main">
            <a:pathLst>
              <a:path w="871515" h="512656">
                <a:moveTo>
                  <a:pt x="0" y="0"/>
                </a:moveTo>
                <a:lnTo>
                  <a:pt x="768984" y="0"/>
                </a:lnTo>
                <a:lnTo>
                  <a:pt x="871515" y="102531"/>
                </a:lnTo>
                <a:lnTo>
                  <a:pt x="871515" y="512656"/>
                </a:lnTo>
                <a:lnTo>
                  <a:pt x="102531" y="512656"/>
                </a:lnTo>
                <a:lnTo>
                  <a:pt x="0" y="4101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3150B-83F7-4BA8-8BC0-810970E4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937048"/>
            <a:ext cx="871515" cy="512656"/>
          </a:xfrm>
          <a:custGeom xmlns:a="http://schemas.openxmlformats.org/drawingml/2006/main">
            <a:pathLst>
              <a:path w="871515" h="512656" fill="none">
                <a:moveTo>
                  <a:pt x="0" y="0"/>
                </a:moveTo>
                <a:lnTo>
                  <a:pt x="768984" y="0"/>
                </a:lnTo>
                <a:lnTo>
                  <a:pt x="871515" y="102531"/>
                </a:lnTo>
                <a:lnTo>
                  <a:pt x="871515" y="512656"/>
                </a:lnTo>
                <a:lnTo>
                  <a:pt x="102531" y="512656"/>
                </a:lnTo>
                <a:lnTo>
                  <a:pt x="0" y="4101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F1825-B368-44EA-966C-825DCA1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937048"/>
            <a:ext cx="871515" cy="102531"/>
          </a:xfrm>
          <a:custGeom xmlns:a="http://schemas.openxmlformats.org/drawingml/2006/main">
            <a:pathLst>
              <a:path w="871515" h="102531">
                <a:moveTo>
                  <a:pt x="0" y="0"/>
                </a:moveTo>
                <a:lnTo>
                  <a:pt x="768984" y="0"/>
                </a:lnTo>
                <a:lnTo>
                  <a:pt x="871515" y="102531"/>
                </a:lnTo>
                <a:lnTo>
                  <a:pt x="102531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397F6-ADBA-4989-9F94-2CB8FF4F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937048"/>
            <a:ext cx="102531" cy="512656"/>
          </a:xfrm>
          <a:custGeom xmlns:a="http://schemas.openxmlformats.org/drawingml/2006/main">
            <a:pathLst>
              <a:path w="102531" h="512656">
                <a:moveTo>
                  <a:pt x="0" y="0"/>
                </a:moveTo>
                <a:lnTo>
                  <a:pt x="102531" y="102531"/>
                </a:lnTo>
                <a:lnTo>
                  <a:pt x="102531" y="512656"/>
                </a:lnTo>
                <a:lnTo>
                  <a:pt x="0" y="4101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2EDD0-821D-4F12-B6AF-6CD32A14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937048"/>
            <a:ext cx="871515" cy="512656"/>
          </a:xfrm>
          <a:custGeom xmlns:a="http://schemas.openxmlformats.org/drawingml/2006/main">
            <a:pathLst>
              <a:path w="871515" h="512656" fill="none">
                <a:moveTo>
                  <a:pt x="102531" y="512656"/>
                </a:moveTo>
                <a:lnTo>
                  <a:pt x="102531" y="102531"/>
                </a:lnTo>
                <a:lnTo>
                  <a:pt x="0" y="0"/>
                </a:lnTo>
                <a:moveTo>
                  <a:pt x="102531" y="102531"/>
                </a:moveTo>
                <a:lnTo>
                  <a:pt x="871515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44" name="Text Chunksof">
            <a:extLst xmlns:a="http://schemas.openxmlformats.org/drawingml/2006/main">
              <a:ext uri="{FF2B5EF4-FFF2-40B4-BE49-F238E27FC236}">
                <a16:creationId xmlns:a16="http://schemas.microsoft.com/office/drawing/2014/main" id="{FBD3195E-28A1-46CD-8A3B-86BC5479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07" y="1094850"/>
            <a:ext cx="689737" cy="116309"/>
          </a:xfrm>
          <a:custGeom xmlns:a="http://schemas.openxmlformats.org/drawingml/2006/main">
            <a:pathLst>
              <a:path w="689737" h="116309">
                <a:moveTo>
                  <a:pt x="92839" y="2884"/>
                </a:moveTo>
                <a:lnTo>
                  <a:pt x="95322" y="39731"/>
                </a:lnTo>
                <a:lnTo>
                  <a:pt x="92839" y="39731"/>
                </a:lnTo>
                <a:cubicBezTo>
                  <a:pt x="89528" y="28648"/>
                  <a:pt x="84802" y="20671"/>
                  <a:pt x="78661" y="15800"/>
                </a:cubicBezTo>
                <a:cubicBezTo>
                  <a:pt x="72519" y="10927"/>
                  <a:pt x="65150" y="8491"/>
                  <a:pt x="56552" y="8491"/>
                </a:cubicBezTo>
                <a:cubicBezTo>
                  <a:pt x="49343" y="8491"/>
                  <a:pt x="42828" y="10322"/>
                  <a:pt x="37007" y="13983"/>
                </a:cubicBezTo>
                <a:cubicBezTo>
                  <a:pt x="31187" y="17643"/>
                  <a:pt x="26607" y="23481"/>
                  <a:pt x="23270" y="31498"/>
                </a:cubicBezTo>
                <a:cubicBezTo>
                  <a:pt x="19932" y="39515"/>
                  <a:pt x="18263" y="49482"/>
                  <a:pt x="18263" y="61401"/>
                </a:cubicBezTo>
                <a:cubicBezTo>
                  <a:pt x="18263" y="71234"/>
                  <a:pt x="19839" y="79758"/>
                  <a:pt x="22989" y="86974"/>
                </a:cubicBezTo>
                <a:cubicBezTo>
                  <a:pt x="26140" y="94188"/>
                  <a:pt x="30879" y="99719"/>
                  <a:pt x="37208" y="103567"/>
                </a:cubicBezTo>
                <a:cubicBezTo>
                  <a:pt x="43536" y="107416"/>
                  <a:pt x="50758" y="109340"/>
                  <a:pt x="58875" y="109340"/>
                </a:cubicBezTo>
                <a:cubicBezTo>
                  <a:pt x="65924" y="109340"/>
                  <a:pt x="72146" y="107831"/>
                  <a:pt x="77539" y="104814"/>
                </a:cubicBezTo>
                <a:cubicBezTo>
                  <a:pt x="82933" y="101797"/>
                  <a:pt x="88860" y="95803"/>
                  <a:pt x="95322" y="86831"/>
                </a:cubicBezTo>
                <a:lnTo>
                  <a:pt x="97805" y="88428"/>
                </a:lnTo>
                <a:cubicBezTo>
                  <a:pt x="92358" y="98069"/>
                  <a:pt x="86003" y="105126"/>
                  <a:pt x="78741" y="109600"/>
                </a:cubicBezTo>
                <a:cubicBezTo>
                  <a:pt x="71478" y="114073"/>
                  <a:pt x="62854" y="116309"/>
                  <a:pt x="52868" y="116309"/>
                </a:cubicBezTo>
                <a:cubicBezTo>
                  <a:pt x="34871" y="116309"/>
                  <a:pt x="20933" y="109643"/>
                  <a:pt x="11054" y="96311"/>
                </a:cubicBezTo>
                <a:cubicBezTo>
                  <a:pt x="3685" y="86393"/>
                  <a:pt x="0" y="74715"/>
                  <a:pt x="0" y="61276"/>
                </a:cubicBezTo>
                <a:cubicBezTo>
                  <a:pt x="0" y="50450"/>
                  <a:pt x="2430" y="40505"/>
                  <a:pt x="7289" y="31440"/>
                </a:cubicBezTo>
                <a:cubicBezTo>
                  <a:pt x="12149" y="22375"/>
                  <a:pt x="18837" y="15350"/>
                  <a:pt x="27355" y="10363"/>
                </a:cubicBezTo>
                <a:cubicBezTo>
                  <a:pt x="35873" y="5377"/>
                  <a:pt x="45178" y="2884"/>
                  <a:pt x="55271" y="2884"/>
                </a:cubicBezTo>
                <a:cubicBezTo>
                  <a:pt x="63121" y="2884"/>
                  <a:pt x="70864" y="4806"/>
                  <a:pt x="78500" y="8651"/>
                </a:cubicBezTo>
                <a:cubicBezTo>
                  <a:pt x="80743" y="9826"/>
                  <a:pt x="82345" y="10413"/>
                  <a:pt x="83307" y="10413"/>
                </a:cubicBezTo>
                <a:cubicBezTo>
                  <a:pt x="84748" y="10413"/>
                  <a:pt x="86003" y="9906"/>
                  <a:pt x="87071" y="8891"/>
                </a:cubicBezTo>
                <a:cubicBezTo>
                  <a:pt x="88460" y="7450"/>
                  <a:pt x="89448" y="5447"/>
                  <a:pt x="90035" y="2884"/>
                </a:cubicBezTo>
                <a:lnTo>
                  <a:pt x="92839" y="2884"/>
                </a:lnTo>
                <a:close/>
                <a:moveTo>
                  <a:pt x="130168" y="0"/>
                </a:moveTo>
                <a:lnTo>
                  <a:pt x="130168" y="53749"/>
                </a:lnTo>
                <a:cubicBezTo>
                  <a:pt x="136095" y="47234"/>
                  <a:pt x="140795" y="43055"/>
                  <a:pt x="144266" y="41213"/>
                </a:cubicBezTo>
                <a:cubicBezTo>
                  <a:pt x="147737" y="39370"/>
                  <a:pt x="151208" y="38449"/>
                  <a:pt x="154679" y="38449"/>
                </a:cubicBezTo>
                <a:cubicBezTo>
                  <a:pt x="158845" y="38449"/>
                  <a:pt x="162422" y="39595"/>
                  <a:pt x="165413" y="41886"/>
                </a:cubicBezTo>
                <a:cubicBezTo>
                  <a:pt x="168403" y="44177"/>
                  <a:pt x="170620" y="47774"/>
                  <a:pt x="172061" y="52675"/>
                </a:cubicBezTo>
                <a:cubicBezTo>
                  <a:pt x="173076" y="56086"/>
                  <a:pt x="173583" y="62321"/>
                  <a:pt x="173583" y="71379"/>
                </a:cubicBezTo>
                <a:lnTo>
                  <a:pt x="173583" y="97274"/>
                </a:lnTo>
                <a:cubicBezTo>
                  <a:pt x="173583" y="101910"/>
                  <a:pt x="173957" y="105081"/>
                  <a:pt x="174705" y="106787"/>
                </a:cubicBezTo>
                <a:cubicBezTo>
                  <a:pt x="175239" y="108065"/>
                  <a:pt x="176147" y="109077"/>
                  <a:pt x="177428" y="109823"/>
                </a:cubicBezTo>
                <a:cubicBezTo>
                  <a:pt x="178710" y="110569"/>
                  <a:pt x="181060" y="110942"/>
                  <a:pt x="184477" y="110942"/>
                </a:cubicBezTo>
                <a:lnTo>
                  <a:pt x="184477" y="113906"/>
                </a:lnTo>
                <a:lnTo>
                  <a:pt x="148431" y="113906"/>
                </a:lnTo>
                <a:lnTo>
                  <a:pt x="148431" y="110942"/>
                </a:lnTo>
                <a:lnTo>
                  <a:pt x="150113" y="110942"/>
                </a:lnTo>
                <a:cubicBezTo>
                  <a:pt x="153531" y="110942"/>
                  <a:pt x="155907" y="110421"/>
                  <a:pt x="157243" y="109380"/>
                </a:cubicBezTo>
                <a:cubicBezTo>
                  <a:pt x="158578" y="108339"/>
                  <a:pt x="159512" y="106803"/>
                  <a:pt x="160046" y="104774"/>
                </a:cubicBezTo>
                <a:cubicBezTo>
                  <a:pt x="160206" y="103920"/>
                  <a:pt x="160286" y="101410"/>
                  <a:pt x="160286" y="97244"/>
                </a:cubicBezTo>
                <a:lnTo>
                  <a:pt x="160286" y="71291"/>
                </a:lnTo>
                <a:cubicBezTo>
                  <a:pt x="160286" y="63281"/>
                  <a:pt x="159873" y="58021"/>
                  <a:pt x="159045" y="55511"/>
                </a:cubicBezTo>
                <a:cubicBezTo>
                  <a:pt x="158217" y="53001"/>
                  <a:pt x="156895" y="51119"/>
                  <a:pt x="155080" y="49864"/>
                </a:cubicBezTo>
                <a:cubicBezTo>
                  <a:pt x="153264" y="48609"/>
                  <a:pt x="151075" y="47981"/>
                  <a:pt x="148511" y="47981"/>
                </a:cubicBezTo>
                <a:cubicBezTo>
                  <a:pt x="145895" y="47981"/>
                  <a:pt x="143171" y="48676"/>
                  <a:pt x="140341" y="50064"/>
                </a:cubicBezTo>
                <a:cubicBezTo>
                  <a:pt x="137511" y="51452"/>
                  <a:pt x="134120" y="54256"/>
                  <a:pt x="130168" y="58475"/>
                </a:cubicBezTo>
                <a:lnTo>
                  <a:pt x="130168" y="97244"/>
                </a:lnTo>
                <a:cubicBezTo>
                  <a:pt x="130168" y="102264"/>
                  <a:pt x="130448" y="105388"/>
                  <a:pt x="131009" y="106616"/>
                </a:cubicBezTo>
                <a:cubicBezTo>
                  <a:pt x="131570" y="107845"/>
                  <a:pt x="132611" y="108873"/>
                  <a:pt x="134133" y="109700"/>
                </a:cubicBezTo>
                <a:cubicBezTo>
                  <a:pt x="135655" y="110528"/>
                  <a:pt x="138285" y="110942"/>
                  <a:pt x="142023" y="110942"/>
                </a:cubicBezTo>
                <a:lnTo>
                  <a:pt x="142023" y="113906"/>
                </a:lnTo>
                <a:lnTo>
                  <a:pt x="105657" y="113906"/>
                </a:lnTo>
                <a:lnTo>
                  <a:pt x="105657" y="110942"/>
                </a:lnTo>
                <a:cubicBezTo>
                  <a:pt x="108914" y="110942"/>
                  <a:pt x="111477" y="110435"/>
                  <a:pt x="113346" y="109420"/>
                </a:cubicBezTo>
                <a:cubicBezTo>
                  <a:pt x="114414" y="108888"/>
                  <a:pt x="115269" y="107875"/>
                  <a:pt x="115910" y="106381"/>
                </a:cubicBezTo>
                <a:cubicBezTo>
                  <a:pt x="116550" y="104886"/>
                  <a:pt x="116871" y="101844"/>
                  <a:pt x="116871" y="97254"/>
                </a:cubicBezTo>
                <a:lnTo>
                  <a:pt x="116871" y="30897"/>
                </a:lnTo>
                <a:cubicBezTo>
                  <a:pt x="116871" y="22520"/>
                  <a:pt x="116671" y="17371"/>
                  <a:pt x="116270" y="15450"/>
                </a:cubicBezTo>
                <a:cubicBezTo>
                  <a:pt x="115870" y="13527"/>
                  <a:pt x="115255" y="12220"/>
                  <a:pt x="114428" y="11527"/>
                </a:cubicBezTo>
                <a:cubicBezTo>
                  <a:pt x="113600" y="10833"/>
                  <a:pt x="112492" y="10486"/>
                  <a:pt x="111103" y="10486"/>
                </a:cubicBezTo>
                <a:cubicBezTo>
                  <a:pt x="109982" y="10486"/>
                  <a:pt x="108166" y="10913"/>
                  <a:pt x="105657" y="11768"/>
                </a:cubicBezTo>
                <a:lnTo>
                  <a:pt x="104535" y="8964"/>
                </a:lnTo>
                <a:lnTo>
                  <a:pt x="126483" y="0"/>
                </a:lnTo>
                <a:lnTo>
                  <a:pt x="130168" y="0"/>
                </a:lnTo>
                <a:close/>
                <a:moveTo>
                  <a:pt x="254967" y="40532"/>
                </a:moveTo>
                <a:lnTo>
                  <a:pt x="254967" y="84989"/>
                </a:lnTo>
                <a:cubicBezTo>
                  <a:pt x="254967" y="93480"/>
                  <a:pt x="255168" y="98673"/>
                  <a:pt x="255568" y="100569"/>
                </a:cubicBezTo>
                <a:cubicBezTo>
                  <a:pt x="255969" y="102464"/>
                  <a:pt x="256610" y="103786"/>
                  <a:pt x="257491" y="104534"/>
                </a:cubicBezTo>
                <a:cubicBezTo>
                  <a:pt x="258372" y="105281"/>
                  <a:pt x="259400" y="105655"/>
                  <a:pt x="260575" y="105655"/>
                </a:cubicBezTo>
                <a:cubicBezTo>
                  <a:pt x="262230" y="105655"/>
                  <a:pt x="264099" y="105201"/>
                  <a:pt x="266182" y="104293"/>
                </a:cubicBezTo>
                <a:lnTo>
                  <a:pt x="267303" y="107097"/>
                </a:lnTo>
                <a:lnTo>
                  <a:pt x="245355" y="116149"/>
                </a:lnTo>
                <a:lnTo>
                  <a:pt x="241751" y="116149"/>
                </a:lnTo>
                <a:lnTo>
                  <a:pt x="241751" y="100609"/>
                </a:lnTo>
                <a:cubicBezTo>
                  <a:pt x="235449" y="107444"/>
                  <a:pt x="230643" y="111743"/>
                  <a:pt x="227332" y="113505"/>
                </a:cubicBezTo>
                <a:cubicBezTo>
                  <a:pt x="224021" y="115267"/>
                  <a:pt x="220523" y="116149"/>
                  <a:pt x="216839" y="116149"/>
                </a:cubicBezTo>
                <a:cubicBezTo>
                  <a:pt x="212727" y="116149"/>
                  <a:pt x="209162" y="114960"/>
                  <a:pt x="206145" y="112584"/>
                </a:cubicBezTo>
                <a:cubicBezTo>
                  <a:pt x="203128" y="110208"/>
                  <a:pt x="201032" y="107150"/>
                  <a:pt x="199857" y="103412"/>
                </a:cubicBezTo>
                <a:cubicBezTo>
                  <a:pt x="198682" y="99674"/>
                  <a:pt x="198095" y="94387"/>
                  <a:pt x="198095" y="87552"/>
                </a:cubicBezTo>
                <a:lnTo>
                  <a:pt x="198095" y="54790"/>
                </a:lnTo>
                <a:cubicBezTo>
                  <a:pt x="198095" y="51319"/>
                  <a:pt x="197721" y="48916"/>
                  <a:pt x="196973" y="47581"/>
                </a:cubicBezTo>
                <a:cubicBezTo>
                  <a:pt x="196226" y="46246"/>
                  <a:pt x="195118" y="45218"/>
                  <a:pt x="193649" y="44497"/>
                </a:cubicBezTo>
                <a:cubicBezTo>
                  <a:pt x="192180" y="43776"/>
                  <a:pt x="189524" y="43442"/>
                  <a:pt x="185679" y="43496"/>
                </a:cubicBezTo>
                <a:lnTo>
                  <a:pt x="185679" y="40532"/>
                </a:lnTo>
                <a:lnTo>
                  <a:pt x="211392" y="40532"/>
                </a:lnTo>
                <a:lnTo>
                  <a:pt x="211392" y="89515"/>
                </a:lnTo>
                <a:cubicBezTo>
                  <a:pt x="211392" y="96333"/>
                  <a:pt x="212580" y="100808"/>
                  <a:pt x="214956" y="102939"/>
                </a:cubicBezTo>
                <a:cubicBezTo>
                  <a:pt x="217333" y="105070"/>
                  <a:pt x="220203" y="106136"/>
                  <a:pt x="223567" y="106136"/>
                </a:cubicBezTo>
                <a:cubicBezTo>
                  <a:pt x="225864" y="106136"/>
                  <a:pt x="228467" y="105417"/>
                  <a:pt x="231377" y="103978"/>
                </a:cubicBezTo>
                <a:cubicBezTo>
                  <a:pt x="234288" y="102539"/>
                  <a:pt x="237745" y="99797"/>
                  <a:pt x="241751" y="95750"/>
                </a:cubicBezTo>
                <a:lnTo>
                  <a:pt x="241751" y="54282"/>
                </a:lnTo>
                <a:cubicBezTo>
                  <a:pt x="241751" y="50127"/>
                  <a:pt x="240990" y="47317"/>
                  <a:pt x="239468" y="45854"/>
                </a:cubicBezTo>
                <a:cubicBezTo>
                  <a:pt x="237946" y="44388"/>
                  <a:pt x="234782" y="43602"/>
                  <a:pt x="229975" y="43496"/>
                </a:cubicBezTo>
                <a:lnTo>
                  <a:pt x="229975" y="40532"/>
                </a:lnTo>
                <a:lnTo>
                  <a:pt x="254967" y="40532"/>
                </a:lnTo>
                <a:close/>
                <a:moveTo>
                  <a:pt x="294057" y="53989"/>
                </a:moveTo>
                <a:cubicBezTo>
                  <a:pt x="302655" y="43629"/>
                  <a:pt x="310852" y="38449"/>
                  <a:pt x="318649" y="38449"/>
                </a:cubicBezTo>
                <a:cubicBezTo>
                  <a:pt x="322654" y="38449"/>
                  <a:pt x="326098" y="39449"/>
                  <a:pt x="328982" y="41448"/>
                </a:cubicBezTo>
                <a:cubicBezTo>
                  <a:pt x="331866" y="43446"/>
                  <a:pt x="334162" y="46736"/>
                  <a:pt x="335871" y="51318"/>
                </a:cubicBezTo>
                <a:cubicBezTo>
                  <a:pt x="337046" y="54514"/>
                  <a:pt x="337633" y="59416"/>
                  <a:pt x="337633" y="66024"/>
                </a:cubicBezTo>
                <a:lnTo>
                  <a:pt x="337633" y="97274"/>
                </a:lnTo>
                <a:cubicBezTo>
                  <a:pt x="337633" y="101910"/>
                  <a:pt x="338007" y="105054"/>
                  <a:pt x="338755" y="106706"/>
                </a:cubicBezTo>
                <a:cubicBezTo>
                  <a:pt x="339342" y="108038"/>
                  <a:pt x="340290" y="109077"/>
                  <a:pt x="341598" y="109823"/>
                </a:cubicBezTo>
                <a:cubicBezTo>
                  <a:pt x="342907" y="110569"/>
                  <a:pt x="345323" y="110942"/>
                  <a:pt x="348847" y="110942"/>
                </a:cubicBezTo>
                <a:lnTo>
                  <a:pt x="348847" y="113906"/>
                </a:lnTo>
                <a:lnTo>
                  <a:pt x="312561" y="113906"/>
                </a:lnTo>
                <a:lnTo>
                  <a:pt x="312561" y="110942"/>
                </a:lnTo>
                <a:lnTo>
                  <a:pt x="314083" y="110942"/>
                </a:lnTo>
                <a:cubicBezTo>
                  <a:pt x="317501" y="110942"/>
                  <a:pt x="319890" y="110424"/>
                  <a:pt x="321252" y="109387"/>
                </a:cubicBezTo>
                <a:cubicBezTo>
                  <a:pt x="322614" y="108351"/>
                  <a:pt x="323562" y="106824"/>
                  <a:pt x="324096" y="104807"/>
                </a:cubicBezTo>
                <a:cubicBezTo>
                  <a:pt x="324309" y="104009"/>
                  <a:pt x="324416" y="101512"/>
                  <a:pt x="324416" y="97314"/>
                </a:cubicBezTo>
                <a:lnTo>
                  <a:pt x="324416" y="67429"/>
                </a:lnTo>
                <a:cubicBezTo>
                  <a:pt x="324416" y="60789"/>
                  <a:pt x="323548" y="55967"/>
                  <a:pt x="321813" y="52965"/>
                </a:cubicBezTo>
                <a:cubicBezTo>
                  <a:pt x="320077" y="49963"/>
                  <a:pt x="317154" y="48462"/>
                  <a:pt x="313042" y="48462"/>
                </a:cubicBezTo>
                <a:cubicBezTo>
                  <a:pt x="306687" y="48462"/>
                  <a:pt x="300359" y="51916"/>
                  <a:pt x="294057" y="58823"/>
                </a:cubicBezTo>
                <a:lnTo>
                  <a:pt x="294057" y="97314"/>
                </a:lnTo>
                <a:cubicBezTo>
                  <a:pt x="294057" y="102256"/>
                  <a:pt x="294351" y="105311"/>
                  <a:pt x="294938" y="106479"/>
                </a:cubicBezTo>
                <a:cubicBezTo>
                  <a:pt x="295686" y="108019"/>
                  <a:pt x="296714" y="109148"/>
                  <a:pt x="298022" y="109866"/>
                </a:cubicBezTo>
                <a:cubicBezTo>
                  <a:pt x="299331" y="110583"/>
                  <a:pt x="301988" y="110942"/>
                  <a:pt x="305993" y="110942"/>
                </a:cubicBezTo>
                <a:lnTo>
                  <a:pt x="305993" y="113906"/>
                </a:lnTo>
                <a:lnTo>
                  <a:pt x="269706" y="113906"/>
                </a:lnTo>
                <a:lnTo>
                  <a:pt x="269706" y="110942"/>
                </a:lnTo>
                <a:lnTo>
                  <a:pt x="271308" y="110942"/>
                </a:lnTo>
                <a:cubicBezTo>
                  <a:pt x="275046" y="110942"/>
                  <a:pt x="277570" y="109997"/>
                  <a:pt x="278878" y="108106"/>
                </a:cubicBezTo>
                <a:cubicBezTo>
                  <a:pt x="280186" y="106213"/>
                  <a:pt x="280840" y="102603"/>
                  <a:pt x="280840" y="97274"/>
                </a:cubicBezTo>
                <a:lnTo>
                  <a:pt x="280840" y="70100"/>
                </a:lnTo>
                <a:cubicBezTo>
                  <a:pt x="280840" y="61308"/>
                  <a:pt x="280640" y="55954"/>
                  <a:pt x="280240" y="54037"/>
                </a:cubicBezTo>
                <a:cubicBezTo>
                  <a:pt x="279839" y="52118"/>
                  <a:pt x="279225" y="50812"/>
                  <a:pt x="278397" y="50119"/>
                </a:cubicBezTo>
                <a:cubicBezTo>
                  <a:pt x="277570" y="49427"/>
                  <a:pt x="276462" y="49080"/>
                  <a:pt x="275073" y="49080"/>
                </a:cubicBezTo>
                <a:cubicBezTo>
                  <a:pt x="273578" y="49080"/>
                  <a:pt x="271789" y="49480"/>
                  <a:pt x="269706" y="50279"/>
                </a:cubicBezTo>
                <a:lnTo>
                  <a:pt x="268505" y="47401"/>
                </a:lnTo>
                <a:lnTo>
                  <a:pt x="290613" y="38449"/>
                </a:lnTo>
                <a:lnTo>
                  <a:pt x="294057" y="38449"/>
                </a:lnTo>
                <a:lnTo>
                  <a:pt x="294057" y="53989"/>
                </a:lnTo>
                <a:close/>
                <a:moveTo>
                  <a:pt x="376403" y="0"/>
                </a:moveTo>
                <a:lnTo>
                  <a:pt x="376403" y="72973"/>
                </a:lnTo>
                <a:lnTo>
                  <a:pt x="395066" y="55992"/>
                </a:lnTo>
                <a:cubicBezTo>
                  <a:pt x="399018" y="52360"/>
                  <a:pt x="401314" y="50064"/>
                  <a:pt x="401955" y="49103"/>
                </a:cubicBezTo>
                <a:cubicBezTo>
                  <a:pt x="402382" y="48462"/>
                  <a:pt x="402596" y="47821"/>
                  <a:pt x="402596" y="47180"/>
                </a:cubicBezTo>
                <a:cubicBezTo>
                  <a:pt x="402596" y="46112"/>
                  <a:pt x="402156" y="45191"/>
                  <a:pt x="401274" y="44417"/>
                </a:cubicBezTo>
                <a:cubicBezTo>
                  <a:pt x="400393" y="43642"/>
                  <a:pt x="398938" y="43202"/>
                  <a:pt x="396909" y="43095"/>
                </a:cubicBezTo>
                <a:lnTo>
                  <a:pt x="396909" y="40532"/>
                </a:lnTo>
                <a:lnTo>
                  <a:pt x="428790" y="40532"/>
                </a:lnTo>
                <a:lnTo>
                  <a:pt x="428790" y="43095"/>
                </a:lnTo>
                <a:cubicBezTo>
                  <a:pt x="424411" y="43202"/>
                  <a:pt x="420766" y="43869"/>
                  <a:pt x="417856" y="45098"/>
                </a:cubicBezTo>
                <a:cubicBezTo>
                  <a:pt x="414945" y="46326"/>
                  <a:pt x="411754" y="48515"/>
                  <a:pt x="408283" y="51666"/>
                </a:cubicBezTo>
                <a:lnTo>
                  <a:pt x="389459" y="69048"/>
                </a:lnTo>
                <a:lnTo>
                  <a:pt x="408283" y="92794"/>
                </a:lnTo>
                <a:cubicBezTo>
                  <a:pt x="413517" y="99349"/>
                  <a:pt x="417041" y="103506"/>
                  <a:pt x="418857" y="105265"/>
                </a:cubicBezTo>
                <a:cubicBezTo>
                  <a:pt x="421420" y="107770"/>
                  <a:pt x="423663" y="109396"/>
                  <a:pt x="425586" y="110143"/>
                </a:cubicBezTo>
                <a:cubicBezTo>
                  <a:pt x="426921" y="110676"/>
                  <a:pt x="429244" y="110942"/>
                  <a:pt x="432554" y="110942"/>
                </a:cubicBezTo>
                <a:lnTo>
                  <a:pt x="432554" y="113906"/>
                </a:lnTo>
                <a:lnTo>
                  <a:pt x="396909" y="113906"/>
                </a:lnTo>
                <a:lnTo>
                  <a:pt x="396909" y="110942"/>
                </a:lnTo>
                <a:cubicBezTo>
                  <a:pt x="398938" y="110889"/>
                  <a:pt x="400313" y="110582"/>
                  <a:pt x="401034" y="110023"/>
                </a:cubicBezTo>
                <a:cubicBezTo>
                  <a:pt x="401755" y="109463"/>
                  <a:pt x="402115" y="108677"/>
                  <a:pt x="402115" y="107665"/>
                </a:cubicBezTo>
                <a:cubicBezTo>
                  <a:pt x="402115" y="106439"/>
                  <a:pt x="401047" y="104467"/>
                  <a:pt x="398911" y="101750"/>
                </a:cubicBezTo>
                <a:lnTo>
                  <a:pt x="376403" y="73053"/>
                </a:lnTo>
                <a:lnTo>
                  <a:pt x="376403" y="97352"/>
                </a:lnTo>
                <a:cubicBezTo>
                  <a:pt x="376403" y="102095"/>
                  <a:pt x="376736" y="105213"/>
                  <a:pt x="377404" y="106706"/>
                </a:cubicBezTo>
                <a:cubicBezTo>
                  <a:pt x="378071" y="108198"/>
                  <a:pt x="379019" y="109264"/>
                  <a:pt x="380248" y="109903"/>
                </a:cubicBezTo>
                <a:cubicBezTo>
                  <a:pt x="381476" y="110542"/>
                  <a:pt x="384146" y="110889"/>
                  <a:pt x="388258" y="110942"/>
                </a:cubicBezTo>
                <a:lnTo>
                  <a:pt x="388258" y="113906"/>
                </a:lnTo>
                <a:lnTo>
                  <a:pt x="350930" y="113906"/>
                </a:lnTo>
                <a:lnTo>
                  <a:pt x="350930" y="110942"/>
                </a:lnTo>
                <a:cubicBezTo>
                  <a:pt x="354668" y="110942"/>
                  <a:pt x="357472" y="110488"/>
                  <a:pt x="359341" y="109580"/>
                </a:cubicBezTo>
                <a:cubicBezTo>
                  <a:pt x="360462" y="108994"/>
                  <a:pt x="361317" y="108087"/>
                  <a:pt x="361904" y="106859"/>
                </a:cubicBezTo>
                <a:cubicBezTo>
                  <a:pt x="362705" y="105099"/>
                  <a:pt x="363106" y="102057"/>
                  <a:pt x="363106" y="97735"/>
                </a:cubicBezTo>
                <a:lnTo>
                  <a:pt x="363106" y="30977"/>
                </a:lnTo>
                <a:cubicBezTo>
                  <a:pt x="363106" y="22493"/>
                  <a:pt x="362919" y="17304"/>
                  <a:pt x="362545" y="15410"/>
                </a:cubicBezTo>
                <a:cubicBezTo>
                  <a:pt x="362171" y="13514"/>
                  <a:pt x="361557" y="12206"/>
                  <a:pt x="360703" y="11487"/>
                </a:cubicBezTo>
                <a:cubicBezTo>
                  <a:pt x="359848" y="10766"/>
                  <a:pt x="358727" y="10406"/>
                  <a:pt x="357338" y="10406"/>
                </a:cubicBezTo>
                <a:cubicBezTo>
                  <a:pt x="356217" y="10406"/>
                  <a:pt x="354535" y="10860"/>
                  <a:pt x="352292" y="11768"/>
                </a:cubicBezTo>
                <a:lnTo>
                  <a:pt x="350930" y="8964"/>
                </a:lnTo>
                <a:lnTo>
                  <a:pt x="372718" y="0"/>
                </a:lnTo>
                <a:lnTo>
                  <a:pt x="376403" y="0"/>
                </a:lnTo>
                <a:close/>
                <a:moveTo>
                  <a:pt x="484140" y="38449"/>
                </a:moveTo>
                <a:lnTo>
                  <a:pt x="484140" y="63281"/>
                </a:lnTo>
                <a:lnTo>
                  <a:pt x="481497" y="63281"/>
                </a:lnTo>
                <a:cubicBezTo>
                  <a:pt x="479468" y="55493"/>
                  <a:pt x="476864" y="50195"/>
                  <a:pt x="473687" y="47388"/>
                </a:cubicBezTo>
                <a:cubicBezTo>
                  <a:pt x="470510" y="44580"/>
                  <a:pt x="466464" y="43175"/>
                  <a:pt x="461551" y="43175"/>
                </a:cubicBezTo>
                <a:cubicBezTo>
                  <a:pt x="457813" y="43175"/>
                  <a:pt x="454796" y="44162"/>
                  <a:pt x="452500" y="46137"/>
                </a:cubicBezTo>
                <a:cubicBezTo>
                  <a:pt x="450204" y="48109"/>
                  <a:pt x="449055" y="50296"/>
                  <a:pt x="449055" y="52697"/>
                </a:cubicBezTo>
                <a:cubicBezTo>
                  <a:pt x="449055" y="55685"/>
                  <a:pt x="449910" y="58245"/>
                  <a:pt x="451619" y="60377"/>
                </a:cubicBezTo>
                <a:cubicBezTo>
                  <a:pt x="453274" y="62565"/>
                  <a:pt x="456638" y="64885"/>
                  <a:pt x="461712" y="67339"/>
                </a:cubicBezTo>
                <a:lnTo>
                  <a:pt x="473407" y="73021"/>
                </a:lnTo>
                <a:cubicBezTo>
                  <a:pt x="484247" y="78301"/>
                  <a:pt x="489667" y="85262"/>
                  <a:pt x="489667" y="93905"/>
                </a:cubicBezTo>
                <a:cubicBezTo>
                  <a:pt x="489667" y="100572"/>
                  <a:pt x="487144" y="105946"/>
                  <a:pt x="482098" y="110028"/>
                </a:cubicBezTo>
                <a:cubicBezTo>
                  <a:pt x="477051" y="114108"/>
                  <a:pt x="471404" y="116149"/>
                  <a:pt x="465156" y="116149"/>
                </a:cubicBezTo>
                <a:cubicBezTo>
                  <a:pt x="460670" y="116149"/>
                  <a:pt x="455544" y="115348"/>
                  <a:pt x="449776" y="113745"/>
                </a:cubicBezTo>
                <a:cubicBezTo>
                  <a:pt x="448014" y="113211"/>
                  <a:pt x="446572" y="112944"/>
                  <a:pt x="445451" y="112944"/>
                </a:cubicBezTo>
                <a:cubicBezTo>
                  <a:pt x="444223" y="112944"/>
                  <a:pt x="443261" y="113639"/>
                  <a:pt x="442567" y="115027"/>
                </a:cubicBezTo>
                <a:lnTo>
                  <a:pt x="439924" y="115027"/>
                </a:lnTo>
                <a:lnTo>
                  <a:pt x="439924" y="88754"/>
                </a:lnTo>
                <a:lnTo>
                  <a:pt x="442567" y="88754"/>
                </a:lnTo>
                <a:cubicBezTo>
                  <a:pt x="444062" y="96256"/>
                  <a:pt x="446919" y="101910"/>
                  <a:pt x="451138" y="105715"/>
                </a:cubicBezTo>
                <a:cubicBezTo>
                  <a:pt x="455357" y="109520"/>
                  <a:pt x="460083" y="111423"/>
                  <a:pt x="465316" y="111423"/>
                </a:cubicBezTo>
                <a:cubicBezTo>
                  <a:pt x="469001" y="111423"/>
                  <a:pt x="472005" y="110343"/>
                  <a:pt x="474328" y="108183"/>
                </a:cubicBezTo>
                <a:cubicBezTo>
                  <a:pt x="476651" y="106022"/>
                  <a:pt x="477812" y="103421"/>
                  <a:pt x="477812" y="100381"/>
                </a:cubicBezTo>
                <a:cubicBezTo>
                  <a:pt x="477812" y="96700"/>
                  <a:pt x="476517" y="93606"/>
                  <a:pt x="473927" y="91099"/>
                </a:cubicBezTo>
                <a:cubicBezTo>
                  <a:pt x="471337" y="88592"/>
                  <a:pt x="466171" y="85419"/>
                  <a:pt x="458427" y="81579"/>
                </a:cubicBezTo>
                <a:cubicBezTo>
                  <a:pt x="450684" y="77738"/>
                  <a:pt x="445611" y="74270"/>
                  <a:pt x="443208" y="71176"/>
                </a:cubicBezTo>
                <a:cubicBezTo>
                  <a:pt x="440805" y="68135"/>
                  <a:pt x="439603" y="64295"/>
                  <a:pt x="439603" y="59654"/>
                </a:cubicBezTo>
                <a:cubicBezTo>
                  <a:pt x="439603" y="53626"/>
                  <a:pt x="441673" y="48585"/>
                  <a:pt x="445811" y="44532"/>
                </a:cubicBezTo>
                <a:cubicBezTo>
                  <a:pt x="449950" y="40477"/>
                  <a:pt x="455303" y="38449"/>
                  <a:pt x="461872" y="38449"/>
                </a:cubicBezTo>
                <a:cubicBezTo>
                  <a:pt x="464756" y="38449"/>
                  <a:pt x="468253" y="39063"/>
                  <a:pt x="472365" y="40292"/>
                </a:cubicBezTo>
                <a:cubicBezTo>
                  <a:pt x="475089" y="41093"/>
                  <a:pt x="476904" y="41493"/>
                  <a:pt x="477812" y="41493"/>
                </a:cubicBezTo>
                <a:cubicBezTo>
                  <a:pt x="478667" y="41493"/>
                  <a:pt x="479334" y="41306"/>
                  <a:pt x="479815" y="40932"/>
                </a:cubicBezTo>
                <a:cubicBezTo>
                  <a:pt x="480295" y="40559"/>
                  <a:pt x="480856" y="39731"/>
                  <a:pt x="481497" y="38449"/>
                </a:cubicBezTo>
                <a:lnTo>
                  <a:pt x="484140" y="38449"/>
                </a:lnTo>
                <a:close/>
                <a:moveTo>
                  <a:pt x="577434" y="38449"/>
                </a:moveTo>
                <a:cubicBezTo>
                  <a:pt x="588541" y="38449"/>
                  <a:pt x="597459" y="42664"/>
                  <a:pt x="604188" y="51093"/>
                </a:cubicBezTo>
                <a:cubicBezTo>
                  <a:pt x="609902" y="58294"/>
                  <a:pt x="612759" y="66563"/>
                  <a:pt x="612759" y="75900"/>
                </a:cubicBezTo>
                <a:cubicBezTo>
                  <a:pt x="612759" y="82461"/>
                  <a:pt x="611183" y="89103"/>
                  <a:pt x="608033" y="95825"/>
                </a:cubicBezTo>
                <a:cubicBezTo>
                  <a:pt x="604882" y="102545"/>
                  <a:pt x="600543" y="107613"/>
                  <a:pt x="595016" y="111027"/>
                </a:cubicBezTo>
                <a:cubicBezTo>
                  <a:pt x="589489" y="114441"/>
                  <a:pt x="583334" y="116149"/>
                  <a:pt x="576552" y="116149"/>
                </a:cubicBezTo>
                <a:cubicBezTo>
                  <a:pt x="565498" y="116149"/>
                  <a:pt x="556714" y="111747"/>
                  <a:pt x="550199" y="102944"/>
                </a:cubicBezTo>
                <a:cubicBezTo>
                  <a:pt x="544698" y="95530"/>
                  <a:pt x="541948" y="87208"/>
                  <a:pt x="541948" y="77980"/>
                </a:cubicBezTo>
                <a:cubicBezTo>
                  <a:pt x="541948" y="71258"/>
                  <a:pt x="543617" y="64576"/>
                  <a:pt x="546955" y="57934"/>
                </a:cubicBezTo>
                <a:cubicBezTo>
                  <a:pt x="550292" y="51292"/>
                  <a:pt x="554684" y="46384"/>
                  <a:pt x="560131" y="43210"/>
                </a:cubicBezTo>
                <a:cubicBezTo>
                  <a:pt x="565578" y="40036"/>
                  <a:pt x="571346" y="38449"/>
                  <a:pt x="577434" y="38449"/>
                </a:cubicBezTo>
                <a:moveTo>
                  <a:pt x="574950" y="43736"/>
                </a:moveTo>
                <a:cubicBezTo>
                  <a:pt x="572120" y="43736"/>
                  <a:pt x="569276" y="44576"/>
                  <a:pt x="566419" y="46257"/>
                </a:cubicBezTo>
                <a:cubicBezTo>
                  <a:pt x="563562" y="47937"/>
                  <a:pt x="561253" y="50884"/>
                  <a:pt x="559491" y="55098"/>
                </a:cubicBezTo>
                <a:cubicBezTo>
                  <a:pt x="557728" y="59312"/>
                  <a:pt x="556847" y="64725"/>
                  <a:pt x="556847" y="71339"/>
                </a:cubicBezTo>
                <a:cubicBezTo>
                  <a:pt x="556847" y="82006"/>
                  <a:pt x="558970" y="91207"/>
                  <a:pt x="563215" y="98942"/>
                </a:cubicBezTo>
                <a:cubicBezTo>
                  <a:pt x="567461" y="106675"/>
                  <a:pt x="573055" y="110541"/>
                  <a:pt x="579997" y="110541"/>
                </a:cubicBezTo>
                <a:cubicBezTo>
                  <a:pt x="585177" y="110541"/>
                  <a:pt x="589449" y="108408"/>
                  <a:pt x="592813" y="104141"/>
                </a:cubicBezTo>
                <a:cubicBezTo>
                  <a:pt x="596177" y="99874"/>
                  <a:pt x="597860" y="92540"/>
                  <a:pt x="597860" y="82140"/>
                </a:cubicBezTo>
                <a:cubicBezTo>
                  <a:pt x="597860" y="69125"/>
                  <a:pt x="595056" y="58884"/>
                  <a:pt x="589449" y="51416"/>
                </a:cubicBezTo>
                <a:cubicBezTo>
                  <a:pt x="585657" y="46296"/>
                  <a:pt x="580825" y="43736"/>
                  <a:pt x="574950" y="43736"/>
                </a:cubicBezTo>
                <a:close/>
                <a:moveTo>
                  <a:pt x="652249" y="46139"/>
                </a:moveTo>
                <a:lnTo>
                  <a:pt x="652249" y="94421"/>
                </a:lnTo>
                <a:cubicBezTo>
                  <a:pt x="652249" y="101265"/>
                  <a:pt x="652997" y="105595"/>
                  <a:pt x="654492" y="107412"/>
                </a:cubicBezTo>
                <a:cubicBezTo>
                  <a:pt x="656468" y="109765"/>
                  <a:pt x="659111" y="110942"/>
                  <a:pt x="662422" y="110942"/>
                </a:cubicBezTo>
                <a:lnTo>
                  <a:pt x="669071" y="110942"/>
                </a:lnTo>
                <a:lnTo>
                  <a:pt x="669071" y="113906"/>
                </a:lnTo>
                <a:lnTo>
                  <a:pt x="625255" y="113906"/>
                </a:lnTo>
                <a:lnTo>
                  <a:pt x="625255" y="110942"/>
                </a:lnTo>
                <a:lnTo>
                  <a:pt x="628539" y="110942"/>
                </a:lnTo>
                <a:cubicBezTo>
                  <a:pt x="630675" y="110942"/>
                  <a:pt x="632624" y="110407"/>
                  <a:pt x="634387" y="109337"/>
                </a:cubicBezTo>
                <a:cubicBezTo>
                  <a:pt x="636149" y="108268"/>
                  <a:pt x="637364" y="106824"/>
                  <a:pt x="638031" y="105007"/>
                </a:cubicBezTo>
                <a:cubicBezTo>
                  <a:pt x="638699" y="103189"/>
                  <a:pt x="639032" y="99661"/>
                  <a:pt x="639032" y="94421"/>
                </a:cubicBezTo>
                <a:lnTo>
                  <a:pt x="639032" y="46139"/>
                </a:lnTo>
                <a:lnTo>
                  <a:pt x="624774" y="46139"/>
                </a:lnTo>
                <a:lnTo>
                  <a:pt x="624774" y="40532"/>
                </a:lnTo>
                <a:lnTo>
                  <a:pt x="639032" y="40532"/>
                </a:lnTo>
                <a:lnTo>
                  <a:pt x="639032" y="35706"/>
                </a:lnTo>
                <a:cubicBezTo>
                  <a:pt x="639032" y="28361"/>
                  <a:pt x="640207" y="22142"/>
                  <a:pt x="642557" y="17049"/>
                </a:cubicBezTo>
                <a:cubicBezTo>
                  <a:pt x="644907" y="11956"/>
                  <a:pt x="648498" y="7842"/>
                  <a:pt x="653331" y="4706"/>
                </a:cubicBezTo>
                <a:cubicBezTo>
                  <a:pt x="658164" y="1569"/>
                  <a:pt x="663597" y="0"/>
                  <a:pt x="669632" y="0"/>
                </a:cubicBezTo>
                <a:cubicBezTo>
                  <a:pt x="675239" y="0"/>
                  <a:pt x="680392" y="1816"/>
                  <a:pt x="685091" y="5447"/>
                </a:cubicBezTo>
                <a:cubicBezTo>
                  <a:pt x="688189" y="7850"/>
                  <a:pt x="689737" y="10547"/>
                  <a:pt x="689737" y="13537"/>
                </a:cubicBezTo>
                <a:cubicBezTo>
                  <a:pt x="689737" y="15139"/>
                  <a:pt x="689043" y="16648"/>
                  <a:pt x="687655" y="18063"/>
                </a:cubicBezTo>
                <a:cubicBezTo>
                  <a:pt x="686266" y="19478"/>
                  <a:pt x="684771" y="20186"/>
                  <a:pt x="683169" y="20186"/>
                </a:cubicBezTo>
                <a:cubicBezTo>
                  <a:pt x="681941" y="20186"/>
                  <a:pt x="680646" y="19740"/>
                  <a:pt x="679284" y="18849"/>
                </a:cubicBezTo>
                <a:cubicBezTo>
                  <a:pt x="677922" y="17958"/>
                  <a:pt x="676253" y="16041"/>
                  <a:pt x="674278" y="13099"/>
                </a:cubicBezTo>
                <a:cubicBezTo>
                  <a:pt x="672302" y="10157"/>
                  <a:pt x="670486" y="8173"/>
                  <a:pt x="668831" y="7147"/>
                </a:cubicBezTo>
                <a:cubicBezTo>
                  <a:pt x="667175" y="6120"/>
                  <a:pt x="665333" y="5607"/>
                  <a:pt x="663303" y="5607"/>
                </a:cubicBezTo>
                <a:cubicBezTo>
                  <a:pt x="660847" y="5607"/>
                  <a:pt x="658764" y="6268"/>
                  <a:pt x="657055" y="7590"/>
                </a:cubicBezTo>
                <a:cubicBezTo>
                  <a:pt x="655347" y="8910"/>
                  <a:pt x="654118" y="10957"/>
                  <a:pt x="653371" y="13733"/>
                </a:cubicBezTo>
                <a:cubicBezTo>
                  <a:pt x="652623" y="16508"/>
                  <a:pt x="652249" y="23662"/>
                  <a:pt x="652249" y="35195"/>
                </a:cubicBezTo>
                <a:lnTo>
                  <a:pt x="652249" y="40532"/>
                </a:lnTo>
                <a:lnTo>
                  <a:pt x="671154" y="40532"/>
                </a:lnTo>
                <a:lnTo>
                  <a:pt x="671154" y="46139"/>
                </a:lnTo>
                <a:lnTo>
                  <a:pt x="652249" y="46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book1">
            <a:extLst xmlns:a="http://schemas.openxmlformats.org/drawingml/2006/main">
              <a:ext uri="{FF2B5EF4-FFF2-40B4-BE49-F238E27FC236}">
                <a16:creationId xmlns:a16="http://schemas.microsoft.com/office/drawing/2014/main" id="{2DC51DED-EEDC-4290-B3D3-CE8B45F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585" y="1299912"/>
            <a:ext cx="431512" cy="116149"/>
          </a:xfrm>
          <a:custGeom xmlns:a="http://schemas.openxmlformats.org/drawingml/2006/main">
            <a:pathLst>
              <a:path w="431512" h="116149">
                <a:moveTo>
                  <a:pt x="25633" y="53268"/>
                </a:moveTo>
                <a:cubicBezTo>
                  <a:pt x="32735" y="43389"/>
                  <a:pt x="40398" y="38449"/>
                  <a:pt x="48622" y="38449"/>
                </a:cubicBezTo>
                <a:cubicBezTo>
                  <a:pt x="56152" y="38449"/>
                  <a:pt x="62720" y="41663"/>
                  <a:pt x="68327" y="48092"/>
                </a:cubicBezTo>
                <a:cubicBezTo>
                  <a:pt x="73935" y="54520"/>
                  <a:pt x="76738" y="63308"/>
                  <a:pt x="76738" y="74458"/>
                </a:cubicBezTo>
                <a:cubicBezTo>
                  <a:pt x="76738" y="87474"/>
                  <a:pt x="72413" y="97957"/>
                  <a:pt x="63762" y="105905"/>
                </a:cubicBezTo>
                <a:cubicBezTo>
                  <a:pt x="56339" y="112734"/>
                  <a:pt x="48061" y="116149"/>
                  <a:pt x="38930" y="116149"/>
                </a:cubicBezTo>
                <a:cubicBezTo>
                  <a:pt x="34658" y="116149"/>
                  <a:pt x="30319" y="115374"/>
                  <a:pt x="25913" y="113826"/>
                </a:cubicBezTo>
                <a:cubicBezTo>
                  <a:pt x="21508" y="112277"/>
                  <a:pt x="17008" y="109954"/>
                  <a:pt x="12416" y="106857"/>
                </a:cubicBezTo>
                <a:lnTo>
                  <a:pt x="12416" y="30839"/>
                </a:lnTo>
                <a:cubicBezTo>
                  <a:pt x="12416" y="22509"/>
                  <a:pt x="12216" y="17382"/>
                  <a:pt x="11815" y="15460"/>
                </a:cubicBezTo>
                <a:cubicBezTo>
                  <a:pt x="11415" y="13537"/>
                  <a:pt x="10787" y="12229"/>
                  <a:pt x="9933" y="11535"/>
                </a:cubicBezTo>
                <a:cubicBezTo>
                  <a:pt x="9078" y="10841"/>
                  <a:pt x="8010" y="10493"/>
                  <a:pt x="6729" y="10493"/>
                </a:cubicBezTo>
                <a:cubicBezTo>
                  <a:pt x="5233" y="10493"/>
                  <a:pt x="3364" y="10921"/>
                  <a:pt x="1121" y="11775"/>
                </a:cubicBezTo>
                <a:lnTo>
                  <a:pt x="0" y="8971"/>
                </a:lnTo>
                <a:lnTo>
                  <a:pt x="22028" y="0"/>
                </a:lnTo>
                <a:lnTo>
                  <a:pt x="25633" y="0"/>
                </a:lnTo>
                <a:lnTo>
                  <a:pt x="25633" y="53268"/>
                </a:lnTo>
                <a:moveTo>
                  <a:pt x="25633" y="58372"/>
                </a:moveTo>
                <a:lnTo>
                  <a:pt x="25633" y="102153"/>
                </a:lnTo>
                <a:cubicBezTo>
                  <a:pt x="28356" y="104815"/>
                  <a:pt x="31173" y="106825"/>
                  <a:pt x="34084" y="108183"/>
                </a:cubicBezTo>
                <a:cubicBezTo>
                  <a:pt x="36994" y="109542"/>
                  <a:pt x="39971" y="110221"/>
                  <a:pt x="43015" y="110221"/>
                </a:cubicBezTo>
                <a:cubicBezTo>
                  <a:pt x="47875" y="110221"/>
                  <a:pt x="52400" y="107558"/>
                  <a:pt x="56592" y="102233"/>
                </a:cubicBezTo>
                <a:cubicBezTo>
                  <a:pt x="60784" y="96906"/>
                  <a:pt x="62880" y="89157"/>
                  <a:pt x="62880" y="78984"/>
                </a:cubicBezTo>
                <a:cubicBezTo>
                  <a:pt x="62880" y="69610"/>
                  <a:pt x="60784" y="62406"/>
                  <a:pt x="56592" y="57373"/>
                </a:cubicBezTo>
                <a:cubicBezTo>
                  <a:pt x="52400" y="52340"/>
                  <a:pt x="47634" y="49824"/>
                  <a:pt x="42294" y="49824"/>
                </a:cubicBezTo>
                <a:cubicBezTo>
                  <a:pt x="39464" y="49824"/>
                  <a:pt x="36634" y="50543"/>
                  <a:pt x="33803" y="51981"/>
                </a:cubicBezTo>
                <a:cubicBezTo>
                  <a:pt x="31667" y="53046"/>
                  <a:pt x="28944" y="55176"/>
                  <a:pt x="25633" y="58372"/>
                </a:cubicBezTo>
                <a:close/>
                <a:moveTo>
                  <a:pt x="123438" y="38449"/>
                </a:moveTo>
                <a:cubicBezTo>
                  <a:pt x="134546" y="38449"/>
                  <a:pt x="143464" y="42664"/>
                  <a:pt x="150192" y="51093"/>
                </a:cubicBezTo>
                <a:cubicBezTo>
                  <a:pt x="155906" y="58294"/>
                  <a:pt x="158763" y="66563"/>
                  <a:pt x="158763" y="75900"/>
                </a:cubicBezTo>
                <a:cubicBezTo>
                  <a:pt x="158763" y="82461"/>
                  <a:pt x="157188" y="89103"/>
                  <a:pt x="154037" y="95825"/>
                </a:cubicBezTo>
                <a:cubicBezTo>
                  <a:pt x="150886" y="102545"/>
                  <a:pt x="146548" y="107613"/>
                  <a:pt x="141021" y="111027"/>
                </a:cubicBezTo>
                <a:cubicBezTo>
                  <a:pt x="135493" y="114441"/>
                  <a:pt x="129339" y="116149"/>
                  <a:pt x="122557" y="116149"/>
                </a:cubicBezTo>
                <a:cubicBezTo>
                  <a:pt x="111503" y="116149"/>
                  <a:pt x="102718" y="111747"/>
                  <a:pt x="96203" y="102944"/>
                </a:cubicBezTo>
                <a:cubicBezTo>
                  <a:pt x="90703" y="95530"/>
                  <a:pt x="87953" y="87208"/>
                  <a:pt x="87953" y="77980"/>
                </a:cubicBezTo>
                <a:cubicBezTo>
                  <a:pt x="87953" y="71258"/>
                  <a:pt x="89621" y="64576"/>
                  <a:pt x="92959" y="57934"/>
                </a:cubicBezTo>
                <a:cubicBezTo>
                  <a:pt x="96297" y="51292"/>
                  <a:pt x="100689" y="46384"/>
                  <a:pt x="106136" y="43210"/>
                </a:cubicBezTo>
                <a:cubicBezTo>
                  <a:pt x="111583" y="40036"/>
                  <a:pt x="117350" y="38449"/>
                  <a:pt x="123438" y="38449"/>
                </a:cubicBezTo>
                <a:moveTo>
                  <a:pt x="120955" y="43736"/>
                </a:moveTo>
                <a:cubicBezTo>
                  <a:pt x="118125" y="43736"/>
                  <a:pt x="115281" y="44576"/>
                  <a:pt x="112424" y="46257"/>
                </a:cubicBezTo>
                <a:cubicBezTo>
                  <a:pt x="109567" y="47937"/>
                  <a:pt x="107257" y="50884"/>
                  <a:pt x="105495" y="55098"/>
                </a:cubicBezTo>
                <a:cubicBezTo>
                  <a:pt x="103733" y="59312"/>
                  <a:pt x="102852" y="64725"/>
                  <a:pt x="102852" y="71339"/>
                </a:cubicBezTo>
                <a:cubicBezTo>
                  <a:pt x="102852" y="82006"/>
                  <a:pt x="104974" y="91207"/>
                  <a:pt x="109220" y="98942"/>
                </a:cubicBezTo>
                <a:cubicBezTo>
                  <a:pt x="113465" y="106675"/>
                  <a:pt x="119059" y="110541"/>
                  <a:pt x="126001" y="110541"/>
                </a:cubicBezTo>
                <a:cubicBezTo>
                  <a:pt x="131181" y="110541"/>
                  <a:pt x="135453" y="108408"/>
                  <a:pt x="138818" y="104141"/>
                </a:cubicBezTo>
                <a:cubicBezTo>
                  <a:pt x="142182" y="99874"/>
                  <a:pt x="143864" y="92540"/>
                  <a:pt x="143864" y="82140"/>
                </a:cubicBezTo>
                <a:cubicBezTo>
                  <a:pt x="143864" y="69125"/>
                  <a:pt x="141061" y="58884"/>
                  <a:pt x="135453" y="51416"/>
                </a:cubicBezTo>
                <a:cubicBezTo>
                  <a:pt x="131662" y="46296"/>
                  <a:pt x="126829" y="43736"/>
                  <a:pt x="120955" y="43736"/>
                </a:cubicBezTo>
                <a:close/>
                <a:moveTo>
                  <a:pt x="205463" y="38449"/>
                </a:moveTo>
                <a:cubicBezTo>
                  <a:pt x="216570" y="38449"/>
                  <a:pt x="225489" y="42664"/>
                  <a:pt x="232217" y="51093"/>
                </a:cubicBezTo>
                <a:cubicBezTo>
                  <a:pt x="237931" y="58294"/>
                  <a:pt x="240788" y="66563"/>
                  <a:pt x="240788" y="75900"/>
                </a:cubicBezTo>
                <a:cubicBezTo>
                  <a:pt x="240788" y="82461"/>
                  <a:pt x="239213" y="89103"/>
                  <a:pt x="236062" y="95825"/>
                </a:cubicBezTo>
                <a:cubicBezTo>
                  <a:pt x="232911" y="102545"/>
                  <a:pt x="228572" y="107613"/>
                  <a:pt x="223045" y="111027"/>
                </a:cubicBezTo>
                <a:cubicBezTo>
                  <a:pt x="217518" y="114441"/>
                  <a:pt x="211364" y="116149"/>
                  <a:pt x="204582" y="116149"/>
                </a:cubicBezTo>
                <a:cubicBezTo>
                  <a:pt x="193528" y="116149"/>
                  <a:pt x="184743" y="111747"/>
                  <a:pt x="178228" y="102944"/>
                </a:cubicBezTo>
                <a:cubicBezTo>
                  <a:pt x="172728" y="95530"/>
                  <a:pt x="169978" y="87208"/>
                  <a:pt x="169978" y="77980"/>
                </a:cubicBezTo>
                <a:cubicBezTo>
                  <a:pt x="169978" y="71258"/>
                  <a:pt x="171646" y="64576"/>
                  <a:pt x="174984" y="57934"/>
                </a:cubicBezTo>
                <a:cubicBezTo>
                  <a:pt x="178322" y="51292"/>
                  <a:pt x="182714" y="46384"/>
                  <a:pt x="188161" y="43210"/>
                </a:cubicBezTo>
                <a:cubicBezTo>
                  <a:pt x="193608" y="40036"/>
                  <a:pt x="199375" y="38449"/>
                  <a:pt x="205463" y="38449"/>
                </a:cubicBezTo>
                <a:moveTo>
                  <a:pt x="202980" y="43736"/>
                </a:moveTo>
                <a:cubicBezTo>
                  <a:pt x="200149" y="43736"/>
                  <a:pt x="197306" y="44576"/>
                  <a:pt x="194449" y="46257"/>
                </a:cubicBezTo>
                <a:cubicBezTo>
                  <a:pt x="191592" y="47937"/>
                  <a:pt x="189282" y="50884"/>
                  <a:pt x="187520" y="55098"/>
                </a:cubicBezTo>
                <a:cubicBezTo>
                  <a:pt x="185758" y="59312"/>
                  <a:pt x="184877" y="64725"/>
                  <a:pt x="184877" y="71339"/>
                </a:cubicBezTo>
                <a:cubicBezTo>
                  <a:pt x="184877" y="82006"/>
                  <a:pt x="186999" y="91207"/>
                  <a:pt x="191245" y="98942"/>
                </a:cubicBezTo>
                <a:cubicBezTo>
                  <a:pt x="195490" y="106675"/>
                  <a:pt x="201084" y="110541"/>
                  <a:pt x="208026" y="110541"/>
                </a:cubicBezTo>
                <a:cubicBezTo>
                  <a:pt x="213206" y="110541"/>
                  <a:pt x="217478" y="108408"/>
                  <a:pt x="220843" y="104141"/>
                </a:cubicBezTo>
                <a:cubicBezTo>
                  <a:pt x="224207" y="99874"/>
                  <a:pt x="225889" y="92540"/>
                  <a:pt x="225889" y="82140"/>
                </a:cubicBezTo>
                <a:cubicBezTo>
                  <a:pt x="225889" y="69125"/>
                  <a:pt x="223085" y="58884"/>
                  <a:pt x="217478" y="51416"/>
                </a:cubicBezTo>
                <a:cubicBezTo>
                  <a:pt x="213687" y="46296"/>
                  <a:pt x="208854" y="43736"/>
                  <a:pt x="202980" y="43736"/>
                </a:cubicBezTo>
                <a:close/>
                <a:moveTo>
                  <a:pt x="273310" y="0"/>
                </a:moveTo>
                <a:lnTo>
                  <a:pt x="273310" y="72973"/>
                </a:lnTo>
                <a:lnTo>
                  <a:pt x="291973" y="55992"/>
                </a:lnTo>
                <a:cubicBezTo>
                  <a:pt x="295925" y="52360"/>
                  <a:pt x="298221" y="50064"/>
                  <a:pt x="298862" y="49103"/>
                </a:cubicBezTo>
                <a:cubicBezTo>
                  <a:pt x="299289" y="48462"/>
                  <a:pt x="299503" y="47821"/>
                  <a:pt x="299503" y="47180"/>
                </a:cubicBezTo>
                <a:cubicBezTo>
                  <a:pt x="299503" y="46112"/>
                  <a:pt x="299063" y="45191"/>
                  <a:pt x="298181" y="44417"/>
                </a:cubicBezTo>
                <a:cubicBezTo>
                  <a:pt x="297300" y="43642"/>
                  <a:pt x="295845" y="43202"/>
                  <a:pt x="293816" y="43095"/>
                </a:cubicBezTo>
                <a:lnTo>
                  <a:pt x="293816" y="40532"/>
                </a:lnTo>
                <a:lnTo>
                  <a:pt x="325697" y="40532"/>
                </a:lnTo>
                <a:lnTo>
                  <a:pt x="325697" y="43095"/>
                </a:lnTo>
                <a:cubicBezTo>
                  <a:pt x="321318" y="43202"/>
                  <a:pt x="317673" y="43869"/>
                  <a:pt x="314763" y="45098"/>
                </a:cubicBezTo>
                <a:cubicBezTo>
                  <a:pt x="311852" y="46326"/>
                  <a:pt x="308661" y="48515"/>
                  <a:pt x="305190" y="51666"/>
                </a:cubicBezTo>
                <a:lnTo>
                  <a:pt x="286366" y="69048"/>
                </a:lnTo>
                <a:lnTo>
                  <a:pt x="305190" y="92794"/>
                </a:lnTo>
                <a:cubicBezTo>
                  <a:pt x="310424" y="99349"/>
                  <a:pt x="313948" y="103506"/>
                  <a:pt x="315764" y="105265"/>
                </a:cubicBezTo>
                <a:cubicBezTo>
                  <a:pt x="318327" y="107770"/>
                  <a:pt x="320570" y="109396"/>
                  <a:pt x="322492" y="110143"/>
                </a:cubicBezTo>
                <a:cubicBezTo>
                  <a:pt x="323828" y="110676"/>
                  <a:pt x="326151" y="110942"/>
                  <a:pt x="329461" y="110942"/>
                </a:cubicBezTo>
                <a:lnTo>
                  <a:pt x="329461" y="113906"/>
                </a:lnTo>
                <a:lnTo>
                  <a:pt x="293816" y="113906"/>
                </a:lnTo>
                <a:lnTo>
                  <a:pt x="293816" y="110942"/>
                </a:lnTo>
                <a:cubicBezTo>
                  <a:pt x="295845" y="110889"/>
                  <a:pt x="297220" y="110582"/>
                  <a:pt x="297941" y="110023"/>
                </a:cubicBezTo>
                <a:cubicBezTo>
                  <a:pt x="298662" y="109463"/>
                  <a:pt x="299022" y="108677"/>
                  <a:pt x="299022" y="107665"/>
                </a:cubicBezTo>
                <a:cubicBezTo>
                  <a:pt x="299022" y="106439"/>
                  <a:pt x="297954" y="104467"/>
                  <a:pt x="295818" y="101750"/>
                </a:cubicBezTo>
                <a:lnTo>
                  <a:pt x="273310" y="73053"/>
                </a:lnTo>
                <a:lnTo>
                  <a:pt x="273310" y="97352"/>
                </a:lnTo>
                <a:cubicBezTo>
                  <a:pt x="273310" y="102095"/>
                  <a:pt x="273643" y="105213"/>
                  <a:pt x="274311" y="106706"/>
                </a:cubicBezTo>
                <a:cubicBezTo>
                  <a:pt x="274978" y="108198"/>
                  <a:pt x="275926" y="109264"/>
                  <a:pt x="277155" y="109903"/>
                </a:cubicBezTo>
                <a:cubicBezTo>
                  <a:pt x="278383" y="110542"/>
                  <a:pt x="281053" y="110889"/>
                  <a:pt x="285165" y="110942"/>
                </a:cubicBezTo>
                <a:lnTo>
                  <a:pt x="285165" y="113906"/>
                </a:lnTo>
                <a:lnTo>
                  <a:pt x="247837" y="113906"/>
                </a:lnTo>
                <a:lnTo>
                  <a:pt x="247837" y="110942"/>
                </a:lnTo>
                <a:cubicBezTo>
                  <a:pt x="251575" y="110942"/>
                  <a:pt x="254379" y="110488"/>
                  <a:pt x="256248" y="109580"/>
                </a:cubicBezTo>
                <a:cubicBezTo>
                  <a:pt x="257369" y="108994"/>
                  <a:pt x="258224" y="108087"/>
                  <a:pt x="258811" y="106859"/>
                </a:cubicBezTo>
                <a:cubicBezTo>
                  <a:pt x="259612" y="105099"/>
                  <a:pt x="260013" y="102057"/>
                  <a:pt x="260013" y="97735"/>
                </a:cubicBezTo>
                <a:lnTo>
                  <a:pt x="260013" y="30977"/>
                </a:lnTo>
                <a:cubicBezTo>
                  <a:pt x="260013" y="22493"/>
                  <a:pt x="259826" y="17304"/>
                  <a:pt x="259452" y="15410"/>
                </a:cubicBezTo>
                <a:cubicBezTo>
                  <a:pt x="259078" y="13514"/>
                  <a:pt x="258464" y="12206"/>
                  <a:pt x="257610" y="11487"/>
                </a:cubicBezTo>
                <a:cubicBezTo>
                  <a:pt x="256755" y="10766"/>
                  <a:pt x="255634" y="10406"/>
                  <a:pt x="254245" y="10406"/>
                </a:cubicBezTo>
                <a:cubicBezTo>
                  <a:pt x="253124" y="10406"/>
                  <a:pt x="251442" y="10860"/>
                  <a:pt x="249199" y="11768"/>
                </a:cubicBezTo>
                <a:lnTo>
                  <a:pt x="247837" y="8964"/>
                </a:lnTo>
                <a:lnTo>
                  <a:pt x="269625" y="0"/>
                </a:lnTo>
                <a:lnTo>
                  <a:pt x="273310" y="0"/>
                </a:lnTo>
                <a:close/>
                <a:moveTo>
                  <a:pt x="388737" y="15940"/>
                </a:moveTo>
                <a:lnTo>
                  <a:pt x="415171" y="3044"/>
                </a:lnTo>
                <a:lnTo>
                  <a:pt x="417814" y="3044"/>
                </a:lnTo>
                <a:lnTo>
                  <a:pt x="417814" y="94761"/>
                </a:lnTo>
                <a:cubicBezTo>
                  <a:pt x="417814" y="100849"/>
                  <a:pt x="418068" y="104641"/>
                  <a:pt x="418575" y="106136"/>
                </a:cubicBezTo>
                <a:cubicBezTo>
                  <a:pt x="419083" y="107631"/>
                  <a:pt x="420137" y="108779"/>
                  <a:pt x="421739" y="109580"/>
                </a:cubicBezTo>
                <a:cubicBezTo>
                  <a:pt x="423341" y="110381"/>
                  <a:pt x="426599" y="110835"/>
                  <a:pt x="431512" y="110942"/>
                </a:cubicBezTo>
                <a:lnTo>
                  <a:pt x="431512" y="113906"/>
                </a:lnTo>
                <a:lnTo>
                  <a:pt x="390660" y="113906"/>
                </a:lnTo>
                <a:lnTo>
                  <a:pt x="390660" y="110942"/>
                </a:lnTo>
                <a:cubicBezTo>
                  <a:pt x="395786" y="110835"/>
                  <a:pt x="399097" y="110395"/>
                  <a:pt x="400592" y="109620"/>
                </a:cubicBezTo>
                <a:cubicBezTo>
                  <a:pt x="402088" y="108846"/>
                  <a:pt x="403129" y="107805"/>
                  <a:pt x="403716" y="106496"/>
                </a:cubicBezTo>
                <a:cubicBezTo>
                  <a:pt x="404304" y="105188"/>
                  <a:pt x="404597" y="101276"/>
                  <a:pt x="404597" y="94761"/>
                </a:cubicBezTo>
                <a:lnTo>
                  <a:pt x="404597" y="36126"/>
                </a:lnTo>
                <a:cubicBezTo>
                  <a:pt x="404597" y="28223"/>
                  <a:pt x="404330" y="23150"/>
                  <a:pt x="403796" y="20907"/>
                </a:cubicBezTo>
                <a:cubicBezTo>
                  <a:pt x="403423" y="19198"/>
                  <a:pt x="402742" y="17943"/>
                  <a:pt x="401754" y="17142"/>
                </a:cubicBezTo>
                <a:cubicBezTo>
                  <a:pt x="400766" y="16341"/>
                  <a:pt x="399578" y="15940"/>
                  <a:pt x="398189" y="15940"/>
                </a:cubicBezTo>
                <a:cubicBezTo>
                  <a:pt x="396213" y="15940"/>
                  <a:pt x="393463" y="16768"/>
                  <a:pt x="389939" y="18424"/>
                </a:cubicBezTo>
                <a:lnTo>
                  <a:pt x="388737" y="159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70A3C-F72B-4A80-A027-257F9FAB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1885461"/>
            <a:ext cx="871515" cy="512656"/>
          </a:xfrm>
          <a:custGeom xmlns:a="http://schemas.openxmlformats.org/drawingml/2006/main">
            <a:pathLst>
              <a:path w="871515" h="512656">
                <a:moveTo>
                  <a:pt x="0" y="0"/>
                </a:moveTo>
                <a:lnTo>
                  <a:pt x="768984" y="0"/>
                </a:lnTo>
                <a:lnTo>
                  <a:pt x="871515" y="102531"/>
                </a:lnTo>
                <a:lnTo>
                  <a:pt x="871515" y="512656"/>
                </a:lnTo>
                <a:lnTo>
                  <a:pt x="102531" y="512656"/>
                </a:lnTo>
                <a:lnTo>
                  <a:pt x="0" y="4101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E92C4-7CF9-4E11-8954-B017C1C5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1885461"/>
            <a:ext cx="871515" cy="512656"/>
          </a:xfrm>
          <a:custGeom xmlns:a="http://schemas.openxmlformats.org/drawingml/2006/main">
            <a:pathLst>
              <a:path w="871515" h="512656" fill="none">
                <a:moveTo>
                  <a:pt x="0" y="0"/>
                </a:moveTo>
                <a:lnTo>
                  <a:pt x="768984" y="0"/>
                </a:lnTo>
                <a:lnTo>
                  <a:pt x="871515" y="102531"/>
                </a:lnTo>
                <a:lnTo>
                  <a:pt x="871515" y="512656"/>
                </a:lnTo>
                <a:lnTo>
                  <a:pt x="102531" y="512656"/>
                </a:lnTo>
                <a:lnTo>
                  <a:pt x="0" y="4101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0B458-B02F-4064-ACFE-6CA8E625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1885461"/>
            <a:ext cx="871515" cy="102531"/>
          </a:xfrm>
          <a:custGeom xmlns:a="http://schemas.openxmlformats.org/drawingml/2006/main">
            <a:pathLst>
              <a:path w="871515" h="102531">
                <a:moveTo>
                  <a:pt x="0" y="0"/>
                </a:moveTo>
                <a:lnTo>
                  <a:pt x="768984" y="0"/>
                </a:lnTo>
                <a:lnTo>
                  <a:pt x="871515" y="102531"/>
                </a:lnTo>
                <a:lnTo>
                  <a:pt x="102531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45F22-8376-4FDE-BE25-F815D9B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1885461"/>
            <a:ext cx="102531" cy="512656"/>
          </a:xfrm>
          <a:custGeom xmlns:a="http://schemas.openxmlformats.org/drawingml/2006/main">
            <a:pathLst>
              <a:path w="102531" h="512656">
                <a:moveTo>
                  <a:pt x="0" y="0"/>
                </a:moveTo>
                <a:lnTo>
                  <a:pt x="102531" y="102531"/>
                </a:lnTo>
                <a:lnTo>
                  <a:pt x="102531" y="512656"/>
                </a:lnTo>
                <a:lnTo>
                  <a:pt x="0" y="4101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0CAFA-DC15-4687-99E3-BAC5D182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564" y="1885461"/>
            <a:ext cx="871515" cy="512656"/>
          </a:xfrm>
          <a:custGeom xmlns:a="http://schemas.openxmlformats.org/drawingml/2006/main">
            <a:pathLst>
              <a:path w="871515" h="512656" fill="none">
                <a:moveTo>
                  <a:pt x="102531" y="512656"/>
                </a:moveTo>
                <a:lnTo>
                  <a:pt x="102531" y="102531"/>
                </a:lnTo>
                <a:lnTo>
                  <a:pt x="0" y="0"/>
                </a:lnTo>
                <a:moveTo>
                  <a:pt x="102531" y="102531"/>
                </a:moveTo>
                <a:lnTo>
                  <a:pt x="871515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51" name="Text Chunksof">
            <a:extLst xmlns:a="http://schemas.openxmlformats.org/drawingml/2006/main">
              <a:ext uri="{FF2B5EF4-FFF2-40B4-BE49-F238E27FC236}">
                <a16:creationId xmlns:a16="http://schemas.microsoft.com/office/drawing/2014/main" id="{D067E633-58BB-4280-BF91-203C25C3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007" y="2038136"/>
            <a:ext cx="689737" cy="116309"/>
          </a:xfrm>
          <a:custGeom xmlns:a="http://schemas.openxmlformats.org/drawingml/2006/main">
            <a:pathLst>
              <a:path w="689737" h="116309">
                <a:moveTo>
                  <a:pt x="92839" y="2884"/>
                </a:moveTo>
                <a:lnTo>
                  <a:pt x="95322" y="39731"/>
                </a:lnTo>
                <a:lnTo>
                  <a:pt x="92839" y="39731"/>
                </a:lnTo>
                <a:cubicBezTo>
                  <a:pt x="89528" y="28648"/>
                  <a:pt x="84802" y="20671"/>
                  <a:pt x="78661" y="15800"/>
                </a:cubicBezTo>
                <a:cubicBezTo>
                  <a:pt x="72519" y="10927"/>
                  <a:pt x="65150" y="8491"/>
                  <a:pt x="56552" y="8491"/>
                </a:cubicBezTo>
                <a:cubicBezTo>
                  <a:pt x="49343" y="8491"/>
                  <a:pt x="42828" y="10322"/>
                  <a:pt x="37007" y="13983"/>
                </a:cubicBezTo>
                <a:cubicBezTo>
                  <a:pt x="31187" y="17643"/>
                  <a:pt x="26607" y="23481"/>
                  <a:pt x="23270" y="31498"/>
                </a:cubicBezTo>
                <a:cubicBezTo>
                  <a:pt x="19932" y="39515"/>
                  <a:pt x="18263" y="49482"/>
                  <a:pt x="18263" y="61401"/>
                </a:cubicBezTo>
                <a:cubicBezTo>
                  <a:pt x="18263" y="71234"/>
                  <a:pt x="19839" y="79758"/>
                  <a:pt x="22989" y="86974"/>
                </a:cubicBezTo>
                <a:cubicBezTo>
                  <a:pt x="26140" y="94188"/>
                  <a:pt x="30879" y="99719"/>
                  <a:pt x="37208" y="103567"/>
                </a:cubicBezTo>
                <a:cubicBezTo>
                  <a:pt x="43536" y="107416"/>
                  <a:pt x="50758" y="109340"/>
                  <a:pt x="58875" y="109340"/>
                </a:cubicBezTo>
                <a:cubicBezTo>
                  <a:pt x="65924" y="109340"/>
                  <a:pt x="72146" y="107831"/>
                  <a:pt x="77539" y="104814"/>
                </a:cubicBezTo>
                <a:cubicBezTo>
                  <a:pt x="82933" y="101797"/>
                  <a:pt x="88860" y="95803"/>
                  <a:pt x="95322" y="86831"/>
                </a:cubicBezTo>
                <a:lnTo>
                  <a:pt x="97805" y="88428"/>
                </a:lnTo>
                <a:cubicBezTo>
                  <a:pt x="92358" y="98069"/>
                  <a:pt x="86003" y="105126"/>
                  <a:pt x="78741" y="109600"/>
                </a:cubicBezTo>
                <a:cubicBezTo>
                  <a:pt x="71478" y="114073"/>
                  <a:pt x="62854" y="116309"/>
                  <a:pt x="52868" y="116309"/>
                </a:cubicBezTo>
                <a:cubicBezTo>
                  <a:pt x="34871" y="116309"/>
                  <a:pt x="20933" y="109643"/>
                  <a:pt x="11054" y="96311"/>
                </a:cubicBezTo>
                <a:cubicBezTo>
                  <a:pt x="3685" y="86393"/>
                  <a:pt x="0" y="74715"/>
                  <a:pt x="0" y="61276"/>
                </a:cubicBezTo>
                <a:cubicBezTo>
                  <a:pt x="0" y="50450"/>
                  <a:pt x="2430" y="40505"/>
                  <a:pt x="7289" y="31440"/>
                </a:cubicBezTo>
                <a:cubicBezTo>
                  <a:pt x="12149" y="22375"/>
                  <a:pt x="18837" y="15350"/>
                  <a:pt x="27355" y="10363"/>
                </a:cubicBezTo>
                <a:cubicBezTo>
                  <a:pt x="35873" y="5377"/>
                  <a:pt x="45178" y="2884"/>
                  <a:pt x="55271" y="2884"/>
                </a:cubicBezTo>
                <a:cubicBezTo>
                  <a:pt x="63121" y="2884"/>
                  <a:pt x="70864" y="4806"/>
                  <a:pt x="78500" y="8651"/>
                </a:cubicBezTo>
                <a:cubicBezTo>
                  <a:pt x="80743" y="9826"/>
                  <a:pt x="82345" y="10413"/>
                  <a:pt x="83307" y="10413"/>
                </a:cubicBezTo>
                <a:cubicBezTo>
                  <a:pt x="84748" y="10413"/>
                  <a:pt x="86003" y="9906"/>
                  <a:pt x="87071" y="8891"/>
                </a:cubicBezTo>
                <a:cubicBezTo>
                  <a:pt x="88460" y="7450"/>
                  <a:pt x="89448" y="5447"/>
                  <a:pt x="90035" y="2884"/>
                </a:cubicBezTo>
                <a:lnTo>
                  <a:pt x="92839" y="2884"/>
                </a:lnTo>
                <a:close/>
                <a:moveTo>
                  <a:pt x="130168" y="0"/>
                </a:moveTo>
                <a:lnTo>
                  <a:pt x="130168" y="53749"/>
                </a:lnTo>
                <a:cubicBezTo>
                  <a:pt x="136095" y="47234"/>
                  <a:pt x="140795" y="43055"/>
                  <a:pt x="144266" y="41213"/>
                </a:cubicBezTo>
                <a:cubicBezTo>
                  <a:pt x="147737" y="39370"/>
                  <a:pt x="151208" y="38449"/>
                  <a:pt x="154679" y="38449"/>
                </a:cubicBezTo>
                <a:cubicBezTo>
                  <a:pt x="158845" y="38449"/>
                  <a:pt x="162422" y="39595"/>
                  <a:pt x="165413" y="41886"/>
                </a:cubicBezTo>
                <a:cubicBezTo>
                  <a:pt x="168403" y="44177"/>
                  <a:pt x="170620" y="47774"/>
                  <a:pt x="172061" y="52675"/>
                </a:cubicBezTo>
                <a:cubicBezTo>
                  <a:pt x="173076" y="56086"/>
                  <a:pt x="173583" y="62321"/>
                  <a:pt x="173583" y="71379"/>
                </a:cubicBezTo>
                <a:lnTo>
                  <a:pt x="173583" y="97274"/>
                </a:lnTo>
                <a:cubicBezTo>
                  <a:pt x="173583" y="101910"/>
                  <a:pt x="173957" y="105081"/>
                  <a:pt x="174705" y="106787"/>
                </a:cubicBezTo>
                <a:cubicBezTo>
                  <a:pt x="175239" y="108065"/>
                  <a:pt x="176147" y="109077"/>
                  <a:pt x="177428" y="109823"/>
                </a:cubicBezTo>
                <a:cubicBezTo>
                  <a:pt x="178710" y="110569"/>
                  <a:pt x="181060" y="110942"/>
                  <a:pt x="184477" y="110942"/>
                </a:cubicBezTo>
                <a:lnTo>
                  <a:pt x="184477" y="113906"/>
                </a:lnTo>
                <a:lnTo>
                  <a:pt x="148431" y="113906"/>
                </a:lnTo>
                <a:lnTo>
                  <a:pt x="148431" y="110942"/>
                </a:lnTo>
                <a:lnTo>
                  <a:pt x="150113" y="110942"/>
                </a:lnTo>
                <a:cubicBezTo>
                  <a:pt x="153531" y="110942"/>
                  <a:pt x="155907" y="110421"/>
                  <a:pt x="157243" y="109380"/>
                </a:cubicBezTo>
                <a:cubicBezTo>
                  <a:pt x="158578" y="108339"/>
                  <a:pt x="159512" y="106803"/>
                  <a:pt x="160046" y="104774"/>
                </a:cubicBezTo>
                <a:cubicBezTo>
                  <a:pt x="160206" y="103920"/>
                  <a:pt x="160286" y="101410"/>
                  <a:pt x="160286" y="97244"/>
                </a:cubicBezTo>
                <a:lnTo>
                  <a:pt x="160286" y="71291"/>
                </a:lnTo>
                <a:cubicBezTo>
                  <a:pt x="160286" y="63281"/>
                  <a:pt x="159873" y="58021"/>
                  <a:pt x="159045" y="55511"/>
                </a:cubicBezTo>
                <a:cubicBezTo>
                  <a:pt x="158217" y="53001"/>
                  <a:pt x="156895" y="51119"/>
                  <a:pt x="155080" y="49864"/>
                </a:cubicBezTo>
                <a:cubicBezTo>
                  <a:pt x="153264" y="48609"/>
                  <a:pt x="151075" y="47981"/>
                  <a:pt x="148511" y="47981"/>
                </a:cubicBezTo>
                <a:cubicBezTo>
                  <a:pt x="145895" y="47981"/>
                  <a:pt x="143171" y="48676"/>
                  <a:pt x="140341" y="50064"/>
                </a:cubicBezTo>
                <a:cubicBezTo>
                  <a:pt x="137511" y="51452"/>
                  <a:pt x="134120" y="54256"/>
                  <a:pt x="130168" y="58475"/>
                </a:cubicBezTo>
                <a:lnTo>
                  <a:pt x="130168" y="97244"/>
                </a:lnTo>
                <a:cubicBezTo>
                  <a:pt x="130168" y="102264"/>
                  <a:pt x="130448" y="105388"/>
                  <a:pt x="131009" y="106616"/>
                </a:cubicBezTo>
                <a:cubicBezTo>
                  <a:pt x="131570" y="107845"/>
                  <a:pt x="132611" y="108873"/>
                  <a:pt x="134133" y="109700"/>
                </a:cubicBezTo>
                <a:cubicBezTo>
                  <a:pt x="135655" y="110528"/>
                  <a:pt x="138285" y="110942"/>
                  <a:pt x="142023" y="110942"/>
                </a:cubicBezTo>
                <a:lnTo>
                  <a:pt x="142023" y="113906"/>
                </a:lnTo>
                <a:lnTo>
                  <a:pt x="105657" y="113906"/>
                </a:lnTo>
                <a:lnTo>
                  <a:pt x="105657" y="110942"/>
                </a:lnTo>
                <a:cubicBezTo>
                  <a:pt x="108914" y="110942"/>
                  <a:pt x="111477" y="110435"/>
                  <a:pt x="113346" y="109420"/>
                </a:cubicBezTo>
                <a:cubicBezTo>
                  <a:pt x="114414" y="108888"/>
                  <a:pt x="115269" y="107875"/>
                  <a:pt x="115910" y="106381"/>
                </a:cubicBezTo>
                <a:cubicBezTo>
                  <a:pt x="116550" y="104886"/>
                  <a:pt x="116871" y="101844"/>
                  <a:pt x="116871" y="97254"/>
                </a:cubicBezTo>
                <a:lnTo>
                  <a:pt x="116871" y="30897"/>
                </a:lnTo>
                <a:cubicBezTo>
                  <a:pt x="116871" y="22520"/>
                  <a:pt x="116671" y="17371"/>
                  <a:pt x="116270" y="15450"/>
                </a:cubicBezTo>
                <a:cubicBezTo>
                  <a:pt x="115870" y="13527"/>
                  <a:pt x="115255" y="12220"/>
                  <a:pt x="114428" y="11527"/>
                </a:cubicBezTo>
                <a:cubicBezTo>
                  <a:pt x="113600" y="10833"/>
                  <a:pt x="112492" y="10486"/>
                  <a:pt x="111103" y="10486"/>
                </a:cubicBezTo>
                <a:cubicBezTo>
                  <a:pt x="109982" y="10486"/>
                  <a:pt x="108166" y="10913"/>
                  <a:pt x="105657" y="11768"/>
                </a:cubicBezTo>
                <a:lnTo>
                  <a:pt x="104535" y="8964"/>
                </a:lnTo>
                <a:lnTo>
                  <a:pt x="126483" y="0"/>
                </a:lnTo>
                <a:lnTo>
                  <a:pt x="130168" y="0"/>
                </a:lnTo>
                <a:close/>
                <a:moveTo>
                  <a:pt x="254967" y="40532"/>
                </a:moveTo>
                <a:lnTo>
                  <a:pt x="254967" y="84989"/>
                </a:lnTo>
                <a:cubicBezTo>
                  <a:pt x="254967" y="93480"/>
                  <a:pt x="255168" y="98673"/>
                  <a:pt x="255568" y="100569"/>
                </a:cubicBezTo>
                <a:cubicBezTo>
                  <a:pt x="255969" y="102464"/>
                  <a:pt x="256610" y="103786"/>
                  <a:pt x="257491" y="104534"/>
                </a:cubicBezTo>
                <a:cubicBezTo>
                  <a:pt x="258372" y="105281"/>
                  <a:pt x="259400" y="105655"/>
                  <a:pt x="260575" y="105655"/>
                </a:cubicBezTo>
                <a:cubicBezTo>
                  <a:pt x="262230" y="105655"/>
                  <a:pt x="264099" y="105201"/>
                  <a:pt x="266182" y="104293"/>
                </a:cubicBezTo>
                <a:lnTo>
                  <a:pt x="267303" y="107097"/>
                </a:lnTo>
                <a:lnTo>
                  <a:pt x="245355" y="116149"/>
                </a:lnTo>
                <a:lnTo>
                  <a:pt x="241751" y="116149"/>
                </a:lnTo>
                <a:lnTo>
                  <a:pt x="241751" y="100609"/>
                </a:lnTo>
                <a:cubicBezTo>
                  <a:pt x="235449" y="107444"/>
                  <a:pt x="230643" y="111743"/>
                  <a:pt x="227332" y="113505"/>
                </a:cubicBezTo>
                <a:cubicBezTo>
                  <a:pt x="224021" y="115267"/>
                  <a:pt x="220523" y="116149"/>
                  <a:pt x="216839" y="116149"/>
                </a:cubicBezTo>
                <a:cubicBezTo>
                  <a:pt x="212727" y="116149"/>
                  <a:pt x="209162" y="114960"/>
                  <a:pt x="206145" y="112584"/>
                </a:cubicBezTo>
                <a:cubicBezTo>
                  <a:pt x="203128" y="110208"/>
                  <a:pt x="201032" y="107150"/>
                  <a:pt x="199857" y="103412"/>
                </a:cubicBezTo>
                <a:cubicBezTo>
                  <a:pt x="198682" y="99674"/>
                  <a:pt x="198095" y="94387"/>
                  <a:pt x="198095" y="87552"/>
                </a:cubicBezTo>
                <a:lnTo>
                  <a:pt x="198095" y="54790"/>
                </a:lnTo>
                <a:cubicBezTo>
                  <a:pt x="198095" y="51319"/>
                  <a:pt x="197721" y="48916"/>
                  <a:pt x="196973" y="47581"/>
                </a:cubicBezTo>
                <a:cubicBezTo>
                  <a:pt x="196226" y="46246"/>
                  <a:pt x="195118" y="45218"/>
                  <a:pt x="193649" y="44497"/>
                </a:cubicBezTo>
                <a:cubicBezTo>
                  <a:pt x="192180" y="43776"/>
                  <a:pt x="189524" y="43442"/>
                  <a:pt x="185679" y="43496"/>
                </a:cubicBezTo>
                <a:lnTo>
                  <a:pt x="185679" y="40532"/>
                </a:lnTo>
                <a:lnTo>
                  <a:pt x="211392" y="40532"/>
                </a:lnTo>
                <a:lnTo>
                  <a:pt x="211392" y="89515"/>
                </a:lnTo>
                <a:cubicBezTo>
                  <a:pt x="211392" y="96333"/>
                  <a:pt x="212580" y="100808"/>
                  <a:pt x="214956" y="102939"/>
                </a:cubicBezTo>
                <a:cubicBezTo>
                  <a:pt x="217333" y="105070"/>
                  <a:pt x="220203" y="106136"/>
                  <a:pt x="223567" y="106136"/>
                </a:cubicBezTo>
                <a:cubicBezTo>
                  <a:pt x="225864" y="106136"/>
                  <a:pt x="228467" y="105417"/>
                  <a:pt x="231377" y="103978"/>
                </a:cubicBezTo>
                <a:cubicBezTo>
                  <a:pt x="234288" y="102539"/>
                  <a:pt x="237745" y="99797"/>
                  <a:pt x="241751" y="95750"/>
                </a:cubicBezTo>
                <a:lnTo>
                  <a:pt x="241751" y="54282"/>
                </a:lnTo>
                <a:cubicBezTo>
                  <a:pt x="241751" y="50127"/>
                  <a:pt x="240990" y="47317"/>
                  <a:pt x="239468" y="45854"/>
                </a:cubicBezTo>
                <a:cubicBezTo>
                  <a:pt x="237946" y="44388"/>
                  <a:pt x="234782" y="43602"/>
                  <a:pt x="229975" y="43496"/>
                </a:cubicBezTo>
                <a:lnTo>
                  <a:pt x="229975" y="40532"/>
                </a:lnTo>
                <a:lnTo>
                  <a:pt x="254967" y="40532"/>
                </a:lnTo>
                <a:close/>
                <a:moveTo>
                  <a:pt x="294057" y="53989"/>
                </a:moveTo>
                <a:cubicBezTo>
                  <a:pt x="302655" y="43629"/>
                  <a:pt x="310852" y="38449"/>
                  <a:pt x="318649" y="38449"/>
                </a:cubicBezTo>
                <a:cubicBezTo>
                  <a:pt x="322654" y="38449"/>
                  <a:pt x="326098" y="39449"/>
                  <a:pt x="328982" y="41448"/>
                </a:cubicBezTo>
                <a:cubicBezTo>
                  <a:pt x="331866" y="43446"/>
                  <a:pt x="334162" y="46736"/>
                  <a:pt x="335871" y="51318"/>
                </a:cubicBezTo>
                <a:cubicBezTo>
                  <a:pt x="337046" y="54514"/>
                  <a:pt x="337633" y="59416"/>
                  <a:pt x="337633" y="66024"/>
                </a:cubicBezTo>
                <a:lnTo>
                  <a:pt x="337633" y="97274"/>
                </a:lnTo>
                <a:cubicBezTo>
                  <a:pt x="337633" y="101910"/>
                  <a:pt x="338007" y="105054"/>
                  <a:pt x="338755" y="106706"/>
                </a:cubicBezTo>
                <a:cubicBezTo>
                  <a:pt x="339342" y="108038"/>
                  <a:pt x="340290" y="109077"/>
                  <a:pt x="341598" y="109823"/>
                </a:cubicBezTo>
                <a:cubicBezTo>
                  <a:pt x="342907" y="110569"/>
                  <a:pt x="345323" y="110942"/>
                  <a:pt x="348847" y="110942"/>
                </a:cubicBezTo>
                <a:lnTo>
                  <a:pt x="348847" y="113906"/>
                </a:lnTo>
                <a:lnTo>
                  <a:pt x="312561" y="113906"/>
                </a:lnTo>
                <a:lnTo>
                  <a:pt x="312561" y="110942"/>
                </a:lnTo>
                <a:lnTo>
                  <a:pt x="314083" y="110942"/>
                </a:lnTo>
                <a:cubicBezTo>
                  <a:pt x="317501" y="110942"/>
                  <a:pt x="319890" y="110424"/>
                  <a:pt x="321252" y="109387"/>
                </a:cubicBezTo>
                <a:cubicBezTo>
                  <a:pt x="322614" y="108351"/>
                  <a:pt x="323562" y="106824"/>
                  <a:pt x="324096" y="104807"/>
                </a:cubicBezTo>
                <a:cubicBezTo>
                  <a:pt x="324309" y="104009"/>
                  <a:pt x="324416" y="101512"/>
                  <a:pt x="324416" y="97314"/>
                </a:cubicBezTo>
                <a:lnTo>
                  <a:pt x="324416" y="67429"/>
                </a:lnTo>
                <a:cubicBezTo>
                  <a:pt x="324416" y="60789"/>
                  <a:pt x="323548" y="55967"/>
                  <a:pt x="321813" y="52965"/>
                </a:cubicBezTo>
                <a:cubicBezTo>
                  <a:pt x="320077" y="49963"/>
                  <a:pt x="317154" y="48462"/>
                  <a:pt x="313042" y="48462"/>
                </a:cubicBezTo>
                <a:cubicBezTo>
                  <a:pt x="306687" y="48462"/>
                  <a:pt x="300359" y="51916"/>
                  <a:pt x="294057" y="58823"/>
                </a:cubicBezTo>
                <a:lnTo>
                  <a:pt x="294057" y="97314"/>
                </a:lnTo>
                <a:cubicBezTo>
                  <a:pt x="294057" y="102256"/>
                  <a:pt x="294351" y="105311"/>
                  <a:pt x="294938" y="106479"/>
                </a:cubicBezTo>
                <a:cubicBezTo>
                  <a:pt x="295686" y="108019"/>
                  <a:pt x="296714" y="109148"/>
                  <a:pt x="298022" y="109866"/>
                </a:cubicBezTo>
                <a:cubicBezTo>
                  <a:pt x="299331" y="110583"/>
                  <a:pt x="301988" y="110942"/>
                  <a:pt x="305993" y="110942"/>
                </a:cubicBezTo>
                <a:lnTo>
                  <a:pt x="305993" y="113906"/>
                </a:lnTo>
                <a:lnTo>
                  <a:pt x="269706" y="113906"/>
                </a:lnTo>
                <a:lnTo>
                  <a:pt x="269706" y="110942"/>
                </a:lnTo>
                <a:lnTo>
                  <a:pt x="271308" y="110942"/>
                </a:lnTo>
                <a:cubicBezTo>
                  <a:pt x="275046" y="110942"/>
                  <a:pt x="277570" y="109997"/>
                  <a:pt x="278878" y="108106"/>
                </a:cubicBezTo>
                <a:cubicBezTo>
                  <a:pt x="280186" y="106213"/>
                  <a:pt x="280840" y="102603"/>
                  <a:pt x="280840" y="97274"/>
                </a:cubicBezTo>
                <a:lnTo>
                  <a:pt x="280840" y="70100"/>
                </a:lnTo>
                <a:cubicBezTo>
                  <a:pt x="280840" y="61308"/>
                  <a:pt x="280640" y="55954"/>
                  <a:pt x="280240" y="54037"/>
                </a:cubicBezTo>
                <a:cubicBezTo>
                  <a:pt x="279839" y="52118"/>
                  <a:pt x="279225" y="50812"/>
                  <a:pt x="278397" y="50119"/>
                </a:cubicBezTo>
                <a:cubicBezTo>
                  <a:pt x="277570" y="49427"/>
                  <a:pt x="276462" y="49080"/>
                  <a:pt x="275073" y="49080"/>
                </a:cubicBezTo>
                <a:cubicBezTo>
                  <a:pt x="273578" y="49080"/>
                  <a:pt x="271789" y="49480"/>
                  <a:pt x="269706" y="50279"/>
                </a:cubicBezTo>
                <a:lnTo>
                  <a:pt x="268505" y="47401"/>
                </a:lnTo>
                <a:lnTo>
                  <a:pt x="290613" y="38449"/>
                </a:lnTo>
                <a:lnTo>
                  <a:pt x="294057" y="38449"/>
                </a:lnTo>
                <a:lnTo>
                  <a:pt x="294057" y="53989"/>
                </a:lnTo>
                <a:close/>
                <a:moveTo>
                  <a:pt x="376403" y="0"/>
                </a:moveTo>
                <a:lnTo>
                  <a:pt x="376403" y="72973"/>
                </a:lnTo>
                <a:lnTo>
                  <a:pt x="395066" y="55992"/>
                </a:lnTo>
                <a:cubicBezTo>
                  <a:pt x="399018" y="52360"/>
                  <a:pt x="401314" y="50064"/>
                  <a:pt x="401955" y="49103"/>
                </a:cubicBezTo>
                <a:cubicBezTo>
                  <a:pt x="402382" y="48462"/>
                  <a:pt x="402596" y="47821"/>
                  <a:pt x="402596" y="47180"/>
                </a:cubicBezTo>
                <a:cubicBezTo>
                  <a:pt x="402596" y="46112"/>
                  <a:pt x="402156" y="45191"/>
                  <a:pt x="401274" y="44417"/>
                </a:cubicBezTo>
                <a:cubicBezTo>
                  <a:pt x="400393" y="43642"/>
                  <a:pt x="398938" y="43202"/>
                  <a:pt x="396909" y="43095"/>
                </a:cubicBezTo>
                <a:lnTo>
                  <a:pt x="396909" y="40532"/>
                </a:lnTo>
                <a:lnTo>
                  <a:pt x="428790" y="40532"/>
                </a:lnTo>
                <a:lnTo>
                  <a:pt x="428790" y="43095"/>
                </a:lnTo>
                <a:cubicBezTo>
                  <a:pt x="424411" y="43202"/>
                  <a:pt x="420766" y="43869"/>
                  <a:pt x="417856" y="45098"/>
                </a:cubicBezTo>
                <a:cubicBezTo>
                  <a:pt x="414945" y="46326"/>
                  <a:pt x="411754" y="48515"/>
                  <a:pt x="408283" y="51666"/>
                </a:cubicBezTo>
                <a:lnTo>
                  <a:pt x="389459" y="69048"/>
                </a:lnTo>
                <a:lnTo>
                  <a:pt x="408283" y="92794"/>
                </a:lnTo>
                <a:cubicBezTo>
                  <a:pt x="413517" y="99349"/>
                  <a:pt x="417041" y="103506"/>
                  <a:pt x="418857" y="105265"/>
                </a:cubicBezTo>
                <a:cubicBezTo>
                  <a:pt x="421420" y="107770"/>
                  <a:pt x="423663" y="109396"/>
                  <a:pt x="425586" y="110143"/>
                </a:cubicBezTo>
                <a:cubicBezTo>
                  <a:pt x="426921" y="110676"/>
                  <a:pt x="429244" y="110942"/>
                  <a:pt x="432554" y="110942"/>
                </a:cubicBezTo>
                <a:lnTo>
                  <a:pt x="432554" y="113906"/>
                </a:lnTo>
                <a:lnTo>
                  <a:pt x="396909" y="113906"/>
                </a:lnTo>
                <a:lnTo>
                  <a:pt x="396909" y="110942"/>
                </a:lnTo>
                <a:cubicBezTo>
                  <a:pt x="398938" y="110889"/>
                  <a:pt x="400313" y="110582"/>
                  <a:pt x="401034" y="110023"/>
                </a:cubicBezTo>
                <a:cubicBezTo>
                  <a:pt x="401755" y="109463"/>
                  <a:pt x="402115" y="108677"/>
                  <a:pt x="402115" y="107665"/>
                </a:cubicBezTo>
                <a:cubicBezTo>
                  <a:pt x="402115" y="106439"/>
                  <a:pt x="401047" y="104467"/>
                  <a:pt x="398911" y="101750"/>
                </a:cubicBezTo>
                <a:lnTo>
                  <a:pt x="376403" y="73053"/>
                </a:lnTo>
                <a:lnTo>
                  <a:pt x="376403" y="97352"/>
                </a:lnTo>
                <a:cubicBezTo>
                  <a:pt x="376403" y="102095"/>
                  <a:pt x="376736" y="105213"/>
                  <a:pt x="377404" y="106706"/>
                </a:cubicBezTo>
                <a:cubicBezTo>
                  <a:pt x="378071" y="108198"/>
                  <a:pt x="379019" y="109264"/>
                  <a:pt x="380248" y="109903"/>
                </a:cubicBezTo>
                <a:cubicBezTo>
                  <a:pt x="381476" y="110542"/>
                  <a:pt x="384146" y="110889"/>
                  <a:pt x="388258" y="110942"/>
                </a:cubicBezTo>
                <a:lnTo>
                  <a:pt x="388258" y="113906"/>
                </a:lnTo>
                <a:lnTo>
                  <a:pt x="350930" y="113906"/>
                </a:lnTo>
                <a:lnTo>
                  <a:pt x="350930" y="110942"/>
                </a:lnTo>
                <a:cubicBezTo>
                  <a:pt x="354668" y="110942"/>
                  <a:pt x="357472" y="110488"/>
                  <a:pt x="359341" y="109580"/>
                </a:cubicBezTo>
                <a:cubicBezTo>
                  <a:pt x="360462" y="108994"/>
                  <a:pt x="361317" y="108087"/>
                  <a:pt x="361904" y="106859"/>
                </a:cubicBezTo>
                <a:cubicBezTo>
                  <a:pt x="362705" y="105099"/>
                  <a:pt x="363106" y="102057"/>
                  <a:pt x="363106" y="97735"/>
                </a:cubicBezTo>
                <a:lnTo>
                  <a:pt x="363106" y="30977"/>
                </a:lnTo>
                <a:cubicBezTo>
                  <a:pt x="363106" y="22493"/>
                  <a:pt x="362919" y="17304"/>
                  <a:pt x="362545" y="15410"/>
                </a:cubicBezTo>
                <a:cubicBezTo>
                  <a:pt x="362171" y="13514"/>
                  <a:pt x="361557" y="12206"/>
                  <a:pt x="360703" y="11487"/>
                </a:cubicBezTo>
                <a:cubicBezTo>
                  <a:pt x="359848" y="10766"/>
                  <a:pt x="358727" y="10406"/>
                  <a:pt x="357338" y="10406"/>
                </a:cubicBezTo>
                <a:cubicBezTo>
                  <a:pt x="356217" y="10406"/>
                  <a:pt x="354535" y="10860"/>
                  <a:pt x="352292" y="11768"/>
                </a:cubicBezTo>
                <a:lnTo>
                  <a:pt x="350930" y="8964"/>
                </a:lnTo>
                <a:lnTo>
                  <a:pt x="372718" y="0"/>
                </a:lnTo>
                <a:lnTo>
                  <a:pt x="376403" y="0"/>
                </a:lnTo>
                <a:close/>
                <a:moveTo>
                  <a:pt x="484140" y="38449"/>
                </a:moveTo>
                <a:lnTo>
                  <a:pt x="484140" y="63281"/>
                </a:lnTo>
                <a:lnTo>
                  <a:pt x="481497" y="63281"/>
                </a:lnTo>
                <a:cubicBezTo>
                  <a:pt x="479468" y="55493"/>
                  <a:pt x="476864" y="50195"/>
                  <a:pt x="473687" y="47388"/>
                </a:cubicBezTo>
                <a:cubicBezTo>
                  <a:pt x="470510" y="44580"/>
                  <a:pt x="466464" y="43175"/>
                  <a:pt x="461551" y="43175"/>
                </a:cubicBezTo>
                <a:cubicBezTo>
                  <a:pt x="457813" y="43175"/>
                  <a:pt x="454796" y="44162"/>
                  <a:pt x="452500" y="46137"/>
                </a:cubicBezTo>
                <a:cubicBezTo>
                  <a:pt x="450204" y="48109"/>
                  <a:pt x="449055" y="50296"/>
                  <a:pt x="449055" y="52697"/>
                </a:cubicBezTo>
                <a:cubicBezTo>
                  <a:pt x="449055" y="55685"/>
                  <a:pt x="449910" y="58245"/>
                  <a:pt x="451619" y="60377"/>
                </a:cubicBezTo>
                <a:cubicBezTo>
                  <a:pt x="453274" y="62565"/>
                  <a:pt x="456638" y="64885"/>
                  <a:pt x="461712" y="67339"/>
                </a:cubicBezTo>
                <a:lnTo>
                  <a:pt x="473407" y="73021"/>
                </a:lnTo>
                <a:cubicBezTo>
                  <a:pt x="484247" y="78301"/>
                  <a:pt x="489667" y="85262"/>
                  <a:pt x="489667" y="93905"/>
                </a:cubicBezTo>
                <a:cubicBezTo>
                  <a:pt x="489667" y="100572"/>
                  <a:pt x="487144" y="105946"/>
                  <a:pt x="482098" y="110028"/>
                </a:cubicBezTo>
                <a:cubicBezTo>
                  <a:pt x="477051" y="114108"/>
                  <a:pt x="471404" y="116149"/>
                  <a:pt x="465156" y="116149"/>
                </a:cubicBezTo>
                <a:cubicBezTo>
                  <a:pt x="460670" y="116149"/>
                  <a:pt x="455544" y="115348"/>
                  <a:pt x="449776" y="113745"/>
                </a:cubicBezTo>
                <a:cubicBezTo>
                  <a:pt x="448014" y="113211"/>
                  <a:pt x="446572" y="112944"/>
                  <a:pt x="445451" y="112944"/>
                </a:cubicBezTo>
                <a:cubicBezTo>
                  <a:pt x="444223" y="112944"/>
                  <a:pt x="443261" y="113639"/>
                  <a:pt x="442567" y="115027"/>
                </a:cubicBezTo>
                <a:lnTo>
                  <a:pt x="439924" y="115027"/>
                </a:lnTo>
                <a:lnTo>
                  <a:pt x="439924" y="88754"/>
                </a:lnTo>
                <a:lnTo>
                  <a:pt x="442567" y="88754"/>
                </a:lnTo>
                <a:cubicBezTo>
                  <a:pt x="444062" y="96256"/>
                  <a:pt x="446919" y="101910"/>
                  <a:pt x="451138" y="105715"/>
                </a:cubicBezTo>
                <a:cubicBezTo>
                  <a:pt x="455357" y="109520"/>
                  <a:pt x="460083" y="111423"/>
                  <a:pt x="465316" y="111423"/>
                </a:cubicBezTo>
                <a:cubicBezTo>
                  <a:pt x="469001" y="111423"/>
                  <a:pt x="472005" y="110343"/>
                  <a:pt x="474328" y="108183"/>
                </a:cubicBezTo>
                <a:cubicBezTo>
                  <a:pt x="476651" y="106022"/>
                  <a:pt x="477812" y="103421"/>
                  <a:pt x="477812" y="100381"/>
                </a:cubicBezTo>
                <a:cubicBezTo>
                  <a:pt x="477812" y="96700"/>
                  <a:pt x="476517" y="93606"/>
                  <a:pt x="473927" y="91099"/>
                </a:cubicBezTo>
                <a:cubicBezTo>
                  <a:pt x="471337" y="88592"/>
                  <a:pt x="466171" y="85419"/>
                  <a:pt x="458427" y="81579"/>
                </a:cubicBezTo>
                <a:cubicBezTo>
                  <a:pt x="450684" y="77738"/>
                  <a:pt x="445611" y="74270"/>
                  <a:pt x="443208" y="71176"/>
                </a:cubicBezTo>
                <a:cubicBezTo>
                  <a:pt x="440805" y="68135"/>
                  <a:pt x="439603" y="64295"/>
                  <a:pt x="439603" y="59654"/>
                </a:cubicBezTo>
                <a:cubicBezTo>
                  <a:pt x="439603" y="53626"/>
                  <a:pt x="441673" y="48585"/>
                  <a:pt x="445811" y="44532"/>
                </a:cubicBezTo>
                <a:cubicBezTo>
                  <a:pt x="449950" y="40477"/>
                  <a:pt x="455303" y="38449"/>
                  <a:pt x="461872" y="38449"/>
                </a:cubicBezTo>
                <a:cubicBezTo>
                  <a:pt x="464756" y="38449"/>
                  <a:pt x="468253" y="39063"/>
                  <a:pt x="472365" y="40292"/>
                </a:cubicBezTo>
                <a:cubicBezTo>
                  <a:pt x="475089" y="41093"/>
                  <a:pt x="476904" y="41493"/>
                  <a:pt x="477812" y="41493"/>
                </a:cubicBezTo>
                <a:cubicBezTo>
                  <a:pt x="478667" y="41493"/>
                  <a:pt x="479334" y="41306"/>
                  <a:pt x="479815" y="40932"/>
                </a:cubicBezTo>
                <a:cubicBezTo>
                  <a:pt x="480295" y="40559"/>
                  <a:pt x="480856" y="39731"/>
                  <a:pt x="481497" y="38449"/>
                </a:cubicBezTo>
                <a:lnTo>
                  <a:pt x="484140" y="38449"/>
                </a:lnTo>
                <a:close/>
                <a:moveTo>
                  <a:pt x="577434" y="38449"/>
                </a:moveTo>
                <a:cubicBezTo>
                  <a:pt x="588541" y="38449"/>
                  <a:pt x="597459" y="42664"/>
                  <a:pt x="604188" y="51093"/>
                </a:cubicBezTo>
                <a:cubicBezTo>
                  <a:pt x="609902" y="58294"/>
                  <a:pt x="612759" y="66563"/>
                  <a:pt x="612759" y="75900"/>
                </a:cubicBezTo>
                <a:cubicBezTo>
                  <a:pt x="612759" y="82461"/>
                  <a:pt x="611183" y="89103"/>
                  <a:pt x="608033" y="95825"/>
                </a:cubicBezTo>
                <a:cubicBezTo>
                  <a:pt x="604882" y="102545"/>
                  <a:pt x="600543" y="107613"/>
                  <a:pt x="595016" y="111027"/>
                </a:cubicBezTo>
                <a:cubicBezTo>
                  <a:pt x="589489" y="114441"/>
                  <a:pt x="583334" y="116149"/>
                  <a:pt x="576552" y="116149"/>
                </a:cubicBezTo>
                <a:cubicBezTo>
                  <a:pt x="565498" y="116149"/>
                  <a:pt x="556714" y="111747"/>
                  <a:pt x="550199" y="102944"/>
                </a:cubicBezTo>
                <a:cubicBezTo>
                  <a:pt x="544698" y="95530"/>
                  <a:pt x="541948" y="87208"/>
                  <a:pt x="541948" y="77980"/>
                </a:cubicBezTo>
                <a:cubicBezTo>
                  <a:pt x="541948" y="71258"/>
                  <a:pt x="543617" y="64576"/>
                  <a:pt x="546955" y="57934"/>
                </a:cubicBezTo>
                <a:cubicBezTo>
                  <a:pt x="550292" y="51292"/>
                  <a:pt x="554684" y="46384"/>
                  <a:pt x="560131" y="43210"/>
                </a:cubicBezTo>
                <a:cubicBezTo>
                  <a:pt x="565578" y="40036"/>
                  <a:pt x="571346" y="38449"/>
                  <a:pt x="577434" y="38449"/>
                </a:cubicBezTo>
                <a:moveTo>
                  <a:pt x="574950" y="43736"/>
                </a:moveTo>
                <a:cubicBezTo>
                  <a:pt x="572120" y="43736"/>
                  <a:pt x="569276" y="44576"/>
                  <a:pt x="566419" y="46257"/>
                </a:cubicBezTo>
                <a:cubicBezTo>
                  <a:pt x="563562" y="47937"/>
                  <a:pt x="561253" y="50884"/>
                  <a:pt x="559491" y="55098"/>
                </a:cubicBezTo>
                <a:cubicBezTo>
                  <a:pt x="557728" y="59312"/>
                  <a:pt x="556847" y="64725"/>
                  <a:pt x="556847" y="71339"/>
                </a:cubicBezTo>
                <a:cubicBezTo>
                  <a:pt x="556847" y="82006"/>
                  <a:pt x="558970" y="91207"/>
                  <a:pt x="563215" y="98942"/>
                </a:cubicBezTo>
                <a:cubicBezTo>
                  <a:pt x="567461" y="106675"/>
                  <a:pt x="573055" y="110541"/>
                  <a:pt x="579997" y="110541"/>
                </a:cubicBezTo>
                <a:cubicBezTo>
                  <a:pt x="585177" y="110541"/>
                  <a:pt x="589449" y="108408"/>
                  <a:pt x="592813" y="104141"/>
                </a:cubicBezTo>
                <a:cubicBezTo>
                  <a:pt x="596177" y="99874"/>
                  <a:pt x="597860" y="92540"/>
                  <a:pt x="597860" y="82140"/>
                </a:cubicBezTo>
                <a:cubicBezTo>
                  <a:pt x="597860" y="69125"/>
                  <a:pt x="595056" y="58884"/>
                  <a:pt x="589449" y="51416"/>
                </a:cubicBezTo>
                <a:cubicBezTo>
                  <a:pt x="585657" y="46296"/>
                  <a:pt x="580825" y="43736"/>
                  <a:pt x="574950" y="43736"/>
                </a:cubicBezTo>
                <a:close/>
                <a:moveTo>
                  <a:pt x="652249" y="46139"/>
                </a:moveTo>
                <a:lnTo>
                  <a:pt x="652249" y="94421"/>
                </a:lnTo>
                <a:cubicBezTo>
                  <a:pt x="652249" y="101265"/>
                  <a:pt x="652997" y="105595"/>
                  <a:pt x="654492" y="107412"/>
                </a:cubicBezTo>
                <a:cubicBezTo>
                  <a:pt x="656468" y="109765"/>
                  <a:pt x="659111" y="110942"/>
                  <a:pt x="662422" y="110942"/>
                </a:cubicBezTo>
                <a:lnTo>
                  <a:pt x="669071" y="110942"/>
                </a:lnTo>
                <a:lnTo>
                  <a:pt x="669071" y="113906"/>
                </a:lnTo>
                <a:lnTo>
                  <a:pt x="625255" y="113906"/>
                </a:lnTo>
                <a:lnTo>
                  <a:pt x="625255" y="110942"/>
                </a:lnTo>
                <a:lnTo>
                  <a:pt x="628539" y="110942"/>
                </a:lnTo>
                <a:cubicBezTo>
                  <a:pt x="630675" y="110942"/>
                  <a:pt x="632624" y="110407"/>
                  <a:pt x="634387" y="109337"/>
                </a:cubicBezTo>
                <a:cubicBezTo>
                  <a:pt x="636149" y="108268"/>
                  <a:pt x="637364" y="106824"/>
                  <a:pt x="638031" y="105007"/>
                </a:cubicBezTo>
                <a:cubicBezTo>
                  <a:pt x="638699" y="103189"/>
                  <a:pt x="639032" y="99661"/>
                  <a:pt x="639032" y="94421"/>
                </a:cubicBezTo>
                <a:lnTo>
                  <a:pt x="639032" y="46139"/>
                </a:lnTo>
                <a:lnTo>
                  <a:pt x="624774" y="46139"/>
                </a:lnTo>
                <a:lnTo>
                  <a:pt x="624774" y="40532"/>
                </a:lnTo>
                <a:lnTo>
                  <a:pt x="639032" y="40532"/>
                </a:lnTo>
                <a:lnTo>
                  <a:pt x="639032" y="35706"/>
                </a:lnTo>
                <a:cubicBezTo>
                  <a:pt x="639032" y="28361"/>
                  <a:pt x="640207" y="22142"/>
                  <a:pt x="642557" y="17049"/>
                </a:cubicBezTo>
                <a:cubicBezTo>
                  <a:pt x="644907" y="11956"/>
                  <a:pt x="648498" y="7842"/>
                  <a:pt x="653331" y="4706"/>
                </a:cubicBezTo>
                <a:cubicBezTo>
                  <a:pt x="658164" y="1569"/>
                  <a:pt x="663597" y="0"/>
                  <a:pt x="669632" y="0"/>
                </a:cubicBezTo>
                <a:cubicBezTo>
                  <a:pt x="675239" y="0"/>
                  <a:pt x="680392" y="1816"/>
                  <a:pt x="685091" y="5447"/>
                </a:cubicBezTo>
                <a:cubicBezTo>
                  <a:pt x="688189" y="7850"/>
                  <a:pt x="689737" y="10547"/>
                  <a:pt x="689737" y="13537"/>
                </a:cubicBezTo>
                <a:cubicBezTo>
                  <a:pt x="689737" y="15139"/>
                  <a:pt x="689043" y="16648"/>
                  <a:pt x="687655" y="18063"/>
                </a:cubicBezTo>
                <a:cubicBezTo>
                  <a:pt x="686266" y="19478"/>
                  <a:pt x="684771" y="20186"/>
                  <a:pt x="683169" y="20186"/>
                </a:cubicBezTo>
                <a:cubicBezTo>
                  <a:pt x="681941" y="20186"/>
                  <a:pt x="680646" y="19740"/>
                  <a:pt x="679284" y="18849"/>
                </a:cubicBezTo>
                <a:cubicBezTo>
                  <a:pt x="677922" y="17958"/>
                  <a:pt x="676253" y="16041"/>
                  <a:pt x="674278" y="13099"/>
                </a:cubicBezTo>
                <a:cubicBezTo>
                  <a:pt x="672302" y="10157"/>
                  <a:pt x="670486" y="8173"/>
                  <a:pt x="668831" y="7147"/>
                </a:cubicBezTo>
                <a:cubicBezTo>
                  <a:pt x="667175" y="6120"/>
                  <a:pt x="665333" y="5607"/>
                  <a:pt x="663303" y="5607"/>
                </a:cubicBezTo>
                <a:cubicBezTo>
                  <a:pt x="660847" y="5607"/>
                  <a:pt x="658764" y="6268"/>
                  <a:pt x="657055" y="7590"/>
                </a:cubicBezTo>
                <a:cubicBezTo>
                  <a:pt x="655347" y="8910"/>
                  <a:pt x="654118" y="10957"/>
                  <a:pt x="653371" y="13733"/>
                </a:cubicBezTo>
                <a:cubicBezTo>
                  <a:pt x="652623" y="16508"/>
                  <a:pt x="652249" y="23662"/>
                  <a:pt x="652249" y="35195"/>
                </a:cubicBezTo>
                <a:lnTo>
                  <a:pt x="652249" y="40532"/>
                </a:lnTo>
                <a:lnTo>
                  <a:pt x="671154" y="40532"/>
                </a:lnTo>
                <a:lnTo>
                  <a:pt x="671154" y="46139"/>
                </a:lnTo>
                <a:lnTo>
                  <a:pt x="652249" y="46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book2">
            <a:extLst xmlns:a="http://schemas.openxmlformats.org/drawingml/2006/main">
              <a:ext uri="{FF2B5EF4-FFF2-40B4-BE49-F238E27FC236}">
                <a16:creationId xmlns:a16="http://schemas.microsoft.com/office/drawing/2014/main" id="{4436F13A-FF5A-43F9-9590-7E5405D6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585" y="2243199"/>
            <a:ext cx="444729" cy="116149"/>
          </a:xfrm>
          <a:custGeom xmlns:a="http://schemas.openxmlformats.org/drawingml/2006/main">
            <a:pathLst>
              <a:path w="444729" h="116149">
                <a:moveTo>
                  <a:pt x="25633" y="53268"/>
                </a:moveTo>
                <a:cubicBezTo>
                  <a:pt x="32735" y="43389"/>
                  <a:pt x="40398" y="38449"/>
                  <a:pt x="48622" y="38449"/>
                </a:cubicBezTo>
                <a:cubicBezTo>
                  <a:pt x="56152" y="38449"/>
                  <a:pt x="62720" y="41663"/>
                  <a:pt x="68327" y="48092"/>
                </a:cubicBezTo>
                <a:cubicBezTo>
                  <a:pt x="73935" y="54520"/>
                  <a:pt x="76738" y="63308"/>
                  <a:pt x="76738" y="74458"/>
                </a:cubicBezTo>
                <a:cubicBezTo>
                  <a:pt x="76738" y="87474"/>
                  <a:pt x="72413" y="97957"/>
                  <a:pt x="63762" y="105905"/>
                </a:cubicBezTo>
                <a:cubicBezTo>
                  <a:pt x="56339" y="112734"/>
                  <a:pt x="48061" y="116149"/>
                  <a:pt x="38930" y="116149"/>
                </a:cubicBezTo>
                <a:cubicBezTo>
                  <a:pt x="34658" y="116149"/>
                  <a:pt x="30319" y="115374"/>
                  <a:pt x="25913" y="113826"/>
                </a:cubicBezTo>
                <a:cubicBezTo>
                  <a:pt x="21508" y="112277"/>
                  <a:pt x="17008" y="109954"/>
                  <a:pt x="12416" y="106857"/>
                </a:cubicBezTo>
                <a:lnTo>
                  <a:pt x="12416" y="30839"/>
                </a:lnTo>
                <a:cubicBezTo>
                  <a:pt x="12416" y="22509"/>
                  <a:pt x="12216" y="17382"/>
                  <a:pt x="11815" y="15460"/>
                </a:cubicBezTo>
                <a:cubicBezTo>
                  <a:pt x="11415" y="13537"/>
                  <a:pt x="10787" y="12229"/>
                  <a:pt x="9933" y="11535"/>
                </a:cubicBezTo>
                <a:cubicBezTo>
                  <a:pt x="9078" y="10841"/>
                  <a:pt x="8010" y="10493"/>
                  <a:pt x="6729" y="10493"/>
                </a:cubicBezTo>
                <a:cubicBezTo>
                  <a:pt x="5233" y="10493"/>
                  <a:pt x="3364" y="10921"/>
                  <a:pt x="1121" y="11775"/>
                </a:cubicBezTo>
                <a:lnTo>
                  <a:pt x="0" y="8971"/>
                </a:lnTo>
                <a:lnTo>
                  <a:pt x="22028" y="0"/>
                </a:lnTo>
                <a:lnTo>
                  <a:pt x="25633" y="0"/>
                </a:lnTo>
                <a:lnTo>
                  <a:pt x="25633" y="53268"/>
                </a:lnTo>
                <a:moveTo>
                  <a:pt x="25633" y="58372"/>
                </a:moveTo>
                <a:lnTo>
                  <a:pt x="25633" y="102153"/>
                </a:lnTo>
                <a:cubicBezTo>
                  <a:pt x="28356" y="104815"/>
                  <a:pt x="31173" y="106825"/>
                  <a:pt x="34084" y="108183"/>
                </a:cubicBezTo>
                <a:cubicBezTo>
                  <a:pt x="36994" y="109542"/>
                  <a:pt x="39971" y="110221"/>
                  <a:pt x="43015" y="110221"/>
                </a:cubicBezTo>
                <a:cubicBezTo>
                  <a:pt x="47875" y="110221"/>
                  <a:pt x="52400" y="107558"/>
                  <a:pt x="56592" y="102233"/>
                </a:cubicBezTo>
                <a:cubicBezTo>
                  <a:pt x="60784" y="96906"/>
                  <a:pt x="62880" y="89157"/>
                  <a:pt x="62880" y="78984"/>
                </a:cubicBezTo>
                <a:cubicBezTo>
                  <a:pt x="62880" y="69610"/>
                  <a:pt x="60784" y="62406"/>
                  <a:pt x="56592" y="57373"/>
                </a:cubicBezTo>
                <a:cubicBezTo>
                  <a:pt x="52400" y="52340"/>
                  <a:pt x="47634" y="49824"/>
                  <a:pt x="42294" y="49824"/>
                </a:cubicBezTo>
                <a:cubicBezTo>
                  <a:pt x="39464" y="49824"/>
                  <a:pt x="36634" y="50543"/>
                  <a:pt x="33803" y="51981"/>
                </a:cubicBezTo>
                <a:cubicBezTo>
                  <a:pt x="31667" y="53046"/>
                  <a:pt x="28944" y="55176"/>
                  <a:pt x="25633" y="58372"/>
                </a:cubicBezTo>
                <a:close/>
                <a:moveTo>
                  <a:pt x="123438" y="38449"/>
                </a:moveTo>
                <a:cubicBezTo>
                  <a:pt x="134546" y="38449"/>
                  <a:pt x="143464" y="42664"/>
                  <a:pt x="150192" y="51093"/>
                </a:cubicBezTo>
                <a:cubicBezTo>
                  <a:pt x="155906" y="58294"/>
                  <a:pt x="158763" y="66563"/>
                  <a:pt x="158763" y="75900"/>
                </a:cubicBezTo>
                <a:cubicBezTo>
                  <a:pt x="158763" y="82461"/>
                  <a:pt x="157188" y="89103"/>
                  <a:pt x="154037" y="95825"/>
                </a:cubicBezTo>
                <a:cubicBezTo>
                  <a:pt x="150886" y="102545"/>
                  <a:pt x="146548" y="107613"/>
                  <a:pt x="141021" y="111027"/>
                </a:cubicBezTo>
                <a:cubicBezTo>
                  <a:pt x="135493" y="114441"/>
                  <a:pt x="129339" y="116149"/>
                  <a:pt x="122557" y="116149"/>
                </a:cubicBezTo>
                <a:cubicBezTo>
                  <a:pt x="111503" y="116149"/>
                  <a:pt x="102718" y="111747"/>
                  <a:pt x="96203" y="102944"/>
                </a:cubicBezTo>
                <a:cubicBezTo>
                  <a:pt x="90703" y="95530"/>
                  <a:pt x="87953" y="87208"/>
                  <a:pt x="87953" y="77980"/>
                </a:cubicBezTo>
                <a:cubicBezTo>
                  <a:pt x="87953" y="71258"/>
                  <a:pt x="89621" y="64576"/>
                  <a:pt x="92959" y="57934"/>
                </a:cubicBezTo>
                <a:cubicBezTo>
                  <a:pt x="96297" y="51292"/>
                  <a:pt x="100689" y="46384"/>
                  <a:pt x="106136" y="43210"/>
                </a:cubicBezTo>
                <a:cubicBezTo>
                  <a:pt x="111583" y="40036"/>
                  <a:pt x="117350" y="38449"/>
                  <a:pt x="123438" y="38449"/>
                </a:cubicBezTo>
                <a:moveTo>
                  <a:pt x="120955" y="43736"/>
                </a:moveTo>
                <a:cubicBezTo>
                  <a:pt x="118125" y="43736"/>
                  <a:pt x="115281" y="44576"/>
                  <a:pt x="112424" y="46257"/>
                </a:cubicBezTo>
                <a:cubicBezTo>
                  <a:pt x="109567" y="47937"/>
                  <a:pt x="107257" y="50884"/>
                  <a:pt x="105495" y="55098"/>
                </a:cubicBezTo>
                <a:cubicBezTo>
                  <a:pt x="103733" y="59312"/>
                  <a:pt x="102852" y="64725"/>
                  <a:pt x="102852" y="71339"/>
                </a:cubicBezTo>
                <a:cubicBezTo>
                  <a:pt x="102852" y="82006"/>
                  <a:pt x="104974" y="91207"/>
                  <a:pt x="109220" y="98942"/>
                </a:cubicBezTo>
                <a:cubicBezTo>
                  <a:pt x="113465" y="106675"/>
                  <a:pt x="119059" y="110541"/>
                  <a:pt x="126001" y="110541"/>
                </a:cubicBezTo>
                <a:cubicBezTo>
                  <a:pt x="131181" y="110541"/>
                  <a:pt x="135453" y="108408"/>
                  <a:pt x="138818" y="104141"/>
                </a:cubicBezTo>
                <a:cubicBezTo>
                  <a:pt x="142182" y="99874"/>
                  <a:pt x="143864" y="92540"/>
                  <a:pt x="143864" y="82140"/>
                </a:cubicBezTo>
                <a:cubicBezTo>
                  <a:pt x="143864" y="69125"/>
                  <a:pt x="141061" y="58884"/>
                  <a:pt x="135453" y="51416"/>
                </a:cubicBezTo>
                <a:cubicBezTo>
                  <a:pt x="131662" y="46296"/>
                  <a:pt x="126829" y="43736"/>
                  <a:pt x="120955" y="43736"/>
                </a:cubicBezTo>
                <a:close/>
                <a:moveTo>
                  <a:pt x="205463" y="38449"/>
                </a:moveTo>
                <a:cubicBezTo>
                  <a:pt x="216570" y="38449"/>
                  <a:pt x="225489" y="42664"/>
                  <a:pt x="232217" y="51093"/>
                </a:cubicBezTo>
                <a:cubicBezTo>
                  <a:pt x="237931" y="58294"/>
                  <a:pt x="240788" y="66563"/>
                  <a:pt x="240788" y="75900"/>
                </a:cubicBezTo>
                <a:cubicBezTo>
                  <a:pt x="240788" y="82461"/>
                  <a:pt x="239213" y="89103"/>
                  <a:pt x="236062" y="95825"/>
                </a:cubicBezTo>
                <a:cubicBezTo>
                  <a:pt x="232911" y="102545"/>
                  <a:pt x="228572" y="107613"/>
                  <a:pt x="223045" y="111027"/>
                </a:cubicBezTo>
                <a:cubicBezTo>
                  <a:pt x="217518" y="114441"/>
                  <a:pt x="211364" y="116149"/>
                  <a:pt x="204582" y="116149"/>
                </a:cubicBezTo>
                <a:cubicBezTo>
                  <a:pt x="193528" y="116149"/>
                  <a:pt x="184743" y="111747"/>
                  <a:pt x="178228" y="102944"/>
                </a:cubicBezTo>
                <a:cubicBezTo>
                  <a:pt x="172728" y="95530"/>
                  <a:pt x="169978" y="87208"/>
                  <a:pt x="169978" y="77980"/>
                </a:cubicBezTo>
                <a:cubicBezTo>
                  <a:pt x="169978" y="71258"/>
                  <a:pt x="171646" y="64576"/>
                  <a:pt x="174984" y="57934"/>
                </a:cubicBezTo>
                <a:cubicBezTo>
                  <a:pt x="178322" y="51292"/>
                  <a:pt x="182714" y="46384"/>
                  <a:pt x="188161" y="43210"/>
                </a:cubicBezTo>
                <a:cubicBezTo>
                  <a:pt x="193608" y="40036"/>
                  <a:pt x="199375" y="38449"/>
                  <a:pt x="205463" y="38449"/>
                </a:cubicBezTo>
                <a:moveTo>
                  <a:pt x="202980" y="43736"/>
                </a:moveTo>
                <a:cubicBezTo>
                  <a:pt x="200149" y="43736"/>
                  <a:pt x="197306" y="44576"/>
                  <a:pt x="194449" y="46257"/>
                </a:cubicBezTo>
                <a:cubicBezTo>
                  <a:pt x="191592" y="47937"/>
                  <a:pt x="189282" y="50884"/>
                  <a:pt x="187520" y="55098"/>
                </a:cubicBezTo>
                <a:cubicBezTo>
                  <a:pt x="185758" y="59312"/>
                  <a:pt x="184877" y="64725"/>
                  <a:pt x="184877" y="71339"/>
                </a:cubicBezTo>
                <a:cubicBezTo>
                  <a:pt x="184877" y="82006"/>
                  <a:pt x="186999" y="91207"/>
                  <a:pt x="191245" y="98942"/>
                </a:cubicBezTo>
                <a:cubicBezTo>
                  <a:pt x="195490" y="106675"/>
                  <a:pt x="201084" y="110541"/>
                  <a:pt x="208026" y="110541"/>
                </a:cubicBezTo>
                <a:cubicBezTo>
                  <a:pt x="213206" y="110541"/>
                  <a:pt x="217478" y="108408"/>
                  <a:pt x="220843" y="104141"/>
                </a:cubicBezTo>
                <a:cubicBezTo>
                  <a:pt x="224207" y="99874"/>
                  <a:pt x="225889" y="92540"/>
                  <a:pt x="225889" y="82140"/>
                </a:cubicBezTo>
                <a:cubicBezTo>
                  <a:pt x="225889" y="69125"/>
                  <a:pt x="223085" y="58884"/>
                  <a:pt x="217478" y="51416"/>
                </a:cubicBezTo>
                <a:cubicBezTo>
                  <a:pt x="213687" y="46296"/>
                  <a:pt x="208854" y="43736"/>
                  <a:pt x="202980" y="43736"/>
                </a:cubicBezTo>
                <a:close/>
                <a:moveTo>
                  <a:pt x="273310" y="0"/>
                </a:moveTo>
                <a:lnTo>
                  <a:pt x="273310" y="72973"/>
                </a:lnTo>
                <a:lnTo>
                  <a:pt x="291973" y="55992"/>
                </a:lnTo>
                <a:cubicBezTo>
                  <a:pt x="295925" y="52360"/>
                  <a:pt x="298221" y="50064"/>
                  <a:pt x="298862" y="49103"/>
                </a:cubicBezTo>
                <a:cubicBezTo>
                  <a:pt x="299289" y="48462"/>
                  <a:pt x="299503" y="47821"/>
                  <a:pt x="299503" y="47180"/>
                </a:cubicBezTo>
                <a:cubicBezTo>
                  <a:pt x="299503" y="46112"/>
                  <a:pt x="299063" y="45191"/>
                  <a:pt x="298181" y="44417"/>
                </a:cubicBezTo>
                <a:cubicBezTo>
                  <a:pt x="297300" y="43642"/>
                  <a:pt x="295845" y="43202"/>
                  <a:pt x="293816" y="43095"/>
                </a:cubicBezTo>
                <a:lnTo>
                  <a:pt x="293816" y="40532"/>
                </a:lnTo>
                <a:lnTo>
                  <a:pt x="325697" y="40532"/>
                </a:lnTo>
                <a:lnTo>
                  <a:pt x="325697" y="43095"/>
                </a:lnTo>
                <a:cubicBezTo>
                  <a:pt x="321318" y="43202"/>
                  <a:pt x="317673" y="43869"/>
                  <a:pt x="314763" y="45098"/>
                </a:cubicBezTo>
                <a:cubicBezTo>
                  <a:pt x="311852" y="46326"/>
                  <a:pt x="308661" y="48515"/>
                  <a:pt x="305190" y="51666"/>
                </a:cubicBezTo>
                <a:lnTo>
                  <a:pt x="286366" y="69048"/>
                </a:lnTo>
                <a:lnTo>
                  <a:pt x="305190" y="92794"/>
                </a:lnTo>
                <a:cubicBezTo>
                  <a:pt x="310424" y="99349"/>
                  <a:pt x="313948" y="103506"/>
                  <a:pt x="315764" y="105265"/>
                </a:cubicBezTo>
                <a:cubicBezTo>
                  <a:pt x="318327" y="107770"/>
                  <a:pt x="320570" y="109396"/>
                  <a:pt x="322492" y="110143"/>
                </a:cubicBezTo>
                <a:cubicBezTo>
                  <a:pt x="323828" y="110676"/>
                  <a:pt x="326151" y="110942"/>
                  <a:pt x="329461" y="110942"/>
                </a:cubicBezTo>
                <a:lnTo>
                  <a:pt x="329461" y="113906"/>
                </a:lnTo>
                <a:lnTo>
                  <a:pt x="293816" y="113906"/>
                </a:lnTo>
                <a:lnTo>
                  <a:pt x="293816" y="110942"/>
                </a:lnTo>
                <a:cubicBezTo>
                  <a:pt x="295845" y="110889"/>
                  <a:pt x="297220" y="110582"/>
                  <a:pt x="297941" y="110023"/>
                </a:cubicBezTo>
                <a:cubicBezTo>
                  <a:pt x="298662" y="109463"/>
                  <a:pt x="299022" y="108677"/>
                  <a:pt x="299022" y="107665"/>
                </a:cubicBezTo>
                <a:cubicBezTo>
                  <a:pt x="299022" y="106439"/>
                  <a:pt x="297954" y="104467"/>
                  <a:pt x="295818" y="101750"/>
                </a:cubicBezTo>
                <a:lnTo>
                  <a:pt x="273310" y="73053"/>
                </a:lnTo>
                <a:lnTo>
                  <a:pt x="273310" y="97352"/>
                </a:lnTo>
                <a:cubicBezTo>
                  <a:pt x="273310" y="102095"/>
                  <a:pt x="273643" y="105213"/>
                  <a:pt x="274311" y="106706"/>
                </a:cubicBezTo>
                <a:cubicBezTo>
                  <a:pt x="274978" y="108198"/>
                  <a:pt x="275926" y="109264"/>
                  <a:pt x="277155" y="109903"/>
                </a:cubicBezTo>
                <a:cubicBezTo>
                  <a:pt x="278383" y="110542"/>
                  <a:pt x="281053" y="110889"/>
                  <a:pt x="285165" y="110942"/>
                </a:cubicBezTo>
                <a:lnTo>
                  <a:pt x="285165" y="113906"/>
                </a:lnTo>
                <a:lnTo>
                  <a:pt x="247837" y="113906"/>
                </a:lnTo>
                <a:lnTo>
                  <a:pt x="247837" y="110942"/>
                </a:lnTo>
                <a:cubicBezTo>
                  <a:pt x="251575" y="110942"/>
                  <a:pt x="254379" y="110488"/>
                  <a:pt x="256248" y="109580"/>
                </a:cubicBezTo>
                <a:cubicBezTo>
                  <a:pt x="257369" y="108994"/>
                  <a:pt x="258224" y="108087"/>
                  <a:pt x="258811" y="106859"/>
                </a:cubicBezTo>
                <a:cubicBezTo>
                  <a:pt x="259612" y="105099"/>
                  <a:pt x="260013" y="102057"/>
                  <a:pt x="260013" y="97735"/>
                </a:cubicBezTo>
                <a:lnTo>
                  <a:pt x="260013" y="30977"/>
                </a:lnTo>
                <a:cubicBezTo>
                  <a:pt x="260013" y="22493"/>
                  <a:pt x="259826" y="17304"/>
                  <a:pt x="259452" y="15410"/>
                </a:cubicBezTo>
                <a:cubicBezTo>
                  <a:pt x="259078" y="13514"/>
                  <a:pt x="258464" y="12206"/>
                  <a:pt x="257610" y="11487"/>
                </a:cubicBezTo>
                <a:cubicBezTo>
                  <a:pt x="256755" y="10766"/>
                  <a:pt x="255634" y="10406"/>
                  <a:pt x="254245" y="10406"/>
                </a:cubicBezTo>
                <a:cubicBezTo>
                  <a:pt x="253124" y="10406"/>
                  <a:pt x="251442" y="10860"/>
                  <a:pt x="249199" y="11768"/>
                </a:cubicBezTo>
                <a:lnTo>
                  <a:pt x="247837" y="8964"/>
                </a:lnTo>
                <a:lnTo>
                  <a:pt x="269625" y="0"/>
                </a:lnTo>
                <a:lnTo>
                  <a:pt x="273310" y="0"/>
                </a:lnTo>
                <a:close/>
                <a:moveTo>
                  <a:pt x="444729" y="92919"/>
                </a:moveTo>
                <a:lnTo>
                  <a:pt x="437119" y="113906"/>
                </a:lnTo>
                <a:lnTo>
                  <a:pt x="373037" y="113906"/>
                </a:lnTo>
                <a:lnTo>
                  <a:pt x="373037" y="110937"/>
                </a:lnTo>
                <a:cubicBezTo>
                  <a:pt x="391888" y="93713"/>
                  <a:pt x="405158" y="79646"/>
                  <a:pt x="412848" y="68735"/>
                </a:cubicBezTo>
                <a:cubicBezTo>
                  <a:pt x="420538" y="57823"/>
                  <a:pt x="424383" y="47847"/>
                  <a:pt x="424383" y="38807"/>
                </a:cubicBezTo>
                <a:cubicBezTo>
                  <a:pt x="424383" y="31908"/>
                  <a:pt x="422273" y="26239"/>
                  <a:pt x="418055" y="21800"/>
                </a:cubicBezTo>
                <a:cubicBezTo>
                  <a:pt x="413836" y="17360"/>
                  <a:pt x="408790" y="15139"/>
                  <a:pt x="402915" y="15139"/>
                </a:cubicBezTo>
                <a:cubicBezTo>
                  <a:pt x="397575" y="15139"/>
                  <a:pt x="392782" y="16708"/>
                  <a:pt x="388537" y="19845"/>
                </a:cubicBezTo>
                <a:cubicBezTo>
                  <a:pt x="384292" y="22983"/>
                  <a:pt x="381154" y="27582"/>
                  <a:pt x="379125" y="33643"/>
                </a:cubicBezTo>
                <a:lnTo>
                  <a:pt x="376161" y="33643"/>
                </a:lnTo>
                <a:cubicBezTo>
                  <a:pt x="377496" y="23789"/>
                  <a:pt x="380927" y="16226"/>
                  <a:pt x="386454" y="10954"/>
                </a:cubicBezTo>
                <a:cubicBezTo>
                  <a:pt x="391981" y="5681"/>
                  <a:pt x="398884" y="3044"/>
                  <a:pt x="407161" y="3044"/>
                </a:cubicBezTo>
                <a:cubicBezTo>
                  <a:pt x="415972" y="3044"/>
                  <a:pt x="423328" y="5874"/>
                  <a:pt x="429229" y="11535"/>
                </a:cubicBezTo>
                <a:cubicBezTo>
                  <a:pt x="435130" y="17195"/>
                  <a:pt x="438080" y="23871"/>
                  <a:pt x="438080" y="31560"/>
                </a:cubicBezTo>
                <a:cubicBezTo>
                  <a:pt x="438080" y="37061"/>
                  <a:pt x="436799" y="42561"/>
                  <a:pt x="434235" y="48061"/>
                </a:cubicBezTo>
                <a:cubicBezTo>
                  <a:pt x="430284" y="56713"/>
                  <a:pt x="423875" y="65871"/>
                  <a:pt x="415011" y="75537"/>
                </a:cubicBezTo>
                <a:cubicBezTo>
                  <a:pt x="401714" y="90062"/>
                  <a:pt x="393410" y="98820"/>
                  <a:pt x="390099" y="101810"/>
                </a:cubicBezTo>
                <a:lnTo>
                  <a:pt x="418455" y="101810"/>
                </a:lnTo>
                <a:cubicBezTo>
                  <a:pt x="424223" y="101810"/>
                  <a:pt x="428268" y="101595"/>
                  <a:pt x="430591" y="101164"/>
                </a:cubicBezTo>
                <a:cubicBezTo>
                  <a:pt x="432914" y="100732"/>
                  <a:pt x="435010" y="99856"/>
                  <a:pt x="436879" y="98536"/>
                </a:cubicBezTo>
                <a:cubicBezTo>
                  <a:pt x="438748" y="97216"/>
                  <a:pt x="440377" y="95344"/>
                  <a:pt x="441765" y="92919"/>
                </a:cubicBezTo>
                <a:lnTo>
                  <a:pt x="444729" y="9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ED5A1-C616-4ADD-B207-62BD937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287" y="1003693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33949-A2B9-482A-8087-16B67642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287" y="1003693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A2A90-0551-4C47-8BD8-65C423C1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096" y="1003693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B5A37-9C50-45A9-87AF-BDFEA190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399" y="1003693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FAC44-C94C-4CB3-AC00-91A58548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223" y="121388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B5A95-FFCF-49D9-A6FB-7B22BD37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26" y="121388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D21B2-93DF-476B-AEF7-591FDFF8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841" y="121388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66C96-2329-4CF1-A162-B8FFC023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73" y="1003693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A306C-8989-4CBF-A634-21FB0DB7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73" y="1003693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BA841-2396-489D-B868-7D01A520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082" y="1003693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13B53-54B6-44FE-95F5-6388108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638" y="1003693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AC140-F668-47B2-8455-03137F58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08" y="121388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961C7-255F-4C38-AE20-78290DC4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764" y="121388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9D056-36FC-45F3-A611-025B9AE5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827" y="121388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C08FF-01E7-48D7-B016-55F0FE9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806" y="1075465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89466-86D1-4931-BDC8-D4EB1F20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806" y="1075465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702941-2CDA-44DA-AFCC-D0EE309A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15" y="1075465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A7152-9959-4916-A27F-AAB166AC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918" y="1075465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8CAC1-4E2D-4567-9B05-444AF72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742" y="128565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3FF334-05DA-4962-90F0-6FD79D8C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44" y="128565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54E68-CF9B-477E-90BC-CB3C3371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360" y="128565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DA4675-377D-4DA3-BA9F-D284AD14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791" y="1075465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14B601-BA42-43F3-80A0-8725C46F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791" y="1075465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3A2AD-FC62-46A7-A148-22768BBF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601" y="1075465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89BDF-1DC0-431C-B3C8-31E6FA5A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57" y="1075465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EE634-E18D-41CE-B264-533422D2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727" y="128565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F60D1-EE33-4BE1-B18C-1A817F69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283" y="128565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9D194-099A-40A8-9A07-1CF05E98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345" y="1285654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B580CE-C4B7-47C9-8C0E-63B0FB66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78" y="1147237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FA44F-F0C8-46CA-9C19-A62F0C82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78" y="1147237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80C57-455F-4561-8340-5AE846E8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387" y="1147237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55E36-CF2D-46D9-8687-5CF9F264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0" y="1147237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EBF9A-5AFA-4834-87B7-B8F232AF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513" y="135742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AF0C5-8ED9-4419-9DBF-D7D1A277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816" y="135742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D6676-7640-49AE-93CB-6393FA50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132" y="135742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252FE-233D-425B-A10E-F71EE44B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563" y="1147237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FD892-2C6F-4026-921B-24E542A3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563" y="1147237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A888B-5C5B-4DBD-AF3E-7AE67DDA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372" y="1147237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3703F-3FC4-485C-9F14-1B5CDD9C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928" y="1147237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84A50-D4BF-49C4-A570-3ECF486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499" y="135742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7363B8-D0B8-4F1C-AFFA-E411AD8A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55" y="135742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B49A7-5290-4BAC-9917-47D3422F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17" y="135742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195" name="Text V">
            <a:extLst xmlns:a="http://schemas.openxmlformats.org/drawingml/2006/main">
              <a:ext uri="{FF2B5EF4-FFF2-40B4-BE49-F238E27FC236}">
                <a16:creationId xmlns:a16="http://schemas.microsoft.com/office/drawing/2014/main" id="{5332967D-64C8-4322-8DCB-42E25014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075" y="1417983"/>
            <a:ext cx="115027" cy="111022"/>
          </a:xfrm>
          <a:custGeom xmlns:a="http://schemas.openxmlformats.org/drawingml/2006/main">
            <a:pathLst>
              <a:path w="115027" h="111022">
                <a:moveTo>
                  <a:pt x="115027" y="0"/>
                </a:moveTo>
                <a:lnTo>
                  <a:pt x="115027" y="2964"/>
                </a:lnTo>
                <a:cubicBezTo>
                  <a:pt x="111182" y="3658"/>
                  <a:pt x="108272" y="4885"/>
                  <a:pt x="106296" y="6646"/>
                </a:cubicBezTo>
                <a:cubicBezTo>
                  <a:pt x="103466" y="9261"/>
                  <a:pt x="100956" y="13263"/>
                  <a:pt x="98766" y="18651"/>
                </a:cubicBezTo>
                <a:lnTo>
                  <a:pt x="60878" y="111022"/>
                </a:lnTo>
                <a:lnTo>
                  <a:pt x="57914" y="111022"/>
                </a:lnTo>
                <a:lnTo>
                  <a:pt x="17222" y="17452"/>
                </a:lnTo>
                <a:cubicBezTo>
                  <a:pt x="15139" y="12650"/>
                  <a:pt x="13671" y="9714"/>
                  <a:pt x="12816" y="8646"/>
                </a:cubicBezTo>
                <a:cubicBezTo>
                  <a:pt x="11481" y="6992"/>
                  <a:pt x="9839" y="5699"/>
                  <a:pt x="7890" y="4766"/>
                </a:cubicBezTo>
                <a:cubicBezTo>
                  <a:pt x="5941" y="3832"/>
                  <a:pt x="3311" y="3231"/>
                  <a:pt x="0" y="2964"/>
                </a:cubicBezTo>
                <a:lnTo>
                  <a:pt x="0" y="0"/>
                </a:lnTo>
                <a:lnTo>
                  <a:pt x="44377" y="0"/>
                </a:lnTo>
                <a:lnTo>
                  <a:pt x="44377" y="2964"/>
                </a:lnTo>
                <a:cubicBezTo>
                  <a:pt x="39357" y="3444"/>
                  <a:pt x="36100" y="4299"/>
                  <a:pt x="34604" y="5527"/>
                </a:cubicBezTo>
                <a:cubicBezTo>
                  <a:pt x="33109" y="6754"/>
                  <a:pt x="32361" y="8327"/>
                  <a:pt x="32361" y="10248"/>
                </a:cubicBezTo>
                <a:cubicBezTo>
                  <a:pt x="32361" y="12917"/>
                  <a:pt x="33590" y="17079"/>
                  <a:pt x="36046" y="22734"/>
                </a:cubicBezTo>
                <a:lnTo>
                  <a:pt x="63681" y="86368"/>
                </a:lnTo>
                <a:lnTo>
                  <a:pt x="89314" y="23535"/>
                </a:lnTo>
                <a:cubicBezTo>
                  <a:pt x="91824" y="17346"/>
                  <a:pt x="93079" y="13050"/>
                  <a:pt x="93079" y="10649"/>
                </a:cubicBezTo>
                <a:cubicBezTo>
                  <a:pt x="93079" y="9100"/>
                  <a:pt x="92305" y="7619"/>
                  <a:pt x="90756" y="6205"/>
                </a:cubicBezTo>
                <a:cubicBezTo>
                  <a:pt x="89207" y="4792"/>
                  <a:pt x="86591" y="3792"/>
                  <a:pt x="82906" y="3204"/>
                </a:cubicBezTo>
                <a:cubicBezTo>
                  <a:pt x="82639" y="3151"/>
                  <a:pt x="82185" y="3071"/>
                  <a:pt x="81544" y="2964"/>
                </a:cubicBezTo>
                <a:lnTo>
                  <a:pt x="81544" y="0"/>
                </a:lnTo>
                <a:lnTo>
                  <a:pt x="1150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ectorsof">
            <a:extLst xmlns:a="http://schemas.openxmlformats.org/drawingml/2006/main">
              <a:ext uri="{FF2B5EF4-FFF2-40B4-BE49-F238E27FC236}">
                <a16:creationId xmlns:a16="http://schemas.microsoft.com/office/drawing/2014/main" id="{90535B97-E24D-4599-BC41-38ABD34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009" y="1412697"/>
            <a:ext cx="579992" cy="116149"/>
          </a:xfrm>
          <a:custGeom xmlns:a="http://schemas.openxmlformats.org/drawingml/2006/main">
            <a:pathLst>
              <a:path w="579992" h="116149">
                <a:moveTo>
                  <a:pt x="11375" y="68247"/>
                </a:moveTo>
                <a:cubicBezTo>
                  <a:pt x="11321" y="79116"/>
                  <a:pt x="13965" y="87641"/>
                  <a:pt x="19305" y="93823"/>
                </a:cubicBezTo>
                <a:cubicBezTo>
                  <a:pt x="24645" y="100002"/>
                  <a:pt x="30920" y="103092"/>
                  <a:pt x="38129" y="103092"/>
                </a:cubicBezTo>
                <a:cubicBezTo>
                  <a:pt x="42935" y="103092"/>
                  <a:pt x="47114" y="101770"/>
                  <a:pt x="50665" y="99127"/>
                </a:cubicBezTo>
                <a:cubicBezTo>
                  <a:pt x="54216" y="96483"/>
                  <a:pt x="57193" y="91958"/>
                  <a:pt x="59596" y="85549"/>
                </a:cubicBezTo>
                <a:lnTo>
                  <a:pt x="62079" y="87151"/>
                </a:lnTo>
                <a:cubicBezTo>
                  <a:pt x="60958" y="94468"/>
                  <a:pt x="57700" y="101129"/>
                  <a:pt x="52307" y="107137"/>
                </a:cubicBezTo>
                <a:cubicBezTo>
                  <a:pt x="46913" y="113145"/>
                  <a:pt x="40158" y="116149"/>
                  <a:pt x="32041" y="116149"/>
                </a:cubicBezTo>
                <a:cubicBezTo>
                  <a:pt x="23230" y="116149"/>
                  <a:pt x="15687" y="112725"/>
                  <a:pt x="9412" y="105878"/>
                </a:cubicBezTo>
                <a:cubicBezTo>
                  <a:pt x="3137" y="99029"/>
                  <a:pt x="0" y="89822"/>
                  <a:pt x="0" y="78258"/>
                </a:cubicBezTo>
                <a:cubicBezTo>
                  <a:pt x="0" y="65735"/>
                  <a:pt x="3217" y="55970"/>
                  <a:pt x="9652" y="48963"/>
                </a:cubicBezTo>
                <a:cubicBezTo>
                  <a:pt x="16087" y="41954"/>
                  <a:pt x="24164" y="38449"/>
                  <a:pt x="33883" y="38449"/>
                </a:cubicBezTo>
                <a:cubicBezTo>
                  <a:pt x="42107" y="38449"/>
                  <a:pt x="48863" y="41153"/>
                  <a:pt x="54149" y="46560"/>
                </a:cubicBezTo>
                <a:cubicBezTo>
                  <a:pt x="59436" y="51965"/>
                  <a:pt x="62079" y="59194"/>
                  <a:pt x="62079" y="68247"/>
                </a:cubicBezTo>
                <a:lnTo>
                  <a:pt x="11375" y="68247"/>
                </a:lnTo>
                <a:moveTo>
                  <a:pt x="11375" y="63601"/>
                </a:moveTo>
                <a:lnTo>
                  <a:pt x="45338" y="63601"/>
                </a:lnTo>
                <a:cubicBezTo>
                  <a:pt x="45071" y="58902"/>
                  <a:pt x="44510" y="55591"/>
                  <a:pt x="43656" y="53669"/>
                </a:cubicBezTo>
                <a:cubicBezTo>
                  <a:pt x="42321" y="50678"/>
                  <a:pt x="40332" y="48328"/>
                  <a:pt x="37688" y="46620"/>
                </a:cubicBezTo>
                <a:cubicBezTo>
                  <a:pt x="35045" y="44911"/>
                  <a:pt x="32281" y="44056"/>
                  <a:pt x="29398" y="44056"/>
                </a:cubicBezTo>
                <a:cubicBezTo>
                  <a:pt x="24965" y="44056"/>
                  <a:pt x="21000" y="45779"/>
                  <a:pt x="17502" y="49223"/>
                </a:cubicBezTo>
                <a:cubicBezTo>
                  <a:pt x="14005" y="52667"/>
                  <a:pt x="11962" y="57460"/>
                  <a:pt x="11375" y="63601"/>
                </a:cubicBezTo>
                <a:close/>
                <a:moveTo>
                  <a:pt x="134196" y="86030"/>
                </a:moveTo>
                <a:cubicBezTo>
                  <a:pt x="132221" y="95696"/>
                  <a:pt x="128349" y="103132"/>
                  <a:pt x="122582" y="108339"/>
                </a:cubicBezTo>
                <a:cubicBezTo>
                  <a:pt x="116814" y="113545"/>
                  <a:pt x="110433" y="116149"/>
                  <a:pt x="103437" y="116149"/>
                </a:cubicBezTo>
                <a:cubicBezTo>
                  <a:pt x="95106" y="116149"/>
                  <a:pt x="87844" y="112655"/>
                  <a:pt x="81649" y="105668"/>
                </a:cubicBezTo>
                <a:cubicBezTo>
                  <a:pt x="75455" y="98679"/>
                  <a:pt x="72357" y="89236"/>
                  <a:pt x="72357" y="77339"/>
                </a:cubicBezTo>
                <a:cubicBezTo>
                  <a:pt x="72357" y="65816"/>
                  <a:pt x="75788" y="56454"/>
                  <a:pt x="82651" y="49253"/>
                </a:cubicBezTo>
                <a:cubicBezTo>
                  <a:pt x="89513" y="42050"/>
                  <a:pt x="97750" y="38449"/>
                  <a:pt x="107362" y="38449"/>
                </a:cubicBezTo>
                <a:cubicBezTo>
                  <a:pt x="114571" y="38449"/>
                  <a:pt x="120499" y="40352"/>
                  <a:pt x="125145" y="44159"/>
                </a:cubicBezTo>
                <a:cubicBezTo>
                  <a:pt x="129791" y="47964"/>
                  <a:pt x="132114" y="51916"/>
                  <a:pt x="132114" y="56014"/>
                </a:cubicBezTo>
                <a:cubicBezTo>
                  <a:pt x="132114" y="58037"/>
                  <a:pt x="131460" y="59674"/>
                  <a:pt x="130151" y="60925"/>
                </a:cubicBezTo>
                <a:cubicBezTo>
                  <a:pt x="128843" y="62175"/>
                  <a:pt x="127014" y="62800"/>
                  <a:pt x="124664" y="62800"/>
                </a:cubicBezTo>
                <a:cubicBezTo>
                  <a:pt x="121514" y="62800"/>
                  <a:pt x="119137" y="61786"/>
                  <a:pt x="117535" y="59756"/>
                </a:cubicBezTo>
                <a:cubicBezTo>
                  <a:pt x="116627" y="58635"/>
                  <a:pt x="116027" y="56499"/>
                  <a:pt x="115733" y="53348"/>
                </a:cubicBezTo>
                <a:cubicBezTo>
                  <a:pt x="115439" y="50198"/>
                  <a:pt x="114358" y="47794"/>
                  <a:pt x="112489" y="46139"/>
                </a:cubicBezTo>
                <a:cubicBezTo>
                  <a:pt x="110620" y="44537"/>
                  <a:pt x="108030" y="43736"/>
                  <a:pt x="104719" y="43736"/>
                </a:cubicBezTo>
                <a:cubicBezTo>
                  <a:pt x="99379" y="43736"/>
                  <a:pt x="95080" y="45712"/>
                  <a:pt x="91822" y="49664"/>
                </a:cubicBezTo>
                <a:cubicBezTo>
                  <a:pt x="87497" y="54897"/>
                  <a:pt x="85334" y="61812"/>
                  <a:pt x="85334" y="70410"/>
                </a:cubicBezTo>
                <a:cubicBezTo>
                  <a:pt x="85334" y="79168"/>
                  <a:pt x="87483" y="86898"/>
                  <a:pt x="91782" y="93600"/>
                </a:cubicBezTo>
                <a:cubicBezTo>
                  <a:pt x="96081" y="100302"/>
                  <a:pt x="101888" y="103653"/>
                  <a:pt x="109204" y="103653"/>
                </a:cubicBezTo>
                <a:cubicBezTo>
                  <a:pt x="114438" y="103653"/>
                  <a:pt x="119137" y="101864"/>
                  <a:pt x="123303" y="98286"/>
                </a:cubicBezTo>
                <a:cubicBezTo>
                  <a:pt x="126240" y="95829"/>
                  <a:pt x="129097" y="91370"/>
                  <a:pt x="131873" y="84909"/>
                </a:cubicBezTo>
                <a:lnTo>
                  <a:pt x="134196" y="86030"/>
                </a:lnTo>
                <a:close/>
                <a:moveTo>
                  <a:pt x="166023" y="16341"/>
                </a:moveTo>
                <a:lnTo>
                  <a:pt x="166023" y="40532"/>
                </a:lnTo>
                <a:lnTo>
                  <a:pt x="183164" y="40532"/>
                </a:lnTo>
                <a:lnTo>
                  <a:pt x="183164" y="46139"/>
                </a:lnTo>
                <a:lnTo>
                  <a:pt x="166023" y="46139"/>
                </a:lnTo>
                <a:lnTo>
                  <a:pt x="166023" y="93655"/>
                </a:lnTo>
                <a:cubicBezTo>
                  <a:pt x="166023" y="98403"/>
                  <a:pt x="166703" y="101603"/>
                  <a:pt x="168065" y="103257"/>
                </a:cubicBezTo>
                <a:cubicBezTo>
                  <a:pt x="169427" y="104909"/>
                  <a:pt x="171176" y="105735"/>
                  <a:pt x="173312" y="105735"/>
                </a:cubicBezTo>
                <a:cubicBezTo>
                  <a:pt x="175074" y="105735"/>
                  <a:pt x="176783" y="105188"/>
                  <a:pt x="178438" y="104093"/>
                </a:cubicBezTo>
                <a:cubicBezTo>
                  <a:pt x="180094" y="102998"/>
                  <a:pt x="181375" y="101383"/>
                  <a:pt x="182283" y="99247"/>
                </a:cubicBezTo>
                <a:lnTo>
                  <a:pt x="185407" y="99247"/>
                </a:lnTo>
                <a:cubicBezTo>
                  <a:pt x="183538" y="104495"/>
                  <a:pt x="180895" y="108465"/>
                  <a:pt x="177477" y="111155"/>
                </a:cubicBezTo>
                <a:cubicBezTo>
                  <a:pt x="174059" y="113843"/>
                  <a:pt x="170535" y="115187"/>
                  <a:pt x="166904" y="115187"/>
                </a:cubicBezTo>
                <a:cubicBezTo>
                  <a:pt x="164447" y="115187"/>
                  <a:pt x="162044" y="114506"/>
                  <a:pt x="159694" y="113142"/>
                </a:cubicBezTo>
                <a:cubicBezTo>
                  <a:pt x="157345" y="111779"/>
                  <a:pt x="155609" y="109828"/>
                  <a:pt x="154488" y="107290"/>
                </a:cubicBezTo>
                <a:cubicBezTo>
                  <a:pt x="153366" y="104750"/>
                  <a:pt x="152806" y="100833"/>
                  <a:pt x="152806" y="95540"/>
                </a:cubicBezTo>
                <a:lnTo>
                  <a:pt x="152806" y="46139"/>
                </a:lnTo>
                <a:lnTo>
                  <a:pt x="141191" y="46139"/>
                </a:lnTo>
                <a:lnTo>
                  <a:pt x="141191" y="43496"/>
                </a:lnTo>
                <a:cubicBezTo>
                  <a:pt x="144128" y="42317"/>
                  <a:pt x="147132" y="40322"/>
                  <a:pt x="150202" y="37510"/>
                </a:cubicBezTo>
                <a:cubicBezTo>
                  <a:pt x="153273" y="34699"/>
                  <a:pt x="156010" y="31364"/>
                  <a:pt x="158413" y="27508"/>
                </a:cubicBezTo>
                <a:cubicBezTo>
                  <a:pt x="159641" y="25473"/>
                  <a:pt x="161350" y="21751"/>
                  <a:pt x="163539" y="16341"/>
                </a:cubicBezTo>
                <a:lnTo>
                  <a:pt x="166023" y="16341"/>
                </a:lnTo>
                <a:close/>
                <a:moveTo>
                  <a:pt x="226207" y="38449"/>
                </a:moveTo>
                <a:cubicBezTo>
                  <a:pt x="237315" y="38449"/>
                  <a:pt x="246233" y="42664"/>
                  <a:pt x="252961" y="51093"/>
                </a:cubicBezTo>
                <a:cubicBezTo>
                  <a:pt x="258675" y="58294"/>
                  <a:pt x="261532" y="66563"/>
                  <a:pt x="261532" y="75900"/>
                </a:cubicBezTo>
                <a:cubicBezTo>
                  <a:pt x="261532" y="82461"/>
                  <a:pt x="259957" y="89103"/>
                  <a:pt x="256806" y="95825"/>
                </a:cubicBezTo>
                <a:cubicBezTo>
                  <a:pt x="253656" y="102545"/>
                  <a:pt x="249317" y="107613"/>
                  <a:pt x="243790" y="111027"/>
                </a:cubicBezTo>
                <a:cubicBezTo>
                  <a:pt x="238263" y="114441"/>
                  <a:pt x="232108" y="116149"/>
                  <a:pt x="225326" y="116149"/>
                </a:cubicBezTo>
                <a:cubicBezTo>
                  <a:pt x="214272" y="116149"/>
                  <a:pt x="205487" y="111747"/>
                  <a:pt x="198972" y="102944"/>
                </a:cubicBezTo>
                <a:cubicBezTo>
                  <a:pt x="193472" y="95530"/>
                  <a:pt x="190722" y="87208"/>
                  <a:pt x="190722" y="77980"/>
                </a:cubicBezTo>
                <a:cubicBezTo>
                  <a:pt x="190722" y="71258"/>
                  <a:pt x="192391" y="64576"/>
                  <a:pt x="195728" y="57934"/>
                </a:cubicBezTo>
                <a:cubicBezTo>
                  <a:pt x="199066" y="51292"/>
                  <a:pt x="203458" y="46384"/>
                  <a:pt x="208905" y="43210"/>
                </a:cubicBezTo>
                <a:cubicBezTo>
                  <a:pt x="214352" y="40036"/>
                  <a:pt x="220119" y="38449"/>
                  <a:pt x="226207" y="38449"/>
                </a:cubicBezTo>
                <a:moveTo>
                  <a:pt x="223724" y="43736"/>
                </a:moveTo>
                <a:cubicBezTo>
                  <a:pt x="220894" y="43736"/>
                  <a:pt x="218050" y="44576"/>
                  <a:pt x="215193" y="46257"/>
                </a:cubicBezTo>
                <a:cubicBezTo>
                  <a:pt x="212336" y="47937"/>
                  <a:pt x="210026" y="50884"/>
                  <a:pt x="208264" y="55098"/>
                </a:cubicBezTo>
                <a:cubicBezTo>
                  <a:pt x="206502" y="59312"/>
                  <a:pt x="205621" y="64725"/>
                  <a:pt x="205621" y="71339"/>
                </a:cubicBezTo>
                <a:cubicBezTo>
                  <a:pt x="205621" y="82006"/>
                  <a:pt x="207744" y="91207"/>
                  <a:pt x="211989" y="98942"/>
                </a:cubicBezTo>
                <a:cubicBezTo>
                  <a:pt x="216234" y="106675"/>
                  <a:pt x="221828" y="110541"/>
                  <a:pt x="228770" y="110541"/>
                </a:cubicBezTo>
                <a:cubicBezTo>
                  <a:pt x="233950" y="110541"/>
                  <a:pt x="238223" y="108408"/>
                  <a:pt x="241587" y="104141"/>
                </a:cubicBezTo>
                <a:cubicBezTo>
                  <a:pt x="244951" y="99874"/>
                  <a:pt x="246633" y="92540"/>
                  <a:pt x="246633" y="82140"/>
                </a:cubicBezTo>
                <a:cubicBezTo>
                  <a:pt x="246633" y="69125"/>
                  <a:pt x="243830" y="58884"/>
                  <a:pt x="238223" y="51416"/>
                </a:cubicBezTo>
                <a:cubicBezTo>
                  <a:pt x="234431" y="46296"/>
                  <a:pt x="229598" y="43736"/>
                  <a:pt x="223724" y="43736"/>
                </a:cubicBezTo>
                <a:close/>
                <a:moveTo>
                  <a:pt x="293814" y="38449"/>
                </a:moveTo>
                <a:lnTo>
                  <a:pt x="293814" y="54950"/>
                </a:lnTo>
                <a:cubicBezTo>
                  <a:pt x="299955" y="43950"/>
                  <a:pt x="306256" y="38449"/>
                  <a:pt x="312718" y="38449"/>
                </a:cubicBezTo>
                <a:cubicBezTo>
                  <a:pt x="315655" y="38449"/>
                  <a:pt x="318085" y="39344"/>
                  <a:pt x="320007" y="41133"/>
                </a:cubicBezTo>
                <a:cubicBezTo>
                  <a:pt x="321929" y="42922"/>
                  <a:pt x="322891" y="44991"/>
                  <a:pt x="322891" y="47341"/>
                </a:cubicBezTo>
                <a:cubicBezTo>
                  <a:pt x="322891" y="49423"/>
                  <a:pt x="322197" y="51185"/>
                  <a:pt x="320808" y="52627"/>
                </a:cubicBezTo>
                <a:cubicBezTo>
                  <a:pt x="319420" y="54069"/>
                  <a:pt x="317764" y="54790"/>
                  <a:pt x="315842" y="54790"/>
                </a:cubicBezTo>
                <a:cubicBezTo>
                  <a:pt x="313973" y="54790"/>
                  <a:pt x="311877" y="53869"/>
                  <a:pt x="309554" y="52027"/>
                </a:cubicBezTo>
                <a:cubicBezTo>
                  <a:pt x="307231" y="50184"/>
                  <a:pt x="305508" y="49263"/>
                  <a:pt x="304387" y="49263"/>
                </a:cubicBezTo>
                <a:cubicBezTo>
                  <a:pt x="303426" y="49263"/>
                  <a:pt x="302384" y="49795"/>
                  <a:pt x="301263" y="50860"/>
                </a:cubicBezTo>
                <a:cubicBezTo>
                  <a:pt x="298860" y="53045"/>
                  <a:pt x="296377" y="56640"/>
                  <a:pt x="293814" y="61646"/>
                </a:cubicBezTo>
                <a:lnTo>
                  <a:pt x="293814" y="96721"/>
                </a:lnTo>
                <a:cubicBezTo>
                  <a:pt x="293814" y="100768"/>
                  <a:pt x="294321" y="103830"/>
                  <a:pt x="295335" y="105908"/>
                </a:cubicBezTo>
                <a:cubicBezTo>
                  <a:pt x="296030" y="107346"/>
                  <a:pt x="297258" y="108546"/>
                  <a:pt x="299020" y="109505"/>
                </a:cubicBezTo>
                <a:cubicBezTo>
                  <a:pt x="300782" y="110463"/>
                  <a:pt x="303319" y="110942"/>
                  <a:pt x="306630" y="110942"/>
                </a:cubicBezTo>
                <a:lnTo>
                  <a:pt x="306630" y="113906"/>
                </a:lnTo>
                <a:lnTo>
                  <a:pt x="269062" y="113906"/>
                </a:lnTo>
                <a:lnTo>
                  <a:pt x="269062" y="110942"/>
                </a:lnTo>
                <a:cubicBezTo>
                  <a:pt x="272800" y="110942"/>
                  <a:pt x="275577" y="110356"/>
                  <a:pt x="277393" y="109185"/>
                </a:cubicBezTo>
                <a:cubicBezTo>
                  <a:pt x="278728" y="108332"/>
                  <a:pt x="279662" y="106973"/>
                  <a:pt x="280196" y="105107"/>
                </a:cubicBezTo>
                <a:cubicBezTo>
                  <a:pt x="280463" y="104201"/>
                  <a:pt x="280597" y="101617"/>
                  <a:pt x="280597" y="97355"/>
                </a:cubicBezTo>
                <a:lnTo>
                  <a:pt x="280597" y="68981"/>
                </a:lnTo>
                <a:cubicBezTo>
                  <a:pt x="280597" y="60455"/>
                  <a:pt x="280423" y="55380"/>
                  <a:pt x="280076" y="53756"/>
                </a:cubicBezTo>
                <a:cubicBezTo>
                  <a:pt x="279729" y="52131"/>
                  <a:pt x="279088" y="50945"/>
                  <a:pt x="278154" y="50199"/>
                </a:cubicBezTo>
                <a:cubicBezTo>
                  <a:pt x="277219" y="49453"/>
                  <a:pt x="276057" y="49080"/>
                  <a:pt x="274669" y="49080"/>
                </a:cubicBezTo>
                <a:cubicBezTo>
                  <a:pt x="273014" y="49080"/>
                  <a:pt x="271145" y="49480"/>
                  <a:pt x="269062" y="50279"/>
                </a:cubicBezTo>
                <a:lnTo>
                  <a:pt x="268261" y="47401"/>
                </a:lnTo>
                <a:lnTo>
                  <a:pt x="290449" y="38449"/>
                </a:lnTo>
                <a:lnTo>
                  <a:pt x="293814" y="38449"/>
                </a:lnTo>
                <a:close/>
                <a:moveTo>
                  <a:pt x="374395" y="38449"/>
                </a:moveTo>
                <a:lnTo>
                  <a:pt x="374395" y="63281"/>
                </a:lnTo>
                <a:lnTo>
                  <a:pt x="371752" y="63281"/>
                </a:lnTo>
                <a:cubicBezTo>
                  <a:pt x="369723" y="55493"/>
                  <a:pt x="367119" y="50195"/>
                  <a:pt x="363942" y="47388"/>
                </a:cubicBezTo>
                <a:cubicBezTo>
                  <a:pt x="360765" y="44580"/>
                  <a:pt x="356719" y="43175"/>
                  <a:pt x="351806" y="43175"/>
                </a:cubicBezTo>
                <a:cubicBezTo>
                  <a:pt x="348068" y="43175"/>
                  <a:pt x="345051" y="44162"/>
                  <a:pt x="342755" y="46137"/>
                </a:cubicBezTo>
                <a:cubicBezTo>
                  <a:pt x="340459" y="48109"/>
                  <a:pt x="339310" y="50296"/>
                  <a:pt x="339310" y="52697"/>
                </a:cubicBezTo>
                <a:cubicBezTo>
                  <a:pt x="339310" y="55685"/>
                  <a:pt x="340165" y="58245"/>
                  <a:pt x="341874" y="60377"/>
                </a:cubicBezTo>
                <a:cubicBezTo>
                  <a:pt x="343529" y="62565"/>
                  <a:pt x="346893" y="64885"/>
                  <a:pt x="351967" y="67339"/>
                </a:cubicBezTo>
                <a:lnTo>
                  <a:pt x="363662" y="73021"/>
                </a:lnTo>
                <a:cubicBezTo>
                  <a:pt x="374502" y="78301"/>
                  <a:pt x="379922" y="85262"/>
                  <a:pt x="379922" y="93905"/>
                </a:cubicBezTo>
                <a:cubicBezTo>
                  <a:pt x="379922" y="100572"/>
                  <a:pt x="377399" y="105946"/>
                  <a:pt x="372353" y="110028"/>
                </a:cubicBezTo>
                <a:cubicBezTo>
                  <a:pt x="367306" y="114108"/>
                  <a:pt x="361659" y="116149"/>
                  <a:pt x="355411" y="116149"/>
                </a:cubicBezTo>
                <a:cubicBezTo>
                  <a:pt x="350925" y="116149"/>
                  <a:pt x="345799" y="115348"/>
                  <a:pt x="340031" y="113745"/>
                </a:cubicBezTo>
                <a:cubicBezTo>
                  <a:pt x="338269" y="113211"/>
                  <a:pt x="336827" y="112944"/>
                  <a:pt x="335706" y="112944"/>
                </a:cubicBezTo>
                <a:cubicBezTo>
                  <a:pt x="334478" y="112944"/>
                  <a:pt x="333516" y="113639"/>
                  <a:pt x="332822" y="115027"/>
                </a:cubicBezTo>
                <a:lnTo>
                  <a:pt x="330179" y="115027"/>
                </a:lnTo>
                <a:lnTo>
                  <a:pt x="330179" y="88754"/>
                </a:lnTo>
                <a:lnTo>
                  <a:pt x="332822" y="88754"/>
                </a:lnTo>
                <a:cubicBezTo>
                  <a:pt x="334317" y="96256"/>
                  <a:pt x="337174" y="101910"/>
                  <a:pt x="341393" y="105715"/>
                </a:cubicBezTo>
                <a:cubicBezTo>
                  <a:pt x="345612" y="109520"/>
                  <a:pt x="350338" y="111423"/>
                  <a:pt x="355571" y="111423"/>
                </a:cubicBezTo>
                <a:cubicBezTo>
                  <a:pt x="359256" y="111423"/>
                  <a:pt x="362260" y="110343"/>
                  <a:pt x="364583" y="108183"/>
                </a:cubicBezTo>
                <a:cubicBezTo>
                  <a:pt x="366906" y="106022"/>
                  <a:pt x="368067" y="103421"/>
                  <a:pt x="368067" y="100381"/>
                </a:cubicBezTo>
                <a:cubicBezTo>
                  <a:pt x="368067" y="96700"/>
                  <a:pt x="366772" y="93606"/>
                  <a:pt x="364182" y="91099"/>
                </a:cubicBezTo>
                <a:cubicBezTo>
                  <a:pt x="361592" y="88592"/>
                  <a:pt x="356426" y="85419"/>
                  <a:pt x="348682" y="81579"/>
                </a:cubicBezTo>
                <a:cubicBezTo>
                  <a:pt x="340939" y="77738"/>
                  <a:pt x="335866" y="74270"/>
                  <a:pt x="333463" y="71176"/>
                </a:cubicBezTo>
                <a:cubicBezTo>
                  <a:pt x="331060" y="68135"/>
                  <a:pt x="329858" y="64295"/>
                  <a:pt x="329858" y="59654"/>
                </a:cubicBezTo>
                <a:cubicBezTo>
                  <a:pt x="329858" y="53626"/>
                  <a:pt x="331928" y="48585"/>
                  <a:pt x="336066" y="44532"/>
                </a:cubicBezTo>
                <a:cubicBezTo>
                  <a:pt x="340205" y="40477"/>
                  <a:pt x="345558" y="38449"/>
                  <a:pt x="352127" y="38449"/>
                </a:cubicBezTo>
                <a:cubicBezTo>
                  <a:pt x="355010" y="38449"/>
                  <a:pt x="358508" y="39063"/>
                  <a:pt x="362620" y="40292"/>
                </a:cubicBezTo>
                <a:cubicBezTo>
                  <a:pt x="365344" y="41093"/>
                  <a:pt x="367159" y="41493"/>
                  <a:pt x="368067" y="41493"/>
                </a:cubicBezTo>
                <a:cubicBezTo>
                  <a:pt x="368922" y="41493"/>
                  <a:pt x="369589" y="41306"/>
                  <a:pt x="370070" y="40932"/>
                </a:cubicBezTo>
                <a:cubicBezTo>
                  <a:pt x="370550" y="40559"/>
                  <a:pt x="371111" y="39731"/>
                  <a:pt x="371752" y="38449"/>
                </a:cubicBezTo>
                <a:lnTo>
                  <a:pt x="374395" y="38449"/>
                </a:lnTo>
                <a:close/>
                <a:moveTo>
                  <a:pt x="467688" y="38449"/>
                </a:moveTo>
                <a:cubicBezTo>
                  <a:pt x="478796" y="38449"/>
                  <a:pt x="487714" y="42664"/>
                  <a:pt x="494442" y="51093"/>
                </a:cubicBezTo>
                <a:cubicBezTo>
                  <a:pt x="500156" y="58294"/>
                  <a:pt x="503013" y="66563"/>
                  <a:pt x="503013" y="75900"/>
                </a:cubicBezTo>
                <a:cubicBezTo>
                  <a:pt x="503013" y="82461"/>
                  <a:pt x="501438" y="89103"/>
                  <a:pt x="498287" y="95825"/>
                </a:cubicBezTo>
                <a:cubicBezTo>
                  <a:pt x="495137" y="102545"/>
                  <a:pt x="490798" y="107613"/>
                  <a:pt x="485271" y="111027"/>
                </a:cubicBezTo>
                <a:cubicBezTo>
                  <a:pt x="479744" y="114441"/>
                  <a:pt x="473589" y="116149"/>
                  <a:pt x="466807" y="116149"/>
                </a:cubicBezTo>
                <a:cubicBezTo>
                  <a:pt x="455753" y="116149"/>
                  <a:pt x="446968" y="111747"/>
                  <a:pt x="440453" y="102944"/>
                </a:cubicBezTo>
                <a:cubicBezTo>
                  <a:pt x="434953" y="95530"/>
                  <a:pt x="432203" y="87208"/>
                  <a:pt x="432203" y="77980"/>
                </a:cubicBezTo>
                <a:cubicBezTo>
                  <a:pt x="432203" y="71258"/>
                  <a:pt x="433872" y="64576"/>
                  <a:pt x="437209" y="57934"/>
                </a:cubicBezTo>
                <a:cubicBezTo>
                  <a:pt x="440547" y="51292"/>
                  <a:pt x="444939" y="46384"/>
                  <a:pt x="450386" y="43210"/>
                </a:cubicBezTo>
                <a:cubicBezTo>
                  <a:pt x="455833" y="40036"/>
                  <a:pt x="461600" y="38449"/>
                  <a:pt x="467688" y="38449"/>
                </a:cubicBezTo>
                <a:moveTo>
                  <a:pt x="465205" y="43736"/>
                </a:moveTo>
                <a:cubicBezTo>
                  <a:pt x="462375" y="43736"/>
                  <a:pt x="459531" y="44576"/>
                  <a:pt x="456674" y="46257"/>
                </a:cubicBezTo>
                <a:cubicBezTo>
                  <a:pt x="453817" y="47937"/>
                  <a:pt x="451507" y="50884"/>
                  <a:pt x="449745" y="55098"/>
                </a:cubicBezTo>
                <a:cubicBezTo>
                  <a:pt x="447983" y="59312"/>
                  <a:pt x="447102" y="64725"/>
                  <a:pt x="447102" y="71339"/>
                </a:cubicBezTo>
                <a:cubicBezTo>
                  <a:pt x="447102" y="82006"/>
                  <a:pt x="449225" y="91207"/>
                  <a:pt x="453470" y="98942"/>
                </a:cubicBezTo>
                <a:cubicBezTo>
                  <a:pt x="457715" y="106675"/>
                  <a:pt x="463309" y="110541"/>
                  <a:pt x="470251" y="110541"/>
                </a:cubicBezTo>
                <a:cubicBezTo>
                  <a:pt x="475431" y="110541"/>
                  <a:pt x="479704" y="108408"/>
                  <a:pt x="483068" y="104141"/>
                </a:cubicBezTo>
                <a:cubicBezTo>
                  <a:pt x="486432" y="99874"/>
                  <a:pt x="488114" y="92540"/>
                  <a:pt x="488114" y="82140"/>
                </a:cubicBezTo>
                <a:cubicBezTo>
                  <a:pt x="488114" y="69125"/>
                  <a:pt x="485311" y="58884"/>
                  <a:pt x="479704" y="51416"/>
                </a:cubicBezTo>
                <a:cubicBezTo>
                  <a:pt x="475912" y="46296"/>
                  <a:pt x="471079" y="43736"/>
                  <a:pt x="465205" y="43736"/>
                </a:cubicBezTo>
                <a:close/>
                <a:moveTo>
                  <a:pt x="542504" y="46139"/>
                </a:moveTo>
                <a:lnTo>
                  <a:pt x="542504" y="94421"/>
                </a:lnTo>
                <a:cubicBezTo>
                  <a:pt x="542504" y="101265"/>
                  <a:pt x="543252" y="105595"/>
                  <a:pt x="544747" y="107412"/>
                </a:cubicBezTo>
                <a:cubicBezTo>
                  <a:pt x="546723" y="109765"/>
                  <a:pt x="549366" y="110942"/>
                  <a:pt x="552677" y="110942"/>
                </a:cubicBezTo>
                <a:lnTo>
                  <a:pt x="559326" y="110942"/>
                </a:lnTo>
                <a:lnTo>
                  <a:pt x="559326" y="113906"/>
                </a:lnTo>
                <a:lnTo>
                  <a:pt x="515510" y="113906"/>
                </a:lnTo>
                <a:lnTo>
                  <a:pt x="515510" y="110942"/>
                </a:lnTo>
                <a:lnTo>
                  <a:pt x="518794" y="110942"/>
                </a:lnTo>
                <a:cubicBezTo>
                  <a:pt x="520930" y="110942"/>
                  <a:pt x="522879" y="110407"/>
                  <a:pt x="524641" y="109337"/>
                </a:cubicBezTo>
                <a:cubicBezTo>
                  <a:pt x="526403" y="108268"/>
                  <a:pt x="527618" y="106824"/>
                  <a:pt x="528286" y="105007"/>
                </a:cubicBezTo>
                <a:cubicBezTo>
                  <a:pt x="528953" y="103189"/>
                  <a:pt x="529287" y="99661"/>
                  <a:pt x="529287" y="94421"/>
                </a:cubicBezTo>
                <a:lnTo>
                  <a:pt x="529287" y="46139"/>
                </a:lnTo>
                <a:lnTo>
                  <a:pt x="515029" y="46139"/>
                </a:lnTo>
                <a:lnTo>
                  <a:pt x="515029" y="40532"/>
                </a:lnTo>
                <a:lnTo>
                  <a:pt x="529287" y="40532"/>
                </a:lnTo>
                <a:lnTo>
                  <a:pt x="529287" y="35706"/>
                </a:lnTo>
                <a:cubicBezTo>
                  <a:pt x="529287" y="28361"/>
                  <a:pt x="530462" y="22142"/>
                  <a:pt x="532812" y="17049"/>
                </a:cubicBezTo>
                <a:cubicBezTo>
                  <a:pt x="535161" y="11956"/>
                  <a:pt x="538753" y="7842"/>
                  <a:pt x="543585" y="4706"/>
                </a:cubicBezTo>
                <a:cubicBezTo>
                  <a:pt x="548418" y="1569"/>
                  <a:pt x="553852" y="0"/>
                  <a:pt x="559886" y="0"/>
                </a:cubicBezTo>
                <a:cubicBezTo>
                  <a:pt x="565493" y="0"/>
                  <a:pt x="570647" y="1816"/>
                  <a:pt x="575346" y="5447"/>
                </a:cubicBezTo>
                <a:cubicBezTo>
                  <a:pt x="578443" y="7850"/>
                  <a:pt x="579992" y="10547"/>
                  <a:pt x="579992" y="13537"/>
                </a:cubicBezTo>
                <a:cubicBezTo>
                  <a:pt x="579992" y="15139"/>
                  <a:pt x="579298" y="16648"/>
                  <a:pt x="577909" y="18063"/>
                </a:cubicBezTo>
                <a:cubicBezTo>
                  <a:pt x="576521" y="19478"/>
                  <a:pt x="575026" y="20186"/>
                  <a:pt x="573424" y="20186"/>
                </a:cubicBezTo>
                <a:cubicBezTo>
                  <a:pt x="572195" y="20186"/>
                  <a:pt x="570900" y="19740"/>
                  <a:pt x="569539" y="18849"/>
                </a:cubicBezTo>
                <a:cubicBezTo>
                  <a:pt x="568177" y="17958"/>
                  <a:pt x="566508" y="16041"/>
                  <a:pt x="564532" y="13099"/>
                </a:cubicBezTo>
                <a:cubicBezTo>
                  <a:pt x="562556" y="10157"/>
                  <a:pt x="560741" y="8173"/>
                  <a:pt x="559085" y="7147"/>
                </a:cubicBezTo>
                <a:cubicBezTo>
                  <a:pt x="557430" y="6120"/>
                  <a:pt x="555587" y="5607"/>
                  <a:pt x="553558" y="5607"/>
                </a:cubicBezTo>
                <a:cubicBezTo>
                  <a:pt x="551102" y="5607"/>
                  <a:pt x="549019" y="6268"/>
                  <a:pt x="547310" y="7590"/>
                </a:cubicBezTo>
                <a:cubicBezTo>
                  <a:pt x="545601" y="8910"/>
                  <a:pt x="544373" y="10957"/>
                  <a:pt x="543626" y="13733"/>
                </a:cubicBezTo>
                <a:cubicBezTo>
                  <a:pt x="542878" y="16508"/>
                  <a:pt x="542504" y="23662"/>
                  <a:pt x="542504" y="35195"/>
                </a:cubicBezTo>
                <a:lnTo>
                  <a:pt x="542504" y="40532"/>
                </a:lnTo>
                <a:lnTo>
                  <a:pt x="561408" y="40532"/>
                </a:lnTo>
                <a:lnTo>
                  <a:pt x="561408" y="46139"/>
                </a:lnTo>
                <a:lnTo>
                  <a:pt x="542504" y="46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book1">
            <a:extLst xmlns:a="http://schemas.openxmlformats.org/drawingml/2006/main">
              <a:ext uri="{FF2B5EF4-FFF2-40B4-BE49-F238E27FC236}">
                <a16:creationId xmlns:a16="http://schemas.microsoft.com/office/drawing/2014/main" id="{E2F05D29-682C-40CD-8459-D08EBA40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492" y="1617758"/>
            <a:ext cx="431512" cy="116149"/>
          </a:xfrm>
          <a:custGeom xmlns:a="http://schemas.openxmlformats.org/drawingml/2006/main">
            <a:pathLst>
              <a:path w="431512" h="116149">
                <a:moveTo>
                  <a:pt x="25633" y="53268"/>
                </a:moveTo>
                <a:cubicBezTo>
                  <a:pt x="32735" y="43389"/>
                  <a:pt x="40398" y="38449"/>
                  <a:pt x="48622" y="38449"/>
                </a:cubicBezTo>
                <a:cubicBezTo>
                  <a:pt x="56152" y="38449"/>
                  <a:pt x="62720" y="41663"/>
                  <a:pt x="68327" y="48092"/>
                </a:cubicBezTo>
                <a:cubicBezTo>
                  <a:pt x="73935" y="54520"/>
                  <a:pt x="76738" y="63308"/>
                  <a:pt x="76738" y="74458"/>
                </a:cubicBezTo>
                <a:cubicBezTo>
                  <a:pt x="76738" y="87474"/>
                  <a:pt x="72413" y="97957"/>
                  <a:pt x="63762" y="105905"/>
                </a:cubicBezTo>
                <a:cubicBezTo>
                  <a:pt x="56339" y="112734"/>
                  <a:pt x="48061" y="116149"/>
                  <a:pt x="38930" y="116149"/>
                </a:cubicBezTo>
                <a:cubicBezTo>
                  <a:pt x="34658" y="116149"/>
                  <a:pt x="30319" y="115374"/>
                  <a:pt x="25913" y="113826"/>
                </a:cubicBezTo>
                <a:cubicBezTo>
                  <a:pt x="21508" y="112277"/>
                  <a:pt x="17008" y="109954"/>
                  <a:pt x="12416" y="106857"/>
                </a:cubicBezTo>
                <a:lnTo>
                  <a:pt x="12416" y="30839"/>
                </a:lnTo>
                <a:cubicBezTo>
                  <a:pt x="12416" y="22509"/>
                  <a:pt x="12216" y="17382"/>
                  <a:pt x="11815" y="15460"/>
                </a:cubicBezTo>
                <a:cubicBezTo>
                  <a:pt x="11415" y="13537"/>
                  <a:pt x="10787" y="12229"/>
                  <a:pt x="9933" y="11535"/>
                </a:cubicBezTo>
                <a:cubicBezTo>
                  <a:pt x="9078" y="10841"/>
                  <a:pt x="8010" y="10493"/>
                  <a:pt x="6729" y="10493"/>
                </a:cubicBezTo>
                <a:cubicBezTo>
                  <a:pt x="5233" y="10493"/>
                  <a:pt x="3364" y="10921"/>
                  <a:pt x="1121" y="11775"/>
                </a:cubicBezTo>
                <a:lnTo>
                  <a:pt x="0" y="8971"/>
                </a:lnTo>
                <a:lnTo>
                  <a:pt x="22028" y="0"/>
                </a:lnTo>
                <a:lnTo>
                  <a:pt x="25633" y="0"/>
                </a:lnTo>
                <a:lnTo>
                  <a:pt x="25633" y="53268"/>
                </a:lnTo>
                <a:moveTo>
                  <a:pt x="25633" y="58372"/>
                </a:moveTo>
                <a:lnTo>
                  <a:pt x="25633" y="102153"/>
                </a:lnTo>
                <a:cubicBezTo>
                  <a:pt x="28356" y="104815"/>
                  <a:pt x="31173" y="106825"/>
                  <a:pt x="34084" y="108183"/>
                </a:cubicBezTo>
                <a:cubicBezTo>
                  <a:pt x="36994" y="109542"/>
                  <a:pt x="39971" y="110221"/>
                  <a:pt x="43015" y="110221"/>
                </a:cubicBezTo>
                <a:cubicBezTo>
                  <a:pt x="47875" y="110221"/>
                  <a:pt x="52400" y="107558"/>
                  <a:pt x="56592" y="102233"/>
                </a:cubicBezTo>
                <a:cubicBezTo>
                  <a:pt x="60784" y="96906"/>
                  <a:pt x="62880" y="89157"/>
                  <a:pt x="62880" y="78984"/>
                </a:cubicBezTo>
                <a:cubicBezTo>
                  <a:pt x="62880" y="69610"/>
                  <a:pt x="60784" y="62406"/>
                  <a:pt x="56592" y="57373"/>
                </a:cubicBezTo>
                <a:cubicBezTo>
                  <a:pt x="52400" y="52340"/>
                  <a:pt x="47634" y="49824"/>
                  <a:pt x="42294" y="49824"/>
                </a:cubicBezTo>
                <a:cubicBezTo>
                  <a:pt x="39464" y="49824"/>
                  <a:pt x="36634" y="50543"/>
                  <a:pt x="33803" y="51981"/>
                </a:cubicBezTo>
                <a:cubicBezTo>
                  <a:pt x="31667" y="53046"/>
                  <a:pt x="28944" y="55176"/>
                  <a:pt x="25633" y="58372"/>
                </a:cubicBezTo>
                <a:close/>
                <a:moveTo>
                  <a:pt x="123438" y="38449"/>
                </a:moveTo>
                <a:cubicBezTo>
                  <a:pt x="134545" y="38449"/>
                  <a:pt x="143463" y="42664"/>
                  <a:pt x="150192" y="51093"/>
                </a:cubicBezTo>
                <a:cubicBezTo>
                  <a:pt x="155906" y="58294"/>
                  <a:pt x="158763" y="66563"/>
                  <a:pt x="158763" y="75900"/>
                </a:cubicBezTo>
                <a:cubicBezTo>
                  <a:pt x="158763" y="82461"/>
                  <a:pt x="157188" y="89103"/>
                  <a:pt x="154037" y="95825"/>
                </a:cubicBezTo>
                <a:cubicBezTo>
                  <a:pt x="150886" y="102545"/>
                  <a:pt x="146547" y="107613"/>
                  <a:pt x="141020" y="111027"/>
                </a:cubicBezTo>
                <a:cubicBezTo>
                  <a:pt x="135493" y="114441"/>
                  <a:pt x="129339" y="116149"/>
                  <a:pt x="122557" y="116149"/>
                </a:cubicBezTo>
                <a:cubicBezTo>
                  <a:pt x="111503" y="116149"/>
                  <a:pt x="102718" y="111747"/>
                  <a:pt x="96203" y="102944"/>
                </a:cubicBezTo>
                <a:cubicBezTo>
                  <a:pt x="90703" y="95530"/>
                  <a:pt x="87952" y="87208"/>
                  <a:pt x="87952" y="77980"/>
                </a:cubicBezTo>
                <a:cubicBezTo>
                  <a:pt x="87952" y="71258"/>
                  <a:pt x="89621" y="64576"/>
                  <a:pt x="92959" y="57934"/>
                </a:cubicBezTo>
                <a:cubicBezTo>
                  <a:pt x="96296" y="51292"/>
                  <a:pt x="100689" y="46384"/>
                  <a:pt x="106136" y="43210"/>
                </a:cubicBezTo>
                <a:cubicBezTo>
                  <a:pt x="111583" y="40036"/>
                  <a:pt x="117350" y="38449"/>
                  <a:pt x="123438" y="38449"/>
                </a:cubicBezTo>
                <a:moveTo>
                  <a:pt x="120955" y="43736"/>
                </a:moveTo>
                <a:cubicBezTo>
                  <a:pt x="118124" y="43736"/>
                  <a:pt x="115281" y="44576"/>
                  <a:pt x="112424" y="46257"/>
                </a:cubicBezTo>
                <a:cubicBezTo>
                  <a:pt x="109567" y="47937"/>
                  <a:pt x="107257" y="50884"/>
                  <a:pt x="105495" y="55098"/>
                </a:cubicBezTo>
                <a:cubicBezTo>
                  <a:pt x="103733" y="59312"/>
                  <a:pt x="102851" y="64725"/>
                  <a:pt x="102851" y="71339"/>
                </a:cubicBezTo>
                <a:cubicBezTo>
                  <a:pt x="102851" y="82006"/>
                  <a:pt x="104974" y="91207"/>
                  <a:pt x="109220" y="98942"/>
                </a:cubicBezTo>
                <a:cubicBezTo>
                  <a:pt x="113465" y="106675"/>
                  <a:pt x="119059" y="110541"/>
                  <a:pt x="126001" y="110541"/>
                </a:cubicBezTo>
                <a:cubicBezTo>
                  <a:pt x="131181" y="110541"/>
                  <a:pt x="135453" y="108408"/>
                  <a:pt x="138817" y="104141"/>
                </a:cubicBezTo>
                <a:cubicBezTo>
                  <a:pt x="142182" y="99874"/>
                  <a:pt x="143864" y="92540"/>
                  <a:pt x="143864" y="82140"/>
                </a:cubicBezTo>
                <a:cubicBezTo>
                  <a:pt x="143864" y="69125"/>
                  <a:pt x="141060" y="58884"/>
                  <a:pt x="135453" y="51416"/>
                </a:cubicBezTo>
                <a:cubicBezTo>
                  <a:pt x="131662" y="46296"/>
                  <a:pt x="126829" y="43736"/>
                  <a:pt x="120955" y="43736"/>
                </a:cubicBezTo>
                <a:close/>
                <a:moveTo>
                  <a:pt x="205463" y="38449"/>
                </a:moveTo>
                <a:cubicBezTo>
                  <a:pt x="216570" y="38449"/>
                  <a:pt x="225489" y="42664"/>
                  <a:pt x="232217" y="51093"/>
                </a:cubicBezTo>
                <a:cubicBezTo>
                  <a:pt x="237931" y="58294"/>
                  <a:pt x="240788" y="66563"/>
                  <a:pt x="240788" y="75900"/>
                </a:cubicBezTo>
                <a:cubicBezTo>
                  <a:pt x="240788" y="82461"/>
                  <a:pt x="239213" y="89103"/>
                  <a:pt x="236062" y="95825"/>
                </a:cubicBezTo>
                <a:cubicBezTo>
                  <a:pt x="232911" y="102545"/>
                  <a:pt x="228572" y="107613"/>
                  <a:pt x="223045" y="111027"/>
                </a:cubicBezTo>
                <a:cubicBezTo>
                  <a:pt x="217518" y="114441"/>
                  <a:pt x="211364" y="116149"/>
                  <a:pt x="204582" y="116149"/>
                </a:cubicBezTo>
                <a:cubicBezTo>
                  <a:pt x="193528" y="116149"/>
                  <a:pt x="184743" y="111747"/>
                  <a:pt x="178228" y="102944"/>
                </a:cubicBezTo>
                <a:cubicBezTo>
                  <a:pt x="172728" y="95530"/>
                  <a:pt x="169978" y="87208"/>
                  <a:pt x="169978" y="77980"/>
                </a:cubicBezTo>
                <a:cubicBezTo>
                  <a:pt x="169978" y="71258"/>
                  <a:pt x="171646" y="64576"/>
                  <a:pt x="174984" y="57934"/>
                </a:cubicBezTo>
                <a:cubicBezTo>
                  <a:pt x="178322" y="51292"/>
                  <a:pt x="182714" y="46384"/>
                  <a:pt x="188161" y="43210"/>
                </a:cubicBezTo>
                <a:cubicBezTo>
                  <a:pt x="193608" y="40036"/>
                  <a:pt x="199375" y="38449"/>
                  <a:pt x="205463" y="38449"/>
                </a:cubicBezTo>
                <a:moveTo>
                  <a:pt x="202980" y="43736"/>
                </a:moveTo>
                <a:cubicBezTo>
                  <a:pt x="200149" y="43736"/>
                  <a:pt x="197306" y="44576"/>
                  <a:pt x="194449" y="46257"/>
                </a:cubicBezTo>
                <a:cubicBezTo>
                  <a:pt x="191592" y="47937"/>
                  <a:pt x="189282" y="50884"/>
                  <a:pt x="187520" y="55098"/>
                </a:cubicBezTo>
                <a:cubicBezTo>
                  <a:pt x="185758" y="59312"/>
                  <a:pt x="184877" y="64725"/>
                  <a:pt x="184877" y="71339"/>
                </a:cubicBezTo>
                <a:cubicBezTo>
                  <a:pt x="184877" y="82006"/>
                  <a:pt x="186999" y="91207"/>
                  <a:pt x="191245" y="98942"/>
                </a:cubicBezTo>
                <a:cubicBezTo>
                  <a:pt x="195490" y="106675"/>
                  <a:pt x="201084" y="110541"/>
                  <a:pt x="208026" y="110541"/>
                </a:cubicBezTo>
                <a:cubicBezTo>
                  <a:pt x="213206" y="110541"/>
                  <a:pt x="217478" y="108408"/>
                  <a:pt x="220843" y="104141"/>
                </a:cubicBezTo>
                <a:cubicBezTo>
                  <a:pt x="224207" y="99874"/>
                  <a:pt x="225889" y="92540"/>
                  <a:pt x="225889" y="82140"/>
                </a:cubicBezTo>
                <a:cubicBezTo>
                  <a:pt x="225889" y="69125"/>
                  <a:pt x="223085" y="58884"/>
                  <a:pt x="217478" y="51416"/>
                </a:cubicBezTo>
                <a:cubicBezTo>
                  <a:pt x="213687" y="46296"/>
                  <a:pt x="208854" y="43736"/>
                  <a:pt x="202980" y="43736"/>
                </a:cubicBezTo>
                <a:close/>
                <a:moveTo>
                  <a:pt x="273310" y="0"/>
                </a:moveTo>
                <a:lnTo>
                  <a:pt x="273310" y="72973"/>
                </a:lnTo>
                <a:lnTo>
                  <a:pt x="291973" y="55992"/>
                </a:lnTo>
                <a:cubicBezTo>
                  <a:pt x="295925" y="52360"/>
                  <a:pt x="298221" y="50064"/>
                  <a:pt x="298862" y="49103"/>
                </a:cubicBezTo>
                <a:cubicBezTo>
                  <a:pt x="299289" y="48462"/>
                  <a:pt x="299503" y="47821"/>
                  <a:pt x="299503" y="47180"/>
                </a:cubicBezTo>
                <a:cubicBezTo>
                  <a:pt x="299503" y="46112"/>
                  <a:pt x="299063" y="45191"/>
                  <a:pt x="298181" y="44417"/>
                </a:cubicBezTo>
                <a:cubicBezTo>
                  <a:pt x="297300" y="43642"/>
                  <a:pt x="295845" y="43202"/>
                  <a:pt x="293816" y="43095"/>
                </a:cubicBezTo>
                <a:lnTo>
                  <a:pt x="293816" y="40532"/>
                </a:lnTo>
                <a:lnTo>
                  <a:pt x="325697" y="40532"/>
                </a:lnTo>
                <a:lnTo>
                  <a:pt x="325697" y="43095"/>
                </a:lnTo>
                <a:cubicBezTo>
                  <a:pt x="321318" y="43202"/>
                  <a:pt x="317673" y="43869"/>
                  <a:pt x="314763" y="45098"/>
                </a:cubicBezTo>
                <a:cubicBezTo>
                  <a:pt x="311852" y="46326"/>
                  <a:pt x="308661" y="48515"/>
                  <a:pt x="305190" y="51666"/>
                </a:cubicBezTo>
                <a:lnTo>
                  <a:pt x="286366" y="69048"/>
                </a:lnTo>
                <a:lnTo>
                  <a:pt x="305190" y="92794"/>
                </a:lnTo>
                <a:cubicBezTo>
                  <a:pt x="310424" y="99349"/>
                  <a:pt x="313948" y="103506"/>
                  <a:pt x="315764" y="105265"/>
                </a:cubicBezTo>
                <a:cubicBezTo>
                  <a:pt x="318327" y="107770"/>
                  <a:pt x="320570" y="109396"/>
                  <a:pt x="322492" y="110143"/>
                </a:cubicBezTo>
                <a:cubicBezTo>
                  <a:pt x="323828" y="110676"/>
                  <a:pt x="326151" y="110942"/>
                  <a:pt x="329461" y="110942"/>
                </a:cubicBezTo>
                <a:lnTo>
                  <a:pt x="329461" y="113906"/>
                </a:lnTo>
                <a:lnTo>
                  <a:pt x="293816" y="113906"/>
                </a:lnTo>
                <a:lnTo>
                  <a:pt x="293816" y="110942"/>
                </a:lnTo>
                <a:cubicBezTo>
                  <a:pt x="295845" y="110889"/>
                  <a:pt x="297220" y="110582"/>
                  <a:pt x="297941" y="110023"/>
                </a:cubicBezTo>
                <a:cubicBezTo>
                  <a:pt x="298662" y="109463"/>
                  <a:pt x="299022" y="108677"/>
                  <a:pt x="299022" y="107665"/>
                </a:cubicBezTo>
                <a:cubicBezTo>
                  <a:pt x="299022" y="106439"/>
                  <a:pt x="297954" y="104467"/>
                  <a:pt x="295818" y="101750"/>
                </a:cubicBezTo>
                <a:lnTo>
                  <a:pt x="273310" y="73053"/>
                </a:lnTo>
                <a:lnTo>
                  <a:pt x="273310" y="97352"/>
                </a:lnTo>
                <a:cubicBezTo>
                  <a:pt x="273310" y="102095"/>
                  <a:pt x="273643" y="105213"/>
                  <a:pt x="274311" y="106706"/>
                </a:cubicBezTo>
                <a:cubicBezTo>
                  <a:pt x="274978" y="108198"/>
                  <a:pt x="275926" y="109264"/>
                  <a:pt x="277155" y="109903"/>
                </a:cubicBezTo>
                <a:cubicBezTo>
                  <a:pt x="278383" y="110542"/>
                  <a:pt x="281053" y="110889"/>
                  <a:pt x="285165" y="110942"/>
                </a:cubicBezTo>
                <a:lnTo>
                  <a:pt x="285165" y="113906"/>
                </a:lnTo>
                <a:lnTo>
                  <a:pt x="247837" y="113906"/>
                </a:lnTo>
                <a:lnTo>
                  <a:pt x="247837" y="110942"/>
                </a:lnTo>
                <a:cubicBezTo>
                  <a:pt x="251575" y="110942"/>
                  <a:pt x="254379" y="110488"/>
                  <a:pt x="256248" y="109580"/>
                </a:cubicBezTo>
                <a:cubicBezTo>
                  <a:pt x="257369" y="108994"/>
                  <a:pt x="258224" y="108087"/>
                  <a:pt x="258811" y="106859"/>
                </a:cubicBezTo>
                <a:cubicBezTo>
                  <a:pt x="259612" y="105099"/>
                  <a:pt x="260013" y="102057"/>
                  <a:pt x="260013" y="97735"/>
                </a:cubicBezTo>
                <a:lnTo>
                  <a:pt x="260013" y="30977"/>
                </a:lnTo>
                <a:cubicBezTo>
                  <a:pt x="260013" y="22493"/>
                  <a:pt x="259826" y="17304"/>
                  <a:pt x="259452" y="15410"/>
                </a:cubicBezTo>
                <a:cubicBezTo>
                  <a:pt x="259078" y="13514"/>
                  <a:pt x="258464" y="12206"/>
                  <a:pt x="257610" y="11487"/>
                </a:cubicBezTo>
                <a:cubicBezTo>
                  <a:pt x="256755" y="10766"/>
                  <a:pt x="255634" y="10406"/>
                  <a:pt x="254245" y="10406"/>
                </a:cubicBezTo>
                <a:cubicBezTo>
                  <a:pt x="253124" y="10406"/>
                  <a:pt x="251442" y="10860"/>
                  <a:pt x="249199" y="11768"/>
                </a:cubicBezTo>
                <a:lnTo>
                  <a:pt x="247837" y="8964"/>
                </a:lnTo>
                <a:lnTo>
                  <a:pt x="269625" y="0"/>
                </a:lnTo>
                <a:lnTo>
                  <a:pt x="273310" y="0"/>
                </a:lnTo>
                <a:close/>
                <a:moveTo>
                  <a:pt x="388737" y="15940"/>
                </a:moveTo>
                <a:lnTo>
                  <a:pt x="415171" y="3044"/>
                </a:lnTo>
                <a:lnTo>
                  <a:pt x="417814" y="3044"/>
                </a:lnTo>
                <a:lnTo>
                  <a:pt x="417814" y="94761"/>
                </a:lnTo>
                <a:cubicBezTo>
                  <a:pt x="417814" y="100849"/>
                  <a:pt x="418068" y="104641"/>
                  <a:pt x="418575" y="106136"/>
                </a:cubicBezTo>
                <a:cubicBezTo>
                  <a:pt x="419083" y="107631"/>
                  <a:pt x="420137" y="108779"/>
                  <a:pt x="421739" y="109580"/>
                </a:cubicBezTo>
                <a:cubicBezTo>
                  <a:pt x="423341" y="110381"/>
                  <a:pt x="426599" y="110835"/>
                  <a:pt x="431512" y="110942"/>
                </a:cubicBezTo>
                <a:lnTo>
                  <a:pt x="431512" y="113906"/>
                </a:lnTo>
                <a:lnTo>
                  <a:pt x="390660" y="113906"/>
                </a:lnTo>
                <a:lnTo>
                  <a:pt x="390660" y="110942"/>
                </a:lnTo>
                <a:cubicBezTo>
                  <a:pt x="395786" y="110835"/>
                  <a:pt x="399097" y="110395"/>
                  <a:pt x="400592" y="109620"/>
                </a:cubicBezTo>
                <a:cubicBezTo>
                  <a:pt x="402088" y="108846"/>
                  <a:pt x="403129" y="107805"/>
                  <a:pt x="403716" y="106496"/>
                </a:cubicBezTo>
                <a:cubicBezTo>
                  <a:pt x="404304" y="105188"/>
                  <a:pt x="404598" y="101276"/>
                  <a:pt x="404598" y="94761"/>
                </a:cubicBezTo>
                <a:lnTo>
                  <a:pt x="404598" y="36126"/>
                </a:lnTo>
                <a:cubicBezTo>
                  <a:pt x="404598" y="28223"/>
                  <a:pt x="404331" y="23150"/>
                  <a:pt x="403796" y="20907"/>
                </a:cubicBezTo>
                <a:cubicBezTo>
                  <a:pt x="403423" y="19198"/>
                  <a:pt x="402742" y="17943"/>
                  <a:pt x="401754" y="17142"/>
                </a:cubicBezTo>
                <a:cubicBezTo>
                  <a:pt x="400766" y="16341"/>
                  <a:pt x="399578" y="15940"/>
                  <a:pt x="398189" y="15940"/>
                </a:cubicBezTo>
                <a:cubicBezTo>
                  <a:pt x="396213" y="15940"/>
                  <a:pt x="393463" y="16768"/>
                  <a:pt x="389939" y="18424"/>
                </a:cubicBezTo>
                <a:lnTo>
                  <a:pt x="388737" y="159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A134B0-8BB2-4C9F-919D-800BC7FE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287" y="1987992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F13081-C363-44AB-AC23-399B492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287" y="1987992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E8D6A-AFA5-4C31-BAEA-85A73084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096" y="1987992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A5A5D-B4C4-464C-832E-A108C792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399" y="1987992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084365-F7EE-4C2D-9FB4-7F2EA818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223" y="219818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7C181-FE74-4614-BC81-17A426BC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526" y="219818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71182-1653-4784-A410-1F1A356F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841" y="219818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23CA6-C5AF-40A4-A82C-AC9E2CD2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73" y="1987992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C3F10-B1EA-4C3A-B4A0-FB1083EF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73" y="1987992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3BBB8-B6AB-4D96-8CF6-CCA1CEE4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082" y="1987992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EE8A7-705C-44D3-9B02-A22BC0D3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638" y="1987992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8950F-3705-44B5-ADCB-FADE3CD4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208" y="219818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08BDA-38A4-4A22-B709-00E87147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764" y="219818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17E35-29EF-49A6-9A5E-FB46B317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827" y="2198181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81E90-065F-4501-ABC4-45A70388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806" y="2059764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7CB48-115C-4E79-88FF-B7C308EB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806" y="2059764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A7C7F5-DF59-43E1-ABB0-89F77FE0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615" y="2059764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276DD-76B9-4D52-B52B-50F226A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918" y="2059764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DFCD1-18BC-4EA8-9A0E-768E01AB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742" y="226995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03F99-AA19-4318-8DA4-6E672BD8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44" y="226995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DE07A-DFC1-4C58-8C97-A62C3B34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360" y="226995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48300-0412-4998-BAD8-0594CB5F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791" y="2059764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23D02-4939-4E2F-8E08-C5778AD8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791" y="2059764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AEE36-3D88-4007-AC9B-F19B9F40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601" y="2059764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54D40-CBF0-4512-9EF7-BA673880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157" y="2059764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19DBDD-B5F1-4F76-91DC-7036057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727" y="226995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A2FE4-911D-4FB9-B243-9B9E3317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283" y="226995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C70F3-CDF1-42D4-8A94-C724C745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345" y="226995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3630B-1D45-448D-9EC2-E917667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78" y="2131536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D17A0-2F1D-4C16-9162-8AEC5BF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578" y="2131536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B362F-33D8-4933-8C3F-9464946E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387" y="2131536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F06D9-61C5-4AFD-91A4-AE90EC77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690" y="2131536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32BBD5-670F-4DE7-ACE5-3096975A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513" y="234172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9467F-8292-4F57-B5AA-F906C9C9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816" y="234172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3EB43-C6CD-4836-B294-8270E3A9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132" y="234172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29CC2-0F4E-487B-ACF5-2156B19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563" y="2131536"/>
            <a:ext cx="579301" cy="205062"/>
          </a:xfrm>
          <a:custGeom xmlns:a="http://schemas.openxmlformats.org/drawingml/2006/main">
            <a:pathLst>
              <a:path w="579301" h="205062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0CFE7-AE95-4729-A975-84D559B1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563" y="2131536"/>
            <a:ext cx="579301" cy="205062"/>
          </a:xfrm>
          <a:custGeom xmlns:a="http://schemas.openxmlformats.org/drawingml/2006/main">
            <a:pathLst>
              <a:path w="579301" h="205062" fill="none">
                <a:moveTo>
                  <a:pt x="0" y="0"/>
                </a:moveTo>
                <a:lnTo>
                  <a:pt x="579301" y="0"/>
                </a:lnTo>
                <a:lnTo>
                  <a:pt x="579301" y="205062"/>
                </a:lnTo>
                <a:lnTo>
                  <a:pt x="0" y="20506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43B78-5699-4788-A369-3D5DABCC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372" y="2131536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9F756-D0DB-4615-ABC6-33B6F4AA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928" y="2131536"/>
            <a:ext cx="10" cy="205062"/>
          </a:xfrm>
          <a:custGeom xmlns:a="http://schemas.openxmlformats.org/drawingml/2006/main">
            <a:pathLst>
              <a:path w="1" h="205062" fill="none">
                <a:moveTo>
                  <a:pt x="0" y="0"/>
                </a:moveTo>
                <a:lnTo>
                  <a:pt x="0" y="205062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709CF-C0E9-430A-942B-4F3DB718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499" y="234172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49E30-610A-4964-8404-7F9E4FB1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055" y="234172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C11C7-6ADC-4A42-A818-88701508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117" y="234172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40" name="Text V">
            <a:extLst xmlns:a="http://schemas.openxmlformats.org/drawingml/2006/main">
              <a:ext uri="{FF2B5EF4-FFF2-40B4-BE49-F238E27FC236}">
                <a16:creationId xmlns:a16="http://schemas.microsoft.com/office/drawing/2014/main" id="{D4FA2B63-38E2-40C5-9A0A-67B428F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075" y="2402282"/>
            <a:ext cx="115027" cy="111022"/>
          </a:xfrm>
          <a:custGeom xmlns:a="http://schemas.openxmlformats.org/drawingml/2006/main">
            <a:pathLst>
              <a:path w="115027" h="111022">
                <a:moveTo>
                  <a:pt x="115027" y="0"/>
                </a:moveTo>
                <a:lnTo>
                  <a:pt x="115027" y="2964"/>
                </a:lnTo>
                <a:cubicBezTo>
                  <a:pt x="111182" y="3658"/>
                  <a:pt x="108272" y="4885"/>
                  <a:pt x="106296" y="6646"/>
                </a:cubicBezTo>
                <a:cubicBezTo>
                  <a:pt x="103466" y="9261"/>
                  <a:pt x="100956" y="13263"/>
                  <a:pt x="98766" y="18651"/>
                </a:cubicBezTo>
                <a:lnTo>
                  <a:pt x="60878" y="111022"/>
                </a:lnTo>
                <a:lnTo>
                  <a:pt x="57914" y="111022"/>
                </a:lnTo>
                <a:lnTo>
                  <a:pt x="17222" y="17452"/>
                </a:lnTo>
                <a:cubicBezTo>
                  <a:pt x="15139" y="12650"/>
                  <a:pt x="13671" y="9714"/>
                  <a:pt x="12816" y="8646"/>
                </a:cubicBezTo>
                <a:cubicBezTo>
                  <a:pt x="11481" y="6992"/>
                  <a:pt x="9839" y="5699"/>
                  <a:pt x="7890" y="4766"/>
                </a:cubicBezTo>
                <a:cubicBezTo>
                  <a:pt x="5941" y="3832"/>
                  <a:pt x="3311" y="3231"/>
                  <a:pt x="0" y="2964"/>
                </a:cubicBezTo>
                <a:lnTo>
                  <a:pt x="0" y="0"/>
                </a:lnTo>
                <a:lnTo>
                  <a:pt x="44377" y="0"/>
                </a:lnTo>
                <a:lnTo>
                  <a:pt x="44377" y="2964"/>
                </a:lnTo>
                <a:cubicBezTo>
                  <a:pt x="39357" y="3444"/>
                  <a:pt x="36100" y="4299"/>
                  <a:pt x="34604" y="5527"/>
                </a:cubicBezTo>
                <a:cubicBezTo>
                  <a:pt x="33109" y="6754"/>
                  <a:pt x="32361" y="8327"/>
                  <a:pt x="32361" y="10248"/>
                </a:cubicBezTo>
                <a:cubicBezTo>
                  <a:pt x="32361" y="12917"/>
                  <a:pt x="33590" y="17079"/>
                  <a:pt x="36046" y="22734"/>
                </a:cubicBezTo>
                <a:lnTo>
                  <a:pt x="63681" y="86368"/>
                </a:lnTo>
                <a:lnTo>
                  <a:pt x="89314" y="23535"/>
                </a:lnTo>
                <a:cubicBezTo>
                  <a:pt x="91824" y="17346"/>
                  <a:pt x="93079" y="13050"/>
                  <a:pt x="93079" y="10649"/>
                </a:cubicBezTo>
                <a:cubicBezTo>
                  <a:pt x="93079" y="9100"/>
                  <a:pt x="92305" y="7619"/>
                  <a:pt x="90756" y="6205"/>
                </a:cubicBezTo>
                <a:cubicBezTo>
                  <a:pt x="89207" y="4792"/>
                  <a:pt x="86591" y="3792"/>
                  <a:pt x="82906" y="3204"/>
                </a:cubicBezTo>
                <a:cubicBezTo>
                  <a:pt x="82639" y="3151"/>
                  <a:pt x="82185" y="3071"/>
                  <a:pt x="81544" y="2964"/>
                </a:cubicBezTo>
                <a:lnTo>
                  <a:pt x="81544" y="0"/>
                </a:lnTo>
                <a:lnTo>
                  <a:pt x="1150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ectorsof">
            <a:extLst xmlns:a="http://schemas.openxmlformats.org/drawingml/2006/main">
              <a:ext uri="{FF2B5EF4-FFF2-40B4-BE49-F238E27FC236}">
                <a16:creationId xmlns:a16="http://schemas.microsoft.com/office/drawing/2014/main" id="{408D2AB9-61A3-4F5F-873B-D9A78B24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009" y="2396995"/>
            <a:ext cx="579992" cy="116149"/>
          </a:xfrm>
          <a:custGeom xmlns:a="http://schemas.openxmlformats.org/drawingml/2006/main">
            <a:pathLst>
              <a:path w="579992" h="116149">
                <a:moveTo>
                  <a:pt x="11375" y="68247"/>
                </a:moveTo>
                <a:cubicBezTo>
                  <a:pt x="11321" y="79116"/>
                  <a:pt x="13965" y="87641"/>
                  <a:pt x="19305" y="93823"/>
                </a:cubicBezTo>
                <a:cubicBezTo>
                  <a:pt x="24645" y="100002"/>
                  <a:pt x="30920" y="103092"/>
                  <a:pt x="38129" y="103092"/>
                </a:cubicBezTo>
                <a:cubicBezTo>
                  <a:pt x="42935" y="103092"/>
                  <a:pt x="47114" y="101770"/>
                  <a:pt x="50665" y="99127"/>
                </a:cubicBezTo>
                <a:cubicBezTo>
                  <a:pt x="54216" y="96483"/>
                  <a:pt x="57193" y="91958"/>
                  <a:pt x="59596" y="85549"/>
                </a:cubicBezTo>
                <a:lnTo>
                  <a:pt x="62079" y="87151"/>
                </a:lnTo>
                <a:cubicBezTo>
                  <a:pt x="60958" y="94468"/>
                  <a:pt x="57700" y="101129"/>
                  <a:pt x="52307" y="107137"/>
                </a:cubicBezTo>
                <a:cubicBezTo>
                  <a:pt x="46913" y="113145"/>
                  <a:pt x="40158" y="116149"/>
                  <a:pt x="32041" y="116149"/>
                </a:cubicBezTo>
                <a:cubicBezTo>
                  <a:pt x="23230" y="116149"/>
                  <a:pt x="15687" y="112725"/>
                  <a:pt x="9412" y="105878"/>
                </a:cubicBezTo>
                <a:cubicBezTo>
                  <a:pt x="3137" y="99029"/>
                  <a:pt x="0" y="89822"/>
                  <a:pt x="0" y="78258"/>
                </a:cubicBezTo>
                <a:cubicBezTo>
                  <a:pt x="0" y="65735"/>
                  <a:pt x="3217" y="55970"/>
                  <a:pt x="9652" y="48963"/>
                </a:cubicBezTo>
                <a:cubicBezTo>
                  <a:pt x="16087" y="41954"/>
                  <a:pt x="24164" y="38449"/>
                  <a:pt x="33883" y="38449"/>
                </a:cubicBezTo>
                <a:cubicBezTo>
                  <a:pt x="42107" y="38449"/>
                  <a:pt x="48863" y="41153"/>
                  <a:pt x="54149" y="46560"/>
                </a:cubicBezTo>
                <a:cubicBezTo>
                  <a:pt x="59436" y="51965"/>
                  <a:pt x="62079" y="59194"/>
                  <a:pt x="62079" y="68247"/>
                </a:cubicBezTo>
                <a:lnTo>
                  <a:pt x="11375" y="68247"/>
                </a:lnTo>
                <a:moveTo>
                  <a:pt x="11375" y="63601"/>
                </a:moveTo>
                <a:lnTo>
                  <a:pt x="45338" y="63601"/>
                </a:lnTo>
                <a:cubicBezTo>
                  <a:pt x="45071" y="58902"/>
                  <a:pt x="44510" y="55591"/>
                  <a:pt x="43656" y="53669"/>
                </a:cubicBezTo>
                <a:cubicBezTo>
                  <a:pt x="42321" y="50678"/>
                  <a:pt x="40332" y="48328"/>
                  <a:pt x="37688" y="46620"/>
                </a:cubicBezTo>
                <a:cubicBezTo>
                  <a:pt x="35045" y="44911"/>
                  <a:pt x="32281" y="44056"/>
                  <a:pt x="29398" y="44056"/>
                </a:cubicBezTo>
                <a:cubicBezTo>
                  <a:pt x="24965" y="44056"/>
                  <a:pt x="21000" y="45779"/>
                  <a:pt x="17502" y="49223"/>
                </a:cubicBezTo>
                <a:cubicBezTo>
                  <a:pt x="14005" y="52667"/>
                  <a:pt x="11962" y="57460"/>
                  <a:pt x="11375" y="63601"/>
                </a:cubicBezTo>
                <a:close/>
                <a:moveTo>
                  <a:pt x="134196" y="86030"/>
                </a:moveTo>
                <a:cubicBezTo>
                  <a:pt x="132221" y="95696"/>
                  <a:pt x="128349" y="103132"/>
                  <a:pt x="122582" y="108339"/>
                </a:cubicBezTo>
                <a:cubicBezTo>
                  <a:pt x="116814" y="113545"/>
                  <a:pt x="110433" y="116149"/>
                  <a:pt x="103437" y="116149"/>
                </a:cubicBezTo>
                <a:cubicBezTo>
                  <a:pt x="95106" y="116149"/>
                  <a:pt x="87844" y="112655"/>
                  <a:pt x="81649" y="105668"/>
                </a:cubicBezTo>
                <a:cubicBezTo>
                  <a:pt x="75455" y="98679"/>
                  <a:pt x="72357" y="89236"/>
                  <a:pt x="72357" y="77339"/>
                </a:cubicBezTo>
                <a:cubicBezTo>
                  <a:pt x="72357" y="65816"/>
                  <a:pt x="75788" y="56454"/>
                  <a:pt x="82651" y="49253"/>
                </a:cubicBezTo>
                <a:cubicBezTo>
                  <a:pt x="89513" y="42050"/>
                  <a:pt x="97750" y="38449"/>
                  <a:pt x="107362" y="38449"/>
                </a:cubicBezTo>
                <a:cubicBezTo>
                  <a:pt x="114571" y="38449"/>
                  <a:pt x="120499" y="40352"/>
                  <a:pt x="125145" y="44159"/>
                </a:cubicBezTo>
                <a:cubicBezTo>
                  <a:pt x="129791" y="47964"/>
                  <a:pt x="132114" y="51916"/>
                  <a:pt x="132114" y="56014"/>
                </a:cubicBezTo>
                <a:cubicBezTo>
                  <a:pt x="132114" y="58037"/>
                  <a:pt x="131460" y="59674"/>
                  <a:pt x="130151" y="60925"/>
                </a:cubicBezTo>
                <a:cubicBezTo>
                  <a:pt x="128843" y="62175"/>
                  <a:pt x="127014" y="62800"/>
                  <a:pt x="124664" y="62800"/>
                </a:cubicBezTo>
                <a:cubicBezTo>
                  <a:pt x="121514" y="62800"/>
                  <a:pt x="119137" y="61786"/>
                  <a:pt x="117535" y="59756"/>
                </a:cubicBezTo>
                <a:cubicBezTo>
                  <a:pt x="116627" y="58635"/>
                  <a:pt x="116027" y="56499"/>
                  <a:pt x="115733" y="53348"/>
                </a:cubicBezTo>
                <a:cubicBezTo>
                  <a:pt x="115439" y="50198"/>
                  <a:pt x="114358" y="47794"/>
                  <a:pt x="112489" y="46139"/>
                </a:cubicBezTo>
                <a:cubicBezTo>
                  <a:pt x="110620" y="44537"/>
                  <a:pt x="108030" y="43736"/>
                  <a:pt x="104719" y="43736"/>
                </a:cubicBezTo>
                <a:cubicBezTo>
                  <a:pt x="99379" y="43736"/>
                  <a:pt x="95080" y="45712"/>
                  <a:pt x="91822" y="49664"/>
                </a:cubicBezTo>
                <a:cubicBezTo>
                  <a:pt x="87497" y="54897"/>
                  <a:pt x="85334" y="61812"/>
                  <a:pt x="85334" y="70410"/>
                </a:cubicBezTo>
                <a:cubicBezTo>
                  <a:pt x="85334" y="79168"/>
                  <a:pt x="87483" y="86898"/>
                  <a:pt x="91782" y="93600"/>
                </a:cubicBezTo>
                <a:cubicBezTo>
                  <a:pt x="96081" y="100302"/>
                  <a:pt x="101888" y="103653"/>
                  <a:pt x="109204" y="103653"/>
                </a:cubicBezTo>
                <a:cubicBezTo>
                  <a:pt x="114438" y="103653"/>
                  <a:pt x="119137" y="101864"/>
                  <a:pt x="123303" y="98286"/>
                </a:cubicBezTo>
                <a:cubicBezTo>
                  <a:pt x="126240" y="95829"/>
                  <a:pt x="129097" y="91370"/>
                  <a:pt x="131873" y="84909"/>
                </a:cubicBezTo>
                <a:lnTo>
                  <a:pt x="134196" y="86030"/>
                </a:lnTo>
                <a:close/>
                <a:moveTo>
                  <a:pt x="166023" y="16341"/>
                </a:moveTo>
                <a:lnTo>
                  <a:pt x="166023" y="40532"/>
                </a:lnTo>
                <a:lnTo>
                  <a:pt x="183164" y="40532"/>
                </a:lnTo>
                <a:lnTo>
                  <a:pt x="183164" y="46139"/>
                </a:lnTo>
                <a:lnTo>
                  <a:pt x="166023" y="46139"/>
                </a:lnTo>
                <a:lnTo>
                  <a:pt x="166023" y="93655"/>
                </a:lnTo>
                <a:cubicBezTo>
                  <a:pt x="166023" y="98403"/>
                  <a:pt x="166703" y="101603"/>
                  <a:pt x="168065" y="103257"/>
                </a:cubicBezTo>
                <a:cubicBezTo>
                  <a:pt x="169427" y="104909"/>
                  <a:pt x="171176" y="105735"/>
                  <a:pt x="173312" y="105735"/>
                </a:cubicBezTo>
                <a:cubicBezTo>
                  <a:pt x="175074" y="105735"/>
                  <a:pt x="176783" y="105188"/>
                  <a:pt x="178438" y="104093"/>
                </a:cubicBezTo>
                <a:cubicBezTo>
                  <a:pt x="180094" y="102998"/>
                  <a:pt x="181375" y="101383"/>
                  <a:pt x="182283" y="99247"/>
                </a:cubicBezTo>
                <a:lnTo>
                  <a:pt x="185407" y="99247"/>
                </a:lnTo>
                <a:cubicBezTo>
                  <a:pt x="183538" y="104495"/>
                  <a:pt x="180895" y="108465"/>
                  <a:pt x="177477" y="111155"/>
                </a:cubicBezTo>
                <a:cubicBezTo>
                  <a:pt x="174059" y="113843"/>
                  <a:pt x="170535" y="115187"/>
                  <a:pt x="166904" y="115187"/>
                </a:cubicBezTo>
                <a:cubicBezTo>
                  <a:pt x="164447" y="115187"/>
                  <a:pt x="162044" y="114506"/>
                  <a:pt x="159694" y="113142"/>
                </a:cubicBezTo>
                <a:cubicBezTo>
                  <a:pt x="157345" y="111779"/>
                  <a:pt x="155609" y="109828"/>
                  <a:pt x="154488" y="107290"/>
                </a:cubicBezTo>
                <a:cubicBezTo>
                  <a:pt x="153366" y="104750"/>
                  <a:pt x="152806" y="100833"/>
                  <a:pt x="152806" y="95540"/>
                </a:cubicBezTo>
                <a:lnTo>
                  <a:pt x="152806" y="46139"/>
                </a:lnTo>
                <a:lnTo>
                  <a:pt x="141191" y="46139"/>
                </a:lnTo>
                <a:lnTo>
                  <a:pt x="141191" y="43496"/>
                </a:lnTo>
                <a:cubicBezTo>
                  <a:pt x="144128" y="42317"/>
                  <a:pt x="147132" y="40322"/>
                  <a:pt x="150202" y="37510"/>
                </a:cubicBezTo>
                <a:cubicBezTo>
                  <a:pt x="153273" y="34699"/>
                  <a:pt x="156010" y="31364"/>
                  <a:pt x="158413" y="27508"/>
                </a:cubicBezTo>
                <a:cubicBezTo>
                  <a:pt x="159641" y="25473"/>
                  <a:pt x="161350" y="21751"/>
                  <a:pt x="163539" y="16341"/>
                </a:cubicBezTo>
                <a:lnTo>
                  <a:pt x="166023" y="16341"/>
                </a:lnTo>
                <a:close/>
                <a:moveTo>
                  <a:pt x="226207" y="38449"/>
                </a:moveTo>
                <a:cubicBezTo>
                  <a:pt x="237315" y="38449"/>
                  <a:pt x="246233" y="42664"/>
                  <a:pt x="252961" y="51093"/>
                </a:cubicBezTo>
                <a:cubicBezTo>
                  <a:pt x="258675" y="58294"/>
                  <a:pt x="261532" y="66563"/>
                  <a:pt x="261532" y="75900"/>
                </a:cubicBezTo>
                <a:cubicBezTo>
                  <a:pt x="261532" y="82461"/>
                  <a:pt x="259957" y="89103"/>
                  <a:pt x="256806" y="95825"/>
                </a:cubicBezTo>
                <a:cubicBezTo>
                  <a:pt x="253656" y="102545"/>
                  <a:pt x="249317" y="107613"/>
                  <a:pt x="243790" y="111027"/>
                </a:cubicBezTo>
                <a:cubicBezTo>
                  <a:pt x="238263" y="114441"/>
                  <a:pt x="232108" y="116149"/>
                  <a:pt x="225326" y="116149"/>
                </a:cubicBezTo>
                <a:cubicBezTo>
                  <a:pt x="214272" y="116149"/>
                  <a:pt x="205487" y="111747"/>
                  <a:pt x="198972" y="102944"/>
                </a:cubicBezTo>
                <a:cubicBezTo>
                  <a:pt x="193472" y="95530"/>
                  <a:pt x="190722" y="87208"/>
                  <a:pt x="190722" y="77980"/>
                </a:cubicBezTo>
                <a:cubicBezTo>
                  <a:pt x="190722" y="71258"/>
                  <a:pt x="192391" y="64576"/>
                  <a:pt x="195728" y="57934"/>
                </a:cubicBezTo>
                <a:cubicBezTo>
                  <a:pt x="199066" y="51292"/>
                  <a:pt x="203458" y="46384"/>
                  <a:pt x="208905" y="43210"/>
                </a:cubicBezTo>
                <a:cubicBezTo>
                  <a:pt x="214352" y="40036"/>
                  <a:pt x="220119" y="38449"/>
                  <a:pt x="226207" y="38449"/>
                </a:cubicBezTo>
                <a:moveTo>
                  <a:pt x="223724" y="43736"/>
                </a:moveTo>
                <a:cubicBezTo>
                  <a:pt x="220894" y="43736"/>
                  <a:pt x="218050" y="44576"/>
                  <a:pt x="215193" y="46257"/>
                </a:cubicBezTo>
                <a:cubicBezTo>
                  <a:pt x="212336" y="47937"/>
                  <a:pt x="210026" y="50884"/>
                  <a:pt x="208264" y="55098"/>
                </a:cubicBezTo>
                <a:cubicBezTo>
                  <a:pt x="206502" y="59312"/>
                  <a:pt x="205621" y="64725"/>
                  <a:pt x="205621" y="71339"/>
                </a:cubicBezTo>
                <a:cubicBezTo>
                  <a:pt x="205621" y="82006"/>
                  <a:pt x="207744" y="91207"/>
                  <a:pt x="211989" y="98942"/>
                </a:cubicBezTo>
                <a:cubicBezTo>
                  <a:pt x="216234" y="106675"/>
                  <a:pt x="221828" y="110541"/>
                  <a:pt x="228770" y="110541"/>
                </a:cubicBezTo>
                <a:cubicBezTo>
                  <a:pt x="233950" y="110541"/>
                  <a:pt x="238223" y="108408"/>
                  <a:pt x="241587" y="104141"/>
                </a:cubicBezTo>
                <a:cubicBezTo>
                  <a:pt x="244951" y="99874"/>
                  <a:pt x="246633" y="92540"/>
                  <a:pt x="246633" y="82140"/>
                </a:cubicBezTo>
                <a:cubicBezTo>
                  <a:pt x="246633" y="69125"/>
                  <a:pt x="243830" y="58884"/>
                  <a:pt x="238223" y="51416"/>
                </a:cubicBezTo>
                <a:cubicBezTo>
                  <a:pt x="234431" y="46296"/>
                  <a:pt x="229598" y="43736"/>
                  <a:pt x="223724" y="43736"/>
                </a:cubicBezTo>
                <a:close/>
                <a:moveTo>
                  <a:pt x="293814" y="38449"/>
                </a:moveTo>
                <a:lnTo>
                  <a:pt x="293814" y="54950"/>
                </a:lnTo>
                <a:cubicBezTo>
                  <a:pt x="299955" y="43950"/>
                  <a:pt x="306256" y="38449"/>
                  <a:pt x="312718" y="38449"/>
                </a:cubicBezTo>
                <a:cubicBezTo>
                  <a:pt x="315655" y="38449"/>
                  <a:pt x="318085" y="39344"/>
                  <a:pt x="320007" y="41133"/>
                </a:cubicBezTo>
                <a:cubicBezTo>
                  <a:pt x="321929" y="42922"/>
                  <a:pt x="322891" y="44991"/>
                  <a:pt x="322891" y="47341"/>
                </a:cubicBezTo>
                <a:cubicBezTo>
                  <a:pt x="322891" y="49423"/>
                  <a:pt x="322197" y="51185"/>
                  <a:pt x="320808" y="52627"/>
                </a:cubicBezTo>
                <a:cubicBezTo>
                  <a:pt x="319420" y="54069"/>
                  <a:pt x="317764" y="54790"/>
                  <a:pt x="315842" y="54790"/>
                </a:cubicBezTo>
                <a:cubicBezTo>
                  <a:pt x="313973" y="54790"/>
                  <a:pt x="311877" y="53869"/>
                  <a:pt x="309554" y="52027"/>
                </a:cubicBezTo>
                <a:cubicBezTo>
                  <a:pt x="307231" y="50184"/>
                  <a:pt x="305508" y="49263"/>
                  <a:pt x="304387" y="49263"/>
                </a:cubicBezTo>
                <a:cubicBezTo>
                  <a:pt x="303426" y="49263"/>
                  <a:pt x="302384" y="49795"/>
                  <a:pt x="301263" y="50860"/>
                </a:cubicBezTo>
                <a:cubicBezTo>
                  <a:pt x="298860" y="53045"/>
                  <a:pt x="296377" y="56640"/>
                  <a:pt x="293814" y="61646"/>
                </a:cubicBezTo>
                <a:lnTo>
                  <a:pt x="293814" y="96721"/>
                </a:lnTo>
                <a:cubicBezTo>
                  <a:pt x="293814" y="100768"/>
                  <a:pt x="294321" y="103830"/>
                  <a:pt x="295335" y="105908"/>
                </a:cubicBezTo>
                <a:cubicBezTo>
                  <a:pt x="296030" y="107346"/>
                  <a:pt x="297258" y="108546"/>
                  <a:pt x="299020" y="109505"/>
                </a:cubicBezTo>
                <a:cubicBezTo>
                  <a:pt x="300782" y="110463"/>
                  <a:pt x="303319" y="110942"/>
                  <a:pt x="306630" y="110942"/>
                </a:cubicBezTo>
                <a:lnTo>
                  <a:pt x="306630" y="113906"/>
                </a:lnTo>
                <a:lnTo>
                  <a:pt x="269062" y="113906"/>
                </a:lnTo>
                <a:lnTo>
                  <a:pt x="269062" y="110942"/>
                </a:lnTo>
                <a:cubicBezTo>
                  <a:pt x="272800" y="110942"/>
                  <a:pt x="275577" y="110356"/>
                  <a:pt x="277393" y="109185"/>
                </a:cubicBezTo>
                <a:cubicBezTo>
                  <a:pt x="278728" y="108332"/>
                  <a:pt x="279662" y="106973"/>
                  <a:pt x="280196" y="105107"/>
                </a:cubicBezTo>
                <a:cubicBezTo>
                  <a:pt x="280463" y="104201"/>
                  <a:pt x="280597" y="101617"/>
                  <a:pt x="280597" y="97355"/>
                </a:cubicBezTo>
                <a:lnTo>
                  <a:pt x="280597" y="68981"/>
                </a:lnTo>
                <a:cubicBezTo>
                  <a:pt x="280597" y="60455"/>
                  <a:pt x="280423" y="55380"/>
                  <a:pt x="280076" y="53756"/>
                </a:cubicBezTo>
                <a:cubicBezTo>
                  <a:pt x="279729" y="52131"/>
                  <a:pt x="279088" y="50945"/>
                  <a:pt x="278154" y="50199"/>
                </a:cubicBezTo>
                <a:cubicBezTo>
                  <a:pt x="277219" y="49453"/>
                  <a:pt x="276057" y="49080"/>
                  <a:pt x="274669" y="49080"/>
                </a:cubicBezTo>
                <a:cubicBezTo>
                  <a:pt x="273014" y="49080"/>
                  <a:pt x="271145" y="49480"/>
                  <a:pt x="269062" y="50279"/>
                </a:cubicBezTo>
                <a:lnTo>
                  <a:pt x="268261" y="47401"/>
                </a:lnTo>
                <a:lnTo>
                  <a:pt x="290449" y="38449"/>
                </a:lnTo>
                <a:lnTo>
                  <a:pt x="293814" y="38449"/>
                </a:lnTo>
                <a:close/>
                <a:moveTo>
                  <a:pt x="374395" y="38449"/>
                </a:moveTo>
                <a:lnTo>
                  <a:pt x="374395" y="63281"/>
                </a:lnTo>
                <a:lnTo>
                  <a:pt x="371752" y="63281"/>
                </a:lnTo>
                <a:cubicBezTo>
                  <a:pt x="369723" y="55493"/>
                  <a:pt x="367119" y="50195"/>
                  <a:pt x="363942" y="47388"/>
                </a:cubicBezTo>
                <a:cubicBezTo>
                  <a:pt x="360765" y="44580"/>
                  <a:pt x="356719" y="43175"/>
                  <a:pt x="351806" y="43175"/>
                </a:cubicBezTo>
                <a:cubicBezTo>
                  <a:pt x="348068" y="43175"/>
                  <a:pt x="345051" y="44162"/>
                  <a:pt x="342755" y="46137"/>
                </a:cubicBezTo>
                <a:cubicBezTo>
                  <a:pt x="340459" y="48109"/>
                  <a:pt x="339310" y="50296"/>
                  <a:pt x="339310" y="52697"/>
                </a:cubicBezTo>
                <a:cubicBezTo>
                  <a:pt x="339310" y="55685"/>
                  <a:pt x="340165" y="58245"/>
                  <a:pt x="341874" y="60377"/>
                </a:cubicBezTo>
                <a:cubicBezTo>
                  <a:pt x="343529" y="62565"/>
                  <a:pt x="346893" y="64885"/>
                  <a:pt x="351967" y="67339"/>
                </a:cubicBezTo>
                <a:lnTo>
                  <a:pt x="363662" y="73021"/>
                </a:lnTo>
                <a:cubicBezTo>
                  <a:pt x="374502" y="78301"/>
                  <a:pt x="379922" y="85262"/>
                  <a:pt x="379922" y="93905"/>
                </a:cubicBezTo>
                <a:cubicBezTo>
                  <a:pt x="379922" y="100572"/>
                  <a:pt x="377399" y="105946"/>
                  <a:pt x="372353" y="110028"/>
                </a:cubicBezTo>
                <a:cubicBezTo>
                  <a:pt x="367306" y="114108"/>
                  <a:pt x="361659" y="116149"/>
                  <a:pt x="355411" y="116149"/>
                </a:cubicBezTo>
                <a:cubicBezTo>
                  <a:pt x="350925" y="116149"/>
                  <a:pt x="345799" y="115348"/>
                  <a:pt x="340031" y="113745"/>
                </a:cubicBezTo>
                <a:cubicBezTo>
                  <a:pt x="338269" y="113211"/>
                  <a:pt x="336827" y="112944"/>
                  <a:pt x="335706" y="112944"/>
                </a:cubicBezTo>
                <a:cubicBezTo>
                  <a:pt x="334478" y="112944"/>
                  <a:pt x="333516" y="113639"/>
                  <a:pt x="332822" y="115027"/>
                </a:cubicBezTo>
                <a:lnTo>
                  <a:pt x="330179" y="115027"/>
                </a:lnTo>
                <a:lnTo>
                  <a:pt x="330179" y="88754"/>
                </a:lnTo>
                <a:lnTo>
                  <a:pt x="332822" y="88754"/>
                </a:lnTo>
                <a:cubicBezTo>
                  <a:pt x="334317" y="96256"/>
                  <a:pt x="337174" y="101910"/>
                  <a:pt x="341393" y="105715"/>
                </a:cubicBezTo>
                <a:cubicBezTo>
                  <a:pt x="345612" y="109520"/>
                  <a:pt x="350338" y="111423"/>
                  <a:pt x="355571" y="111423"/>
                </a:cubicBezTo>
                <a:cubicBezTo>
                  <a:pt x="359256" y="111423"/>
                  <a:pt x="362260" y="110343"/>
                  <a:pt x="364583" y="108183"/>
                </a:cubicBezTo>
                <a:cubicBezTo>
                  <a:pt x="366906" y="106022"/>
                  <a:pt x="368067" y="103421"/>
                  <a:pt x="368067" y="100381"/>
                </a:cubicBezTo>
                <a:cubicBezTo>
                  <a:pt x="368067" y="96700"/>
                  <a:pt x="366772" y="93606"/>
                  <a:pt x="364182" y="91099"/>
                </a:cubicBezTo>
                <a:cubicBezTo>
                  <a:pt x="361592" y="88592"/>
                  <a:pt x="356426" y="85419"/>
                  <a:pt x="348682" y="81579"/>
                </a:cubicBezTo>
                <a:cubicBezTo>
                  <a:pt x="340939" y="77738"/>
                  <a:pt x="335866" y="74270"/>
                  <a:pt x="333463" y="71176"/>
                </a:cubicBezTo>
                <a:cubicBezTo>
                  <a:pt x="331060" y="68135"/>
                  <a:pt x="329858" y="64295"/>
                  <a:pt x="329858" y="59654"/>
                </a:cubicBezTo>
                <a:cubicBezTo>
                  <a:pt x="329858" y="53626"/>
                  <a:pt x="331928" y="48585"/>
                  <a:pt x="336066" y="44532"/>
                </a:cubicBezTo>
                <a:cubicBezTo>
                  <a:pt x="340205" y="40477"/>
                  <a:pt x="345558" y="38449"/>
                  <a:pt x="352127" y="38449"/>
                </a:cubicBezTo>
                <a:cubicBezTo>
                  <a:pt x="355010" y="38449"/>
                  <a:pt x="358508" y="39063"/>
                  <a:pt x="362620" y="40292"/>
                </a:cubicBezTo>
                <a:cubicBezTo>
                  <a:pt x="365344" y="41093"/>
                  <a:pt x="367159" y="41493"/>
                  <a:pt x="368067" y="41493"/>
                </a:cubicBezTo>
                <a:cubicBezTo>
                  <a:pt x="368922" y="41493"/>
                  <a:pt x="369589" y="41306"/>
                  <a:pt x="370070" y="40932"/>
                </a:cubicBezTo>
                <a:cubicBezTo>
                  <a:pt x="370550" y="40559"/>
                  <a:pt x="371111" y="39731"/>
                  <a:pt x="371752" y="38449"/>
                </a:cubicBezTo>
                <a:lnTo>
                  <a:pt x="374395" y="38449"/>
                </a:lnTo>
                <a:close/>
                <a:moveTo>
                  <a:pt x="467688" y="38449"/>
                </a:moveTo>
                <a:cubicBezTo>
                  <a:pt x="478796" y="38449"/>
                  <a:pt x="487714" y="42664"/>
                  <a:pt x="494442" y="51093"/>
                </a:cubicBezTo>
                <a:cubicBezTo>
                  <a:pt x="500156" y="58294"/>
                  <a:pt x="503013" y="66563"/>
                  <a:pt x="503013" y="75900"/>
                </a:cubicBezTo>
                <a:cubicBezTo>
                  <a:pt x="503013" y="82461"/>
                  <a:pt x="501438" y="89103"/>
                  <a:pt x="498287" y="95825"/>
                </a:cubicBezTo>
                <a:cubicBezTo>
                  <a:pt x="495137" y="102545"/>
                  <a:pt x="490798" y="107613"/>
                  <a:pt x="485271" y="111027"/>
                </a:cubicBezTo>
                <a:cubicBezTo>
                  <a:pt x="479744" y="114441"/>
                  <a:pt x="473589" y="116149"/>
                  <a:pt x="466807" y="116149"/>
                </a:cubicBezTo>
                <a:cubicBezTo>
                  <a:pt x="455753" y="116149"/>
                  <a:pt x="446968" y="111747"/>
                  <a:pt x="440453" y="102944"/>
                </a:cubicBezTo>
                <a:cubicBezTo>
                  <a:pt x="434953" y="95530"/>
                  <a:pt x="432203" y="87208"/>
                  <a:pt x="432203" y="77980"/>
                </a:cubicBezTo>
                <a:cubicBezTo>
                  <a:pt x="432203" y="71258"/>
                  <a:pt x="433872" y="64576"/>
                  <a:pt x="437209" y="57934"/>
                </a:cubicBezTo>
                <a:cubicBezTo>
                  <a:pt x="440547" y="51292"/>
                  <a:pt x="444939" y="46384"/>
                  <a:pt x="450386" y="43210"/>
                </a:cubicBezTo>
                <a:cubicBezTo>
                  <a:pt x="455833" y="40036"/>
                  <a:pt x="461600" y="38449"/>
                  <a:pt x="467688" y="38449"/>
                </a:cubicBezTo>
                <a:moveTo>
                  <a:pt x="465205" y="43736"/>
                </a:moveTo>
                <a:cubicBezTo>
                  <a:pt x="462375" y="43736"/>
                  <a:pt x="459531" y="44576"/>
                  <a:pt x="456674" y="46257"/>
                </a:cubicBezTo>
                <a:cubicBezTo>
                  <a:pt x="453817" y="47937"/>
                  <a:pt x="451507" y="50884"/>
                  <a:pt x="449745" y="55098"/>
                </a:cubicBezTo>
                <a:cubicBezTo>
                  <a:pt x="447983" y="59312"/>
                  <a:pt x="447102" y="64725"/>
                  <a:pt x="447102" y="71339"/>
                </a:cubicBezTo>
                <a:cubicBezTo>
                  <a:pt x="447102" y="82006"/>
                  <a:pt x="449225" y="91207"/>
                  <a:pt x="453470" y="98942"/>
                </a:cubicBezTo>
                <a:cubicBezTo>
                  <a:pt x="457715" y="106675"/>
                  <a:pt x="463309" y="110541"/>
                  <a:pt x="470251" y="110541"/>
                </a:cubicBezTo>
                <a:cubicBezTo>
                  <a:pt x="475431" y="110541"/>
                  <a:pt x="479704" y="108408"/>
                  <a:pt x="483068" y="104141"/>
                </a:cubicBezTo>
                <a:cubicBezTo>
                  <a:pt x="486432" y="99874"/>
                  <a:pt x="488114" y="92540"/>
                  <a:pt x="488114" y="82140"/>
                </a:cubicBezTo>
                <a:cubicBezTo>
                  <a:pt x="488114" y="69125"/>
                  <a:pt x="485311" y="58884"/>
                  <a:pt x="479704" y="51416"/>
                </a:cubicBezTo>
                <a:cubicBezTo>
                  <a:pt x="475912" y="46296"/>
                  <a:pt x="471079" y="43736"/>
                  <a:pt x="465205" y="43736"/>
                </a:cubicBezTo>
                <a:close/>
                <a:moveTo>
                  <a:pt x="542504" y="46139"/>
                </a:moveTo>
                <a:lnTo>
                  <a:pt x="542504" y="94421"/>
                </a:lnTo>
                <a:cubicBezTo>
                  <a:pt x="542504" y="101265"/>
                  <a:pt x="543252" y="105595"/>
                  <a:pt x="544747" y="107412"/>
                </a:cubicBezTo>
                <a:cubicBezTo>
                  <a:pt x="546723" y="109765"/>
                  <a:pt x="549366" y="110942"/>
                  <a:pt x="552677" y="110942"/>
                </a:cubicBezTo>
                <a:lnTo>
                  <a:pt x="559326" y="110942"/>
                </a:lnTo>
                <a:lnTo>
                  <a:pt x="559326" y="113906"/>
                </a:lnTo>
                <a:lnTo>
                  <a:pt x="515510" y="113906"/>
                </a:lnTo>
                <a:lnTo>
                  <a:pt x="515510" y="110942"/>
                </a:lnTo>
                <a:lnTo>
                  <a:pt x="518794" y="110942"/>
                </a:lnTo>
                <a:cubicBezTo>
                  <a:pt x="520930" y="110942"/>
                  <a:pt x="522879" y="110407"/>
                  <a:pt x="524641" y="109337"/>
                </a:cubicBezTo>
                <a:cubicBezTo>
                  <a:pt x="526403" y="108268"/>
                  <a:pt x="527618" y="106824"/>
                  <a:pt x="528286" y="105007"/>
                </a:cubicBezTo>
                <a:cubicBezTo>
                  <a:pt x="528953" y="103189"/>
                  <a:pt x="529287" y="99661"/>
                  <a:pt x="529287" y="94421"/>
                </a:cubicBezTo>
                <a:lnTo>
                  <a:pt x="529287" y="46139"/>
                </a:lnTo>
                <a:lnTo>
                  <a:pt x="515029" y="46139"/>
                </a:lnTo>
                <a:lnTo>
                  <a:pt x="515029" y="40532"/>
                </a:lnTo>
                <a:lnTo>
                  <a:pt x="529287" y="40532"/>
                </a:lnTo>
                <a:lnTo>
                  <a:pt x="529287" y="35706"/>
                </a:lnTo>
                <a:cubicBezTo>
                  <a:pt x="529287" y="28361"/>
                  <a:pt x="530462" y="22142"/>
                  <a:pt x="532812" y="17049"/>
                </a:cubicBezTo>
                <a:cubicBezTo>
                  <a:pt x="535161" y="11956"/>
                  <a:pt x="538753" y="7842"/>
                  <a:pt x="543585" y="4706"/>
                </a:cubicBezTo>
                <a:cubicBezTo>
                  <a:pt x="548418" y="1569"/>
                  <a:pt x="553852" y="0"/>
                  <a:pt x="559886" y="0"/>
                </a:cubicBezTo>
                <a:cubicBezTo>
                  <a:pt x="565493" y="0"/>
                  <a:pt x="570647" y="1816"/>
                  <a:pt x="575346" y="5447"/>
                </a:cubicBezTo>
                <a:cubicBezTo>
                  <a:pt x="578443" y="7850"/>
                  <a:pt x="579992" y="10547"/>
                  <a:pt x="579992" y="13537"/>
                </a:cubicBezTo>
                <a:cubicBezTo>
                  <a:pt x="579992" y="15139"/>
                  <a:pt x="579298" y="16648"/>
                  <a:pt x="577909" y="18063"/>
                </a:cubicBezTo>
                <a:cubicBezTo>
                  <a:pt x="576521" y="19478"/>
                  <a:pt x="575026" y="20186"/>
                  <a:pt x="573424" y="20186"/>
                </a:cubicBezTo>
                <a:cubicBezTo>
                  <a:pt x="572195" y="20186"/>
                  <a:pt x="570900" y="19740"/>
                  <a:pt x="569539" y="18849"/>
                </a:cubicBezTo>
                <a:cubicBezTo>
                  <a:pt x="568177" y="17958"/>
                  <a:pt x="566508" y="16041"/>
                  <a:pt x="564532" y="13099"/>
                </a:cubicBezTo>
                <a:cubicBezTo>
                  <a:pt x="562556" y="10157"/>
                  <a:pt x="560741" y="8173"/>
                  <a:pt x="559085" y="7147"/>
                </a:cubicBezTo>
                <a:cubicBezTo>
                  <a:pt x="557430" y="6120"/>
                  <a:pt x="555587" y="5607"/>
                  <a:pt x="553558" y="5607"/>
                </a:cubicBezTo>
                <a:cubicBezTo>
                  <a:pt x="551102" y="5607"/>
                  <a:pt x="549019" y="6268"/>
                  <a:pt x="547310" y="7590"/>
                </a:cubicBezTo>
                <a:cubicBezTo>
                  <a:pt x="545601" y="8910"/>
                  <a:pt x="544373" y="10957"/>
                  <a:pt x="543626" y="13733"/>
                </a:cubicBezTo>
                <a:cubicBezTo>
                  <a:pt x="542878" y="16508"/>
                  <a:pt x="542504" y="23662"/>
                  <a:pt x="542504" y="35195"/>
                </a:cubicBezTo>
                <a:lnTo>
                  <a:pt x="542504" y="40532"/>
                </a:lnTo>
                <a:lnTo>
                  <a:pt x="561408" y="40532"/>
                </a:lnTo>
                <a:lnTo>
                  <a:pt x="561408" y="46139"/>
                </a:lnTo>
                <a:lnTo>
                  <a:pt x="542504" y="46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book2">
            <a:extLst xmlns:a="http://schemas.openxmlformats.org/drawingml/2006/main">
              <a:ext uri="{FF2B5EF4-FFF2-40B4-BE49-F238E27FC236}">
                <a16:creationId xmlns:a16="http://schemas.microsoft.com/office/drawing/2014/main" id="{88C9C0DC-B08E-4DAE-80C6-1DC77ECE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3492" y="2602058"/>
            <a:ext cx="444729" cy="116149"/>
          </a:xfrm>
          <a:custGeom xmlns:a="http://schemas.openxmlformats.org/drawingml/2006/main">
            <a:pathLst>
              <a:path w="444729" h="116149">
                <a:moveTo>
                  <a:pt x="25633" y="53268"/>
                </a:moveTo>
                <a:cubicBezTo>
                  <a:pt x="32735" y="43389"/>
                  <a:pt x="40398" y="38449"/>
                  <a:pt x="48622" y="38449"/>
                </a:cubicBezTo>
                <a:cubicBezTo>
                  <a:pt x="56152" y="38449"/>
                  <a:pt x="62720" y="41663"/>
                  <a:pt x="68327" y="48092"/>
                </a:cubicBezTo>
                <a:cubicBezTo>
                  <a:pt x="73935" y="54520"/>
                  <a:pt x="76738" y="63308"/>
                  <a:pt x="76738" y="74458"/>
                </a:cubicBezTo>
                <a:cubicBezTo>
                  <a:pt x="76738" y="87474"/>
                  <a:pt x="72413" y="97957"/>
                  <a:pt x="63762" y="105905"/>
                </a:cubicBezTo>
                <a:cubicBezTo>
                  <a:pt x="56339" y="112734"/>
                  <a:pt x="48061" y="116149"/>
                  <a:pt x="38930" y="116149"/>
                </a:cubicBezTo>
                <a:cubicBezTo>
                  <a:pt x="34658" y="116149"/>
                  <a:pt x="30319" y="115374"/>
                  <a:pt x="25913" y="113826"/>
                </a:cubicBezTo>
                <a:cubicBezTo>
                  <a:pt x="21508" y="112277"/>
                  <a:pt x="17008" y="109954"/>
                  <a:pt x="12416" y="106857"/>
                </a:cubicBezTo>
                <a:lnTo>
                  <a:pt x="12416" y="30839"/>
                </a:lnTo>
                <a:cubicBezTo>
                  <a:pt x="12416" y="22509"/>
                  <a:pt x="12216" y="17382"/>
                  <a:pt x="11815" y="15460"/>
                </a:cubicBezTo>
                <a:cubicBezTo>
                  <a:pt x="11415" y="13537"/>
                  <a:pt x="10787" y="12229"/>
                  <a:pt x="9933" y="11535"/>
                </a:cubicBezTo>
                <a:cubicBezTo>
                  <a:pt x="9078" y="10841"/>
                  <a:pt x="8010" y="10493"/>
                  <a:pt x="6729" y="10493"/>
                </a:cubicBezTo>
                <a:cubicBezTo>
                  <a:pt x="5233" y="10493"/>
                  <a:pt x="3364" y="10921"/>
                  <a:pt x="1121" y="11775"/>
                </a:cubicBezTo>
                <a:lnTo>
                  <a:pt x="0" y="8971"/>
                </a:lnTo>
                <a:lnTo>
                  <a:pt x="22028" y="0"/>
                </a:lnTo>
                <a:lnTo>
                  <a:pt x="25633" y="0"/>
                </a:lnTo>
                <a:lnTo>
                  <a:pt x="25633" y="53268"/>
                </a:lnTo>
                <a:moveTo>
                  <a:pt x="25633" y="58372"/>
                </a:moveTo>
                <a:lnTo>
                  <a:pt x="25633" y="102153"/>
                </a:lnTo>
                <a:cubicBezTo>
                  <a:pt x="28356" y="104815"/>
                  <a:pt x="31173" y="106825"/>
                  <a:pt x="34084" y="108183"/>
                </a:cubicBezTo>
                <a:cubicBezTo>
                  <a:pt x="36994" y="109542"/>
                  <a:pt x="39971" y="110221"/>
                  <a:pt x="43015" y="110221"/>
                </a:cubicBezTo>
                <a:cubicBezTo>
                  <a:pt x="47875" y="110221"/>
                  <a:pt x="52400" y="107558"/>
                  <a:pt x="56592" y="102233"/>
                </a:cubicBezTo>
                <a:cubicBezTo>
                  <a:pt x="60784" y="96906"/>
                  <a:pt x="62880" y="89157"/>
                  <a:pt x="62880" y="78984"/>
                </a:cubicBezTo>
                <a:cubicBezTo>
                  <a:pt x="62880" y="69610"/>
                  <a:pt x="60784" y="62406"/>
                  <a:pt x="56592" y="57373"/>
                </a:cubicBezTo>
                <a:cubicBezTo>
                  <a:pt x="52400" y="52340"/>
                  <a:pt x="47634" y="49824"/>
                  <a:pt x="42294" y="49824"/>
                </a:cubicBezTo>
                <a:cubicBezTo>
                  <a:pt x="39464" y="49824"/>
                  <a:pt x="36634" y="50543"/>
                  <a:pt x="33803" y="51981"/>
                </a:cubicBezTo>
                <a:cubicBezTo>
                  <a:pt x="31667" y="53046"/>
                  <a:pt x="28944" y="55176"/>
                  <a:pt x="25633" y="58372"/>
                </a:cubicBezTo>
                <a:close/>
                <a:moveTo>
                  <a:pt x="123438" y="38449"/>
                </a:moveTo>
                <a:cubicBezTo>
                  <a:pt x="134545" y="38449"/>
                  <a:pt x="143463" y="42664"/>
                  <a:pt x="150192" y="51093"/>
                </a:cubicBezTo>
                <a:cubicBezTo>
                  <a:pt x="155906" y="58294"/>
                  <a:pt x="158763" y="66563"/>
                  <a:pt x="158763" y="75900"/>
                </a:cubicBezTo>
                <a:cubicBezTo>
                  <a:pt x="158763" y="82461"/>
                  <a:pt x="157188" y="89103"/>
                  <a:pt x="154037" y="95825"/>
                </a:cubicBezTo>
                <a:cubicBezTo>
                  <a:pt x="150886" y="102545"/>
                  <a:pt x="146547" y="107613"/>
                  <a:pt x="141020" y="111027"/>
                </a:cubicBezTo>
                <a:cubicBezTo>
                  <a:pt x="135493" y="114441"/>
                  <a:pt x="129339" y="116149"/>
                  <a:pt x="122557" y="116149"/>
                </a:cubicBezTo>
                <a:cubicBezTo>
                  <a:pt x="111503" y="116149"/>
                  <a:pt x="102718" y="111747"/>
                  <a:pt x="96203" y="102944"/>
                </a:cubicBezTo>
                <a:cubicBezTo>
                  <a:pt x="90703" y="95530"/>
                  <a:pt x="87952" y="87208"/>
                  <a:pt x="87952" y="77980"/>
                </a:cubicBezTo>
                <a:cubicBezTo>
                  <a:pt x="87952" y="71258"/>
                  <a:pt x="89621" y="64576"/>
                  <a:pt x="92959" y="57934"/>
                </a:cubicBezTo>
                <a:cubicBezTo>
                  <a:pt x="96296" y="51292"/>
                  <a:pt x="100689" y="46384"/>
                  <a:pt x="106136" y="43210"/>
                </a:cubicBezTo>
                <a:cubicBezTo>
                  <a:pt x="111583" y="40036"/>
                  <a:pt x="117350" y="38449"/>
                  <a:pt x="123438" y="38449"/>
                </a:cubicBezTo>
                <a:moveTo>
                  <a:pt x="120955" y="43736"/>
                </a:moveTo>
                <a:cubicBezTo>
                  <a:pt x="118124" y="43736"/>
                  <a:pt x="115281" y="44576"/>
                  <a:pt x="112424" y="46257"/>
                </a:cubicBezTo>
                <a:cubicBezTo>
                  <a:pt x="109567" y="47937"/>
                  <a:pt x="107257" y="50884"/>
                  <a:pt x="105495" y="55098"/>
                </a:cubicBezTo>
                <a:cubicBezTo>
                  <a:pt x="103733" y="59312"/>
                  <a:pt x="102851" y="64725"/>
                  <a:pt x="102851" y="71339"/>
                </a:cubicBezTo>
                <a:cubicBezTo>
                  <a:pt x="102851" y="82006"/>
                  <a:pt x="104974" y="91207"/>
                  <a:pt x="109220" y="98942"/>
                </a:cubicBezTo>
                <a:cubicBezTo>
                  <a:pt x="113465" y="106675"/>
                  <a:pt x="119059" y="110541"/>
                  <a:pt x="126001" y="110541"/>
                </a:cubicBezTo>
                <a:cubicBezTo>
                  <a:pt x="131181" y="110541"/>
                  <a:pt x="135453" y="108408"/>
                  <a:pt x="138817" y="104141"/>
                </a:cubicBezTo>
                <a:cubicBezTo>
                  <a:pt x="142182" y="99874"/>
                  <a:pt x="143864" y="92540"/>
                  <a:pt x="143864" y="82140"/>
                </a:cubicBezTo>
                <a:cubicBezTo>
                  <a:pt x="143864" y="69125"/>
                  <a:pt x="141060" y="58884"/>
                  <a:pt x="135453" y="51416"/>
                </a:cubicBezTo>
                <a:cubicBezTo>
                  <a:pt x="131662" y="46296"/>
                  <a:pt x="126829" y="43736"/>
                  <a:pt x="120955" y="43736"/>
                </a:cubicBezTo>
                <a:close/>
                <a:moveTo>
                  <a:pt x="205463" y="38449"/>
                </a:moveTo>
                <a:cubicBezTo>
                  <a:pt x="216570" y="38449"/>
                  <a:pt x="225489" y="42664"/>
                  <a:pt x="232217" y="51093"/>
                </a:cubicBezTo>
                <a:cubicBezTo>
                  <a:pt x="237931" y="58294"/>
                  <a:pt x="240788" y="66563"/>
                  <a:pt x="240788" y="75900"/>
                </a:cubicBezTo>
                <a:cubicBezTo>
                  <a:pt x="240788" y="82461"/>
                  <a:pt x="239213" y="89103"/>
                  <a:pt x="236062" y="95825"/>
                </a:cubicBezTo>
                <a:cubicBezTo>
                  <a:pt x="232911" y="102545"/>
                  <a:pt x="228572" y="107613"/>
                  <a:pt x="223045" y="111027"/>
                </a:cubicBezTo>
                <a:cubicBezTo>
                  <a:pt x="217518" y="114441"/>
                  <a:pt x="211364" y="116149"/>
                  <a:pt x="204582" y="116149"/>
                </a:cubicBezTo>
                <a:cubicBezTo>
                  <a:pt x="193528" y="116149"/>
                  <a:pt x="184743" y="111747"/>
                  <a:pt x="178228" y="102944"/>
                </a:cubicBezTo>
                <a:cubicBezTo>
                  <a:pt x="172728" y="95530"/>
                  <a:pt x="169978" y="87208"/>
                  <a:pt x="169978" y="77980"/>
                </a:cubicBezTo>
                <a:cubicBezTo>
                  <a:pt x="169978" y="71258"/>
                  <a:pt x="171646" y="64576"/>
                  <a:pt x="174984" y="57934"/>
                </a:cubicBezTo>
                <a:cubicBezTo>
                  <a:pt x="178322" y="51292"/>
                  <a:pt x="182714" y="46384"/>
                  <a:pt x="188161" y="43210"/>
                </a:cubicBezTo>
                <a:cubicBezTo>
                  <a:pt x="193608" y="40036"/>
                  <a:pt x="199375" y="38449"/>
                  <a:pt x="205463" y="38449"/>
                </a:cubicBezTo>
                <a:moveTo>
                  <a:pt x="202980" y="43736"/>
                </a:moveTo>
                <a:cubicBezTo>
                  <a:pt x="200149" y="43736"/>
                  <a:pt x="197306" y="44576"/>
                  <a:pt x="194449" y="46257"/>
                </a:cubicBezTo>
                <a:cubicBezTo>
                  <a:pt x="191592" y="47937"/>
                  <a:pt x="189282" y="50884"/>
                  <a:pt x="187520" y="55098"/>
                </a:cubicBezTo>
                <a:cubicBezTo>
                  <a:pt x="185758" y="59312"/>
                  <a:pt x="184877" y="64725"/>
                  <a:pt x="184877" y="71339"/>
                </a:cubicBezTo>
                <a:cubicBezTo>
                  <a:pt x="184877" y="82006"/>
                  <a:pt x="186999" y="91207"/>
                  <a:pt x="191245" y="98942"/>
                </a:cubicBezTo>
                <a:cubicBezTo>
                  <a:pt x="195490" y="106675"/>
                  <a:pt x="201084" y="110541"/>
                  <a:pt x="208026" y="110541"/>
                </a:cubicBezTo>
                <a:cubicBezTo>
                  <a:pt x="213206" y="110541"/>
                  <a:pt x="217478" y="108408"/>
                  <a:pt x="220843" y="104141"/>
                </a:cubicBezTo>
                <a:cubicBezTo>
                  <a:pt x="224207" y="99874"/>
                  <a:pt x="225889" y="92540"/>
                  <a:pt x="225889" y="82140"/>
                </a:cubicBezTo>
                <a:cubicBezTo>
                  <a:pt x="225889" y="69125"/>
                  <a:pt x="223085" y="58884"/>
                  <a:pt x="217478" y="51416"/>
                </a:cubicBezTo>
                <a:cubicBezTo>
                  <a:pt x="213687" y="46296"/>
                  <a:pt x="208854" y="43736"/>
                  <a:pt x="202980" y="43736"/>
                </a:cubicBezTo>
                <a:close/>
                <a:moveTo>
                  <a:pt x="273310" y="0"/>
                </a:moveTo>
                <a:lnTo>
                  <a:pt x="273310" y="72973"/>
                </a:lnTo>
                <a:lnTo>
                  <a:pt x="291973" y="55992"/>
                </a:lnTo>
                <a:cubicBezTo>
                  <a:pt x="295925" y="52360"/>
                  <a:pt x="298221" y="50064"/>
                  <a:pt x="298862" y="49103"/>
                </a:cubicBezTo>
                <a:cubicBezTo>
                  <a:pt x="299289" y="48462"/>
                  <a:pt x="299503" y="47821"/>
                  <a:pt x="299503" y="47180"/>
                </a:cubicBezTo>
                <a:cubicBezTo>
                  <a:pt x="299503" y="46112"/>
                  <a:pt x="299063" y="45191"/>
                  <a:pt x="298181" y="44417"/>
                </a:cubicBezTo>
                <a:cubicBezTo>
                  <a:pt x="297300" y="43642"/>
                  <a:pt x="295845" y="43202"/>
                  <a:pt x="293816" y="43095"/>
                </a:cubicBezTo>
                <a:lnTo>
                  <a:pt x="293816" y="40532"/>
                </a:lnTo>
                <a:lnTo>
                  <a:pt x="325697" y="40532"/>
                </a:lnTo>
                <a:lnTo>
                  <a:pt x="325697" y="43095"/>
                </a:lnTo>
                <a:cubicBezTo>
                  <a:pt x="321318" y="43202"/>
                  <a:pt x="317673" y="43869"/>
                  <a:pt x="314763" y="45098"/>
                </a:cubicBezTo>
                <a:cubicBezTo>
                  <a:pt x="311852" y="46326"/>
                  <a:pt x="308661" y="48515"/>
                  <a:pt x="305190" y="51666"/>
                </a:cubicBezTo>
                <a:lnTo>
                  <a:pt x="286366" y="69048"/>
                </a:lnTo>
                <a:lnTo>
                  <a:pt x="305190" y="92794"/>
                </a:lnTo>
                <a:cubicBezTo>
                  <a:pt x="310424" y="99349"/>
                  <a:pt x="313948" y="103506"/>
                  <a:pt x="315764" y="105265"/>
                </a:cubicBezTo>
                <a:cubicBezTo>
                  <a:pt x="318327" y="107770"/>
                  <a:pt x="320570" y="109396"/>
                  <a:pt x="322492" y="110143"/>
                </a:cubicBezTo>
                <a:cubicBezTo>
                  <a:pt x="323828" y="110676"/>
                  <a:pt x="326151" y="110942"/>
                  <a:pt x="329461" y="110942"/>
                </a:cubicBezTo>
                <a:lnTo>
                  <a:pt x="329461" y="113906"/>
                </a:lnTo>
                <a:lnTo>
                  <a:pt x="293816" y="113906"/>
                </a:lnTo>
                <a:lnTo>
                  <a:pt x="293816" y="110942"/>
                </a:lnTo>
                <a:cubicBezTo>
                  <a:pt x="295845" y="110889"/>
                  <a:pt x="297220" y="110582"/>
                  <a:pt x="297941" y="110023"/>
                </a:cubicBezTo>
                <a:cubicBezTo>
                  <a:pt x="298662" y="109463"/>
                  <a:pt x="299022" y="108677"/>
                  <a:pt x="299022" y="107665"/>
                </a:cubicBezTo>
                <a:cubicBezTo>
                  <a:pt x="299022" y="106439"/>
                  <a:pt x="297954" y="104467"/>
                  <a:pt x="295818" y="101750"/>
                </a:cubicBezTo>
                <a:lnTo>
                  <a:pt x="273310" y="73053"/>
                </a:lnTo>
                <a:lnTo>
                  <a:pt x="273310" y="97352"/>
                </a:lnTo>
                <a:cubicBezTo>
                  <a:pt x="273310" y="102095"/>
                  <a:pt x="273643" y="105213"/>
                  <a:pt x="274311" y="106706"/>
                </a:cubicBezTo>
                <a:cubicBezTo>
                  <a:pt x="274978" y="108198"/>
                  <a:pt x="275926" y="109264"/>
                  <a:pt x="277155" y="109903"/>
                </a:cubicBezTo>
                <a:cubicBezTo>
                  <a:pt x="278383" y="110542"/>
                  <a:pt x="281053" y="110889"/>
                  <a:pt x="285165" y="110942"/>
                </a:cubicBezTo>
                <a:lnTo>
                  <a:pt x="285165" y="113906"/>
                </a:lnTo>
                <a:lnTo>
                  <a:pt x="247837" y="113906"/>
                </a:lnTo>
                <a:lnTo>
                  <a:pt x="247837" y="110942"/>
                </a:lnTo>
                <a:cubicBezTo>
                  <a:pt x="251575" y="110942"/>
                  <a:pt x="254379" y="110488"/>
                  <a:pt x="256248" y="109580"/>
                </a:cubicBezTo>
                <a:cubicBezTo>
                  <a:pt x="257369" y="108994"/>
                  <a:pt x="258224" y="108087"/>
                  <a:pt x="258811" y="106859"/>
                </a:cubicBezTo>
                <a:cubicBezTo>
                  <a:pt x="259612" y="105099"/>
                  <a:pt x="260013" y="102057"/>
                  <a:pt x="260013" y="97735"/>
                </a:cubicBezTo>
                <a:lnTo>
                  <a:pt x="260013" y="30977"/>
                </a:lnTo>
                <a:cubicBezTo>
                  <a:pt x="260013" y="22493"/>
                  <a:pt x="259826" y="17304"/>
                  <a:pt x="259452" y="15410"/>
                </a:cubicBezTo>
                <a:cubicBezTo>
                  <a:pt x="259078" y="13514"/>
                  <a:pt x="258464" y="12206"/>
                  <a:pt x="257610" y="11487"/>
                </a:cubicBezTo>
                <a:cubicBezTo>
                  <a:pt x="256755" y="10766"/>
                  <a:pt x="255634" y="10406"/>
                  <a:pt x="254245" y="10406"/>
                </a:cubicBezTo>
                <a:cubicBezTo>
                  <a:pt x="253124" y="10406"/>
                  <a:pt x="251442" y="10860"/>
                  <a:pt x="249199" y="11768"/>
                </a:cubicBezTo>
                <a:lnTo>
                  <a:pt x="247837" y="8964"/>
                </a:lnTo>
                <a:lnTo>
                  <a:pt x="269625" y="0"/>
                </a:lnTo>
                <a:lnTo>
                  <a:pt x="273310" y="0"/>
                </a:lnTo>
                <a:close/>
                <a:moveTo>
                  <a:pt x="444729" y="92919"/>
                </a:moveTo>
                <a:lnTo>
                  <a:pt x="437119" y="113906"/>
                </a:lnTo>
                <a:lnTo>
                  <a:pt x="373037" y="113906"/>
                </a:lnTo>
                <a:lnTo>
                  <a:pt x="373037" y="110937"/>
                </a:lnTo>
                <a:cubicBezTo>
                  <a:pt x="391888" y="93713"/>
                  <a:pt x="405158" y="79646"/>
                  <a:pt x="412848" y="68735"/>
                </a:cubicBezTo>
                <a:cubicBezTo>
                  <a:pt x="420538" y="57823"/>
                  <a:pt x="424383" y="47847"/>
                  <a:pt x="424383" y="38807"/>
                </a:cubicBezTo>
                <a:cubicBezTo>
                  <a:pt x="424383" y="31908"/>
                  <a:pt x="422273" y="26239"/>
                  <a:pt x="418055" y="21800"/>
                </a:cubicBezTo>
                <a:cubicBezTo>
                  <a:pt x="413836" y="17360"/>
                  <a:pt x="408790" y="15139"/>
                  <a:pt x="402915" y="15139"/>
                </a:cubicBezTo>
                <a:cubicBezTo>
                  <a:pt x="397575" y="15139"/>
                  <a:pt x="392782" y="16708"/>
                  <a:pt x="388537" y="19845"/>
                </a:cubicBezTo>
                <a:cubicBezTo>
                  <a:pt x="384292" y="22983"/>
                  <a:pt x="381154" y="27582"/>
                  <a:pt x="379125" y="33643"/>
                </a:cubicBezTo>
                <a:lnTo>
                  <a:pt x="376161" y="33643"/>
                </a:lnTo>
                <a:cubicBezTo>
                  <a:pt x="377496" y="23789"/>
                  <a:pt x="380927" y="16226"/>
                  <a:pt x="386454" y="10954"/>
                </a:cubicBezTo>
                <a:cubicBezTo>
                  <a:pt x="391981" y="5681"/>
                  <a:pt x="398884" y="3044"/>
                  <a:pt x="407161" y="3044"/>
                </a:cubicBezTo>
                <a:cubicBezTo>
                  <a:pt x="415972" y="3044"/>
                  <a:pt x="423328" y="5874"/>
                  <a:pt x="429229" y="11535"/>
                </a:cubicBezTo>
                <a:cubicBezTo>
                  <a:pt x="435130" y="17195"/>
                  <a:pt x="438080" y="23871"/>
                  <a:pt x="438080" y="31560"/>
                </a:cubicBezTo>
                <a:cubicBezTo>
                  <a:pt x="438080" y="37061"/>
                  <a:pt x="436799" y="42561"/>
                  <a:pt x="434235" y="48061"/>
                </a:cubicBezTo>
                <a:cubicBezTo>
                  <a:pt x="430284" y="56713"/>
                  <a:pt x="423876" y="65871"/>
                  <a:pt x="415011" y="75537"/>
                </a:cubicBezTo>
                <a:cubicBezTo>
                  <a:pt x="401714" y="90062"/>
                  <a:pt x="393410" y="98820"/>
                  <a:pt x="390099" y="101810"/>
                </a:cubicBezTo>
                <a:lnTo>
                  <a:pt x="418455" y="101810"/>
                </a:lnTo>
                <a:cubicBezTo>
                  <a:pt x="424223" y="101810"/>
                  <a:pt x="428268" y="101595"/>
                  <a:pt x="430591" y="101164"/>
                </a:cubicBezTo>
                <a:cubicBezTo>
                  <a:pt x="432914" y="100732"/>
                  <a:pt x="435010" y="99856"/>
                  <a:pt x="436879" y="98536"/>
                </a:cubicBezTo>
                <a:cubicBezTo>
                  <a:pt x="438748" y="97216"/>
                  <a:pt x="440377" y="95344"/>
                  <a:pt x="441765" y="92919"/>
                </a:cubicBezTo>
                <a:lnTo>
                  <a:pt x="444729" y="929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78CBC-BCDD-43BE-9689-35922E52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676" y="1598374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9DE50-52D8-42E1-A8AC-0BC64FAA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676" y="1598374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FCD87-BAB3-4052-B0BE-FD84532F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207" y="1598374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23F39-E80B-4FA0-8BFF-E7BA0538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485" y="1598374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D5A5E-284D-49E4-8AF2-A5B1FAAE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334" y="170603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D7560-CC93-4AEB-A0B4-57122197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612" y="170603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E9D83-ABF4-4987-8E56-9BBFEF17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396" y="170603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12C99-259B-42D3-8049-6641AC22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207" y="1598374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E7A64-FBEE-451C-B287-28159886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207" y="1598374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28FF1-114F-41CD-8325-78E28C7F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738" y="1598374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EB9F5-A8A3-4465-A0E3-4B06EFDB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16" y="1598374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54587-348A-4ADF-869C-9595658E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865" y="170603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F17CD-1813-497D-B9AD-7C328ED5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143" y="170603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E5C65-0B0C-45E6-8276-0A6605D0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7927" y="1706032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A800F-5CA9-480B-8702-E4E653CF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688" y="1649640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8A6B2-18FB-4EFD-ABF0-C81FD764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688" y="1649640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2B65B-4C49-4EFC-B14F-3EC92CEB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219" y="1649640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572F3-5BCE-4631-88EF-B8FE1C84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498" y="1649640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A5F71-3388-4D56-9748-2F055ADC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346" y="1757297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0A1E6-010E-4885-BFC7-9F0DE4AC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624" y="1757297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21333-2C2C-4DE4-ACE8-818FD646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6408" y="1757297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C658A-C143-495D-A060-B650B260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219" y="1649640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A76AC-FEDD-41C2-945A-1F9779A5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219" y="1649640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BCEC18-589F-4B1D-B4CC-DF4529E8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751" y="1649640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95512-B3A0-4A3A-B849-5BC06ECC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29" y="1649640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BC70C6-D0DF-4D84-BA6F-5CDE0A59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877" y="1757297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39DDA-2D80-4274-846C-654E6987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155" y="1757297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438C1-B26A-45FA-9219-BF2A215F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8939" y="1757297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B8D83-D35E-4E1E-8FC4-4365C4B9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954" y="1700905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3CAED-8BB3-408F-9DC6-59A4870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954" y="1700905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C462F1-9F26-42BF-B2D1-8A7815BA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485" y="1700905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E1DFB-5ED9-4845-9B33-DADB493A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763" y="1700905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A2D40-B15E-4A74-B915-6A24CBC5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612" y="180856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69CCF-3B92-4940-B16D-DA5099B8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890" y="180856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6DA85-55E5-4FE3-9AB9-1097075A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674" y="180856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999E4-628A-4A62-AC85-4466D591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485" y="1700905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82240-1809-4F54-AD38-5065B92F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485" y="1700905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4150A-7DBF-406A-86AB-88AD284C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16" y="1700905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9F6E5-C29F-4938-A4E8-57938FD7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294" y="1700905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B315A-2CCE-4E58-90BB-5EE032F5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143" y="180856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0AB6A-1437-4629-B47D-FA5E9815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421" y="180856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E8FD6-5372-4715-A9BF-C2341345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0205" y="1808563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0D23F1-7C04-4669-9333-0EDDF6E0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44" y="1608627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C23C1-ADFA-4C57-A353-28C39C24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44" y="1608627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AF1AD-4F10-4CAA-BDAA-18AF1D4E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875" y="1608627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0DB32-6F7F-4B79-A595-2DAC6B1A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153" y="1608627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72D44-D3F1-4757-AC21-84AE8836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002" y="171628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4C0E2-061D-4C1F-B147-9FCB3FCA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280" y="171628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E57B9-42A6-4CFA-8E82-923453F5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064" y="171628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EE566-3D29-4F54-B0E3-12018B31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875" y="1608627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98B52-6CFE-4F6D-854D-37BB29EF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8875" y="1608627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8BD6D-F696-4168-9F09-53141D2A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406" y="1608627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5D0D3-67B7-4159-B5D5-3EE3E7AD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684" y="1608627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A5243-EC5F-41B8-8399-1F95A10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533" y="171628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11E32-F281-4E81-82A8-4CD05CCA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811" y="171628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912D5-3382-4D6C-B7DF-DD23694B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595" y="1716285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7BF6E-D40E-45E1-8D48-EAC31EFE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357" y="1659893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5146F-CE18-499A-8761-DFFEB4F5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357" y="1659893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C878C-FE2E-48EF-823C-F7554F78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888" y="1659893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28227-CB30-44BB-9716-6B77FB95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2166" y="1659893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6C912-7898-42D3-9EBC-D755B869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5014" y="1767550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2B0E9-10C9-4A93-9A63-4FB61794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292" y="1767550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E0F5D-9C31-4E68-8D4C-4C97B593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077" y="1767550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74C45D-C1BB-4E88-94E4-0590974D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888" y="1659893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5F472-EE29-4982-89E9-16D5D696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888" y="1659893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409BE-3C27-4B3F-BB42-12F70AF9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419" y="1659893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C8DF7-5D6C-48D4-B99B-C7354719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697" y="1659893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E0A22-3349-4476-9EAB-F65B2336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545" y="1767550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52EE1-57AA-4F2F-B74F-92467566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823" y="1767550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EEDF6-7A2D-47C5-B379-C561E39C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608" y="1767550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43465-993C-4DAD-810D-6A334DD6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622" y="1711158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C9F35-7650-46B9-9497-35FD9245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622" y="1711158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4DF38-2F58-404E-BB34-31B00C21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153" y="1711158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90506-BC8B-4EC2-A456-C2BA99F0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431" y="1711158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E6F4B-82B1-499D-9B7C-FC0F4758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280" y="181881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34AA7-E3AE-4D82-86B9-40FE2FFA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558" y="181881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6EC18-A21C-4B1B-AF63-70312CD4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342" y="181881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4A004-372C-437E-BB36-6FD5511C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153" y="1711158"/>
            <a:ext cx="307593" cy="102531"/>
          </a:xfrm>
          <a:custGeom xmlns:a="http://schemas.openxmlformats.org/drawingml/2006/main">
            <a:pathLst>
              <a:path w="307593" h="102531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396CC-D84D-4497-BD65-1910F74D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153" y="1711158"/>
            <a:ext cx="307593" cy="102531"/>
          </a:xfrm>
          <a:custGeom xmlns:a="http://schemas.openxmlformats.org/drawingml/2006/main">
            <a:pathLst>
              <a:path w="307593" h="102531" fill="none">
                <a:moveTo>
                  <a:pt x="0" y="0"/>
                </a:moveTo>
                <a:lnTo>
                  <a:pt x="307593" y="0"/>
                </a:lnTo>
                <a:lnTo>
                  <a:pt x="307593" y="102531"/>
                </a:lnTo>
                <a:lnTo>
                  <a:pt x="0" y="1025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sq">
            <a:solidFill>
              <a:srgbClr val="000000"/>
            </a:solidFill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778BC3-BD02-456E-9716-FE0CB64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684" y="1711158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CEA97-DB90-4B63-9DF4-E85B05EE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962" y="1711158"/>
            <a:ext cx="10" cy="102531"/>
          </a:xfrm>
          <a:custGeom xmlns:a="http://schemas.openxmlformats.org/drawingml/2006/main">
            <a:pathLst>
              <a:path w="1" h="102531" fill="none">
                <a:moveTo>
                  <a:pt x="0" y="0"/>
                </a:moveTo>
                <a:lnTo>
                  <a:pt x="0" y="102531"/>
                </a:ln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1AA4C-3E69-46F0-A7E5-3BE1F600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811" y="181881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8C897-752A-4581-A924-5DC0D0DE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089" y="181881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E655CA-9117-4286-8309-13F1FAA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3873" y="181881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0253" cap="sq">
            <a:solidFill>
              <a:srgbClr val="000000"/>
            </a:solidFill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D40A3-191F-487D-A94C-0C5FB49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447" y="4612790"/>
            <a:ext cx="1655878" cy="430631"/>
          </a:xfrm>
          <a:custGeom xmlns:a="http://schemas.openxmlformats.org/drawingml/2006/main">
            <a:pathLst>
              <a:path w="1655878" h="430631">
                <a:moveTo>
                  <a:pt x="0" y="0"/>
                </a:moveTo>
                <a:lnTo>
                  <a:pt x="1655878" y="0"/>
                </a:lnTo>
                <a:lnTo>
                  <a:pt x="1655878" y="430631"/>
                </a:lnTo>
                <a:lnTo>
                  <a:pt x="0" y="430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2C6758-B48B-47F6-89D3-99C7521D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447" y="4612790"/>
            <a:ext cx="1655878" cy="430631"/>
          </a:xfrm>
          <a:custGeom xmlns:a="http://schemas.openxmlformats.org/drawingml/2006/main">
            <a:pathLst>
              <a:path w="1655878" h="430631" fill="none">
                <a:moveTo>
                  <a:pt x="0" y="0"/>
                </a:moveTo>
                <a:lnTo>
                  <a:pt x="1655878" y="0"/>
                </a:lnTo>
                <a:lnTo>
                  <a:pt x="1655878" y="430631"/>
                </a:lnTo>
                <a:lnTo>
                  <a:pt x="0" y="4306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29" name="Text A1:[Answersf">
            <a:extLst xmlns:a="http://schemas.openxmlformats.org/drawingml/2006/main">
              <a:ext uri="{FF2B5EF4-FFF2-40B4-BE49-F238E27FC236}">
                <a16:creationId xmlns:a16="http://schemas.microsoft.com/office/drawing/2014/main" id="{72B481B9-0836-4EB7-9CEE-47442E5F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17" y="4673187"/>
            <a:ext cx="1026856" cy="146427"/>
          </a:xfrm>
          <a:custGeom xmlns:a="http://schemas.openxmlformats.org/drawingml/2006/main">
            <a:pathLst>
              <a:path w="1026856" h="146427">
                <a:moveTo>
                  <a:pt x="66966" y="82826"/>
                </a:moveTo>
                <a:lnTo>
                  <a:pt x="28597" y="82826"/>
                </a:lnTo>
                <a:lnTo>
                  <a:pt x="24031" y="93452"/>
                </a:lnTo>
                <a:cubicBezTo>
                  <a:pt x="22535" y="97015"/>
                  <a:pt x="21788" y="99957"/>
                  <a:pt x="21788" y="102278"/>
                </a:cubicBezTo>
                <a:cubicBezTo>
                  <a:pt x="21788" y="105354"/>
                  <a:pt x="23016" y="107621"/>
                  <a:pt x="25473" y="109080"/>
                </a:cubicBezTo>
                <a:cubicBezTo>
                  <a:pt x="26914" y="109942"/>
                  <a:pt x="30466" y="110590"/>
                  <a:pt x="36126" y="111022"/>
                </a:cubicBezTo>
                <a:lnTo>
                  <a:pt x="36126" y="113906"/>
                </a:lnTo>
                <a:lnTo>
                  <a:pt x="0" y="113906"/>
                </a:lnTo>
                <a:lnTo>
                  <a:pt x="0" y="111022"/>
                </a:lnTo>
                <a:cubicBezTo>
                  <a:pt x="3898" y="110430"/>
                  <a:pt x="7102" y="108799"/>
                  <a:pt x="9612" y="106131"/>
                </a:cubicBezTo>
                <a:cubicBezTo>
                  <a:pt x="12122" y="103461"/>
                  <a:pt x="15219" y="97947"/>
                  <a:pt x="18904" y="89590"/>
                </a:cubicBezTo>
                <a:lnTo>
                  <a:pt x="57754" y="2884"/>
                </a:lnTo>
                <a:lnTo>
                  <a:pt x="59276" y="2884"/>
                </a:lnTo>
                <a:lnTo>
                  <a:pt x="98446" y="92005"/>
                </a:lnTo>
                <a:cubicBezTo>
                  <a:pt x="102184" y="100529"/>
                  <a:pt x="105255" y="105897"/>
                  <a:pt x="107658" y="108108"/>
                </a:cubicBezTo>
                <a:cubicBezTo>
                  <a:pt x="109473" y="109780"/>
                  <a:pt x="112037" y="110752"/>
                  <a:pt x="115348" y="111022"/>
                </a:cubicBezTo>
                <a:lnTo>
                  <a:pt x="115348" y="113906"/>
                </a:lnTo>
                <a:lnTo>
                  <a:pt x="62800" y="113906"/>
                </a:lnTo>
                <a:lnTo>
                  <a:pt x="62800" y="111022"/>
                </a:lnTo>
                <a:lnTo>
                  <a:pt x="64963" y="111022"/>
                </a:lnTo>
                <a:cubicBezTo>
                  <a:pt x="69182" y="111022"/>
                  <a:pt x="72146" y="110425"/>
                  <a:pt x="73854" y="109230"/>
                </a:cubicBezTo>
                <a:cubicBezTo>
                  <a:pt x="75029" y="108362"/>
                  <a:pt x="75617" y="107113"/>
                  <a:pt x="75617" y="105482"/>
                </a:cubicBezTo>
                <a:cubicBezTo>
                  <a:pt x="75617" y="104506"/>
                  <a:pt x="75457" y="103502"/>
                  <a:pt x="75136" y="102469"/>
                </a:cubicBezTo>
                <a:cubicBezTo>
                  <a:pt x="75029" y="101981"/>
                  <a:pt x="74228" y="99945"/>
                  <a:pt x="72733" y="96361"/>
                </a:cubicBezTo>
                <a:lnTo>
                  <a:pt x="66966" y="82826"/>
                </a:lnTo>
                <a:moveTo>
                  <a:pt x="64242" y="76898"/>
                </a:moveTo>
                <a:lnTo>
                  <a:pt x="48061" y="39445"/>
                </a:lnTo>
                <a:lnTo>
                  <a:pt x="31400" y="76898"/>
                </a:lnTo>
                <a:lnTo>
                  <a:pt x="64242" y="76898"/>
                </a:lnTo>
                <a:close/>
                <a:moveTo>
                  <a:pt x="170591" y="3044"/>
                </a:moveTo>
                <a:lnTo>
                  <a:pt x="170591" y="91797"/>
                </a:lnTo>
                <a:cubicBezTo>
                  <a:pt x="170591" y="98529"/>
                  <a:pt x="170885" y="102824"/>
                  <a:pt x="171472" y="104681"/>
                </a:cubicBezTo>
                <a:cubicBezTo>
                  <a:pt x="172060" y="106539"/>
                  <a:pt x="173288" y="108060"/>
                  <a:pt x="175157" y="109245"/>
                </a:cubicBezTo>
                <a:cubicBezTo>
                  <a:pt x="177026" y="110430"/>
                  <a:pt x="180017" y="111022"/>
                  <a:pt x="184129" y="111022"/>
                </a:cubicBezTo>
                <a:lnTo>
                  <a:pt x="186612" y="111022"/>
                </a:lnTo>
                <a:lnTo>
                  <a:pt x="186612" y="113906"/>
                </a:lnTo>
                <a:lnTo>
                  <a:pt x="129419" y="113906"/>
                </a:lnTo>
                <a:lnTo>
                  <a:pt x="129419" y="111022"/>
                </a:lnTo>
                <a:lnTo>
                  <a:pt x="132302" y="111022"/>
                </a:lnTo>
                <a:cubicBezTo>
                  <a:pt x="136948" y="111022"/>
                  <a:pt x="140259" y="110484"/>
                  <a:pt x="142235" y="109407"/>
                </a:cubicBezTo>
                <a:cubicBezTo>
                  <a:pt x="144211" y="108329"/>
                  <a:pt x="145546" y="106848"/>
                  <a:pt x="146240" y="104964"/>
                </a:cubicBezTo>
                <a:cubicBezTo>
                  <a:pt x="146934" y="103079"/>
                  <a:pt x="147281" y="98690"/>
                  <a:pt x="147281" y="91797"/>
                </a:cubicBezTo>
                <a:lnTo>
                  <a:pt x="147281" y="35565"/>
                </a:lnTo>
                <a:cubicBezTo>
                  <a:pt x="147281" y="30546"/>
                  <a:pt x="147041" y="27408"/>
                  <a:pt x="146560" y="26153"/>
                </a:cubicBezTo>
                <a:cubicBezTo>
                  <a:pt x="146080" y="24899"/>
                  <a:pt x="145185" y="23830"/>
                  <a:pt x="143877" y="22949"/>
                </a:cubicBezTo>
                <a:cubicBezTo>
                  <a:pt x="142569" y="22068"/>
                  <a:pt x="141060" y="21628"/>
                  <a:pt x="139351" y="21628"/>
                </a:cubicBezTo>
                <a:cubicBezTo>
                  <a:pt x="136628" y="21628"/>
                  <a:pt x="133317" y="22482"/>
                  <a:pt x="129419" y="24191"/>
                </a:cubicBezTo>
                <a:lnTo>
                  <a:pt x="127977" y="21307"/>
                </a:lnTo>
                <a:lnTo>
                  <a:pt x="167948" y="3044"/>
                </a:lnTo>
                <a:lnTo>
                  <a:pt x="170591" y="3044"/>
                </a:lnTo>
                <a:close/>
                <a:moveTo>
                  <a:pt x="222445" y="38449"/>
                </a:moveTo>
                <a:cubicBezTo>
                  <a:pt x="224901" y="38449"/>
                  <a:pt x="226997" y="39317"/>
                  <a:pt x="228733" y="41053"/>
                </a:cubicBezTo>
                <a:cubicBezTo>
                  <a:pt x="230468" y="42788"/>
                  <a:pt x="231336" y="44884"/>
                  <a:pt x="231336" y="47341"/>
                </a:cubicBezTo>
                <a:cubicBezTo>
                  <a:pt x="231336" y="49797"/>
                  <a:pt x="230468" y="51893"/>
                  <a:pt x="228733" y="53629"/>
                </a:cubicBezTo>
                <a:cubicBezTo>
                  <a:pt x="226997" y="55364"/>
                  <a:pt x="224901" y="56232"/>
                  <a:pt x="222445" y="56232"/>
                </a:cubicBezTo>
                <a:cubicBezTo>
                  <a:pt x="219988" y="56232"/>
                  <a:pt x="217892" y="55364"/>
                  <a:pt x="216157" y="53629"/>
                </a:cubicBezTo>
                <a:cubicBezTo>
                  <a:pt x="214421" y="51893"/>
                  <a:pt x="213553" y="49797"/>
                  <a:pt x="213553" y="47341"/>
                </a:cubicBezTo>
                <a:cubicBezTo>
                  <a:pt x="213553" y="44884"/>
                  <a:pt x="214421" y="42788"/>
                  <a:pt x="216157" y="41053"/>
                </a:cubicBezTo>
                <a:cubicBezTo>
                  <a:pt x="217892" y="39317"/>
                  <a:pt x="219988" y="38449"/>
                  <a:pt x="222445" y="38449"/>
                </a:cubicBezTo>
                <a:moveTo>
                  <a:pt x="222285" y="98286"/>
                </a:moveTo>
                <a:cubicBezTo>
                  <a:pt x="224794" y="98286"/>
                  <a:pt x="226917" y="99167"/>
                  <a:pt x="228653" y="100929"/>
                </a:cubicBezTo>
                <a:cubicBezTo>
                  <a:pt x="230388" y="102691"/>
                  <a:pt x="231256" y="104801"/>
                  <a:pt x="231256" y="107257"/>
                </a:cubicBezTo>
                <a:cubicBezTo>
                  <a:pt x="231256" y="109714"/>
                  <a:pt x="230375" y="111810"/>
                  <a:pt x="228613" y="113545"/>
                </a:cubicBezTo>
                <a:cubicBezTo>
                  <a:pt x="226850" y="115281"/>
                  <a:pt x="224741" y="116149"/>
                  <a:pt x="222285" y="116149"/>
                </a:cubicBezTo>
                <a:cubicBezTo>
                  <a:pt x="219828" y="116149"/>
                  <a:pt x="217732" y="115281"/>
                  <a:pt x="215997" y="113545"/>
                </a:cubicBezTo>
                <a:cubicBezTo>
                  <a:pt x="214261" y="111810"/>
                  <a:pt x="213393" y="109714"/>
                  <a:pt x="213393" y="107257"/>
                </a:cubicBezTo>
                <a:cubicBezTo>
                  <a:pt x="213393" y="104801"/>
                  <a:pt x="214261" y="102691"/>
                  <a:pt x="215997" y="100929"/>
                </a:cubicBezTo>
                <a:cubicBezTo>
                  <a:pt x="217732" y="99167"/>
                  <a:pt x="219828" y="98286"/>
                  <a:pt x="222285" y="98286"/>
                </a:cubicBezTo>
                <a:close/>
                <a:moveTo>
                  <a:pt x="334616" y="146427"/>
                </a:moveTo>
                <a:lnTo>
                  <a:pt x="299371" y="146427"/>
                </a:lnTo>
                <a:lnTo>
                  <a:pt x="299371" y="2723"/>
                </a:lnTo>
                <a:lnTo>
                  <a:pt x="334616" y="2723"/>
                </a:lnTo>
                <a:lnTo>
                  <a:pt x="334616" y="9052"/>
                </a:lnTo>
                <a:lnTo>
                  <a:pt x="311386" y="9052"/>
                </a:lnTo>
                <a:lnTo>
                  <a:pt x="311386" y="140259"/>
                </a:lnTo>
                <a:lnTo>
                  <a:pt x="334616" y="140259"/>
                </a:lnTo>
                <a:lnTo>
                  <a:pt x="334616" y="146427"/>
                </a:lnTo>
                <a:close/>
                <a:moveTo>
                  <a:pt x="415598" y="77539"/>
                </a:moveTo>
                <a:lnTo>
                  <a:pt x="373544" y="77539"/>
                </a:lnTo>
                <a:lnTo>
                  <a:pt x="366175" y="94681"/>
                </a:lnTo>
                <a:cubicBezTo>
                  <a:pt x="364359" y="98900"/>
                  <a:pt x="363451" y="102051"/>
                  <a:pt x="363451" y="104133"/>
                </a:cubicBezTo>
                <a:cubicBezTo>
                  <a:pt x="363451" y="105789"/>
                  <a:pt x="364239" y="107244"/>
                  <a:pt x="365814" y="108499"/>
                </a:cubicBezTo>
                <a:cubicBezTo>
                  <a:pt x="367390" y="109754"/>
                  <a:pt x="370794" y="110568"/>
                  <a:pt x="376027" y="110942"/>
                </a:cubicBezTo>
                <a:lnTo>
                  <a:pt x="376027" y="113906"/>
                </a:lnTo>
                <a:lnTo>
                  <a:pt x="341824" y="113906"/>
                </a:lnTo>
                <a:lnTo>
                  <a:pt x="341824" y="110942"/>
                </a:lnTo>
                <a:cubicBezTo>
                  <a:pt x="346363" y="110141"/>
                  <a:pt x="349300" y="109100"/>
                  <a:pt x="350635" y="107820"/>
                </a:cubicBezTo>
                <a:cubicBezTo>
                  <a:pt x="353358" y="105259"/>
                  <a:pt x="356376" y="100056"/>
                  <a:pt x="359686" y="92213"/>
                </a:cubicBezTo>
                <a:lnTo>
                  <a:pt x="397895" y="2884"/>
                </a:lnTo>
                <a:lnTo>
                  <a:pt x="400699" y="2884"/>
                </a:lnTo>
                <a:lnTo>
                  <a:pt x="438507" y="93172"/>
                </a:lnTo>
                <a:cubicBezTo>
                  <a:pt x="441551" y="100429"/>
                  <a:pt x="444315" y="105139"/>
                  <a:pt x="446798" y="107300"/>
                </a:cubicBezTo>
                <a:cubicBezTo>
                  <a:pt x="449281" y="109461"/>
                  <a:pt x="452739" y="110675"/>
                  <a:pt x="457171" y="110942"/>
                </a:cubicBezTo>
                <a:lnTo>
                  <a:pt x="457171" y="113906"/>
                </a:lnTo>
                <a:lnTo>
                  <a:pt x="414316" y="113906"/>
                </a:lnTo>
                <a:lnTo>
                  <a:pt x="414316" y="110942"/>
                </a:lnTo>
                <a:cubicBezTo>
                  <a:pt x="418642" y="110728"/>
                  <a:pt x="421566" y="110007"/>
                  <a:pt x="423088" y="108779"/>
                </a:cubicBezTo>
                <a:cubicBezTo>
                  <a:pt x="424609" y="107551"/>
                  <a:pt x="425370" y="106056"/>
                  <a:pt x="425370" y="104293"/>
                </a:cubicBezTo>
                <a:cubicBezTo>
                  <a:pt x="425370" y="101944"/>
                  <a:pt x="424302" y="98232"/>
                  <a:pt x="422166" y="93159"/>
                </a:cubicBezTo>
                <a:lnTo>
                  <a:pt x="415598" y="77539"/>
                </a:lnTo>
                <a:moveTo>
                  <a:pt x="413355" y="71612"/>
                </a:moveTo>
                <a:lnTo>
                  <a:pt x="394932" y="27778"/>
                </a:lnTo>
                <a:lnTo>
                  <a:pt x="376027" y="71612"/>
                </a:lnTo>
                <a:lnTo>
                  <a:pt x="413355" y="71612"/>
                </a:lnTo>
                <a:close/>
                <a:moveTo>
                  <a:pt x="485500" y="53989"/>
                </a:moveTo>
                <a:cubicBezTo>
                  <a:pt x="494098" y="43629"/>
                  <a:pt x="502295" y="38449"/>
                  <a:pt x="510092" y="38449"/>
                </a:cubicBezTo>
                <a:cubicBezTo>
                  <a:pt x="514097" y="38449"/>
                  <a:pt x="517541" y="39449"/>
                  <a:pt x="520425" y="41448"/>
                </a:cubicBezTo>
                <a:cubicBezTo>
                  <a:pt x="523309" y="43446"/>
                  <a:pt x="525605" y="46736"/>
                  <a:pt x="527314" y="51318"/>
                </a:cubicBezTo>
                <a:cubicBezTo>
                  <a:pt x="528489" y="54514"/>
                  <a:pt x="529076" y="59416"/>
                  <a:pt x="529076" y="66024"/>
                </a:cubicBezTo>
                <a:lnTo>
                  <a:pt x="529076" y="97274"/>
                </a:lnTo>
                <a:cubicBezTo>
                  <a:pt x="529076" y="101910"/>
                  <a:pt x="529450" y="105054"/>
                  <a:pt x="530198" y="106706"/>
                </a:cubicBezTo>
                <a:cubicBezTo>
                  <a:pt x="530785" y="108038"/>
                  <a:pt x="531733" y="109077"/>
                  <a:pt x="533041" y="109823"/>
                </a:cubicBezTo>
                <a:cubicBezTo>
                  <a:pt x="534350" y="110569"/>
                  <a:pt x="536766" y="110942"/>
                  <a:pt x="540290" y="110942"/>
                </a:cubicBezTo>
                <a:lnTo>
                  <a:pt x="540290" y="113906"/>
                </a:lnTo>
                <a:lnTo>
                  <a:pt x="504004" y="113906"/>
                </a:lnTo>
                <a:lnTo>
                  <a:pt x="504004" y="110942"/>
                </a:lnTo>
                <a:lnTo>
                  <a:pt x="505526" y="110942"/>
                </a:lnTo>
                <a:cubicBezTo>
                  <a:pt x="508944" y="110942"/>
                  <a:pt x="511333" y="110424"/>
                  <a:pt x="512695" y="109387"/>
                </a:cubicBezTo>
                <a:cubicBezTo>
                  <a:pt x="514057" y="108351"/>
                  <a:pt x="515005" y="106824"/>
                  <a:pt x="515539" y="104807"/>
                </a:cubicBezTo>
                <a:cubicBezTo>
                  <a:pt x="515752" y="104009"/>
                  <a:pt x="515859" y="101512"/>
                  <a:pt x="515859" y="97314"/>
                </a:cubicBezTo>
                <a:lnTo>
                  <a:pt x="515859" y="67429"/>
                </a:lnTo>
                <a:cubicBezTo>
                  <a:pt x="515859" y="60789"/>
                  <a:pt x="514991" y="55967"/>
                  <a:pt x="513256" y="52965"/>
                </a:cubicBezTo>
                <a:cubicBezTo>
                  <a:pt x="511520" y="49963"/>
                  <a:pt x="508597" y="48462"/>
                  <a:pt x="504485" y="48462"/>
                </a:cubicBezTo>
                <a:cubicBezTo>
                  <a:pt x="498130" y="48462"/>
                  <a:pt x="491802" y="51916"/>
                  <a:pt x="485500" y="58823"/>
                </a:cubicBezTo>
                <a:lnTo>
                  <a:pt x="485500" y="97314"/>
                </a:lnTo>
                <a:cubicBezTo>
                  <a:pt x="485500" y="102256"/>
                  <a:pt x="485794" y="105311"/>
                  <a:pt x="486381" y="106479"/>
                </a:cubicBezTo>
                <a:cubicBezTo>
                  <a:pt x="487129" y="108019"/>
                  <a:pt x="488157" y="109148"/>
                  <a:pt x="489465" y="109866"/>
                </a:cubicBezTo>
                <a:cubicBezTo>
                  <a:pt x="490774" y="110583"/>
                  <a:pt x="493431" y="110942"/>
                  <a:pt x="497436" y="110942"/>
                </a:cubicBezTo>
                <a:lnTo>
                  <a:pt x="497436" y="113906"/>
                </a:lnTo>
                <a:lnTo>
                  <a:pt x="461149" y="113906"/>
                </a:lnTo>
                <a:lnTo>
                  <a:pt x="461149" y="110942"/>
                </a:lnTo>
                <a:lnTo>
                  <a:pt x="462751" y="110942"/>
                </a:lnTo>
                <a:cubicBezTo>
                  <a:pt x="466489" y="110942"/>
                  <a:pt x="469013" y="109997"/>
                  <a:pt x="470321" y="108106"/>
                </a:cubicBezTo>
                <a:cubicBezTo>
                  <a:pt x="471629" y="106213"/>
                  <a:pt x="472283" y="102603"/>
                  <a:pt x="472283" y="97274"/>
                </a:cubicBezTo>
                <a:lnTo>
                  <a:pt x="472283" y="70100"/>
                </a:lnTo>
                <a:cubicBezTo>
                  <a:pt x="472283" y="61308"/>
                  <a:pt x="472083" y="55954"/>
                  <a:pt x="471683" y="54037"/>
                </a:cubicBezTo>
                <a:cubicBezTo>
                  <a:pt x="471282" y="52118"/>
                  <a:pt x="470668" y="50812"/>
                  <a:pt x="469840" y="50119"/>
                </a:cubicBezTo>
                <a:cubicBezTo>
                  <a:pt x="469013" y="49427"/>
                  <a:pt x="467905" y="49080"/>
                  <a:pt x="466516" y="49080"/>
                </a:cubicBezTo>
                <a:cubicBezTo>
                  <a:pt x="465021" y="49080"/>
                  <a:pt x="463232" y="49480"/>
                  <a:pt x="461149" y="50279"/>
                </a:cubicBezTo>
                <a:lnTo>
                  <a:pt x="459948" y="47401"/>
                </a:lnTo>
                <a:lnTo>
                  <a:pt x="482056" y="38449"/>
                </a:lnTo>
                <a:lnTo>
                  <a:pt x="485500" y="38449"/>
                </a:lnTo>
                <a:lnTo>
                  <a:pt x="485500" y="53989"/>
                </a:lnTo>
                <a:close/>
                <a:moveTo>
                  <a:pt x="593558" y="38449"/>
                </a:moveTo>
                <a:lnTo>
                  <a:pt x="593558" y="63281"/>
                </a:lnTo>
                <a:lnTo>
                  <a:pt x="590915" y="63281"/>
                </a:lnTo>
                <a:cubicBezTo>
                  <a:pt x="588885" y="55493"/>
                  <a:pt x="586282" y="50195"/>
                  <a:pt x="583105" y="47388"/>
                </a:cubicBezTo>
                <a:cubicBezTo>
                  <a:pt x="579927" y="44580"/>
                  <a:pt x="575882" y="43175"/>
                  <a:pt x="570969" y="43175"/>
                </a:cubicBezTo>
                <a:cubicBezTo>
                  <a:pt x="567231" y="43175"/>
                  <a:pt x="564214" y="44162"/>
                  <a:pt x="561917" y="46137"/>
                </a:cubicBezTo>
                <a:cubicBezTo>
                  <a:pt x="559621" y="48109"/>
                  <a:pt x="558473" y="50296"/>
                  <a:pt x="558473" y="52697"/>
                </a:cubicBezTo>
                <a:cubicBezTo>
                  <a:pt x="558473" y="55685"/>
                  <a:pt x="559327" y="58245"/>
                  <a:pt x="561036" y="60377"/>
                </a:cubicBezTo>
                <a:cubicBezTo>
                  <a:pt x="562692" y="62565"/>
                  <a:pt x="566056" y="64885"/>
                  <a:pt x="571129" y="67339"/>
                </a:cubicBezTo>
                <a:lnTo>
                  <a:pt x="582824" y="73021"/>
                </a:lnTo>
                <a:cubicBezTo>
                  <a:pt x="593665" y="78301"/>
                  <a:pt x="599085" y="85262"/>
                  <a:pt x="599085" y="93905"/>
                </a:cubicBezTo>
                <a:cubicBezTo>
                  <a:pt x="599085" y="100572"/>
                  <a:pt x="596562" y="105946"/>
                  <a:pt x="591515" y="110028"/>
                </a:cubicBezTo>
                <a:cubicBezTo>
                  <a:pt x="586469" y="114108"/>
                  <a:pt x="580822" y="116149"/>
                  <a:pt x="574574" y="116149"/>
                </a:cubicBezTo>
                <a:cubicBezTo>
                  <a:pt x="570088" y="116149"/>
                  <a:pt x="564961" y="115348"/>
                  <a:pt x="559194" y="113745"/>
                </a:cubicBezTo>
                <a:cubicBezTo>
                  <a:pt x="557432" y="113211"/>
                  <a:pt x="555990" y="112944"/>
                  <a:pt x="554868" y="112944"/>
                </a:cubicBezTo>
                <a:cubicBezTo>
                  <a:pt x="553640" y="112944"/>
                  <a:pt x="552679" y="113639"/>
                  <a:pt x="551985" y="115027"/>
                </a:cubicBezTo>
                <a:lnTo>
                  <a:pt x="549341" y="115027"/>
                </a:lnTo>
                <a:lnTo>
                  <a:pt x="549341" y="88754"/>
                </a:lnTo>
                <a:lnTo>
                  <a:pt x="551985" y="88754"/>
                </a:lnTo>
                <a:cubicBezTo>
                  <a:pt x="553480" y="96256"/>
                  <a:pt x="556337" y="101910"/>
                  <a:pt x="560556" y="105715"/>
                </a:cubicBezTo>
                <a:cubicBezTo>
                  <a:pt x="564774" y="109520"/>
                  <a:pt x="569500" y="111423"/>
                  <a:pt x="574734" y="111423"/>
                </a:cubicBezTo>
                <a:cubicBezTo>
                  <a:pt x="578419" y="111423"/>
                  <a:pt x="581422" y="110343"/>
                  <a:pt x="583745" y="108183"/>
                </a:cubicBezTo>
                <a:cubicBezTo>
                  <a:pt x="586068" y="106022"/>
                  <a:pt x="587230" y="103421"/>
                  <a:pt x="587230" y="100381"/>
                </a:cubicBezTo>
                <a:cubicBezTo>
                  <a:pt x="587230" y="96700"/>
                  <a:pt x="585935" y="93606"/>
                  <a:pt x="583345" y="91099"/>
                </a:cubicBezTo>
                <a:cubicBezTo>
                  <a:pt x="580755" y="88592"/>
                  <a:pt x="575588" y="85419"/>
                  <a:pt x="567845" y="81579"/>
                </a:cubicBezTo>
                <a:cubicBezTo>
                  <a:pt x="560102" y="77738"/>
                  <a:pt x="555029" y="74270"/>
                  <a:pt x="552626" y="71176"/>
                </a:cubicBezTo>
                <a:cubicBezTo>
                  <a:pt x="550222" y="68135"/>
                  <a:pt x="549021" y="64295"/>
                  <a:pt x="549021" y="59654"/>
                </a:cubicBezTo>
                <a:cubicBezTo>
                  <a:pt x="549021" y="53626"/>
                  <a:pt x="551090" y="48585"/>
                  <a:pt x="555229" y="44532"/>
                </a:cubicBezTo>
                <a:cubicBezTo>
                  <a:pt x="559368" y="40477"/>
                  <a:pt x="564721" y="38449"/>
                  <a:pt x="571289" y="38449"/>
                </a:cubicBezTo>
                <a:cubicBezTo>
                  <a:pt x="574173" y="38449"/>
                  <a:pt x="577671" y="39063"/>
                  <a:pt x="581783" y="40292"/>
                </a:cubicBezTo>
                <a:cubicBezTo>
                  <a:pt x="584506" y="41093"/>
                  <a:pt x="586322" y="41493"/>
                  <a:pt x="587230" y="41493"/>
                </a:cubicBezTo>
                <a:cubicBezTo>
                  <a:pt x="588084" y="41493"/>
                  <a:pt x="588752" y="41306"/>
                  <a:pt x="589232" y="40932"/>
                </a:cubicBezTo>
                <a:cubicBezTo>
                  <a:pt x="589713" y="40559"/>
                  <a:pt x="590274" y="39731"/>
                  <a:pt x="590915" y="38449"/>
                </a:cubicBezTo>
                <a:lnTo>
                  <a:pt x="593558" y="38449"/>
                </a:lnTo>
                <a:close/>
                <a:moveTo>
                  <a:pt x="605868" y="40532"/>
                </a:moveTo>
                <a:lnTo>
                  <a:pt x="636627" y="40532"/>
                </a:lnTo>
                <a:lnTo>
                  <a:pt x="636627" y="43496"/>
                </a:lnTo>
                <a:cubicBezTo>
                  <a:pt x="633797" y="43709"/>
                  <a:pt x="631941" y="44217"/>
                  <a:pt x="631060" y="45018"/>
                </a:cubicBezTo>
                <a:cubicBezTo>
                  <a:pt x="630179" y="45819"/>
                  <a:pt x="629738" y="46967"/>
                  <a:pt x="629738" y="48462"/>
                </a:cubicBezTo>
                <a:cubicBezTo>
                  <a:pt x="629738" y="50117"/>
                  <a:pt x="630192" y="52120"/>
                  <a:pt x="631100" y="54470"/>
                </a:cubicBezTo>
                <a:lnTo>
                  <a:pt x="646800" y="96684"/>
                </a:lnTo>
                <a:lnTo>
                  <a:pt x="662580" y="62320"/>
                </a:lnTo>
                <a:lnTo>
                  <a:pt x="658415" y="51506"/>
                </a:lnTo>
                <a:cubicBezTo>
                  <a:pt x="657133" y="48302"/>
                  <a:pt x="655451" y="46086"/>
                  <a:pt x="653368" y="44857"/>
                </a:cubicBezTo>
                <a:cubicBezTo>
                  <a:pt x="652194" y="44110"/>
                  <a:pt x="650004" y="43656"/>
                  <a:pt x="646800" y="43496"/>
                </a:cubicBezTo>
                <a:lnTo>
                  <a:pt x="646800" y="40532"/>
                </a:lnTo>
                <a:lnTo>
                  <a:pt x="681725" y="40532"/>
                </a:lnTo>
                <a:lnTo>
                  <a:pt x="681725" y="43496"/>
                </a:lnTo>
                <a:cubicBezTo>
                  <a:pt x="677880" y="43656"/>
                  <a:pt x="675156" y="44350"/>
                  <a:pt x="673554" y="45578"/>
                </a:cubicBezTo>
                <a:cubicBezTo>
                  <a:pt x="672486" y="46433"/>
                  <a:pt x="671952" y="47794"/>
                  <a:pt x="671952" y="49664"/>
                </a:cubicBezTo>
                <a:cubicBezTo>
                  <a:pt x="671952" y="50732"/>
                  <a:pt x="672166" y="51826"/>
                  <a:pt x="672593" y="52948"/>
                </a:cubicBezTo>
                <a:lnTo>
                  <a:pt x="689254" y="95082"/>
                </a:lnTo>
                <a:lnTo>
                  <a:pt x="704714" y="54470"/>
                </a:lnTo>
                <a:cubicBezTo>
                  <a:pt x="705782" y="51586"/>
                  <a:pt x="706316" y="49290"/>
                  <a:pt x="706316" y="47581"/>
                </a:cubicBezTo>
                <a:cubicBezTo>
                  <a:pt x="706316" y="46566"/>
                  <a:pt x="705796" y="45658"/>
                  <a:pt x="704754" y="44857"/>
                </a:cubicBezTo>
                <a:cubicBezTo>
                  <a:pt x="703713" y="44056"/>
                  <a:pt x="701670" y="43602"/>
                  <a:pt x="698626" y="43496"/>
                </a:cubicBezTo>
                <a:lnTo>
                  <a:pt x="698626" y="40532"/>
                </a:lnTo>
                <a:lnTo>
                  <a:pt x="721776" y="40532"/>
                </a:lnTo>
                <a:lnTo>
                  <a:pt x="721776" y="43496"/>
                </a:lnTo>
                <a:cubicBezTo>
                  <a:pt x="717130" y="44190"/>
                  <a:pt x="713712" y="47341"/>
                  <a:pt x="711523" y="52948"/>
                </a:cubicBezTo>
                <a:lnTo>
                  <a:pt x="687012" y="116149"/>
                </a:lnTo>
                <a:lnTo>
                  <a:pt x="683727" y="116149"/>
                </a:lnTo>
                <a:lnTo>
                  <a:pt x="665384" y="69289"/>
                </a:lnTo>
                <a:lnTo>
                  <a:pt x="643997" y="116149"/>
                </a:lnTo>
                <a:lnTo>
                  <a:pt x="641033" y="116149"/>
                </a:lnTo>
                <a:lnTo>
                  <a:pt x="617483" y="54470"/>
                </a:lnTo>
                <a:cubicBezTo>
                  <a:pt x="615934" y="50571"/>
                  <a:pt x="614412" y="47941"/>
                  <a:pt x="612917" y="46580"/>
                </a:cubicBezTo>
                <a:cubicBezTo>
                  <a:pt x="611422" y="45218"/>
                  <a:pt x="609072" y="44190"/>
                  <a:pt x="605868" y="43496"/>
                </a:cubicBezTo>
                <a:lnTo>
                  <a:pt x="605868" y="40532"/>
                </a:lnTo>
                <a:close/>
                <a:moveTo>
                  <a:pt x="740732" y="68247"/>
                </a:moveTo>
                <a:cubicBezTo>
                  <a:pt x="740679" y="79116"/>
                  <a:pt x="743322" y="87641"/>
                  <a:pt x="748663" y="93823"/>
                </a:cubicBezTo>
                <a:cubicBezTo>
                  <a:pt x="754003" y="100002"/>
                  <a:pt x="760277" y="103092"/>
                  <a:pt x="767487" y="103092"/>
                </a:cubicBezTo>
                <a:cubicBezTo>
                  <a:pt x="772293" y="103092"/>
                  <a:pt x="776471" y="101770"/>
                  <a:pt x="780023" y="99127"/>
                </a:cubicBezTo>
                <a:cubicBezTo>
                  <a:pt x="783574" y="96483"/>
                  <a:pt x="786551" y="91958"/>
                  <a:pt x="788954" y="85549"/>
                </a:cubicBezTo>
                <a:lnTo>
                  <a:pt x="791437" y="87151"/>
                </a:lnTo>
                <a:cubicBezTo>
                  <a:pt x="790316" y="94468"/>
                  <a:pt x="787058" y="101129"/>
                  <a:pt x="781665" y="107137"/>
                </a:cubicBezTo>
                <a:cubicBezTo>
                  <a:pt x="776271" y="113145"/>
                  <a:pt x="769516" y="116149"/>
                  <a:pt x="761399" y="116149"/>
                </a:cubicBezTo>
                <a:cubicBezTo>
                  <a:pt x="752588" y="116149"/>
                  <a:pt x="745045" y="112725"/>
                  <a:pt x="738770" y="105878"/>
                </a:cubicBezTo>
                <a:cubicBezTo>
                  <a:pt x="732495" y="99029"/>
                  <a:pt x="729358" y="89822"/>
                  <a:pt x="729358" y="78258"/>
                </a:cubicBezTo>
                <a:cubicBezTo>
                  <a:pt x="729358" y="65735"/>
                  <a:pt x="732575" y="55970"/>
                  <a:pt x="739010" y="48963"/>
                </a:cubicBezTo>
                <a:cubicBezTo>
                  <a:pt x="745445" y="41954"/>
                  <a:pt x="753522" y="38449"/>
                  <a:pt x="763241" y="38449"/>
                </a:cubicBezTo>
                <a:cubicBezTo>
                  <a:pt x="771465" y="38449"/>
                  <a:pt x="778220" y="41153"/>
                  <a:pt x="783507" y="46560"/>
                </a:cubicBezTo>
                <a:cubicBezTo>
                  <a:pt x="788794" y="51965"/>
                  <a:pt x="791437" y="59194"/>
                  <a:pt x="791437" y="68247"/>
                </a:cubicBezTo>
                <a:lnTo>
                  <a:pt x="740732" y="68247"/>
                </a:lnTo>
                <a:moveTo>
                  <a:pt x="740732" y="63601"/>
                </a:moveTo>
                <a:lnTo>
                  <a:pt x="774696" y="63601"/>
                </a:lnTo>
                <a:cubicBezTo>
                  <a:pt x="774429" y="58902"/>
                  <a:pt x="773868" y="55591"/>
                  <a:pt x="773014" y="53669"/>
                </a:cubicBezTo>
                <a:cubicBezTo>
                  <a:pt x="771679" y="50678"/>
                  <a:pt x="769689" y="48328"/>
                  <a:pt x="767046" y="46620"/>
                </a:cubicBezTo>
                <a:cubicBezTo>
                  <a:pt x="764403" y="44911"/>
                  <a:pt x="761639" y="44056"/>
                  <a:pt x="758755" y="44056"/>
                </a:cubicBezTo>
                <a:cubicBezTo>
                  <a:pt x="754323" y="44056"/>
                  <a:pt x="750358" y="45779"/>
                  <a:pt x="746860" y="49223"/>
                </a:cubicBezTo>
                <a:cubicBezTo>
                  <a:pt x="743362" y="52667"/>
                  <a:pt x="741320" y="57460"/>
                  <a:pt x="740732" y="63601"/>
                </a:cubicBezTo>
                <a:close/>
                <a:moveTo>
                  <a:pt x="822703" y="38449"/>
                </a:moveTo>
                <a:lnTo>
                  <a:pt x="822703" y="54950"/>
                </a:lnTo>
                <a:cubicBezTo>
                  <a:pt x="828844" y="43950"/>
                  <a:pt x="835145" y="38449"/>
                  <a:pt x="841607" y="38449"/>
                </a:cubicBezTo>
                <a:cubicBezTo>
                  <a:pt x="844544" y="38449"/>
                  <a:pt x="846974" y="39344"/>
                  <a:pt x="848896" y="41133"/>
                </a:cubicBezTo>
                <a:cubicBezTo>
                  <a:pt x="850819" y="42922"/>
                  <a:pt x="851780" y="44991"/>
                  <a:pt x="851780" y="47341"/>
                </a:cubicBezTo>
                <a:cubicBezTo>
                  <a:pt x="851780" y="49423"/>
                  <a:pt x="851086" y="51185"/>
                  <a:pt x="849697" y="52627"/>
                </a:cubicBezTo>
                <a:cubicBezTo>
                  <a:pt x="848309" y="54069"/>
                  <a:pt x="846653" y="54790"/>
                  <a:pt x="844731" y="54790"/>
                </a:cubicBezTo>
                <a:cubicBezTo>
                  <a:pt x="842862" y="54790"/>
                  <a:pt x="840766" y="53869"/>
                  <a:pt x="838443" y="52027"/>
                </a:cubicBezTo>
                <a:cubicBezTo>
                  <a:pt x="836120" y="50184"/>
                  <a:pt x="834398" y="49263"/>
                  <a:pt x="833276" y="49263"/>
                </a:cubicBezTo>
                <a:cubicBezTo>
                  <a:pt x="832315" y="49263"/>
                  <a:pt x="831274" y="49795"/>
                  <a:pt x="830152" y="50860"/>
                </a:cubicBezTo>
                <a:cubicBezTo>
                  <a:pt x="827749" y="53045"/>
                  <a:pt x="825266" y="56640"/>
                  <a:pt x="822703" y="61646"/>
                </a:cubicBezTo>
                <a:lnTo>
                  <a:pt x="822703" y="96721"/>
                </a:lnTo>
                <a:cubicBezTo>
                  <a:pt x="822703" y="100768"/>
                  <a:pt x="823210" y="103830"/>
                  <a:pt x="824225" y="105908"/>
                </a:cubicBezTo>
                <a:cubicBezTo>
                  <a:pt x="824919" y="107346"/>
                  <a:pt x="826147" y="108546"/>
                  <a:pt x="827909" y="109505"/>
                </a:cubicBezTo>
                <a:cubicBezTo>
                  <a:pt x="829672" y="110463"/>
                  <a:pt x="832208" y="110942"/>
                  <a:pt x="835519" y="110942"/>
                </a:cubicBezTo>
                <a:lnTo>
                  <a:pt x="835519" y="113906"/>
                </a:lnTo>
                <a:lnTo>
                  <a:pt x="797951" y="113906"/>
                </a:lnTo>
                <a:lnTo>
                  <a:pt x="797951" y="110942"/>
                </a:lnTo>
                <a:cubicBezTo>
                  <a:pt x="801689" y="110942"/>
                  <a:pt x="804466" y="110356"/>
                  <a:pt x="806282" y="109185"/>
                </a:cubicBezTo>
                <a:cubicBezTo>
                  <a:pt x="807617" y="108332"/>
                  <a:pt x="808551" y="106973"/>
                  <a:pt x="809085" y="105107"/>
                </a:cubicBezTo>
                <a:cubicBezTo>
                  <a:pt x="809352" y="104201"/>
                  <a:pt x="809486" y="101617"/>
                  <a:pt x="809486" y="97355"/>
                </a:cubicBezTo>
                <a:lnTo>
                  <a:pt x="809486" y="68981"/>
                </a:lnTo>
                <a:cubicBezTo>
                  <a:pt x="809486" y="60455"/>
                  <a:pt x="809312" y="55380"/>
                  <a:pt x="808965" y="53756"/>
                </a:cubicBezTo>
                <a:cubicBezTo>
                  <a:pt x="808618" y="52131"/>
                  <a:pt x="807977" y="50945"/>
                  <a:pt x="807043" y="50199"/>
                </a:cubicBezTo>
                <a:cubicBezTo>
                  <a:pt x="806108" y="49453"/>
                  <a:pt x="804947" y="49080"/>
                  <a:pt x="803558" y="49080"/>
                </a:cubicBezTo>
                <a:cubicBezTo>
                  <a:pt x="801903" y="49080"/>
                  <a:pt x="800034" y="49480"/>
                  <a:pt x="797951" y="50279"/>
                </a:cubicBezTo>
                <a:lnTo>
                  <a:pt x="797150" y="47401"/>
                </a:lnTo>
                <a:lnTo>
                  <a:pt x="819338" y="38449"/>
                </a:lnTo>
                <a:lnTo>
                  <a:pt x="822703" y="38449"/>
                </a:lnTo>
                <a:close/>
                <a:moveTo>
                  <a:pt x="903284" y="38449"/>
                </a:moveTo>
                <a:lnTo>
                  <a:pt x="903284" y="63281"/>
                </a:lnTo>
                <a:lnTo>
                  <a:pt x="900641" y="63281"/>
                </a:lnTo>
                <a:cubicBezTo>
                  <a:pt x="898612" y="55493"/>
                  <a:pt x="896008" y="50195"/>
                  <a:pt x="892831" y="47388"/>
                </a:cubicBezTo>
                <a:cubicBezTo>
                  <a:pt x="889654" y="44580"/>
                  <a:pt x="885608" y="43175"/>
                  <a:pt x="880695" y="43175"/>
                </a:cubicBezTo>
                <a:cubicBezTo>
                  <a:pt x="876957" y="43175"/>
                  <a:pt x="873940" y="44162"/>
                  <a:pt x="871644" y="46137"/>
                </a:cubicBezTo>
                <a:cubicBezTo>
                  <a:pt x="869348" y="48109"/>
                  <a:pt x="868199" y="50296"/>
                  <a:pt x="868199" y="52697"/>
                </a:cubicBezTo>
                <a:cubicBezTo>
                  <a:pt x="868199" y="55685"/>
                  <a:pt x="869054" y="58245"/>
                  <a:pt x="870763" y="60377"/>
                </a:cubicBezTo>
                <a:cubicBezTo>
                  <a:pt x="872418" y="62565"/>
                  <a:pt x="875783" y="64885"/>
                  <a:pt x="880856" y="67339"/>
                </a:cubicBezTo>
                <a:lnTo>
                  <a:pt x="892551" y="73021"/>
                </a:lnTo>
                <a:cubicBezTo>
                  <a:pt x="903391" y="78301"/>
                  <a:pt x="908811" y="85262"/>
                  <a:pt x="908811" y="93905"/>
                </a:cubicBezTo>
                <a:cubicBezTo>
                  <a:pt x="908811" y="100572"/>
                  <a:pt x="906288" y="105946"/>
                  <a:pt x="901242" y="110028"/>
                </a:cubicBezTo>
                <a:cubicBezTo>
                  <a:pt x="896195" y="114108"/>
                  <a:pt x="890548" y="116149"/>
                  <a:pt x="884300" y="116149"/>
                </a:cubicBezTo>
                <a:cubicBezTo>
                  <a:pt x="879814" y="116149"/>
                  <a:pt x="874688" y="115348"/>
                  <a:pt x="868920" y="113745"/>
                </a:cubicBezTo>
                <a:cubicBezTo>
                  <a:pt x="867158" y="113211"/>
                  <a:pt x="865716" y="112944"/>
                  <a:pt x="864595" y="112944"/>
                </a:cubicBezTo>
                <a:cubicBezTo>
                  <a:pt x="863367" y="112944"/>
                  <a:pt x="862405" y="113639"/>
                  <a:pt x="861711" y="115027"/>
                </a:cubicBezTo>
                <a:lnTo>
                  <a:pt x="859068" y="115027"/>
                </a:lnTo>
                <a:lnTo>
                  <a:pt x="859068" y="88754"/>
                </a:lnTo>
                <a:lnTo>
                  <a:pt x="861711" y="88754"/>
                </a:lnTo>
                <a:cubicBezTo>
                  <a:pt x="863206" y="96256"/>
                  <a:pt x="866063" y="101910"/>
                  <a:pt x="870282" y="105715"/>
                </a:cubicBezTo>
                <a:cubicBezTo>
                  <a:pt x="874501" y="109520"/>
                  <a:pt x="879227" y="111423"/>
                  <a:pt x="884460" y="111423"/>
                </a:cubicBezTo>
                <a:cubicBezTo>
                  <a:pt x="888145" y="111423"/>
                  <a:pt x="891149" y="110343"/>
                  <a:pt x="893472" y="108183"/>
                </a:cubicBezTo>
                <a:cubicBezTo>
                  <a:pt x="895795" y="106022"/>
                  <a:pt x="896956" y="103421"/>
                  <a:pt x="896956" y="100381"/>
                </a:cubicBezTo>
                <a:cubicBezTo>
                  <a:pt x="896956" y="96700"/>
                  <a:pt x="895661" y="93606"/>
                  <a:pt x="893071" y="91099"/>
                </a:cubicBezTo>
                <a:cubicBezTo>
                  <a:pt x="890481" y="88592"/>
                  <a:pt x="885315" y="85419"/>
                  <a:pt x="877571" y="81579"/>
                </a:cubicBezTo>
                <a:cubicBezTo>
                  <a:pt x="869828" y="77738"/>
                  <a:pt x="864755" y="74270"/>
                  <a:pt x="862352" y="71176"/>
                </a:cubicBezTo>
                <a:cubicBezTo>
                  <a:pt x="859949" y="68135"/>
                  <a:pt x="858747" y="64295"/>
                  <a:pt x="858747" y="59654"/>
                </a:cubicBezTo>
                <a:cubicBezTo>
                  <a:pt x="858747" y="53626"/>
                  <a:pt x="860817" y="48585"/>
                  <a:pt x="864955" y="44532"/>
                </a:cubicBezTo>
                <a:cubicBezTo>
                  <a:pt x="869094" y="40477"/>
                  <a:pt x="874447" y="38449"/>
                  <a:pt x="881016" y="38449"/>
                </a:cubicBezTo>
                <a:cubicBezTo>
                  <a:pt x="883900" y="38449"/>
                  <a:pt x="887397" y="39063"/>
                  <a:pt x="891509" y="40292"/>
                </a:cubicBezTo>
                <a:cubicBezTo>
                  <a:pt x="894233" y="41093"/>
                  <a:pt x="896048" y="41493"/>
                  <a:pt x="896956" y="41493"/>
                </a:cubicBezTo>
                <a:cubicBezTo>
                  <a:pt x="897811" y="41493"/>
                  <a:pt x="898478" y="41306"/>
                  <a:pt x="898959" y="40932"/>
                </a:cubicBezTo>
                <a:cubicBezTo>
                  <a:pt x="899439" y="40559"/>
                  <a:pt x="900000" y="39731"/>
                  <a:pt x="900641" y="38449"/>
                </a:cubicBezTo>
                <a:lnTo>
                  <a:pt x="903284" y="38449"/>
                </a:lnTo>
                <a:close/>
                <a:moveTo>
                  <a:pt x="989368" y="46139"/>
                </a:moveTo>
                <a:lnTo>
                  <a:pt x="989368" y="94421"/>
                </a:lnTo>
                <a:cubicBezTo>
                  <a:pt x="989368" y="101265"/>
                  <a:pt x="990116" y="105595"/>
                  <a:pt x="991611" y="107412"/>
                </a:cubicBezTo>
                <a:cubicBezTo>
                  <a:pt x="993587" y="109765"/>
                  <a:pt x="996230" y="110942"/>
                  <a:pt x="999541" y="110942"/>
                </a:cubicBezTo>
                <a:lnTo>
                  <a:pt x="1006190" y="110942"/>
                </a:lnTo>
                <a:lnTo>
                  <a:pt x="1006190" y="113906"/>
                </a:lnTo>
                <a:lnTo>
                  <a:pt x="962374" y="113906"/>
                </a:lnTo>
                <a:lnTo>
                  <a:pt x="962374" y="110942"/>
                </a:lnTo>
                <a:lnTo>
                  <a:pt x="965658" y="110942"/>
                </a:lnTo>
                <a:cubicBezTo>
                  <a:pt x="967794" y="110942"/>
                  <a:pt x="969743" y="110407"/>
                  <a:pt x="971505" y="109337"/>
                </a:cubicBezTo>
                <a:cubicBezTo>
                  <a:pt x="973268" y="108268"/>
                  <a:pt x="974483" y="106824"/>
                  <a:pt x="975150" y="105007"/>
                </a:cubicBezTo>
                <a:cubicBezTo>
                  <a:pt x="975818" y="103189"/>
                  <a:pt x="976151" y="99661"/>
                  <a:pt x="976151" y="94421"/>
                </a:cubicBezTo>
                <a:lnTo>
                  <a:pt x="976151" y="46139"/>
                </a:lnTo>
                <a:lnTo>
                  <a:pt x="961893" y="46139"/>
                </a:lnTo>
                <a:lnTo>
                  <a:pt x="961893" y="40532"/>
                </a:lnTo>
                <a:lnTo>
                  <a:pt x="976151" y="40532"/>
                </a:lnTo>
                <a:lnTo>
                  <a:pt x="976151" y="35706"/>
                </a:lnTo>
                <a:cubicBezTo>
                  <a:pt x="976151" y="28361"/>
                  <a:pt x="977326" y="22142"/>
                  <a:pt x="979676" y="17049"/>
                </a:cubicBezTo>
                <a:cubicBezTo>
                  <a:pt x="982026" y="11956"/>
                  <a:pt x="985617" y="7842"/>
                  <a:pt x="990450" y="4706"/>
                </a:cubicBezTo>
                <a:cubicBezTo>
                  <a:pt x="995283" y="1569"/>
                  <a:pt x="1000716" y="0"/>
                  <a:pt x="1006751" y="0"/>
                </a:cubicBezTo>
                <a:cubicBezTo>
                  <a:pt x="1012358" y="0"/>
                  <a:pt x="1017511" y="1816"/>
                  <a:pt x="1022210" y="5447"/>
                </a:cubicBezTo>
                <a:cubicBezTo>
                  <a:pt x="1025308" y="7850"/>
                  <a:pt x="1026856" y="10547"/>
                  <a:pt x="1026856" y="13537"/>
                </a:cubicBezTo>
                <a:cubicBezTo>
                  <a:pt x="1026856" y="15139"/>
                  <a:pt x="1026162" y="16648"/>
                  <a:pt x="1024774" y="18063"/>
                </a:cubicBezTo>
                <a:cubicBezTo>
                  <a:pt x="1023385" y="19478"/>
                  <a:pt x="1021890" y="20186"/>
                  <a:pt x="1020288" y="20186"/>
                </a:cubicBezTo>
                <a:cubicBezTo>
                  <a:pt x="1019060" y="20186"/>
                  <a:pt x="1017765" y="19740"/>
                  <a:pt x="1016403" y="18849"/>
                </a:cubicBezTo>
                <a:cubicBezTo>
                  <a:pt x="1015041" y="17958"/>
                  <a:pt x="1013372" y="16041"/>
                  <a:pt x="1011397" y="13099"/>
                </a:cubicBezTo>
                <a:cubicBezTo>
                  <a:pt x="1009421" y="10157"/>
                  <a:pt x="1007605" y="8173"/>
                  <a:pt x="1005950" y="7147"/>
                </a:cubicBezTo>
                <a:cubicBezTo>
                  <a:pt x="1004294" y="6120"/>
                  <a:pt x="1002452" y="5607"/>
                  <a:pt x="1000422" y="5607"/>
                </a:cubicBezTo>
                <a:cubicBezTo>
                  <a:pt x="997966" y="5607"/>
                  <a:pt x="995883" y="6268"/>
                  <a:pt x="994174" y="7590"/>
                </a:cubicBezTo>
                <a:cubicBezTo>
                  <a:pt x="992466" y="8910"/>
                  <a:pt x="991237" y="10957"/>
                  <a:pt x="990490" y="13733"/>
                </a:cubicBezTo>
                <a:cubicBezTo>
                  <a:pt x="989742" y="16508"/>
                  <a:pt x="989368" y="23662"/>
                  <a:pt x="989368" y="35195"/>
                </a:cubicBezTo>
                <a:lnTo>
                  <a:pt x="989368" y="40532"/>
                </a:lnTo>
                <a:lnTo>
                  <a:pt x="1008273" y="40532"/>
                </a:lnTo>
                <a:lnTo>
                  <a:pt x="1008273" y="46139"/>
                </a:lnTo>
                <a:lnTo>
                  <a:pt x="989368" y="46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Text orQ1]/">
            <a:extLst xmlns:a="http://schemas.openxmlformats.org/drawingml/2006/main">
              <a:ext uri="{FF2B5EF4-FFF2-40B4-BE49-F238E27FC236}">
                <a16:creationId xmlns:a16="http://schemas.microsoft.com/office/drawing/2014/main" id="{DFC91BE5-C49D-4EE7-81BF-A5C92761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838" y="4673187"/>
            <a:ext cx="473215" cy="146427"/>
          </a:xfrm>
          <a:custGeom xmlns:a="http://schemas.openxmlformats.org/drawingml/2006/main">
            <a:pathLst>
              <a:path w="473215" h="146427">
                <a:moveTo>
                  <a:pt x="35485" y="38449"/>
                </a:moveTo>
                <a:cubicBezTo>
                  <a:pt x="46593" y="38449"/>
                  <a:pt x="55511" y="42664"/>
                  <a:pt x="62240" y="51093"/>
                </a:cubicBezTo>
                <a:cubicBezTo>
                  <a:pt x="67954" y="58294"/>
                  <a:pt x="70811" y="66563"/>
                  <a:pt x="70811" y="75900"/>
                </a:cubicBezTo>
                <a:cubicBezTo>
                  <a:pt x="70811" y="82461"/>
                  <a:pt x="69235" y="89103"/>
                  <a:pt x="66085" y="95825"/>
                </a:cubicBezTo>
                <a:cubicBezTo>
                  <a:pt x="62934" y="102545"/>
                  <a:pt x="58595" y="107613"/>
                  <a:pt x="53068" y="111027"/>
                </a:cubicBezTo>
                <a:cubicBezTo>
                  <a:pt x="47541" y="114441"/>
                  <a:pt x="41386" y="116149"/>
                  <a:pt x="34604" y="116149"/>
                </a:cubicBezTo>
                <a:cubicBezTo>
                  <a:pt x="23550" y="116149"/>
                  <a:pt x="14766" y="111747"/>
                  <a:pt x="8251" y="102944"/>
                </a:cubicBezTo>
                <a:cubicBezTo>
                  <a:pt x="2750" y="95530"/>
                  <a:pt x="0" y="87208"/>
                  <a:pt x="0" y="77980"/>
                </a:cubicBezTo>
                <a:cubicBezTo>
                  <a:pt x="0" y="71258"/>
                  <a:pt x="1669" y="64576"/>
                  <a:pt x="5006" y="57934"/>
                </a:cubicBezTo>
                <a:cubicBezTo>
                  <a:pt x="8344" y="51292"/>
                  <a:pt x="12736" y="46384"/>
                  <a:pt x="18183" y="43210"/>
                </a:cubicBezTo>
                <a:cubicBezTo>
                  <a:pt x="23630" y="40036"/>
                  <a:pt x="29398" y="38449"/>
                  <a:pt x="35485" y="38449"/>
                </a:cubicBezTo>
                <a:moveTo>
                  <a:pt x="33002" y="43736"/>
                </a:moveTo>
                <a:cubicBezTo>
                  <a:pt x="30172" y="43736"/>
                  <a:pt x="27328" y="44576"/>
                  <a:pt x="24471" y="46257"/>
                </a:cubicBezTo>
                <a:cubicBezTo>
                  <a:pt x="21614" y="47937"/>
                  <a:pt x="19305" y="50884"/>
                  <a:pt x="17542" y="55098"/>
                </a:cubicBezTo>
                <a:cubicBezTo>
                  <a:pt x="15780" y="59312"/>
                  <a:pt x="14899" y="64725"/>
                  <a:pt x="14899" y="71339"/>
                </a:cubicBezTo>
                <a:cubicBezTo>
                  <a:pt x="14899" y="82006"/>
                  <a:pt x="17022" y="91207"/>
                  <a:pt x="21267" y="98942"/>
                </a:cubicBezTo>
                <a:cubicBezTo>
                  <a:pt x="25513" y="106675"/>
                  <a:pt x="31106" y="110541"/>
                  <a:pt x="38049" y="110541"/>
                </a:cubicBezTo>
                <a:cubicBezTo>
                  <a:pt x="43229" y="110541"/>
                  <a:pt x="47501" y="108408"/>
                  <a:pt x="50865" y="104141"/>
                </a:cubicBezTo>
                <a:cubicBezTo>
                  <a:pt x="54229" y="99874"/>
                  <a:pt x="55912" y="92540"/>
                  <a:pt x="55912" y="82140"/>
                </a:cubicBezTo>
                <a:cubicBezTo>
                  <a:pt x="55912" y="69125"/>
                  <a:pt x="53108" y="58884"/>
                  <a:pt x="47501" y="51416"/>
                </a:cubicBezTo>
                <a:cubicBezTo>
                  <a:pt x="43709" y="46296"/>
                  <a:pt x="38876" y="43736"/>
                  <a:pt x="33002" y="43736"/>
                </a:cubicBezTo>
                <a:close/>
                <a:moveTo>
                  <a:pt x="103091" y="38449"/>
                </a:moveTo>
                <a:lnTo>
                  <a:pt x="103091" y="54950"/>
                </a:lnTo>
                <a:cubicBezTo>
                  <a:pt x="109233" y="43950"/>
                  <a:pt x="115534" y="38449"/>
                  <a:pt x="121996" y="38449"/>
                </a:cubicBezTo>
                <a:cubicBezTo>
                  <a:pt x="124933" y="38449"/>
                  <a:pt x="127363" y="39344"/>
                  <a:pt x="129285" y="41133"/>
                </a:cubicBezTo>
                <a:cubicBezTo>
                  <a:pt x="131207" y="42922"/>
                  <a:pt x="132169" y="44991"/>
                  <a:pt x="132169" y="47341"/>
                </a:cubicBezTo>
                <a:cubicBezTo>
                  <a:pt x="132169" y="49423"/>
                  <a:pt x="131474" y="51185"/>
                  <a:pt x="130086" y="52627"/>
                </a:cubicBezTo>
                <a:cubicBezTo>
                  <a:pt x="128698" y="54069"/>
                  <a:pt x="127042" y="54790"/>
                  <a:pt x="125120" y="54790"/>
                </a:cubicBezTo>
                <a:cubicBezTo>
                  <a:pt x="123251" y="54790"/>
                  <a:pt x="121155" y="53869"/>
                  <a:pt x="118832" y="52027"/>
                </a:cubicBezTo>
                <a:cubicBezTo>
                  <a:pt x="116509" y="50184"/>
                  <a:pt x="114786" y="49263"/>
                  <a:pt x="113665" y="49263"/>
                </a:cubicBezTo>
                <a:cubicBezTo>
                  <a:pt x="112704" y="49263"/>
                  <a:pt x="111662" y="49795"/>
                  <a:pt x="110541" y="50860"/>
                </a:cubicBezTo>
                <a:cubicBezTo>
                  <a:pt x="108138" y="53045"/>
                  <a:pt x="105655" y="56640"/>
                  <a:pt x="103091" y="61646"/>
                </a:cubicBezTo>
                <a:lnTo>
                  <a:pt x="103091" y="96721"/>
                </a:lnTo>
                <a:cubicBezTo>
                  <a:pt x="103091" y="100768"/>
                  <a:pt x="103599" y="103830"/>
                  <a:pt x="104613" y="105908"/>
                </a:cubicBezTo>
                <a:cubicBezTo>
                  <a:pt x="105308" y="107346"/>
                  <a:pt x="106536" y="108546"/>
                  <a:pt x="108298" y="109505"/>
                </a:cubicBezTo>
                <a:cubicBezTo>
                  <a:pt x="110060" y="110463"/>
                  <a:pt x="112597" y="110942"/>
                  <a:pt x="115908" y="110942"/>
                </a:cubicBezTo>
                <a:lnTo>
                  <a:pt x="115908" y="113906"/>
                </a:lnTo>
                <a:lnTo>
                  <a:pt x="78340" y="113906"/>
                </a:lnTo>
                <a:lnTo>
                  <a:pt x="78340" y="110942"/>
                </a:lnTo>
                <a:cubicBezTo>
                  <a:pt x="82078" y="110942"/>
                  <a:pt x="84855" y="110356"/>
                  <a:pt x="86670" y="109185"/>
                </a:cubicBezTo>
                <a:cubicBezTo>
                  <a:pt x="88006" y="108332"/>
                  <a:pt x="88940" y="106973"/>
                  <a:pt x="89474" y="105107"/>
                </a:cubicBezTo>
                <a:cubicBezTo>
                  <a:pt x="89741" y="104201"/>
                  <a:pt x="89875" y="101617"/>
                  <a:pt x="89875" y="97355"/>
                </a:cubicBezTo>
                <a:lnTo>
                  <a:pt x="89875" y="68981"/>
                </a:lnTo>
                <a:cubicBezTo>
                  <a:pt x="89875" y="60455"/>
                  <a:pt x="89701" y="55380"/>
                  <a:pt x="89354" y="53756"/>
                </a:cubicBezTo>
                <a:cubicBezTo>
                  <a:pt x="89007" y="52131"/>
                  <a:pt x="88366" y="50945"/>
                  <a:pt x="87431" y="50199"/>
                </a:cubicBezTo>
                <a:cubicBezTo>
                  <a:pt x="86497" y="49453"/>
                  <a:pt x="85335" y="49080"/>
                  <a:pt x="83947" y="49080"/>
                </a:cubicBezTo>
                <a:cubicBezTo>
                  <a:pt x="82292" y="49080"/>
                  <a:pt x="80422" y="49480"/>
                  <a:pt x="78340" y="50279"/>
                </a:cubicBezTo>
                <a:lnTo>
                  <a:pt x="77539" y="47401"/>
                </a:lnTo>
                <a:lnTo>
                  <a:pt x="99727" y="38449"/>
                </a:lnTo>
                <a:lnTo>
                  <a:pt x="103091" y="38449"/>
                </a:lnTo>
                <a:close/>
                <a:moveTo>
                  <a:pt x="244391" y="115187"/>
                </a:moveTo>
                <a:cubicBezTo>
                  <a:pt x="249838" y="124559"/>
                  <a:pt x="255726" y="131455"/>
                  <a:pt x="262054" y="135874"/>
                </a:cubicBezTo>
                <a:cubicBezTo>
                  <a:pt x="268382" y="140294"/>
                  <a:pt x="275578" y="142824"/>
                  <a:pt x="283641" y="143464"/>
                </a:cubicBezTo>
                <a:lnTo>
                  <a:pt x="283641" y="146107"/>
                </a:lnTo>
                <a:cubicBezTo>
                  <a:pt x="276272" y="145840"/>
                  <a:pt x="268395" y="144358"/>
                  <a:pt x="260011" y="141661"/>
                </a:cubicBezTo>
                <a:cubicBezTo>
                  <a:pt x="251627" y="138964"/>
                  <a:pt x="243684" y="135226"/>
                  <a:pt x="236181" y="130447"/>
                </a:cubicBezTo>
                <a:cubicBezTo>
                  <a:pt x="228678" y="125667"/>
                  <a:pt x="222203" y="120581"/>
                  <a:pt x="216756" y="115187"/>
                </a:cubicBezTo>
                <a:cubicBezTo>
                  <a:pt x="209066" y="112090"/>
                  <a:pt x="202978" y="108806"/>
                  <a:pt x="198493" y="105335"/>
                </a:cubicBezTo>
                <a:cubicBezTo>
                  <a:pt x="191978" y="100155"/>
                  <a:pt x="186918" y="93787"/>
                  <a:pt x="183313" y="86230"/>
                </a:cubicBezTo>
                <a:cubicBezTo>
                  <a:pt x="179709" y="78674"/>
                  <a:pt x="177906" y="69743"/>
                  <a:pt x="177906" y="59436"/>
                </a:cubicBezTo>
                <a:cubicBezTo>
                  <a:pt x="177906" y="43202"/>
                  <a:pt x="183166" y="29718"/>
                  <a:pt x="193686" y="18984"/>
                </a:cubicBezTo>
                <a:cubicBezTo>
                  <a:pt x="204207" y="8251"/>
                  <a:pt x="216943" y="2884"/>
                  <a:pt x="231895" y="2884"/>
                </a:cubicBezTo>
                <a:cubicBezTo>
                  <a:pt x="246100" y="2884"/>
                  <a:pt x="258396" y="8264"/>
                  <a:pt x="268782" y="19024"/>
                </a:cubicBezTo>
                <a:cubicBezTo>
                  <a:pt x="279169" y="29785"/>
                  <a:pt x="284362" y="43362"/>
                  <a:pt x="284362" y="59756"/>
                </a:cubicBezTo>
                <a:cubicBezTo>
                  <a:pt x="284362" y="73053"/>
                  <a:pt x="280664" y="84722"/>
                  <a:pt x="273268" y="94761"/>
                </a:cubicBezTo>
                <a:cubicBezTo>
                  <a:pt x="265872" y="104801"/>
                  <a:pt x="256246" y="111609"/>
                  <a:pt x="244391" y="115187"/>
                </a:cubicBezTo>
                <a:moveTo>
                  <a:pt x="230934" y="9052"/>
                </a:moveTo>
                <a:cubicBezTo>
                  <a:pt x="221215" y="9052"/>
                  <a:pt x="213392" y="12523"/>
                  <a:pt x="207464" y="19465"/>
                </a:cubicBezTo>
                <a:cubicBezTo>
                  <a:pt x="199988" y="28169"/>
                  <a:pt x="196250" y="41493"/>
                  <a:pt x="196250" y="59436"/>
                </a:cubicBezTo>
                <a:cubicBezTo>
                  <a:pt x="196250" y="77005"/>
                  <a:pt x="200041" y="90542"/>
                  <a:pt x="207624" y="100048"/>
                </a:cubicBezTo>
                <a:cubicBezTo>
                  <a:pt x="213498" y="107364"/>
                  <a:pt x="221268" y="111022"/>
                  <a:pt x="230934" y="111022"/>
                </a:cubicBezTo>
                <a:cubicBezTo>
                  <a:pt x="240974" y="111022"/>
                  <a:pt x="249064" y="107364"/>
                  <a:pt x="255205" y="100048"/>
                </a:cubicBezTo>
                <a:cubicBezTo>
                  <a:pt x="262414" y="91397"/>
                  <a:pt x="266019" y="78634"/>
                  <a:pt x="266019" y="61759"/>
                </a:cubicBezTo>
                <a:cubicBezTo>
                  <a:pt x="266019" y="48782"/>
                  <a:pt x="264043" y="37862"/>
                  <a:pt x="260091" y="28997"/>
                </a:cubicBezTo>
                <a:cubicBezTo>
                  <a:pt x="257047" y="22162"/>
                  <a:pt x="253002" y="17129"/>
                  <a:pt x="247956" y="13898"/>
                </a:cubicBezTo>
                <a:cubicBezTo>
                  <a:pt x="242909" y="10667"/>
                  <a:pt x="237235" y="9052"/>
                  <a:pt x="230934" y="9052"/>
                </a:cubicBezTo>
                <a:close/>
                <a:moveTo>
                  <a:pt x="309808" y="15940"/>
                </a:moveTo>
                <a:lnTo>
                  <a:pt x="336241" y="3044"/>
                </a:lnTo>
                <a:lnTo>
                  <a:pt x="338885" y="3044"/>
                </a:lnTo>
                <a:lnTo>
                  <a:pt x="338885" y="94761"/>
                </a:lnTo>
                <a:cubicBezTo>
                  <a:pt x="338885" y="100849"/>
                  <a:pt x="339139" y="104641"/>
                  <a:pt x="339646" y="106136"/>
                </a:cubicBezTo>
                <a:cubicBezTo>
                  <a:pt x="340153" y="107631"/>
                  <a:pt x="341208" y="108779"/>
                  <a:pt x="342810" y="109580"/>
                </a:cubicBezTo>
                <a:cubicBezTo>
                  <a:pt x="344412" y="110381"/>
                  <a:pt x="347669" y="110835"/>
                  <a:pt x="352582" y="110942"/>
                </a:cubicBezTo>
                <a:lnTo>
                  <a:pt x="352582" y="113906"/>
                </a:lnTo>
                <a:lnTo>
                  <a:pt x="311730" y="113906"/>
                </a:lnTo>
                <a:lnTo>
                  <a:pt x="311730" y="110942"/>
                </a:lnTo>
                <a:cubicBezTo>
                  <a:pt x="316857" y="110835"/>
                  <a:pt x="320168" y="110395"/>
                  <a:pt x="321663" y="109620"/>
                </a:cubicBezTo>
                <a:cubicBezTo>
                  <a:pt x="323158" y="108846"/>
                  <a:pt x="324199" y="107805"/>
                  <a:pt x="324787" y="106496"/>
                </a:cubicBezTo>
                <a:cubicBezTo>
                  <a:pt x="325374" y="105188"/>
                  <a:pt x="325668" y="101276"/>
                  <a:pt x="325668" y="94761"/>
                </a:cubicBezTo>
                <a:lnTo>
                  <a:pt x="325668" y="36126"/>
                </a:lnTo>
                <a:cubicBezTo>
                  <a:pt x="325668" y="28223"/>
                  <a:pt x="325401" y="23150"/>
                  <a:pt x="324867" y="20907"/>
                </a:cubicBezTo>
                <a:cubicBezTo>
                  <a:pt x="324493" y="19198"/>
                  <a:pt x="323812" y="17943"/>
                  <a:pt x="322824" y="17142"/>
                </a:cubicBezTo>
                <a:cubicBezTo>
                  <a:pt x="321836" y="16341"/>
                  <a:pt x="320648" y="15940"/>
                  <a:pt x="319260" y="15940"/>
                </a:cubicBezTo>
                <a:cubicBezTo>
                  <a:pt x="317284" y="15940"/>
                  <a:pt x="314534" y="16768"/>
                  <a:pt x="311009" y="18424"/>
                </a:cubicBezTo>
                <a:lnTo>
                  <a:pt x="309808" y="15940"/>
                </a:lnTo>
                <a:close/>
                <a:moveTo>
                  <a:pt x="378616" y="2723"/>
                </a:moveTo>
                <a:lnTo>
                  <a:pt x="413861" y="2723"/>
                </a:lnTo>
                <a:lnTo>
                  <a:pt x="413861" y="146427"/>
                </a:lnTo>
                <a:lnTo>
                  <a:pt x="378616" y="146427"/>
                </a:lnTo>
                <a:lnTo>
                  <a:pt x="378616" y="140099"/>
                </a:lnTo>
                <a:lnTo>
                  <a:pt x="401845" y="140099"/>
                </a:lnTo>
                <a:lnTo>
                  <a:pt x="401845" y="9052"/>
                </a:lnTo>
                <a:lnTo>
                  <a:pt x="378616" y="9052"/>
                </a:lnTo>
                <a:lnTo>
                  <a:pt x="378616" y="2723"/>
                </a:lnTo>
                <a:close/>
                <a:moveTo>
                  <a:pt x="473215" y="0"/>
                </a:moveTo>
                <a:lnTo>
                  <a:pt x="433885" y="116149"/>
                </a:lnTo>
                <a:lnTo>
                  <a:pt x="427477" y="116149"/>
                </a:lnTo>
                <a:lnTo>
                  <a:pt x="466807" y="0"/>
                </a:lnTo>
                <a:lnTo>
                  <a:pt x="4732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Text i.e.[Ref">
            <a:extLst xmlns:a="http://schemas.openxmlformats.org/drawingml/2006/main">
              <a:ext uri="{FF2B5EF4-FFF2-40B4-BE49-F238E27FC236}">
                <a16:creationId xmlns:a16="http://schemas.microsoft.com/office/drawing/2014/main" id="{BFCC0A83-19D0-4DC0-A762-B7497CA8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214" y="4878249"/>
            <a:ext cx="544854" cy="146427"/>
          </a:xfrm>
          <a:custGeom xmlns:a="http://schemas.openxmlformats.org/drawingml/2006/main">
            <a:pathLst>
              <a:path w="544854" h="146427">
                <a:moveTo>
                  <a:pt x="18984" y="0"/>
                </a:moveTo>
                <a:cubicBezTo>
                  <a:pt x="21227" y="0"/>
                  <a:pt x="23136" y="792"/>
                  <a:pt x="24712" y="2376"/>
                </a:cubicBezTo>
                <a:cubicBezTo>
                  <a:pt x="26287" y="3958"/>
                  <a:pt x="27075" y="5876"/>
                  <a:pt x="27075" y="8130"/>
                </a:cubicBezTo>
                <a:cubicBezTo>
                  <a:pt x="27075" y="10385"/>
                  <a:pt x="26287" y="12317"/>
                  <a:pt x="24712" y="13928"/>
                </a:cubicBezTo>
                <a:cubicBezTo>
                  <a:pt x="23136" y="15537"/>
                  <a:pt x="21227" y="16341"/>
                  <a:pt x="18984" y="16341"/>
                </a:cubicBezTo>
                <a:cubicBezTo>
                  <a:pt x="16741" y="16341"/>
                  <a:pt x="14819" y="15537"/>
                  <a:pt x="13217" y="13928"/>
                </a:cubicBezTo>
                <a:cubicBezTo>
                  <a:pt x="11615" y="12317"/>
                  <a:pt x="10814" y="10385"/>
                  <a:pt x="10814" y="8130"/>
                </a:cubicBezTo>
                <a:cubicBezTo>
                  <a:pt x="10814" y="5876"/>
                  <a:pt x="11602" y="3958"/>
                  <a:pt x="13177" y="2376"/>
                </a:cubicBezTo>
                <a:cubicBezTo>
                  <a:pt x="14752" y="792"/>
                  <a:pt x="16688" y="0"/>
                  <a:pt x="18984" y="0"/>
                </a:cubicBezTo>
                <a:moveTo>
                  <a:pt x="25633" y="38449"/>
                </a:moveTo>
                <a:lnTo>
                  <a:pt x="25633" y="97274"/>
                </a:lnTo>
                <a:cubicBezTo>
                  <a:pt x="25633" y="101857"/>
                  <a:pt x="25967" y="104908"/>
                  <a:pt x="26634" y="106426"/>
                </a:cubicBezTo>
                <a:cubicBezTo>
                  <a:pt x="27302" y="107945"/>
                  <a:pt x="28290" y="109077"/>
                  <a:pt x="29598" y="109823"/>
                </a:cubicBezTo>
                <a:cubicBezTo>
                  <a:pt x="30906" y="110569"/>
                  <a:pt x="33296" y="110942"/>
                  <a:pt x="36767" y="110942"/>
                </a:cubicBezTo>
                <a:lnTo>
                  <a:pt x="36767" y="113906"/>
                </a:lnTo>
                <a:lnTo>
                  <a:pt x="1121" y="113906"/>
                </a:lnTo>
                <a:lnTo>
                  <a:pt x="1121" y="110942"/>
                </a:lnTo>
                <a:cubicBezTo>
                  <a:pt x="4699" y="110942"/>
                  <a:pt x="7102" y="110596"/>
                  <a:pt x="8331" y="109903"/>
                </a:cubicBezTo>
                <a:cubicBezTo>
                  <a:pt x="9559" y="109211"/>
                  <a:pt x="10533" y="108065"/>
                  <a:pt x="11254" y="106466"/>
                </a:cubicBezTo>
                <a:cubicBezTo>
                  <a:pt x="11975" y="104867"/>
                  <a:pt x="12336" y="101804"/>
                  <a:pt x="12336" y="97274"/>
                </a:cubicBezTo>
                <a:lnTo>
                  <a:pt x="12336" y="69061"/>
                </a:lnTo>
                <a:cubicBezTo>
                  <a:pt x="12336" y="61121"/>
                  <a:pt x="12095" y="55979"/>
                  <a:pt x="11615" y="53636"/>
                </a:cubicBezTo>
                <a:cubicBezTo>
                  <a:pt x="11241" y="51931"/>
                  <a:pt x="10654" y="50745"/>
                  <a:pt x="9853" y="50079"/>
                </a:cubicBezTo>
                <a:cubicBezTo>
                  <a:pt x="9052" y="49413"/>
                  <a:pt x="7957" y="49080"/>
                  <a:pt x="6568" y="49080"/>
                </a:cubicBezTo>
                <a:cubicBezTo>
                  <a:pt x="5073" y="49080"/>
                  <a:pt x="3258" y="49480"/>
                  <a:pt x="1121" y="50279"/>
                </a:cubicBezTo>
                <a:lnTo>
                  <a:pt x="0" y="47401"/>
                </a:lnTo>
                <a:lnTo>
                  <a:pt x="22108" y="38449"/>
                </a:lnTo>
                <a:lnTo>
                  <a:pt x="25633" y="38449"/>
                </a:lnTo>
                <a:close/>
                <a:moveTo>
                  <a:pt x="61306" y="98366"/>
                </a:moveTo>
                <a:cubicBezTo>
                  <a:pt x="63816" y="98366"/>
                  <a:pt x="65925" y="99234"/>
                  <a:pt x="67634" y="100969"/>
                </a:cubicBezTo>
                <a:cubicBezTo>
                  <a:pt x="69343" y="102705"/>
                  <a:pt x="70197" y="104801"/>
                  <a:pt x="70197" y="107257"/>
                </a:cubicBezTo>
                <a:cubicBezTo>
                  <a:pt x="70197" y="109714"/>
                  <a:pt x="69329" y="111810"/>
                  <a:pt x="67594" y="113545"/>
                </a:cubicBezTo>
                <a:cubicBezTo>
                  <a:pt x="65858" y="115281"/>
                  <a:pt x="63762" y="116149"/>
                  <a:pt x="61306" y="116149"/>
                </a:cubicBezTo>
                <a:cubicBezTo>
                  <a:pt x="58849" y="116149"/>
                  <a:pt x="56753" y="115281"/>
                  <a:pt x="55018" y="113545"/>
                </a:cubicBezTo>
                <a:cubicBezTo>
                  <a:pt x="53282" y="111810"/>
                  <a:pt x="52414" y="109714"/>
                  <a:pt x="52414" y="107257"/>
                </a:cubicBezTo>
                <a:cubicBezTo>
                  <a:pt x="52414" y="104747"/>
                  <a:pt x="53282" y="102638"/>
                  <a:pt x="55018" y="100929"/>
                </a:cubicBezTo>
                <a:cubicBezTo>
                  <a:pt x="56753" y="99220"/>
                  <a:pt x="58849" y="98366"/>
                  <a:pt x="61306" y="98366"/>
                </a:cubicBezTo>
                <a:close/>
                <a:moveTo>
                  <a:pt x="99274" y="68247"/>
                </a:moveTo>
                <a:cubicBezTo>
                  <a:pt x="99221" y="79116"/>
                  <a:pt x="101864" y="87641"/>
                  <a:pt x="107205" y="93823"/>
                </a:cubicBezTo>
                <a:cubicBezTo>
                  <a:pt x="112545" y="100002"/>
                  <a:pt x="118819" y="103092"/>
                  <a:pt x="126029" y="103092"/>
                </a:cubicBezTo>
                <a:cubicBezTo>
                  <a:pt x="130835" y="103092"/>
                  <a:pt x="135013" y="101770"/>
                  <a:pt x="138565" y="99127"/>
                </a:cubicBezTo>
                <a:cubicBezTo>
                  <a:pt x="142116" y="96483"/>
                  <a:pt x="145093" y="91958"/>
                  <a:pt x="147496" y="85549"/>
                </a:cubicBezTo>
                <a:lnTo>
                  <a:pt x="149979" y="87151"/>
                </a:lnTo>
                <a:cubicBezTo>
                  <a:pt x="148858" y="94468"/>
                  <a:pt x="145600" y="101129"/>
                  <a:pt x="140207" y="107137"/>
                </a:cubicBezTo>
                <a:cubicBezTo>
                  <a:pt x="134813" y="113145"/>
                  <a:pt x="128058" y="116149"/>
                  <a:pt x="119941" y="116149"/>
                </a:cubicBezTo>
                <a:cubicBezTo>
                  <a:pt x="111130" y="116149"/>
                  <a:pt x="103587" y="112725"/>
                  <a:pt x="97312" y="105878"/>
                </a:cubicBezTo>
                <a:cubicBezTo>
                  <a:pt x="91037" y="99029"/>
                  <a:pt x="87900" y="89822"/>
                  <a:pt x="87900" y="78258"/>
                </a:cubicBezTo>
                <a:cubicBezTo>
                  <a:pt x="87900" y="65735"/>
                  <a:pt x="91117" y="55970"/>
                  <a:pt x="97552" y="48963"/>
                </a:cubicBezTo>
                <a:cubicBezTo>
                  <a:pt x="103987" y="41954"/>
                  <a:pt x="112064" y="38449"/>
                  <a:pt x="121783" y="38449"/>
                </a:cubicBezTo>
                <a:cubicBezTo>
                  <a:pt x="130007" y="38449"/>
                  <a:pt x="136762" y="41153"/>
                  <a:pt x="142049" y="46560"/>
                </a:cubicBezTo>
                <a:cubicBezTo>
                  <a:pt x="147336" y="51965"/>
                  <a:pt x="149979" y="59194"/>
                  <a:pt x="149979" y="68247"/>
                </a:cubicBezTo>
                <a:lnTo>
                  <a:pt x="99274" y="68247"/>
                </a:lnTo>
                <a:moveTo>
                  <a:pt x="99274" y="63601"/>
                </a:moveTo>
                <a:lnTo>
                  <a:pt x="133238" y="63601"/>
                </a:lnTo>
                <a:cubicBezTo>
                  <a:pt x="132971" y="58902"/>
                  <a:pt x="132410" y="55591"/>
                  <a:pt x="131556" y="53669"/>
                </a:cubicBezTo>
                <a:cubicBezTo>
                  <a:pt x="130221" y="50678"/>
                  <a:pt x="128231" y="48328"/>
                  <a:pt x="125588" y="46620"/>
                </a:cubicBezTo>
                <a:cubicBezTo>
                  <a:pt x="122945" y="44911"/>
                  <a:pt x="120181" y="44056"/>
                  <a:pt x="117297" y="44056"/>
                </a:cubicBezTo>
                <a:cubicBezTo>
                  <a:pt x="112865" y="44056"/>
                  <a:pt x="108900" y="45779"/>
                  <a:pt x="105402" y="49223"/>
                </a:cubicBezTo>
                <a:cubicBezTo>
                  <a:pt x="101904" y="52667"/>
                  <a:pt x="99862" y="57460"/>
                  <a:pt x="99274" y="63601"/>
                </a:cubicBezTo>
                <a:close/>
                <a:moveTo>
                  <a:pt x="175156" y="98366"/>
                </a:moveTo>
                <a:cubicBezTo>
                  <a:pt x="177666" y="98366"/>
                  <a:pt x="179776" y="99234"/>
                  <a:pt x="181484" y="100969"/>
                </a:cubicBezTo>
                <a:cubicBezTo>
                  <a:pt x="183193" y="102705"/>
                  <a:pt x="184048" y="104801"/>
                  <a:pt x="184048" y="107257"/>
                </a:cubicBezTo>
                <a:cubicBezTo>
                  <a:pt x="184048" y="109714"/>
                  <a:pt x="183180" y="111810"/>
                  <a:pt x="181444" y="113545"/>
                </a:cubicBezTo>
                <a:cubicBezTo>
                  <a:pt x="179709" y="115281"/>
                  <a:pt x="177613" y="116149"/>
                  <a:pt x="175156" y="116149"/>
                </a:cubicBezTo>
                <a:cubicBezTo>
                  <a:pt x="172700" y="116149"/>
                  <a:pt x="170604" y="115281"/>
                  <a:pt x="168868" y="113545"/>
                </a:cubicBezTo>
                <a:cubicBezTo>
                  <a:pt x="167133" y="111810"/>
                  <a:pt x="166265" y="109714"/>
                  <a:pt x="166265" y="107257"/>
                </a:cubicBezTo>
                <a:cubicBezTo>
                  <a:pt x="166265" y="104747"/>
                  <a:pt x="167133" y="102638"/>
                  <a:pt x="168868" y="100929"/>
                </a:cubicBezTo>
                <a:cubicBezTo>
                  <a:pt x="170604" y="99220"/>
                  <a:pt x="172700" y="98366"/>
                  <a:pt x="175156" y="98366"/>
                </a:cubicBezTo>
                <a:close/>
                <a:moveTo>
                  <a:pt x="285377" y="146427"/>
                </a:moveTo>
                <a:lnTo>
                  <a:pt x="250132" y="146427"/>
                </a:lnTo>
                <a:lnTo>
                  <a:pt x="250132" y="2723"/>
                </a:lnTo>
                <a:lnTo>
                  <a:pt x="285377" y="2723"/>
                </a:lnTo>
                <a:lnTo>
                  <a:pt x="285377" y="9052"/>
                </a:lnTo>
                <a:lnTo>
                  <a:pt x="262148" y="9052"/>
                </a:lnTo>
                <a:lnTo>
                  <a:pt x="262148" y="140259"/>
                </a:lnTo>
                <a:lnTo>
                  <a:pt x="285377" y="140259"/>
                </a:lnTo>
                <a:lnTo>
                  <a:pt x="285377" y="146427"/>
                </a:lnTo>
                <a:close/>
                <a:moveTo>
                  <a:pt x="402166" y="113906"/>
                </a:moveTo>
                <a:lnTo>
                  <a:pt x="373168" y="113906"/>
                </a:lnTo>
                <a:lnTo>
                  <a:pt x="336401" y="62961"/>
                </a:lnTo>
                <a:cubicBezTo>
                  <a:pt x="333678" y="63067"/>
                  <a:pt x="331462" y="63121"/>
                  <a:pt x="329753" y="63121"/>
                </a:cubicBezTo>
                <a:cubicBezTo>
                  <a:pt x="329059" y="63121"/>
                  <a:pt x="328311" y="63107"/>
                  <a:pt x="327510" y="63081"/>
                </a:cubicBezTo>
                <a:cubicBezTo>
                  <a:pt x="326709" y="63054"/>
                  <a:pt x="325881" y="63014"/>
                  <a:pt x="325027" y="62961"/>
                </a:cubicBezTo>
                <a:lnTo>
                  <a:pt x="325027" y="94626"/>
                </a:lnTo>
                <a:cubicBezTo>
                  <a:pt x="325027" y="101485"/>
                  <a:pt x="325774" y="105744"/>
                  <a:pt x="327270" y="107405"/>
                </a:cubicBezTo>
                <a:cubicBezTo>
                  <a:pt x="329299" y="109763"/>
                  <a:pt x="332343" y="110942"/>
                  <a:pt x="336401" y="110942"/>
                </a:cubicBezTo>
                <a:lnTo>
                  <a:pt x="340647" y="110942"/>
                </a:lnTo>
                <a:lnTo>
                  <a:pt x="340647" y="113906"/>
                </a:lnTo>
                <a:lnTo>
                  <a:pt x="294107" y="113906"/>
                </a:lnTo>
                <a:lnTo>
                  <a:pt x="294107" y="110942"/>
                </a:lnTo>
                <a:lnTo>
                  <a:pt x="298193" y="110942"/>
                </a:lnTo>
                <a:cubicBezTo>
                  <a:pt x="302785" y="110942"/>
                  <a:pt x="306069" y="109447"/>
                  <a:pt x="308045" y="106456"/>
                </a:cubicBezTo>
                <a:cubicBezTo>
                  <a:pt x="309167" y="104801"/>
                  <a:pt x="309727" y="100876"/>
                  <a:pt x="309727" y="94681"/>
                </a:cubicBezTo>
                <a:lnTo>
                  <a:pt x="309727" y="24511"/>
                </a:lnTo>
                <a:cubicBezTo>
                  <a:pt x="309727" y="17676"/>
                  <a:pt x="308980" y="13431"/>
                  <a:pt x="307484" y="11775"/>
                </a:cubicBezTo>
                <a:cubicBezTo>
                  <a:pt x="305402" y="9425"/>
                  <a:pt x="302304" y="8251"/>
                  <a:pt x="298193" y="8251"/>
                </a:cubicBezTo>
                <a:lnTo>
                  <a:pt x="294107" y="8251"/>
                </a:lnTo>
                <a:lnTo>
                  <a:pt x="294107" y="5287"/>
                </a:lnTo>
                <a:lnTo>
                  <a:pt x="333678" y="5287"/>
                </a:lnTo>
                <a:cubicBezTo>
                  <a:pt x="345213" y="5287"/>
                  <a:pt x="353717" y="6125"/>
                  <a:pt x="359191" y="7802"/>
                </a:cubicBezTo>
                <a:cubicBezTo>
                  <a:pt x="364664" y="9480"/>
                  <a:pt x="369310" y="12569"/>
                  <a:pt x="373128" y="17069"/>
                </a:cubicBezTo>
                <a:cubicBezTo>
                  <a:pt x="376947" y="21568"/>
                  <a:pt x="378856" y="26933"/>
                  <a:pt x="378856" y="33162"/>
                </a:cubicBezTo>
                <a:cubicBezTo>
                  <a:pt x="378856" y="39818"/>
                  <a:pt x="376680" y="45595"/>
                  <a:pt x="372327" y="50495"/>
                </a:cubicBezTo>
                <a:cubicBezTo>
                  <a:pt x="367975" y="55393"/>
                  <a:pt x="361233" y="58854"/>
                  <a:pt x="352101" y="60878"/>
                </a:cubicBezTo>
                <a:lnTo>
                  <a:pt x="374530" y="92138"/>
                </a:lnTo>
                <a:cubicBezTo>
                  <a:pt x="379657" y="99317"/>
                  <a:pt x="384062" y="104086"/>
                  <a:pt x="387747" y="106444"/>
                </a:cubicBezTo>
                <a:cubicBezTo>
                  <a:pt x="391432" y="108800"/>
                  <a:pt x="396238" y="110299"/>
                  <a:pt x="402166" y="110942"/>
                </a:cubicBezTo>
                <a:lnTo>
                  <a:pt x="402166" y="113906"/>
                </a:lnTo>
                <a:moveTo>
                  <a:pt x="325027" y="58074"/>
                </a:moveTo>
                <a:cubicBezTo>
                  <a:pt x="326041" y="58074"/>
                  <a:pt x="326923" y="58088"/>
                  <a:pt x="327670" y="58114"/>
                </a:cubicBezTo>
                <a:cubicBezTo>
                  <a:pt x="328418" y="58141"/>
                  <a:pt x="329032" y="58154"/>
                  <a:pt x="329513" y="58154"/>
                </a:cubicBezTo>
                <a:cubicBezTo>
                  <a:pt x="339873" y="58154"/>
                  <a:pt x="347682" y="55912"/>
                  <a:pt x="352943" y="51426"/>
                </a:cubicBezTo>
                <a:cubicBezTo>
                  <a:pt x="358203" y="46940"/>
                  <a:pt x="360833" y="41226"/>
                  <a:pt x="360833" y="34284"/>
                </a:cubicBezTo>
                <a:cubicBezTo>
                  <a:pt x="360833" y="27502"/>
                  <a:pt x="358710" y="21988"/>
                  <a:pt x="354465" y="17743"/>
                </a:cubicBezTo>
                <a:cubicBezTo>
                  <a:pt x="350219" y="13497"/>
                  <a:pt x="344599" y="11375"/>
                  <a:pt x="337603" y="11375"/>
                </a:cubicBezTo>
                <a:cubicBezTo>
                  <a:pt x="334506" y="11375"/>
                  <a:pt x="330314" y="11882"/>
                  <a:pt x="325027" y="12896"/>
                </a:cubicBezTo>
                <a:lnTo>
                  <a:pt x="325027" y="58074"/>
                </a:lnTo>
                <a:close/>
                <a:moveTo>
                  <a:pt x="418187" y="68247"/>
                </a:moveTo>
                <a:cubicBezTo>
                  <a:pt x="418134" y="79116"/>
                  <a:pt x="420777" y="87641"/>
                  <a:pt x="426118" y="93823"/>
                </a:cubicBezTo>
                <a:cubicBezTo>
                  <a:pt x="431458" y="100002"/>
                  <a:pt x="437732" y="103092"/>
                  <a:pt x="444942" y="103092"/>
                </a:cubicBezTo>
                <a:cubicBezTo>
                  <a:pt x="449748" y="103092"/>
                  <a:pt x="453926" y="101770"/>
                  <a:pt x="457478" y="99127"/>
                </a:cubicBezTo>
                <a:cubicBezTo>
                  <a:pt x="461029" y="96483"/>
                  <a:pt x="464006" y="91958"/>
                  <a:pt x="466409" y="85549"/>
                </a:cubicBezTo>
                <a:lnTo>
                  <a:pt x="468892" y="87151"/>
                </a:lnTo>
                <a:cubicBezTo>
                  <a:pt x="467771" y="94468"/>
                  <a:pt x="464513" y="101129"/>
                  <a:pt x="459120" y="107137"/>
                </a:cubicBezTo>
                <a:cubicBezTo>
                  <a:pt x="453726" y="113145"/>
                  <a:pt x="446971" y="116149"/>
                  <a:pt x="438854" y="116149"/>
                </a:cubicBezTo>
                <a:cubicBezTo>
                  <a:pt x="430043" y="116149"/>
                  <a:pt x="422500" y="112725"/>
                  <a:pt x="416225" y="105878"/>
                </a:cubicBezTo>
                <a:cubicBezTo>
                  <a:pt x="409950" y="99029"/>
                  <a:pt x="406813" y="89822"/>
                  <a:pt x="406813" y="78258"/>
                </a:cubicBezTo>
                <a:cubicBezTo>
                  <a:pt x="406813" y="65735"/>
                  <a:pt x="410030" y="55970"/>
                  <a:pt x="416465" y="48963"/>
                </a:cubicBezTo>
                <a:cubicBezTo>
                  <a:pt x="422900" y="41954"/>
                  <a:pt x="430977" y="38449"/>
                  <a:pt x="440696" y="38449"/>
                </a:cubicBezTo>
                <a:cubicBezTo>
                  <a:pt x="448920" y="38449"/>
                  <a:pt x="455675" y="41153"/>
                  <a:pt x="460962" y="46560"/>
                </a:cubicBezTo>
                <a:cubicBezTo>
                  <a:pt x="466249" y="51965"/>
                  <a:pt x="468892" y="59194"/>
                  <a:pt x="468892" y="68247"/>
                </a:cubicBezTo>
                <a:lnTo>
                  <a:pt x="418187" y="68247"/>
                </a:lnTo>
                <a:moveTo>
                  <a:pt x="418187" y="63601"/>
                </a:moveTo>
                <a:lnTo>
                  <a:pt x="452151" y="63601"/>
                </a:lnTo>
                <a:cubicBezTo>
                  <a:pt x="451884" y="58902"/>
                  <a:pt x="451323" y="55591"/>
                  <a:pt x="450469" y="53669"/>
                </a:cubicBezTo>
                <a:cubicBezTo>
                  <a:pt x="449134" y="50678"/>
                  <a:pt x="447144" y="48328"/>
                  <a:pt x="444501" y="46620"/>
                </a:cubicBezTo>
                <a:cubicBezTo>
                  <a:pt x="441858" y="44911"/>
                  <a:pt x="439094" y="44056"/>
                  <a:pt x="436210" y="44056"/>
                </a:cubicBezTo>
                <a:cubicBezTo>
                  <a:pt x="431778" y="44056"/>
                  <a:pt x="427813" y="45779"/>
                  <a:pt x="424315" y="49223"/>
                </a:cubicBezTo>
                <a:cubicBezTo>
                  <a:pt x="420817" y="52667"/>
                  <a:pt x="418775" y="57460"/>
                  <a:pt x="418187" y="63601"/>
                </a:cubicBezTo>
                <a:close/>
                <a:moveTo>
                  <a:pt x="507366" y="46139"/>
                </a:moveTo>
                <a:lnTo>
                  <a:pt x="507366" y="94421"/>
                </a:lnTo>
                <a:cubicBezTo>
                  <a:pt x="507366" y="101265"/>
                  <a:pt x="508114" y="105595"/>
                  <a:pt x="509609" y="107412"/>
                </a:cubicBezTo>
                <a:cubicBezTo>
                  <a:pt x="511585" y="109765"/>
                  <a:pt x="514228" y="110942"/>
                  <a:pt x="517539" y="110942"/>
                </a:cubicBezTo>
                <a:lnTo>
                  <a:pt x="524188" y="110942"/>
                </a:lnTo>
                <a:lnTo>
                  <a:pt x="524188" y="113906"/>
                </a:lnTo>
                <a:lnTo>
                  <a:pt x="480372" y="113906"/>
                </a:lnTo>
                <a:lnTo>
                  <a:pt x="480372" y="110942"/>
                </a:lnTo>
                <a:lnTo>
                  <a:pt x="483656" y="110942"/>
                </a:lnTo>
                <a:cubicBezTo>
                  <a:pt x="485792" y="110942"/>
                  <a:pt x="487741" y="110407"/>
                  <a:pt x="489503" y="109337"/>
                </a:cubicBezTo>
                <a:cubicBezTo>
                  <a:pt x="491266" y="108268"/>
                  <a:pt x="492481" y="106824"/>
                  <a:pt x="493148" y="105007"/>
                </a:cubicBezTo>
                <a:cubicBezTo>
                  <a:pt x="493816" y="103189"/>
                  <a:pt x="494149" y="99661"/>
                  <a:pt x="494149" y="94421"/>
                </a:cubicBezTo>
                <a:lnTo>
                  <a:pt x="494149" y="46139"/>
                </a:lnTo>
                <a:lnTo>
                  <a:pt x="479891" y="46139"/>
                </a:lnTo>
                <a:lnTo>
                  <a:pt x="479891" y="40532"/>
                </a:lnTo>
                <a:lnTo>
                  <a:pt x="494149" y="40532"/>
                </a:lnTo>
                <a:lnTo>
                  <a:pt x="494149" y="35706"/>
                </a:lnTo>
                <a:cubicBezTo>
                  <a:pt x="494149" y="28361"/>
                  <a:pt x="495324" y="22142"/>
                  <a:pt x="497674" y="17049"/>
                </a:cubicBezTo>
                <a:cubicBezTo>
                  <a:pt x="500024" y="11956"/>
                  <a:pt x="503615" y="7842"/>
                  <a:pt x="508448" y="4706"/>
                </a:cubicBezTo>
                <a:cubicBezTo>
                  <a:pt x="513281" y="1569"/>
                  <a:pt x="518714" y="0"/>
                  <a:pt x="524749" y="0"/>
                </a:cubicBezTo>
                <a:cubicBezTo>
                  <a:pt x="530356" y="0"/>
                  <a:pt x="535509" y="1816"/>
                  <a:pt x="540208" y="5447"/>
                </a:cubicBezTo>
                <a:cubicBezTo>
                  <a:pt x="543306" y="7850"/>
                  <a:pt x="544854" y="10547"/>
                  <a:pt x="544854" y="13537"/>
                </a:cubicBezTo>
                <a:cubicBezTo>
                  <a:pt x="544854" y="15139"/>
                  <a:pt x="544160" y="16648"/>
                  <a:pt x="542772" y="18063"/>
                </a:cubicBezTo>
                <a:cubicBezTo>
                  <a:pt x="541383" y="19478"/>
                  <a:pt x="539888" y="20186"/>
                  <a:pt x="538286" y="20186"/>
                </a:cubicBezTo>
                <a:cubicBezTo>
                  <a:pt x="537058" y="20186"/>
                  <a:pt x="535763" y="19740"/>
                  <a:pt x="534401" y="18849"/>
                </a:cubicBezTo>
                <a:cubicBezTo>
                  <a:pt x="533039" y="17958"/>
                  <a:pt x="531370" y="16041"/>
                  <a:pt x="529394" y="13099"/>
                </a:cubicBezTo>
                <a:cubicBezTo>
                  <a:pt x="527419" y="10157"/>
                  <a:pt x="525603" y="8173"/>
                  <a:pt x="523948" y="7147"/>
                </a:cubicBezTo>
                <a:cubicBezTo>
                  <a:pt x="522292" y="6120"/>
                  <a:pt x="520450" y="5607"/>
                  <a:pt x="518420" y="5607"/>
                </a:cubicBezTo>
                <a:cubicBezTo>
                  <a:pt x="515964" y="5607"/>
                  <a:pt x="513881" y="6268"/>
                  <a:pt x="512172" y="7590"/>
                </a:cubicBezTo>
                <a:cubicBezTo>
                  <a:pt x="510464" y="8910"/>
                  <a:pt x="509235" y="10957"/>
                  <a:pt x="508488" y="13733"/>
                </a:cubicBezTo>
                <a:cubicBezTo>
                  <a:pt x="507740" y="16508"/>
                  <a:pt x="507366" y="23662"/>
                  <a:pt x="507366" y="35195"/>
                </a:cubicBezTo>
                <a:lnTo>
                  <a:pt x="507366" y="40532"/>
                </a:lnTo>
                <a:lnTo>
                  <a:pt x="526270" y="40532"/>
                </a:lnTo>
                <a:lnTo>
                  <a:pt x="526270" y="46139"/>
                </a:lnTo>
                <a:lnTo>
                  <a:pt x="507366" y="46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Text erencesintext]">
            <a:extLst xmlns:a="http://schemas.openxmlformats.org/drawingml/2006/main">
              <a:ext uri="{FF2B5EF4-FFF2-40B4-BE49-F238E27FC236}">
                <a16:creationId xmlns:a16="http://schemas.microsoft.com/office/drawing/2014/main" id="{4E760591-C832-49AF-B7CA-CABF3287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493" y="4878249"/>
            <a:ext cx="982717" cy="146427"/>
          </a:xfrm>
          <a:custGeom xmlns:a="http://schemas.openxmlformats.org/drawingml/2006/main">
            <a:pathLst>
              <a:path w="982717" h="146427">
                <a:moveTo>
                  <a:pt x="11375" y="68247"/>
                </a:moveTo>
                <a:cubicBezTo>
                  <a:pt x="11321" y="79116"/>
                  <a:pt x="13965" y="87641"/>
                  <a:pt x="19305" y="93823"/>
                </a:cubicBezTo>
                <a:cubicBezTo>
                  <a:pt x="24645" y="100002"/>
                  <a:pt x="30920" y="103092"/>
                  <a:pt x="38129" y="103092"/>
                </a:cubicBezTo>
                <a:cubicBezTo>
                  <a:pt x="42935" y="103092"/>
                  <a:pt x="47114" y="101770"/>
                  <a:pt x="50665" y="99127"/>
                </a:cubicBezTo>
                <a:cubicBezTo>
                  <a:pt x="54216" y="96483"/>
                  <a:pt x="57193" y="91958"/>
                  <a:pt x="59596" y="85549"/>
                </a:cubicBezTo>
                <a:lnTo>
                  <a:pt x="62079" y="87151"/>
                </a:lnTo>
                <a:cubicBezTo>
                  <a:pt x="60958" y="94468"/>
                  <a:pt x="57700" y="101129"/>
                  <a:pt x="52307" y="107137"/>
                </a:cubicBezTo>
                <a:cubicBezTo>
                  <a:pt x="46913" y="113145"/>
                  <a:pt x="40158" y="116149"/>
                  <a:pt x="32041" y="116149"/>
                </a:cubicBezTo>
                <a:cubicBezTo>
                  <a:pt x="23230" y="116149"/>
                  <a:pt x="15687" y="112725"/>
                  <a:pt x="9412" y="105878"/>
                </a:cubicBezTo>
                <a:cubicBezTo>
                  <a:pt x="3137" y="99029"/>
                  <a:pt x="0" y="89822"/>
                  <a:pt x="0" y="78258"/>
                </a:cubicBezTo>
                <a:cubicBezTo>
                  <a:pt x="0" y="65735"/>
                  <a:pt x="3217" y="55970"/>
                  <a:pt x="9652" y="48963"/>
                </a:cubicBezTo>
                <a:cubicBezTo>
                  <a:pt x="16087" y="41954"/>
                  <a:pt x="24164" y="38449"/>
                  <a:pt x="33883" y="38449"/>
                </a:cubicBezTo>
                <a:cubicBezTo>
                  <a:pt x="42107" y="38449"/>
                  <a:pt x="48863" y="41153"/>
                  <a:pt x="54149" y="46560"/>
                </a:cubicBezTo>
                <a:cubicBezTo>
                  <a:pt x="59436" y="51965"/>
                  <a:pt x="62079" y="59194"/>
                  <a:pt x="62079" y="68247"/>
                </a:cubicBezTo>
                <a:lnTo>
                  <a:pt x="11375" y="68247"/>
                </a:lnTo>
                <a:moveTo>
                  <a:pt x="11375" y="63601"/>
                </a:moveTo>
                <a:lnTo>
                  <a:pt x="45338" y="63601"/>
                </a:lnTo>
                <a:cubicBezTo>
                  <a:pt x="45071" y="58902"/>
                  <a:pt x="44510" y="55591"/>
                  <a:pt x="43656" y="53669"/>
                </a:cubicBezTo>
                <a:cubicBezTo>
                  <a:pt x="42321" y="50678"/>
                  <a:pt x="40332" y="48328"/>
                  <a:pt x="37688" y="46620"/>
                </a:cubicBezTo>
                <a:cubicBezTo>
                  <a:pt x="35045" y="44911"/>
                  <a:pt x="32281" y="44056"/>
                  <a:pt x="29398" y="44056"/>
                </a:cubicBezTo>
                <a:cubicBezTo>
                  <a:pt x="24965" y="44056"/>
                  <a:pt x="21000" y="45779"/>
                  <a:pt x="17502" y="49223"/>
                </a:cubicBezTo>
                <a:cubicBezTo>
                  <a:pt x="14005" y="52667"/>
                  <a:pt x="11962" y="57460"/>
                  <a:pt x="11375" y="63601"/>
                </a:cubicBezTo>
                <a:close/>
                <a:moveTo>
                  <a:pt x="93344" y="38449"/>
                </a:moveTo>
                <a:lnTo>
                  <a:pt x="93344" y="54950"/>
                </a:lnTo>
                <a:cubicBezTo>
                  <a:pt x="99486" y="43950"/>
                  <a:pt x="105787" y="38449"/>
                  <a:pt x="112249" y="38449"/>
                </a:cubicBezTo>
                <a:cubicBezTo>
                  <a:pt x="115186" y="38449"/>
                  <a:pt x="117616" y="39344"/>
                  <a:pt x="119538" y="41133"/>
                </a:cubicBezTo>
                <a:cubicBezTo>
                  <a:pt x="121460" y="42922"/>
                  <a:pt x="122422" y="44991"/>
                  <a:pt x="122422" y="47341"/>
                </a:cubicBezTo>
                <a:cubicBezTo>
                  <a:pt x="122422" y="49423"/>
                  <a:pt x="121727" y="51185"/>
                  <a:pt x="120339" y="52627"/>
                </a:cubicBezTo>
                <a:cubicBezTo>
                  <a:pt x="118951" y="54069"/>
                  <a:pt x="117295" y="54790"/>
                  <a:pt x="115373" y="54790"/>
                </a:cubicBezTo>
                <a:cubicBezTo>
                  <a:pt x="113504" y="54790"/>
                  <a:pt x="111408" y="53869"/>
                  <a:pt x="109085" y="52027"/>
                </a:cubicBezTo>
                <a:cubicBezTo>
                  <a:pt x="106762" y="50184"/>
                  <a:pt x="105039" y="49263"/>
                  <a:pt x="103918" y="49263"/>
                </a:cubicBezTo>
                <a:cubicBezTo>
                  <a:pt x="102957" y="49263"/>
                  <a:pt x="101915" y="49795"/>
                  <a:pt x="100794" y="50860"/>
                </a:cubicBezTo>
                <a:cubicBezTo>
                  <a:pt x="98391" y="53045"/>
                  <a:pt x="95908" y="56640"/>
                  <a:pt x="93344" y="61646"/>
                </a:cubicBezTo>
                <a:lnTo>
                  <a:pt x="93344" y="96721"/>
                </a:lnTo>
                <a:cubicBezTo>
                  <a:pt x="93344" y="100768"/>
                  <a:pt x="93852" y="103830"/>
                  <a:pt x="94866" y="105908"/>
                </a:cubicBezTo>
                <a:cubicBezTo>
                  <a:pt x="95561" y="107346"/>
                  <a:pt x="96789" y="108546"/>
                  <a:pt x="98551" y="109505"/>
                </a:cubicBezTo>
                <a:cubicBezTo>
                  <a:pt x="100313" y="110463"/>
                  <a:pt x="102850" y="110942"/>
                  <a:pt x="106161" y="110942"/>
                </a:cubicBezTo>
                <a:lnTo>
                  <a:pt x="106161" y="113906"/>
                </a:lnTo>
                <a:lnTo>
                  <a:pt x="68593" y="113906"/>
                </a:lnTo>
                <a:lnTo>
                  <a:pt x="68593" y="110942"/>
                </a:lnTo>
                <a:cubicBezTo>
                  <a:pt x="72331" y="110942"/>
                  <a:pt x="75108" y="110356"/>
                  <a:pt x="76923" y="109185"/>
                </a:cubicBezTo>
                <a:cubicBezTo>
                  <a:pt x="78259" y="108332"/>
                  <a:pt x="79193" y="106973"/>
                  <a:pt x="79727" y="105107"/>
                </a:cubicBezTo>
                <a:cubicBezTo>
                  <a:pt x="79994" y="104201"/>
                  <a:pt x="80128" y="101617"/>
                  <a:pt x="80128" y="97355"/>
                </a:cubicBezTo>
                <a:lnTo>
                  <a:pt x="80128" y="68981"/>
                </a:lnTo>
                <a:cubicBezTo>
                  <a:pt x="80128" y="60455"/>
                  <a:pt x="79954" y="55380"/>
                  <a:pt x="79607" y="53756"/>
                </a:cubicBezTo>
                <a:cubicBezTo>
                  <a:pt x="79260" y="52131"/>
                  <a:pt x="78619" y="50945"/>
                  <a:pt x="77684" y="50199"/>
                </a:cubicBezTo>
                <a:cubicBezTo>
                  <a:pt x="76750" y="49453"/>
                  <a:pt x="75588" y="49080"/>
                  <a:pt x="74200" y="49080"/>
                </a:cubicBezTo>
                <a:cubicBezTo>
                  <a:pt x="72545" y="49080"/>
                  <a:pt x="70675" y="49480"/>
                  <a:pt x="68593" y="50279"/>
                </a:cubicBezTo>
                <a:lnTo>
                  <a:pt x="67792" y="47401"/>
                </a:lnTo>
                <a:lnTo>
                  <a:pt x="89980" y="38449"/>
                </a:lnTo>
                <a:lnTo>
                  <a:pt x="93344" y="38449"/>
                </a:lnTo>
                <a:close/>
                <a:moveTo>
                  <a:pt x="138841" y="68247"/>
                </a:moveTo>
                <a:cubicBezTo>
                  <a:pt x="138788" y="79116"/>
                  <a:pt x="141431" y="87641"/>
                  <a:pt x="146771" y="93823"/>
                </a:cubicBezTo>
                <a:cubicBezTo>
                  <a:pt x="152112" y="100002"/>
                  <a:pt x="158386" y="103092"/>
                  <a:pt x="165596" y="103092"/>
                </a:cubicBezTo>
                <a:cubicBezTo>
                  <a:pt x="170402" y="103092"/>
                  <a:pt x="174580" y="101770"/>
                  <a:pt x="178132" y="99127"/>
                </a:cubicBezTo>
                <a:cubicBezTo>
                  <a:pt x="181683" y="96483"/>
                  <a:pt x="184660" y="91958"/>
                  <a:pt x="187063" y="85549"/>
                </a:cubicBezTo>
                <a:lnTo>
                  <a:pt x="189546" y="87151"/>
                </a:lnTo>
                <a:cubicBezTo>
                  <a:pt x="188425" y="94468"/>
                  <a:pt x="185167" y="101129"/>
                  <a:pt x="179774" y="107137"/>
                </a:cubicBezTo>
                <a:cubicBezTo>
                  <a:pt x="174380" y="113145"/>
                  <a:pt x="167625" y="116149"/>
                  <a:pt x="159508" y="116149"/>
                </a:cubicBezTo>
                <a:cubicBezTo>
                  <a:pt x="150697" y="116149"/>
                  <a:pt x="143154" y="112725"/>
                  <a:pt x="136879" y="105878"/>
                </a:cubicBezTo>
                <a:cubicBezTo>
                  <a:pt x="130604" y="99029"/>
                  <a:pt x="127467" y="89822"/>
                  <a:pt x="127467" y="78258"/>
                </a:cubicBezTo>
                <a:cubicBezTo>
                  <a:pt x="127467" y="65735"/>
                  <a:pt x="130684" y="55970"/>
                  <a:pt x="137119" y="48963"/>
                </a:cubicBezTo>
                <a:cubicBezTo>
                  <a:pt x="143554" y="41954"/>
                  <a:pt x="151631" y="38449"/>
                  <a:pt x="161350" y="38449"/>
                </a:cubicBezTo>
                <a:cubicBezTo>
                  <a:pt x="169574" y="38449"/>
                  <a:pt x="176329" y="41153"/>
                  <a:pt x="181616" y="46560"/>
                </a:cubicBezTo>
                <a:cubicBezTo>
                  <a:pt x="186903" y="51965"/>
                  <a:pt x="189546" y="59194"/>
                  <a:pt x="189546" y="68247"/>
                </a:cubicBezTo>
                <a:lnTo>
                  <a:pt x="138841" y="68247"/>
                </a:lnTo>
                <a:moveTo>
                  <a:pt x="138841" y="63601"/>
                </a:moveTo>
                <a:lnTo>
                  <a:pt x="172805" y="63601"/>
                </a:lnTo>
                <a:cubicBezTo>
                  <a:pt x="172538" y="58902"/>
                  <a:pt x="171977" y="55591"/>
                  <a:pt x="171123" y="53669"/>
                </a:cubicBezTo>
                <a:cubicBezTo>
                  <a:pt x="169788" y="50678"/>
                  <a:pt x="167798" y="48328"/>
                  <a:pt x="165155" y="46620"/>
                </a:cubicBezTo>
                <a:cubicBezTo>
                  <a:pt x="162512" y="44911"/>
                  <a:pt x="159748" y="44056"/>
                  <a:pt x="156864" y="44056"/>
                </a:cubicBezTo>
                <a:cubicBezTo>
                  <a:pt x="152432" y="44056"/>
                  <a:pt x="148467" y="45779"/>
                  <a:pt x="144969" y="49223"/>
                </a:cubicBezTo>
                <a:cubicBezTo>
                  <a:pt x="141471" y="52667"/>
                  <a:pt x="139429" y="57460"/>
                  <a:pt x="138841" y="63601"/>
                </a:cubicBezTo>
                <a:close/>
                <a:moveTo>
                  <a:pt x="220731" y="53989"/>
                </a:moveTo>
                <a:cubicBezTo>
                  <a:pt x="229329" y="43629"/>
                  <a:pt x="237526" y="38449"/>
                  <a:pt x="245322" y="38449"/>
                </a:cubicBezTo>
                <a:cubicBezTo>
                  <a:pt x="249327" y="38449"/>
                  <a:pt x="252772" y="39449"/>
                  <a:pt x="255656" y="41448"/>
                </a:cubicBezTo>
                <a:cubicBezTo>
                  <a:pt x="258539" y="43446"/>
                  <a:pt x="260836" y="46736"/>
                  <a:pt x="262544" y="51318"/>
                </a:cubicBezTo>
                <a:cubicBezTo>
                  <a:pt x="263719" y="54514"/>
                  <a:pt x="264307" y="59416"/>
                  <a:pt x="264307" y="66024"/>
                </a:cubicBezTo>
                <a:lnTo>
                  <a:pt x="264307" y="97274"/>
                </a:lnTo>
                <a:cubicBezTo>
                  <a:pt x="264307" y="101910"/>
                  <a:pt x="264680" y="105054"/>
                  <a:pt x="265428" y="106706"/>
                </a:cubicBezTo>
                <a:cubicBezTo>
                  <a:pt x="266015" y="108038"/>
                  <a:pt x="266963" y="109077"/>
                  <a:pt x="268272" y="109823"/>
                </a:cubicBezTo>
                <a:cubicBezTo>
                  <a:pt x="269580" y="110569"/>
                  <a:pt x="271996" y="110942"/>
                  <a:pt x="275521" y="110942"/>
                </a:cubicBezTo>
                <a:lnTo>
                  <a:pt x="275521" y="113906"/>
                </a:lnTo>
                <a:lnTo>
                  <a:pt x="239235" y="113906"/>
                </a:lnTo>
                <a:lnTo>
                  <a:pt x="239235" y="110942"/>
                </a:lnTo>
                <a:lnTo>
                  <a:pt x="240756" y="110942"/>
                </a:lnTo>
                <a:cubicBezTo>
                  <a:pt x="244174" y="110942"/>
                  <a:pt x="246564" y="110424"/>
                  <a:pt x="247926" y="109387"/>
                </a:cubicBezTo>
                <a:cubicBezTo>
                  <a:pt x="249287" y="108351"/>
                  <a:pt x="250235" y="106824"/>
                  <a:pt x="250769" y="104807"/>
                </a:cubicBezTo>
                <a:cubicBezTo>
                  <a:pt x="250983" y="104009"/>
                  <a:pt x="251090" y="101512"/>
                  <a:pt x="251090" y="97314"/>
                </a:cubicBezTo>
                <a:lnTo>
                  <a:pt x="251090" y="67429"/>
                </a:lnTo>
                <a:cubicBezTo>
                  <a:pt x="251090" y="60789"/>
                  <a:pt x="250222" y="55967"/>
                  <a:pt x="248486" y="52965"/>
                </a:cubicBezTo>
                <a:cubicBezTo>
                  <a:pt x="246751" y="49963"/>
                  <a:pt x="243827" y="48462"/>
                  <a:pt x="239715" y="48462"/>
                </a:cubicBezTo>
                <a:cubicBezTo>
                  <a:pt x="233360" y="48462"/>
                  <a:pt x="227032" y="51916"/>
                  <a:pt x="220731" y="58823"/>
                </a:cubicBezTo>
                <a:lnTo>
                  <a:pt x="220731" y="97314"/>
                </a:lnTo>
                <a:cubicBezTo>
                  <a:pt x="220731" y="102256"/>
                  <a:pt x="221025" y="105311"/>
                  <a:pt x="221612" y="106479"/>
                </a:cubicBezTo>
                <a:cubicBezTo>
                  <a:pt x="222360" y="108019"/>
                  <a:pt x="223388" y="109148"/>
                  <a:pt x="224696" y="109866"/>
                </a:cubicBezTo>
                <a:cubicBezTo>
                  <a:pt x="226004" y="110583"/>
                  <a:pt x="228661" y="110942"/>
                  <a:pt x="232666" y="110942"/>
                </a:cubicBezTo>
                <a:lnTo>
                  <a:pt x="232666" y="113906"/>
                </a:lnTo>
                <a:lnTo>
                  <a:pt x="196380" y="113906"/>
                </a:lnTo>
                <a:lnTo>
                  <a:pt x="196380" y="110942"/>
                </a:lnTo>
                <a:lnTo>
                  <a:pt x="197982" y="110942"/>
                </a:lnTo>
                <a:cubicBezTo>
                  <a:pt x="201720" y="110942"/>
                  <a:pt x="204243" y="109997"/>
                  <a:pt x="205551" y="108106"/>
                </a:cubicBezTo>
                <a:cubicBezTo>
                  <a:pt x="206860" y="106213"/>
                  <a:pt x="207514" y="102603"/>
                  <a:pt x="207514" y="97274"/>
                </a:cubicBezTo>
                <a:lnTo>
                  <a:pt x="207514" y="70100"/>
                </a:lnTo>
                <a:cubicBezTo>
                  <a:pt x="207514" y="61308"/>
                  <a:pt x="207314" y="55954"/>
                  <a:pt x="206913" y="54037"/>
                </a:cubicBezTo>
                <a:cubicBezTo>
                  <a:pt x="206513" y="52118"/>
                  <a:pt x="205899" y="50812"/>
                  <a:pt x="205071" y="50119"/>
                </a:cubicBezTo>
                <a:cubicBezTo>
                  <a:pt x="204243" y="49427"/>
                  <a:pt x="203135" y="49080"/>
                  <a:pt x="201747" y="49080"/>
                </a:cubicBezTo>
                <a:cubicBezTo>
                  <a:pt x="200251" y="49080"/>
                  <a:pt x="198462" y="49480"/>
                  <a:pt x="196380" y="50279"/>
                </a:cubicBezTo>
                <a:lnTo>
                  <a:pt x="195178" y="47401"/>
                </a:lnTo>
                <a:lnTo>
                  <a:pt x="217286" y="38449"/>
                </a:lnTo>
                <a:lnTo>
                  <a:pt x="220731" y="38449"/>
                </a:lnTo>
                <a:lnTo>
                  <a:pt x="220731" y="53989"/>
                </a:lnTo>
                <a:close/>
                <a:moveTo>
                  <a:pt x="343688" y="86030"/>
                </a:moveTo>
                <a:cubicBezTo>
                  <a:pt x="341712" y="95696"/>
                  <a:pt x="337841" y="103132"/>
                  <a:pt x="332073" y="108339"/>
                </a:cubicBezTo>
                <a:cubicBezTo>
                  <a:pt x="326306" y="113545"/>
                  <a:pt x="319925" y="116149"/>
                  <a:pt x="312929" y="116149"/>
                </a:cubicBezTo>
                <a:cubicBezTo>
                  <a:pt x="304598" y="116149"/>
                  <a:pt x="297336" y="112655"/>
                  <a:pt x="291141" y="105668"/>
                </a:cubicBezTo>
                <a:cubicBezTo>
                  <a:pt x="284947" y="98679"/>
                  <a:pt x="281849" y="89236"/>
                  <a:pt x="281849" y="77339"/>
                </a:cubicBezTo>
                <a:cubicBezTo>
                  <a:pt x="281849" y="65816"/>
                  <a:pt x="285280" y="56454"/>
                  <a:pt x="292142" y="49253"/>
                </a:cubicBezTo>
                <a:cubicBezTo>
                  <a:pt x="299005" y="42050"/>
                  <a:pt x="307242" y="38449"/>
                  <a:pt x="316854" y="38449"/>
                </a:cubicBezTo>
                <a:cubicBezTo>
                  <a:pt x="324063" y="38449"/>
                  <a:pt x="329991" y="40352"/>
                  <a:pt x="334637" y="44159"/>
                </a:cubicBezTo>
                <a:cubicBezTo>
                  <a:pt x="339283" y="47964"/>
                  <a:pt x="341606" y="51916"/>
                  <a:pt x="341606" y="56014"/>
                </a:cubicBezTo>
                <a:cubicBezTo>
                  <a:pt x="341606" y="58037"/>
                  <a:pt x="340952" y="59674"/>
                  <a:pt x="339643" y="60925"/>
                </a:cubicBezTo>
                <a:cubicBezTo>
                  <a:pt x="338335" y="62175"/>
                  <a:pt x="336506" y="62800"/>
                  <a:pt x="334156" y="62800"/>
                </a:cubicBezTo>
                <a:cubicBezTo>
                  <a:pt x="331005" y="62800"/>
                  <a:pt x="328629" y="61786"/>
                  <a:pt x="327027" y="59756"/>
                </a:cubicBezTo>
                <a:cubicBezTo>
                  <a:pt x="326119" y="58635"/>
                  <a:pt x="325518" y="56499"/>
                  <a:pt x="325225" y="53348"/>
                </a:cubicBezTo>
                <a:cubicBezTo>
                  <a:pt x="324931" y="50198"/>
                  <a:pt x="323850" y="47794"/>
                  <a:pt x="321981" y="46139"/>
                </a:cubicBezTo>
                <a:cubicBezTo>
                  <a:pt x="320112" y="44537"/>
                  <a:pt x="317522" y="43736"/>
                  <a:pt x="314211" y="43736"/>
                </a:cubicBezTo>
                <a:cubicBezTo>
                  <a:pt x="308870" y="43736"/>
                  <a:pt x="304572" y="45712"/>
                  <a:pt x="301314" y="49664"/>
                </a:cubicBezTo>
                <a:cubicBezTo>
                  <a:pt x="296989" y="54897"/>
                  <a:pt x="294826" y="61812"/>
                  <a:pt x="294826" y="70410"/>
                </a:cubicBezTo>
                <a:cubicBezTo>
                  <a:pt x="294826" y="79168"/>
                  <a:pt x="296975" y="86898"/>
                  <a:pt x="301274" y="93600"/>
                </a:cubicBezTo>
                <a:cubicBezTo>
                  <a:pt x="305573" y="100302"/>
                  <a:pt x="311380" y="103653"/>
                  <a:pt x="318696" y="103653"/>
                </a:cubicBezTo>
                <a:cubicBezTo>
                  <a:pt x="323930" y="103653"/>
                  <a:pt x="328629" y="101864"/>
                  <a:pt x="332794" y="98286"/>
                </a:cubicBezTo>
                <a:cubicBezTo>
                  <a:pt x="335732" y="95829"/>
                  <a:pt x="338588" y="91370"/>
                  <a:pt x="341365" y="84909"/>
                </a:cubicBezTo>
                <a:lnTo>
                  <a:pt x="343688" y="86030"/>
                </a:lnTo>
                <a:close/>
                <a:moveTo>
                  <a:pt x="366543" y="68247"/>
                </a:moveTo>
                <a:cubicBezTo>
                  <a:pt x="366489" y="79116"/>
                  <a:pt x="369133" y="87641"/>
                  <a:pt x="374473" y="93823"/>
                </a:cubicBezTo>
                <a:cubicBezTo>
                  <a:pt x="379813" y="100002"/>
                  <a:pt x="386088" y="103092"/>
                  <a:pt x="393297" y="103092"/>
                </a:cubicBezTo>
                <a:cubicBezTo>
                  <a:pt x="398103" y="103092"/>
                  <a:pt x="402282" y="101770"/>
                  <a:pt x="405833" y="99127"/>
                </a:cubicBezTo>
                <a:cubicBezTo>
                  <a:pt x="409384" y="96483"/>
                  <a:pt x="412361" y="91958"/>
                  <a:pt x="414764" y="85549"/>
                </a:cubicBezTo>
                <a:lnTo>
                  <a:pt x="417248" y="87151"/>
                </a:lnTo>
                <a:cubicBezTo>
                  <a:pt x="416126" y="94468"/>
                  <a:pt x="412869" y="101129"/>
                  <a:pt x="407475" y="107137"/>
                </a:cubicBezTo>
                <a:cubicBezTo>
                  <a:pt x="402081" y="113145"/>
                  <a:pt x="395326" y="116149"/>
                  <a:pt x="387209" y="116149"/>
                </a:cubicBezTo>
                <a:cubicBezTo>
                  <a:pt x="378398" y="116149"/>
                  <a:pt x="370855" y="112725"/>
                  <a:pt x="364580" y="105878"/>
                </a:cubicBezTo>
                <a:cubicBezTo>
                  <a:pt x="358305" y="99029"/>
                  <a:pt x="355168" y="89822"/>
                  <a:pt x="355168" y="78258"/>
                </a:cubicBezTo>
                <a:cubicBezTo>
                  <a:pt x="355168" y="65735"/>
                  <a:pt x="358386" y="55970"/>
                  <a:pt x="364820" y="48963"/>
                </a:cubicBezTo>
                <a:cubicBezTo>
                  <a:pt x="371255" y="41954"/>
                  <a:pt x="379332" y="38449"/>
                  <a:pt x="389051" y="38449"/>
                </a:cubicBezTo>
                <a:cubicBezTo>
                  <a:pt x="397275" y="38449"/>
                  <a:pt x="404031" y="41153"/>
                  <a:pt x="409317" y="46560"/>
                </a:cubicBezTo>
                <a:cubicBezTo>
                  <a:pt x="414604" y="51965"/>
                  <a:pt x="417248" y="59194"/>
                  <a:pt x="417248" y="68247"/>
                </a:cubicBezTo>
                <a:lnTo>
                  <a:pt x="366543" y="68247"/>
                </a:lnTo>
                <a:moveTo>
                  <a:pt x="366543" y="63601"/>
                </a:moveTo>
                <a:lnTo>
                  <a:pt x="400506" y="63601"/>
                </a:lnTo>
                <a:cubicBezTo>
                  <a:pt x="400239" y="58902"/>
                  <a:pt x="399678" y="55591"/>
                  <a:pt x="398824" y="53669"/>
                </a:cubicBezTo>
                <a:cubicBezTo>
                  <a:pt x="397489" y="50678"/>
                  <a:pt x="395500" y="48328"/>
                  <a:pt x="392856" y="46620"/>
                </a:cubicBezTo>
                <a:cubicBezTo>
                  <a:pt x="390213" y="44911"/>
                  <a:pt x="387449" y="44056"/>
                  <a:pt x="384566" y="44056"/>
                </a:cubicBezTo>
                <a:cubicBezTo>
                  <a:pt x="380133" y="44056"/>
                  <a:pt x="376168" y="45779"/>
                  <a:pt x="372670" y="49223"/>
                </a:cubicBezTo>
                <a:cubicBezTo>
                  <a:pt x="369173" y="52667"/>
                  <a:pt x="367130" y="57460"/>
                  <a:pt x="366543" y="63601"/>
                </a:cubicBezTo>
                <a:close/>
                <a:moveTo>
                  <a:pt x="474465" y="38449"/>
                </a:moveTo>
                <a:lnTo>
                  <a:pt x="474465" y="63281"/>
                </a:lnTo>
                <a:lnTo>
                  <a:pt x="471822" y="63281"/>
                </a:lnTo>
                <a:cubicBezTo>
                  <a:pt x="469793" y="55493"/>
                  <a:pt x="467190" y="50195"/>
                  <a:pt x="464012" y="47388"/>
                </a:cubicBezTo>
                <a:cubicBezTo>
                  <a:pt x="460835" y="44580"/>
                  <a:pt x="456790" y="43175"/>
                  <a:pt x="451877" y="43175"/>
                </a:cubicBezTo>
                <a:cubicBezTo>
                  <a:pt x="448138" y="43175"/>
                  <a:pt x="445121" y="44162"/>
                  <a:pt x="442825" y="46137"/>
                </a:cubicBezTo>
                <a:cubicBezTo>
                  <a:pt x="440529" y="48109"/>
                  <a:pt x="439381" y="50296"/>
                  <a:pt x="439381" y="52697"/>
                </a:cubicBezTo>
                <a:cubicBezTo>
                  <a:pt x="439381" y="55685"/>
                  <a:pt x="440235" y="58245"/>
                  <a:pt x="441944" y="60377"/>
                </a:cubicBezTo>
                <a:cubicBezTo>
                  <a:pt x="443599" y="62565"/>
                  <a:pt x="446964" y="64885"/>
                  <a:pt x="452037" y="67339"/>
                </a:cubicBezTo>
                <a:lnTo>
                  <a:pt x="463732" y="73021"/>
                </a:lnTo>
                <a:cubicBezTo>
                  <a:pt x="474572" y="78301"/>
                  <a:pt x="479993" y="85262"/>
                  <a:pt x="479993" y="93905"/>
                </a:cubicBezTo>
                <a:cubicBezTo>
                  <a:pt x="479993" y="100572"/>
                  <a:pt x="477469" y="105946"/>
                  <a:pt x="472423" y="110028"/>
                </a:cubicBezTo>
                <a:cubicBezTo>
                  <a:pt x="467376" y="114108"/>
                  <a:pt x="461729" y="116149"/>
                  <a:pt x="455481" y="116149"/>
                </a:cubicBezTo>
                <a:cubicBezTo>
                  <a:pt x="450995" y="116149"/>
                  <a:pt x="445869" y="115348"/>
                  <a:pt x="440102" y="113745"/>
                </a:cubicBezTo>
                <a:cubicBezTo>
                  <a:pt x="438339" y="113211"/>
                  <a:pt x="436897" y="112944"/>
                  <a:pt x="435776" y="112944"/>
                </a:cubicBezTo>
                <a:cubicBezTo>
                  <a:pt x="434548" y="112944"/>
                  <a:pt x="433587" y="113639"/>
                  <a:pt x="432892" y="115027"/>
                </a:cubicBezTo>
                <a:lnTo>
                  <a:pt x="430249" y="115027"/>
                </a:lnTo>
                <a:lnTo>
                  <a:pt x="430249" y="88754"/>
                </a:lnTo>
                <a:lnTo>
                  <a:pt x="432892" y="88754"/>
                </a:lnTo>
                <a:cubicBezTo>
                  <a:pt x="434388" y="96256"/>
                  <a:pt x="437245" y="101910"/>
                  <a:pt x="441463" y="105715"/>
                </a:cubicBezTo>
                <a:cubicBezTo>
                  <a:pt x="445682" y="109520"/>
                  <a:pt x="450408" y="111423"/>
                  <a:pt x="455641" y="111423"/>
                </a:cubicBezTo>
                <a:cubicBezTo>
                  <a:pt x="459326" y="111423"/>
                  <a:pt x="462330" y="110343"/>
                  <a:pt x="464653" y="108183"/>
                </a:cubicBezTo>
                <a:cubicBezTo>
                  <a:pt x="466976" y="106022"/>
                  <a:pt x="468137" y="103421"/>
                  <a:pt x="468137" y="100381"/>
                </a:cubicBezTo>
                <a:cubicBezTo>
                  <a:pt x="468137" y="96700"/>
                  <a:pt x="466842" y="93606"/>
                  <a:pt x="464252" y="91099"/>
                </a:cubicBezTo>
                <a:cubicBezTo>
                  <a:pt x="461662" y="88592"/>
                  <a:pt x="456496" y="85419"/>
                  <a:pt x="448753" y="81579"/>
                </a:cubicBezTo>
                <a:cubicBezTo>
                  <a:pt x="441009" y="77738"/>
                  <a:pt x="435936" y="74270"/>
                  <a:pt x="433533" y="71176"/>
                </a:cubicBezTo>
                <a:cubicBezTo>
                  <a:pt x="431130" y="68135"/>
                  <a:pt x="429929" y="64295"/>
                  <a:pt x="429929" y="59654"/>
                </a:cubicBezTo>
                <a:cubicBezTo>
                  <a:pt x="429929" y="53626"/>
                  <a:pt x="431998" y="48585"/>
                  <a:pt x="436136" y="44532"/>
                </a:cubicBezTo>
                <a:cubicBezTo>
                  <a:pt x="440275" y="40477"/>
                  <a:pt x="445629" y="38449"/>
                  <a:pt x="452197" y="38449"/>
                </a:cubicBezTo>
                <a:cubicBezTo>
                  <a:pt x="455081" y="38449"/>
                  <a:pt x="458579" y="39063"/>
                  <a:pt x="462690" y="40292"/>
                </a:cubicBezTo>
                <a:cubicBezTo>
                  <a:pt x="465414" y="41093"/>
                  <a:pt x="467230" y="41493"/>
                  <a:pt x="468137" y="41493"/>
                </a:cubicBezTo>
                <a:cubicBezTo>
                  <a:pt x="468992" y="41493"/>
                  <a:pt x="469659" y="41306"/>
                  <a:pt x="470140" y="40932"/>
                </a:cubicBezTo>
                <a:cubicBezTo>
                  <a:pt x="470621" y="40559"/>
                  <a:pt x="471181" y="39731"/>
                  <a:pt x="471822" y="38449"/>
                </a:cubicBezTo>
                <a:lnTo>
                  <a:pt x="474465" y="38449"/>
                </a:lnTo>
                <a:close/>
                <a:moveTo>
                  <a:pt x="550537" y="0"/>
                </a:moveTo>
                <a:cubicBezTo>
                  <a:pt x="552780" y="0"/>
                  <a:pt x="554689" y="792"/>
                  <a:pt x="556264" y="2376"/>
                </a:cubicBezTo>
                <a:cubicBezTo>
                  <a:pt x="557839" y="3958"/>
                  <a:pt x="558627" y="5876"/>
                  <a:pt x="558627" y="8130"/>
                </a:cubicBezTo>
                <a:cubicBezTo>
                  <a:pt x="558627" y="10385"/>
                  <a:pt x="557839" y="12317"/>
                  <a:pt x="556264" y="13928"/>
                </a:cubicBezTo>
                <a:cubicBezTo>
                  <a:pt x="554689" y="15537"/>
                  <a:pt x="552780" y="16341"/>
                  <a:pt x="550537" y="16341"/>
                </a:cubicBezTo>
                <a:cubicBezTo>
                  <a:pt x="548294" y="16341"/>
                  <a:pt x="546371" y="15537"/>
                  <a:pt x="544769" y="13928"/>
                </a:cubicBezTo>
                <a:cubicBezTo>
                  <a:pt x="543167" y="12317"/>
                  <a:pt x="542366" y="10385"/>
                  <a:pt x="542366" y="8130"/>
                </a:cubicBezTo>
                <a:cubicBezTo>
                  <a:pt x="542366" y="5876"/>
                  <a:pt x="543154" y="3958"/>
                  <a:pt x="544729" y="2376"/>
                </a:cubicBezTo>
                <a:cubicBezTo>
                  <a:pt x="546305" y="792"/>
                  <a:pt x="548240" y="0"/>
                  <a:pt x="550537" y="0"/>
                </a:cubicBezTo>
                <a:moveTo>
                  <a:pt x="557185" y="38449"/>
                </a:moveTo>
                <a:lnTo>
                  <a:pt x="557185" y="97274"/>
                </a:lnTo>
                <a:cubicBezTo>
                  <a:pt x="557185" y="101857"/>
                  <a:pt x="557519" y="104908"/>
                  <a:pt x="558186" y="106426"/>
                </a:cubicBezTo>
                <a:cubicBezTo>
                  <a:pt x="558854" y="107945"/>
                  <a:pt x="559842" y="109077"/>
                  <a:pt x="561150" y="109823"/>
                </a:cubicBezTo>
                <a:cubicBezTo>
                  <a:pt x="562459" y="110569"/>
                  <a:pt x="564848" y="110942"/>
                  <a:pt x="568319" y="110942"/>
                </a:cubicBezTo>
                <a:lnTo>
                  <a:pt x="568319" y="113906"/>
                </a:lnTo>
                <a:lnTo>
                  <a:pt x="532674" y="113906"/>
                </a:lnTo>
                <a:lnTo>
                  <a:pt x="532674" y="110942"/>
                </a:lnTo>
                <a:cubicBezTo>
                  <a:pt x="536252" y="110942"/>
                  <a:pt x="538655" y="110596"/>
                  <a:pt x="539883" y="109903"/>
                </a:cubicBezTo>
                <a:cubicBezTo>
                  <a:pt x="541111" y="109211"/>
                  <a:pt x="542086" y="108065"/>
                  <a:pt x="542807" y="106466"/>
                </a:cubicBezTo>
                <a:cubicBezTo>
                  <a:pt x="543528" y="104867"/>
                  <a:pt x="543888" y="101804"/>
                  <a:pt x="543888" y="97274"/>
                </a:cubicBezTo>
                <a:lnTo>
                  <a:pt x="543888" y="69061"/>
                </a:lnTo>
                <a:cubicBezTo>
                  <a:pt x="543888" y="61121"/>
                  <a:pt x="543648" y="55979"/>
                  <a:pt x="543167" y="53636"/>
                </a:cubicBezTo>
                <a:cubicBezTo>
                  <a:pt x="542793" y="51931"/>
                  <a:pt x="542206" y="50745"/>
                  <a:pt x="541405" y="50079"/>
                </a:cubicBezTo>
                <a:cubicBezTo>
                  <a:pt x="540604" y="49413"/>
                  <a:pt x="539509" y="49080"/>
                  <a:pt x="538121" y="49080"/>
                </a:cubicBezTo>
                <a:cubicBezTo>
                  <a:pt x="536626" y="49080"/>
                  <a:pt x="534810" y="49480"/>
                  <a:pt x="532674" y="50279"/>
                </a:cubicBezTo>
                <a:lnTo>
                  <a:pt x="531552" y="47401"/>
                </a:lnTo>
                <a:lnTo>
                  <a:pt x="553661" y="38449"/>
                </a:lnTo>
                <a:lnTo>
                  <a:pt x="557185" y="38449"/>
                </a:lnTo>
                <a:close/>
                <a:moveTo>
                  <a:pt x="598866" y="53989"/>
                </a:moveTo>
                <a:cubicBezTo>
                  <a:pt x="607464" y="43629"/>
                  <a:pt x="615661" y="38449"/>
                  <a:pt x="623458" y="38449"/>
                </a:cubicBezTo>
                <a:cubicBezTo>
                  <a:pt x="627463" y="38449"/>
                  <a:pt x="630907" y="39449"/>
                  <a:pt x="633791" y="41448"/>
                </a:cubicBezTo>
                <a:cubicBezTo>
                  <a:pt x="636674" y="43446"/>
                  <a:pt x="638971" y="46736"/>
                  <a:pt x="640680" y="51318"/>
                </a:cubicBezTo>
                <a:cubicBezTo>
                  <a:pt x="641854" y="54514"/>
                  <a:pt x="642442" y="59416"/>
                  <a:pt x="642442" y="66024"/>
                </a:cubicBezTo>
                <a:lnTo>
                  <a:pt x="642442" y="97274"/>
                </a:lnTo>
                <a:cubicBezTo>
                  <a:pt x="642442" y="101910"/>
                  <a:pt x="642816" y="105054"/>
                  <a:pt x="643563" y="106706"/>
                </a:cubicBezTo>
                <a:cubicBezTo>
                  <a:pt x="644151" y="108038"/>
                  <a:pt x="645099" y="109077"/>
                  <a:pt x="646407" y="109823"/>
                </a:cubicBezTo>
                <a:cubicBezTo>
                  <a:pt x="647715" y="110569"/>
                  <a:pt x="650132" y="110942"/>
                  <a:pt x="653656" y="110942"/>
                </a:cubicBezTo>
                <a:lnTo>
                  <a:pt x="653656" y="113906"/>
                </a:lnTo>
                <a:lnTo>
                  <a:pt x="617370" y="113906"/>
                </a:lnTo>
                <a:lnTo>
                  <a:pt x="617370" y="110942"/>
                </a:lnTo>
                <a:lnTo>
                  <a:pt x="618892" y="110942"/>
                </a:lnTo>
                <a:cubicBezTo>
                  <a:pt x="622309" y="110942"/>
                  <a:pt x="624699" y="110424"/>
                  <a:pt x="626061" y="109387"/>
                </a:cubicBezTo>
                <a:cubicBezTo>
                  <a:pt x="627423" y="108351"/>
                  <a:pt x="628371" y="106824"/>
                  <a:pt x="628905" y="104807"/>
                </a:cubicBezTo>
                <a:cubicBezTo>
                  <a:pt x="629118" y="104009"/>
                  <a:pt x="629225" y="101512"/>
                  <a:pt x="629225" y="97314"/>
                </a:cubicBezTo>
                <a:lnTo>
                  <a:pt x="629225" y="67429"/>
                </a:lnTo>
                <a:cubicBezTo>
                  <a:pt x="629225" y="60789"/>
                  <a:pt x="628357" y="55967"/>
                  <a:pt x="626622" y="52965"/>
                </a:cubicBezTo>
                <a:cubicBezTo>
                  <a:pt x="624886" y="49963"/>
                  <a:pt x="621962" y="48462"/>
                  <a:pt x="617850" y="48462"/>
                </a:cubicBezTo>
                <a:cubicBezTo>
                  <a:pt x="611496" y="48462"/>
                  <a:pt x="605168" y="51916"/>
                  <a:pt x="598866" y="58823"/>
                </a:cubicBezTo>
                <a:lnTo>
                  <a:pt x="598866" y="97314"/>
                </a:lnTo>
                <a:cubicBezTo>
                  <a:pt x="598866" y="102256"/>
                  <a:pt x="599160" y="105311"/>
                  <a:pt x="599747" y="106479"/>
                </a:cubicBezTo>
                <a:cubicBezTo>
                  <a:pt x="600495" y="108019"/>
                  <a:pt x="601523" y="109148"/>
                  <a:pt x="602831" y="109866"/>
                </a:cubicBezTo>
                <a:cubicBezTo>
                  <a:pt x="604140" y="110583"/>
                  <a:pt x="606796" y="110942"/>
                  <a:pt x="610801" y="110942"/>
                </a:cubicBezTo>
                <a:lnTo>
                  <a:pt x="610801" y="113906"/>
                </a:lnTo>
                <a:lnTo>
                  <a:pt x="574515" y="113906"/>
                </a:lnTo>
                <a:lnTo>
                  <a:pt x="574515" y="110942"/>
                </a:lnTo>
                <a:lnTo>
                  <a:pt x="576117" y="110942"/>
                </a:lnTo>
                <a:cubicBezTo>
                  <a:pt x="579855" y="110942"/>
                  <a:pt x="582378" y="109997"/>
                  <a:pt x="583687" y="108106"/>
                </a:cubicBezTo>
                <a:cubicBezTo>
                  <a:pt x="584995" y="106213"/>
                  <a:pt x="585649" y="102603"/>
                  <a:pt x="585649" y="97274"/>
                </a:cubicBezTo>
                <a:lnTo>
                  <a:pt x="585649" y="70100"/>
                </a:lnTo>
                <a:cubicBezTo>
                  <a:pt x="585649" y="61308"/>
                  <a:pt x="585449" y="55954"/>
                  <a:pt x="585048" y="54037"/>
                </a:cubicBezTo>
                <a:cubicBezTo>
                  <a:pt x="584648" y="52118"/>
                  <a:pt x="584034" y="50812"/>
                  <a:pt x="583206" y="50119"/>
                </a:cubicBezTo>
                <a:cubicBezTo>
                  <a:pt x="582378" y="49427"/>
                  <a:pt x="581270" y="49080"/>
                  <a:pt x="579882" y="49080"/>
                </a:cubicBezTo>
                <a:cubicBezTo>
                  <a:pt x="578387" y="49080"/>
                  <a:pt x="576598" y="49480"/>
                  <a:pt x="574515" y="50279"/>
                </a:cubicBezTo>
                <a:lnTo>
                  <a:pt x="573313" y="47401"/>
                </a:lnTo>
                <a:lnTo>
                  <a:pt x="595422" y="38449"/>
                </a:lnTo>
                <a:lnTo>
                  <a:pt x="598866" y="38449"/>
                </a:lnTo>
                <a:lnTo>
                  <a:pt x="598866" y="53989"/>
                </a:lnTo>
                <a:close/>
                <a:moveTo>
                  <a:pt x="721823" y="16341"/>
                </a:moveTo>
                <a:lnTo>
                  <a:pt x="721823" y="40532"/>
                </a:lnTo>
                <a:lnTo>
                  <a:pt x="738965" y="40532"/>
                </a:lnTo>
                <a:lnTo>
                  <a:pt x="738965" y="46139"/>
                </a:lnTo>
                <a:lnTo>
                  <a:pt x="721823" y="46139"/>
                </a:lnTo>
                <a:lnTo>
                  <a:pt x="721823" y="93655"/>
                </a:lnTo>
                <a:cubicBezTo>
                  <a:pt x="721823" y="98403"/>
                  <a:pt x="722504" y="101603"/>
                  <a:pt x="723866" y="103257"/>
                </a:cubicBezTo>
                <a:cubicBezTo>
                  <a:pt x="725228" y="104909"/>
                  <a:pt x="726977" y="105735"/>
                  <a:pt x="729113" y="105735"/>
                </a:cubicBezTo>
                <a:cubicBezTo>
                  <a:pt x="730875" y="105735"/>
                  <a:pt x="732584" y="105188"/>
                  <a:pt x="734239" y="104093"/>
                </a:cubicBezTo>
                <a:cubicBezTo>
                  <a:pt x="735895" y="102998"/>
                  <a:pt x="737176" y="101383"/>
                  <a:pt x="738084" y="99247"/>
                </a:cubicBezTo>
                <a:lnTo>
                  <a:pt x="741208" y="99247"/>
                </a:lnTo>
                <a:cubicBezTo>
                  <a:pt x="739339" y="104495"/>
                  <a:pt x="736696" y="108465"/>
                  <a:pt x="733278" y="111155"/>
                </a:cubicBezTo>
                <a:cubicBezTo>
                  <a:pt x="729860" y="113843"/>
                  <a:pt x="726336" y="115187"/>
                  <a:pt x="722705" y="115187"/>
                </a:cubicBezTo>
                <a:cubicBezTo>
                  <a:pt x="720248" y="115187"/>
                  <a:pt x="717845" y="114506"/>
                  <a:pt x="715495" y="113142"/>
                </a:cubicBezTo>
                <a:cubicBezTo>
                  <a:pt x="713146" y="111779"/>
                  <a:pt x="711410" y="109828"/>
                  <a:pt x="710289" y="107290"/>
                </a:cubicBezTo>
                <a:cubicBezTo>
                  <a:pt x="709167" y="104750"/>
                  <a:pt x="708607" y="100833"/>
                  <a:pt x="708607" y="95540"/>
                </a:cubicBezTo>
                <a:lnTo>
                  <a:pt x="708607" y="46139"/>
                </a:lnTo>
                <a:lnTo>
                  <a:pt x="696992" y="46139"/>
                </a:lnTo>
                <a:lnTo>
                  <a:pt x="696992" y="43496"/>
                </a:lnTo>
                <a:cubicBezTo>
                  <a:pt x="699929" y="42317"/>
                  <a:pt x="702933" y="40322"/>
                  <a:pt x="706003" y="37510"/>
                </a:cubicBezTo>
                <a:cubicBezTo>
                  <a:pt x="709074" y="34699"/>
                  <a:pt x="711811" y="31364"/>
                  <a:pt x="714214" y="27508"/>
                </a:cubicBezTo>
                <a:cubicBezTo>
                  <a:pt x="715442" y="25473"/>
                  <a:pt x="717151" y="21751"/>
                  <a:pt x="719340" y="16341"/>
                </a:cubicBezTo>
                <a:lnTo>
                  <a:pt x="721823" y="16341"/>
                </a:lnTo>
                <a:close/>
                <a:moveTo>
                  <a:pt x="758457" y="68247"/>
                </a:moveTo>
                <a:cubicBezTo>
                  <a:pt x="758404" y="79116"/>
                  <a:pt x="761047" y="87641"/>
                  <a:pt x="766387" y="93823"/>
                </a:cubicBezTo>
                <a:cubicBezTo>
                  <a:pt x="771728" y="100002"/>
                  <a:pt x="778002" y="103092"/>
                  <a:pt x="785212" y="103092"/>
                </a:cubicBezTo>
                <a:cubicBezTo>
                  <a:pt x="790018" y="103092"/>
                  <a:pt x="794196" y="101770"/>
                  <a:pt x="797748" y="99127"/>
                </a:cubicBezTo>
                <a:cubicBezTo>
                  <a:pt x="801299" y="96483"/>
                  <a:pt x="804276" y="91958"/>
                  <a:pt x="806679" y="85549"/>
                </a:cubicBezTo>
                <a:lnTo>
                  <a:pt x="809162" y="87151"/>
                </a:lnTo>
                <a:cubicBezTo>
                  <a:pt x="808041" y="94468"/>
                  <a:pt x="804783" y="101129"/>
                  <a:pt x="799390" y="107137"/>
                </a:cubicBezTo>
                <a:cubicBezTo>
                  <a:pt x="793996" y="113145"/>
                  <a:pt x="787241" y="116149"/>
                  <a:pt x="779124" y="116149"/>
                </a:cubicBezTo>
                <a:cubicBezTo>
                  <a:pt x="770313" y="116149"/>
                  <a:pt x="762770" y="112725"/>
                  <a:pt x="756495" y="105878"/>
                </a:cubicBezTo>
                <a:cubicBezTo>
                  <a:pt x="750220" y="99029"/>
                  <a:pt x="747083" y="89822"/>
                  <a:pt x="747083" y="78258"/>
                </a:cubicBezTo>
                <a:cubicBezTo>
                  <a:pt x="747083" y="65735"/>
                  <a:pt x="750300" y="55970"/>
                  <a:pt x="756735" y="48963"/>
                </a:cubicBezTo>
                <a:cubicBezTo>
                  <a:pt x="763170" y="41954"/>
                  <a:pt x="771247" y="38449"/>
                  <a:pt x="780966" y="38449"/>
                </a:cubicBezTo>
                <a:cubicBezTo>
                  <a:pt x="789190" y="38449"/>
                  <a:pt x="795945" y="41153"/>
                  <a:pt x="801232" y="46560"/>
                </a:cubicBezTo>
                <a:cubicBezTo>
                  <a:pt x="806519" y="51965"/>
                  <a:pt x="809162" y="59194"/>
                  <a:pt x="809162" y="68247"/>
                </a:cubicBezTo>
                <a:lnTo>
                  <a:pt x="758457" y="68247"/>
                </a:lnTo>
                <a:moveTo>
                  <a:pt x="758457" y="63601"/>
                </a:moveTo>
                <a:lnTo>
                  <a:pt x="792421" y="63601"/>
                </a:lnTo>
                <a:cubicBezTo>
                  <a:pt x="792154" y="58902"/>
                  <a:pt x="791593" y="55591"/>
                  <a:pt x="790739" y="53669"/>
                </a:cubicBezTo>
                <a:cubicBezTo>
                  <a:pt x="789404" y="50678"/>
                  <a:pt x="787414" y="48328"/>
                  <a:pt x="784771" y="46620"/>
                </a:cubicBezTo>
                <a:cubicBezTo>
                  <a:pt x="782128" y="44911"/>
                  <a:pt x="779364" y="44056"/>
                  <a:pt x="776480" y="44056"/>
                </a:cubicBezTo>
                <a:cubicBezTo>
                  <a:pt x="772048" y="44056"/>
                  <a:pt x="768083" y="45779"/>
                  <a:pt x="764585" y="49223"/>
                </a:cubicBezTo>
                <a:cubicBezTo>
                  <a:pt x="761087" y="52667"/>
                  <a:pt x="759045" y="57460"/>
                  <a:pt x="758457" y="63601"/>
                </a:cubicBezTo>
                <a:close/>
                <a:moveTo>
                  <a:pt x="815996" y="40532"/>
                </a:moveTo>
                <a:lnTo>
                  <a:pt x="850520" y="40532"/>
                </a:lnTo>
                <a:lnTo>
                  <a:pt x="850520" y="43496"/>
                </a:lnTo>
                <a:cubicBezTo>
                  <a:pt x="848331" y="43496"/>
                  <a:pt x="846796" y="43869"/>
                  <a:pt x="845915" y="44617"/>
                </a:cubicBezTo>
                <a:cubicBezTo>
                  <a:pt x="845033" y="45365"/>
                  <a:pt x="844593" y="46353"/>
                  <a:pt x="844593" y="47581"/>
                </a:cubicBezTo>
                <a:cubicBezTo>
                  <a:pt x="844593" y="48863"/>
                  <a:pt x="845527" y="50838"/>
                  <a:pt x="847396" y="53508"/>
                </a:cubicBezTo>
                <a:cubicBezTo>
                  <a:pt x="847984" y="54363"/>
                  <a:pt x="848865" y="55698"/>
                  <a:pt x="850040" y="57514"/>
                </a:cubicBezTo>
                <a:lnTo>
                  <a:pt x="855247" y="65844"/>
                </a:lnTo>
                <a:lnTo>
                  <a:pt x="861254" y="57514"/>
                </a:lnTo>
                <a:cubicBezTo>
                  <a:pt x="865099" y="52227"/>
                  <a:pt x="867022" y="48889"/>
                  <a:pt x="867022" y="47501"/>
                </a:cubicBezTo>
                <a:cubicBezTo>
                  <a:pt x="867022" y="46379"/>
                  <a:pt x="866568" y="45431"/>
                  <a:pt x="865660" y="44657"/>
                </a:cubicBezTo>
                <a:cubicBezTo>
                  <a:pt x="864752" y="43883"/>
                  <a:pt x="863283" y="43496"/>
                  <a:pt x="861254" y="43496"/>
                </a:cubicBezTo>
                <a:lnTo>
                  <a:pt x="861254" y="40532"/>
                </a:lnTo>
                <a:lnTo>
                  <a:pt x="886086" y="40532"/>
                </a:lnTo>
                <a:lnTo>
                  <a:pt x="886086" y="43496"/>
                </a:lnTo>
                <a:cubicBezTo>
                  <a:pt x="883469" y="43656"/>
                  <a:pt x="881200" y="44377"/>
                  <a:pt x="879277" y="45658"/>
                </a:cubicBezTo>
                <a:cubicBezTo>
                  <a:pt x="876661" y="47474"/>
                  <a:pt x="873083" y="51426"/>
                  <a:pt x="868544" y="57514"/>
                </a:cubicBezTo>
                <a:lnTo>
                  <a:pt x="858531" y="70891"/>
                </a:lnTo>
                <a:lnTo>
                  <a:pt x="876794" y="97112"/>
                </a:lnTo>
                <a:cubicBezTo>
                  <a:pt x="881280" y="103560"/>
                  <a:pt x="884484" y="107437"/>
                  <a:pt x="886406" y="108744"/>
                </a:cubicBezTo>
                <a:cubicBezTo>
                  <a:pt x="888329" y="110049"/>
                  <a:pt x="890812" y="110782"/>
                  <a:pt x="893856" y="110942"/>
                </a:cubicBezTo>
                <a:lnTo>
                  <a:pt x="893856" y="113906"/>
                </a:lnTo>
                <a:lnTo>
                  <a:pt x="859252" y="113906"/>
                </a:lnTo>
                <a:lnTo>
                  <a:pt x="859252" y="110942"/>
                </a:lnTo>
                <a:cubicBezTo>
                  <a:pt x="861655" y="110942"/>
                  <a:pt x="863524" y="110410"/>
                  <a:pt x="864859" y="109345"/>
                </a:cubicBezTo>
                <a:cubicBezTo>
                  <a:pt x="865873" y="108599"/>
                  <a:pt x="866381" y="107613"/>
                  <a:pt x="866381" y="106389"/>
                </a:cubicBezTo>
                <a:cubicBezTo>
                  <a:pt x="866381" y="105164"/>
                  <a:pt x="864672" y="102075"/>
                  <a:pt x="861254" y="97122"/>
                </a:cubicBezTo>
                <a:lnTo>
                  <a:pt x="850520" y="81464"/>
                </a:lnTo>
                <a:lnTo>
                  <a:pt x="838745" y="97122"/>
                </a:lnTo>
                <a:cubicBezTo>
                  <a:pt x="835114" y="101968"/>
                  <a:pt x="833298" y="104844"/>
                  <a:pt x="833298" y="105750"/>
                </a:cubicBezTo>
                <a:cubicBezTo>
                  <a:pt x="833298" y="107029"/>
                  <a:pt x="833899" y="108187"/>
                  <a:pt x="835101" y="109225"/>
                </a:cubicBezTo>
                <a:cubicBezTo>
                  <a:pt x="836302" y="110263"/>
                  <a:pt x="838105" y="110835"/>
                  <a:pt x="840508" y="110942"/>
                </a:cubicBezTo>
                <a:lnTo>
                  <a:pt x="840508" y="113906"/>
                </a:lnTo>
                <a:lnTo>
                  <a:pt x="816557" y="113906"/>
                </a:lnTo>
                <a:lnTo>
                  <a:pt x="816557" y="110942"/>
                </a:lnTo>
                <a:cubicBezTo>
                  <a:pt x="818479" y="110675"/>
                  <a:pt x="820162" y="110009"/>
                  <a:pt x="821603" y="108944"/>
                </a:cubicBezTo>
                <a:cubicBezTo>
                  <a:pt x="823633" y="107399"/>
                  <a:pt x="827050" y="103456"/>
                  <a:pt x="831857" y="97117"/>
                </a:cubicBezTo>
                <a:lnTo>
                  <a:pt x="847236" y="76738"/>
                </a:lnTo>
                <a:lnTo>
                  <a:pt x="833298" y="56552"/>
                </a:lnTo>
                <a:cubicBezTo>
                  <a:pt x="829347" y="50785"/>
                  <a:pt x="826289" y="47167"/>
                  <a:pt x="824127" y="45698"/>
                </a:cubicBezTo>
                <a:cubicBezTo>
                  <a:pt x="821964" y="44230"/>
                  <a:pt x="819254" y="43496"/>
                  <a:pt x="815996" y="43496"/>
                </a:cubicBezTo>
                <a:lnTo>
                  <a:pt x="815996" y="40532"/>
                </a:lnTo>
                <a:close/>
                <a:moveTo>
                  <a:pt x="922292" y="16341"/>
                </a:moveTo>
                <a:lnTo>
                  <a:pt x="922292" y="40532"/>
                </a:lnTo>
                <a:lnTo>
                  <a:pt x="939434" y="40532"/>
                </a:lnTo>
                <a:lnTo>
                  <a:pt x="939434" y="46139"/>
                </a:lnTo>
                <a:lnTo>
                  <a:pt x="922292" y="46139"/>
                </a:lnTo>
                <a:lnTo>
                  <a:pt x="922292" y="93655"/>
                </a:lnTo>
                <a:cubicBezTo>
                  <a:pt x="922292" y="98403"/>
                  <a:pt x="922973" y="101603"/>
                  <a:pt x="924335" y="103257"/>
                </a:cubicBezTo>
                <a:cubicBezTo>
                  <a:pt x="925697" y="104909"/>
                  <a:pt x="927445" y="105735"/>
                  <a:pt x="929582" y="105735"/>
                </a:cubicBezTo>
                <a:cubicBezTo>
                  <a:pt x="931344" y="105735"/>
                  <a:pt x="933053" y="105188"/>
                  <a:pt x="934708" y="104093"/>
                </a:cubicBezTo>
                <a:cubicBezTo>
                  <a:pt x="936364" y="102998"/>
                  <a:pt x="937645" y="101383"/>
                  <a:pt x="938553" y="99247"/>
                </a:cubicBezTo>
                <a:lnTo>
                  <a:pt x="941677" y="99247"/>
                </a:lnTo>
                <a:cubicBezTo>
                  <a:pt x="939808" y="104495"/>
                  <a:pt x="937165" y="108465"/>
                  <a:pt x="933747" y="111155"/>
                </a:cubicBezTo>
                <a:cubicBezTo>
                  <a:pt x="930329" y="113843"/>
                  <a:pt x="926805" y="115187"/>
                  <a:pt x="923173" y="115187"/>
                </a:cubicBezTo>
                <a:cubicBezTo>
                  <a:pt x="920717" y="115187"/>
                  <a:pt x="918314" y="114506"/>
                  <a:pt x="915964" y="113142"/>
                </a:cubicBezTo>
                <a:cubicBezTo>
                  <a:pt x="913614" y="111779"/>
                  <a:pt x="911879" y="109828"/>
                  <a:pt x="910757" y="107290"/>
                </a:cubicBezTo>
                <a:cubicBezTo>
                  <a:pt x="909636" y="104750"/>
                  <a:pt x="909075" y="100833"/>
                  <a:pt x="909075" y="95540"/>
                </a:cubicBezTo>
                <a:lnTo>
                  <a:pt x="909075" y="46139"/>
                </a:lnTo>
                <a:lnTo>
                  <a:pt x="897460" y="46139"/>
                </a:lnTo>
                <a:lnTo>
                  <a:pt x="897460" y="43496"/>
                </a:lnTo>
                <a:cubicBezTo>
                  <a:pt x="900398" y="42317"/>
                  <a:pt x="903401" y="40322"/>
                  <a:pt x="906472" y="37510"/>
                </a:cubicBezTo>
                <a:cubicBezTo>
                  <a:pt x="909543" y="34699"/>
                  <a:pt x="912279" y="31364"/>
                  <a:pt x="914682" y="27508"/>
                </a:cubicBezTo>
                <a:cubicBezTo>
                  <a:pt x="915911" y="25473"/>
                  <a:pt x="917620" y="21751"/>
                  <a:pt x="919809" y="16341"/>
                </a:cubicBezTo>
                <a:lnTo>
                  <a:pt x="922292" y="16341"/>
                </a:lnTo>
                <a:close/>
                <a:moveTo>
                  <a:pt x="947472" y="2723"/>
                </a:moveTo>
                <a:lnTo>
                  <a:pt x="982717" y="2723"/>
                </a:lnTo>
                <a:lnTo>
                  <a:pt x="982717" y="146427"/>
                </a:lnTo>
                <a:lnTo>
                  <a:pt x="947472" y="146427"/>
                </a:lnTo>
                <a:lnTo>
                  <a:pt x="947472" y="140099"/>
                </a:lnTo>
                <a:lnTo>
                  <a:pt x="970702" y="140099"/>
                </a:lnTo>
                <a:lnTo>
                  <a:pt x="970702" y="9052"/>
                </a:lnTo>
                <a:lnTo>
                  <a:pt x="947472" y="9052"/>
                </a:lnTo>
                <a:lnTo>
                  <a:pt x="947472" y="27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Text Promptchaining(PC)">
            <a:extLst xmlns:a="http://schemas.openxmlformats.org/drawingml/2006/main">
              <a:ext uri="{FF2B5EF4-FFF2-40B4-BE49-F238E27FC236}">
                <a16:creationId xmlns:a16="http://schemas.microsoft.com/office/drawing/2014/main" id="{D09C1E64-6B78-46DD-862B-2C97D674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092" y="4409489"/>
            <a:ext cx="1535620" cy="146427"/>
          </a:xfrm>
          <a:custGeom xmlns:a="http://schemas.openxmlformats.org/drawingml/2006/main">
            <a:pathLst>
              <a:path w="1535620" h="146427">
                <a:moveTo>
                  <a:pt x="40131" y="61839"/>
                </a:moveTo>
                <a:lnTo>
                  <a:pt x="40131" y="91958"/>
                </a:lnTo>
                <a:cubicBezTo>
                  <a:pt x="40131" y="97862"/>
                  <a:pt x="40492" y="101579"/>
                  <a:pt x="41213" y="103109"/>
                </a:cubicBezTo>
                <a:cubicBezTo>
                  <a:pt x="41934" y="104638"/>
                  <a:pt x="43215" y="105859"/>
                  <a:pt x="45058" y="106772"/>
                </a:cubicBezTo>
                <a:cubicBezTo>
                  <a:pt x="46900" y="107683"/>
                  <a:pt x="50278" y="108138"/>
                  <a:pt x="55191" y="108138"/>
                </a:cubicBezTo>
                <a:lnTo>
                  <a:pt x="55191" y="111022"/>
                </a:lnTo>
                <a:lnTo>
                  <a:pt x="0" y="111022"/>
                </a:lnTo>
                <a:lnTo>
                  <a:pt x="0" y="108138"/>
                </a:lnTo>
                <a:cubicBezTo>
                  <a:pt x="5020" y="108138"/>
                  <a:pt x="8424" y="107669"/>
                  <a:pt x="10213" y="106729"/>
                </a:cubicBezTo>
                <a:cubicBezTo>
                  <a:pt x="12002" y="105789"/>
                  <a:pt x="13257" y="104569"/>
                  <a:pt x="13978" y="103067"/>
                </a:cubicBezTo>
                <a:cubicBezTo>
                  <a:pt x="14699" y="101565"/>
                  <a:pt x="15059" y="97862"/>
                  <a:pt x="15059" y="91958"/>
                </a:cubicBezTo>
                <a:lnTo>
                  <a:pt x="15059" y="21467"/>
                </a:lnTo>
                <a:cubicBezTo>
                  <a:pt x="15059" y="15563"/>
                  <a:pt x="14699" y="11847"/>
                  <a:pt x="13978" y="10318"/>
                </a:cubicBezTo>
                <a:cubicBezTo>
                  <a:pt x="13257" y="8788"/>
                  <a:pt x="11989" y="7567"/>
                  <a:pt x="10173" y="6656"/>
                </a:cubicBezTo>
                <a:cubicBezTo>
                  <a:pt x="8357" y="5743"/>
                  <a:pt x="4966" y="5287"/>
                  <a:pt x="0" y="5287"/>
                </a:cubicBezTo>
                <a:lnTo>
                  <a:pt x="0" y="2403"/>
                </a:lnTo>
                <a:lnTo>
                  <a:pt x="47341" y="2403"/>
                </a:lnTo>
                <a:cubicBezTo>
                  <a:pt x="62934" y="2403"/>
                  <a:pt x="74121" y="5180"/>
                  <a:pt x="80903" y="10734"/>
                </a:cubicBezTo>
                <a:cubicBezTo>
                  <a:pt x="87685" y="16287"/>
                  <a:pt x="91076" y="23230"/>
                  <a:pt x="91076" y="31560"/>
                </a:cubicBezTo>
                <a:cubicBezTo>
                  <a:pt x="91076" y="38609"/>
                  <a:pt x="88887" y="44644"/>
                  <a:pt x="84508" y="49664"/>
                </a:cubicBezTo>
                <a:cubicBezTo>
                  <a:pt x="80129" y="54683"/>
                  <a:pt x="74095" y="58101"/>
                  <a:pt x="66405" y="59917"/>
                </a:cubicBezTo>
                <a:cubicBezTo>
                  <a:pt x="61225" y="61198"/>
                  <a:pt x="52467" y="61839"/>
                  <a:pt x="40131" y="61839"/>
                </a:cubicBezTo>
                <a:moveTo>
                  <a:pt x="40131" y="8651"/>
                </a:moveTo>
                <a:lnTo>
                  <a:pt x="40131" y="55591"/>
                </a:lnTo>
                <a:cubicBezTo>
                  <a:pt x="41894" y="55698"/>
                  <a:pt x="43229" y="55751"/>
                  <a:pt x="44136" y="55751"/>
                </a:cubicBezTo>
                <a:cubicBezTo>
                  <a:pt x="50651" y="55751"/>
                  <a:pt x="55671" y="53815"/>
                  <a:pt x="59196" y="49944"/>
                </a:cubicBezTo>
                <a:cubicBezTo>
                  <a:pt x="62720" y="46072"/>
                  <a:pt x="64482" y="40078"/>
                  <a:pt x="64482" y="31961"/>
                </a:cubicBezTo>
                <a:cubicBezTo>
                  <a:pt x="64482" y="23897"/>
                  <a:pt x="62720" y="17996"/>
                  <a:pt x="59196" y="14258"/>
                </a:cubicBezTo>
                <a:cubicBezTo>
                  <a:pt x="55671" y="10520"/>
                  <a:pt x="50411" y="8651"/>
                  <a:pt x="43416" y="8651"/>
                </a:cubicBezTo>
                <a:lnTo>
                  <a:pt x="40131" y="8651"/>
                </a:lnTo>
                <a:close/>
                <a:moveTo>
                  <a:pt x="132676" y="36046"/>
                </a:moveTo>
                <a:lnTo>
                  <a:pt x="132676" y="53028"/>
                </a:lnTo>
                <a:cubicBezTo>
                  <a:pt x="137643" y="45285"/>
                  <a:pt x="141995" y="40145"/>
                  <a:pt x="145733" y="37608"/>
                </a:cubicBezTo>
                <a:cubicBezTo>
                  <a:pt x="149471" y="35072"/>
                  <a:pt x="153076" y="33803"/>
                  <a:pt x="156547" y="33803"/>
                </a:cubicBezTo>
                <a:cubicBezTo>
                  <a:pt x="159537" y="33803"/>
                  <a:pt x="161927" y="34728"/>
                  <a:pt x="163716" y="36577"/>
                </a:cubicBezTo>
                <a:cubicBezTo>
                  <a:pt x="165505" y="38426"/>
                  <a:pt x="166399" y="41038"/>
                  <a:pt x="166399" y="44414"/>
                </a:cubicBezTo>
                <a:cubicBezTo>
                  <a:pt x="166399" y="48006"/>
                  <a:pt x="165532" y="50793"/>
                  <a:pt x="163796" y="52778"/>
                </a:cubicBezTo>
                <a:cubicBezTo>
                  <a:pt x="162061" y="54760"/>
                  <a:pt x="159965" y="55751"/>
                  <a:pt x="157508" y="55751"/>
                </a:cubicBezTo>
                <a:cubicBezTo>
                  <a:pt x="154678" y="55751"/>
                  <a:pt x="152221" y="54843"/>
                  <a:pt x="150139" y="53028"/>
                </a:cubicBezTo>
                <a:cubicBezTo>
                  <a:pt x="148056" y="51212"/>
                  <a:pt x="146828" y="50198"/>
                  <a:pt x="146454" y="49984"/>
                </a:cubicBezTo>
                <a:cubicBezTo>
                  <a:pt x="145920" y="49664"/>
                  <a:pt x="145306" y="49503"/>
                  <a:pt x="144612" y="49503"/>
                </a:cubicBezTo>
                <a:cubicBezTo>
                  <a:pt x="143063" y="49503"/>
                  <a:pt x="141594" y="50091"/>
                  <a:pt x="140206" y="51266"/>
                </a:cubicBezTo>
                <a:cubicBezTo>
                  <a:pt x="138016" y="53081"/>
                  <a:pt x="136361" y="55671"/>
                  <a:pt x="135240" y="59036"/>
                </a:cubicBezTo>
                <a:cubicBezTo>
                  <a:pt x="133531" y="64215"/>
                  <a:pt x="132676" y="69929"/>
                  <a:pt x="132676" y="76177"/>
                </a:cubicBezTo>
                <a:lnTo>
                  <a:pt x="132676" y="93399"/>
                </a:lnTo>
                <a:lnTo>
                  <a:pt x="132756" y="97885"/>
                </a:lnTo>
                <a:cubicBezTo>
                  <a:pt x="132756" y="100929"/>
                  <a:pt x="132943" y="102878"/>
                  <a:pt x="133317" y="103733"/>
                </a:cubicBezTo>
                <a:cubicBezTo>
                  <a:pt x="133958" y="105175"/>
                  <a:pt x="134906" y="106229"/>
                  <a:pt x="136161" y="106897"/>
                </a:cubicBezTo>
                <a:cubicBezTo>
                  <a:pt x="137416" y="107564"/>
                  <a:pt x="139538" y="107978"/>
                  <a:pt x="142529" y="108138"/>
                </a:cubicBezTo>
                <a:lnTo>
                  <a:pt x="142529" y="111022"/>
                </a:lnTo>
                <a:lnTo>
                  <a:pt x="102077" y="111022"/>
                </a:lnTo>
                <a:lnTo>
                  <a:pt x="102077" y="108138"/>
                </a:lnTo>
                <a:cubicBezTo>
                  <a:pt x="105335" y="107871"/>
                  <a:pt x="107537" y="106977"/>
                  <a:pt x="108686" y="105455"/>
                </a:cubicBezTo>
                <a:cubicBezTo>
                  <a:pt x="109834" y="103933"/>
                  <a:pt x="110408" y="99914"/>
                  <a:pt x="110408" y="93399"/>
                </a:cubicBezTo>
                <a:lnTo>
                  <a:pt x="110408" y="51906"/>
                </a:lnTo>
                <a:cubicBezTo>
                  <a:pt x="110408" y="47608"/>
                  <a:pt x="110194" y="44867"/>
                  <a:pt x="109767" y="43686"/>
                </a:cubicBezTo>
                <a:cubicBezTo>
                  <a:pt x="109233" y="42181"/>
                  <a:pt x="108459" y="41079"/>
                  <a:pt x="107444" y="40382"/>
                </a:cubicBezTo>
                <a:cubicBezTo>
                  <a:pt x="106429" y="39682"/>
                  <a:pt x="104640" y="39198"/>
                  <a:pt x="102077" y="38930"/>
                </a:cubicBezTo>
                <a:lnTo>
                  <a:pt x="102077" y="36046"/>
                </a:lnTo>
                <a:lnTo>
                  <a:pt x="132676" y="36046"/>
                </a:lnTo>
                <a:close/>
                <a:moveTo>
                  <a:pt x="206745" y="33803"/>
                </a:moveTo>
                <a:cubicBezTo>
                  <a:pt x="213260" y="33803"/>
                  <a:pt x="219321" y="35487"/>
                  <a:pt x="224928" y="38855"/>
                </a:cubicBezTo>
                <a:cubicBezTo>
                  <a:pt x="230535" y="42222"/>
                  <a:pt x="234794" y="47007"/>
                  <a:pt x="237704" y="53208"/>
                </a:cubicBezTo>
                <a:cubicBezTo>
                  <a:pt x="240615" y="59409"/>
                  <a:pt x="242070" y="66198"/>
                  <a:pt x="242070" y="73574"/>
                </a:cubicBezTo>
                <a:cubicBezTo>
                  <a:pt x="242070" y="84211"/>
                  <a:pt x="239373" y="93112"/>
                  <a:pt x="233980" y="100276"/>
                </a:cubicBezTo>
                <a:cubicBezTo>
                  <a:pt x="227465" y="108935"/>
                  <a:pt x="218466" y="113265"/>
                  <a:pt x="206985" y="113265"/>
                </a:cubicBezTo>
                <a:cubicBezTo>
                  <a:pt x="195717" y="113265"/>
                  <a:pt x="187040" y="109309"/>
                  <a:pt x="180952" y="101397"/>
                </a:cubicBezTo>
                <a:cubicBezTo>
                  <a:pt x="174864" y="93485"/>
                  <a:pt x="171820" y="84318"/>
                  <a:pt x="171820" y="73895"/>
                </a:cubicBezTo>
                <a:cubicBezTo>
                  <a:pt x="171820" y="63151"/>
                  <a:pt x="174931" y="53783"/>
                  <a:pt x="181152" y="45791"/>
                </a:cubicBezTo>
                <a:cubicBezTo>
                  <a:pt x="187373" y="37799"/>
                  <a:pt x="195904" y="33803"/>
                  <a:pt x="206745" y="33803"/>
                </a:cubicBezTo>
                <a:moveTo>
                  <a:pt x="207065" y="39410"/>
                </a:moveTo>
                <a:cubicBezTo>
                  <a:pt x="204342" y="39410"/>
                  <a:pt x="202005" y="40440"/>
                  <a:pt x="200056" y="42499"/>
                </a:cubicBezTo>
                <a:cubicBezTo>
                  <a:pt x="198107" y="44557"/>
                  <a:pt x="196825" y="48620"/>
                  <a:pt x="196211" y="54687"/>
                </a:cubicBezTo>
                <a:cubicBezTo>
                  <a:pt x="195597" y="60755"/>
                  <a:pt x="195290" y="69189"/>
                  <a:pt x="195290" y="79990"/>
                </a:cubicBezTo>
                <a:cubicBezTo>
                  <a:pt x="195290" y="85710"/>
                  <a:pt x="195664" y="91057"/>
                  <a:pt x="196412" y="96030"/>
                </a:cubicBezTo>
                <a:cubicBezTo>
                  <a:pt x="196999" y="99825"/>
                  <a:pt x="198254" y="102712"/>
                  <a:pt x="200176" y="104691"/>
                </a:cubicBezTo>
                <a:cubicBezTo>
                  <a:pt x="202099" y="106669"/>
                  <a:pt x="204288" y="107658"/>
                  <a:pt x="206745" y="107658"/>
                </a:cubicBezTo>
                <a:cubicBezTo>
                  <a:pt x="209148" y="107658"/>
                  <a:pt x="211150" y="106989"/>
                  <a:pt x="212752" y="105653"/>
                </a:cubicBezTo>
                <a:cubicBezTo>
                  <a:pt x="214835" y="103835"/>
                  <a:pt x="216224" y="101295"/>
                  <a:pt x="216918" y="98033"/>
                </a:cubicBezTo>
                <a:cubicBezTo>
                  <a:pt x="217986" y="92955"/>
                  <a:pt x="218520" y="82690"/>
                  <a:pt x="218520" y="67239"/>
                </a:cubicBezTo>
                <a:cubicBezTo>
                  <a:pt x="218520" y="58150"/>
                  <a:pt x="218013" y="51909"/>
                  <a:pt x="216998" y="48515"/>
                </a:cubicBezTo>
                <a:cubicBezTo>
                  <a:pt x="215983" y="45119"/>
                  <a:pt x="214488" y="42645"/>
                  <a:pt x="212512" y="41095"/>
                </a:cubicBezTo>
                <a:cubicBezTo>
                  <a:pt x="211124" y="39972"/>
                  <a:pt x="209308" y="39410"/>
                  <a:pt x="207065" y="39410"/>
                </a:cubicBezTo>
                <a:close/>
                <a:moveTo>
                  <a:pt x="284524" y="36046"/>
                </a:moveTo>
                <a:lnTo>
                  <a:pt x="284524" y="45979"/>
                </a:lnTo>
                <a:cubicBezTo>
                  <a:pt x="288636" y="41463"/>
                  <a:pt x="292441" y="38305"/>
                  <a:pt x="295939" y="36504"/>
                </a:cubicBezTo>
                <a:cubicBezTo>
                  <a:pt x="299437" y="34704"/>
                  <a:pt x="303268" y="33803"/>
                  <a:pt x="307433" y="33803"/>
                </a:cubicBezTo>
                <a:cubicBezTo>
                  <a:pt x="312240" y="33803"/>
                  <a:pt x="316271" y="34931"/>
                  <a:pt x="319529" y="37188"/>
                </a:cubicBezTo>
                <a:cubicBezTo>
                  <a:pt x="322786" y="39444"/>
                  <a:pt x="325296" y="42882"/>
                  <a:pt x="327059" y="47501"/>
                </a:cubicBezTo>
                <a:cubicBezTo>
                  <a:pt x="331331" y="42666"/>
                  <a:pt x="335429" y="39175"/>
                  <a:pt x="339354" y="37027"/>
                </a:cubicBezTo>
                <a:cubicBezTo>
                  <a:pt x="343279" y="34878"/>
                  <a:pt x="347378" y="33803"/>
                  <a:pt x="351650" y="33803"/>
                </a:cubicBezTo>
                <a:cubicBezTo>
                  <a:pt x="356830" y="33803"/>
                  <a:pt x="360955" y="34993"/>
                  <a:pt x="364026" y="37373"/>
                </a:cubicBezTo>
                <a:cubicBezTo>
                  <a:pt x="367096" y="39753"/>
                  <a:pt x="369232" y="42774"/>
                  <a:pt x="370434" y="46437"/>
                </a:cubicBezTo>
                <a:cubicBezTo>
                  <a:pt x="371636" y="50100"/>
                  <a:pt x="372236" y="55942"/>
                  <a:pt x="372236" y="63962"/>
                </a:cubicBezTo>
                <a:lnTo>
                  <a:pt x="372236" y="94681"/>
                </a:lnTo>
                <a:cubicBezTo>
                  <a:pt x="372236" y="100448"/>
                  <a:pt x="372757" y="104026"/>
                  <a:pt x="373798" y="105415"/>
                </a:cubicBezTo>
                <a:cubicBezTo>
                  <a:pt x="374840" y="106803"/>
                  <a:pt x="377016" y="107711"/>
                  <a:pt x="380327" y="108138"/>
                </a:cubicBezTo>
                <a:lnTo>
                  <a:pt x="380327" y="111022"/>
                </a:lnTo>
                <a:lnTo>
                  <a:pt x="341637" y="111022"/>
                </a:lnTo>
                <a:lnTo>
                  <a:pt x="341637" y="108138"/>
                </a:lnTo>
                <a:cubicBezTo>
                  <a:pt x="344681" y="107871"/>
                  <a:pt x="346924" y="106696"/>
                  <a:pt x="348366" y="104614"/>
                </a:cubicBezTo>
                <a:cubicBezTo>
                  <a:pt x="349327" y="103172"/>
                  <a:pt x="349808" y="99861"/>
                  <a:pt x="349808" y="94681"/>
                </a:cubicBezTo>
                <a:lnTo>
                  <a:pt x="349808" y="62480"/>
                </a:lnTo>
                <a:cubicBezTo>
                  <a:pt x="349808" y="55805"/>
                  <a:pt x="349541" y="51559"/>
                  <a:pt x="349007" y="49744"/>
                </a:cubicBezTo>
                <a:cubicBezTo>
                  <a:pt x="348473" y="47928"/>
                  <a:pt x="347632" y="46580"/>
                  <a:pt x="346483" y="45698"/>
                </a:cubicBezTo>
                <a:cubicBezTo>
                  <a:pt x="345335" y="44817"/>
                  <a:pt x="343987" y="44377"/>
                  <a:pt x="342438" y="44377"/>
                </a:cubicBezTo>
                <a:cubicBezTo>
                  <a:pt x="340142" y="44377"/>
                  <a:pt x="337819" y="45218"/>
                  <a:pt x="335469" y="46900"/>
                </a:cubicBezTo>
                <a:cubicBezTo>
                  <a:pt x="333120" y="48582"/>
                  <a:pt x="330743" y="51105"/>
                  <a:pt x="328340" y="54470"/>
                </a:cubicBezTo>
                <a:lnTo>
                  <a:pt x="328340" y="94681"/>
                </a:lnTo>
                <a:cubicBezTo>
                  <a:pt x="328340" y="100075"/>
                  <a:pt x="328794" y="103466"/>
                  <a:pt x="329702" y="104854"/>
                </a:cubicBezTo>
                <a:cubicBezTo>
                  <a:pt x="330930" y="106830"/>
                  <a:pt x="333280" y="107925"/>
                  <a:pt x="336751" y="108138"/>
                </a:cubicBezTo>
                <a:lnTo>
                  <a:pt x="336751" y="111022"/>
                </a:lnTo>
                <a:lnTo>
                  <a:pt x="297981" y="111022"/>
                </a:lnTo>
                <a:lnTo>
                  <a:pt x="297981" y="108138"/>
                </a:lnTo>
                <a:cubicBezTo>
                  <a:pt x="300064" y="108032"/>
                  <a:pt x="301706" y="107511"/>
                  <a:pt x="302908" y="106576"/>
                </a:cubicBezTo>
                <a:cubicBezTo>
                  <a:pt x="304109" y="105642"/>
                  <a:pt x="304910" y="104520"/>
                  <a:pt x="305311" y="103212"/>
                </a:cubicBezTo>
                <a:cubicBezTo>
                  <a:pt x="305711" y="101904"/>
                  <a:pt x="305912" y="99060"/>
                  <a:pt x="305912" y="94681"/>
                </a:cubicBezTo>
                <a:lnTo>
                  <a:pt x="305912" y="62430"/>
                </a:lnTo>
                <a:cubicBezTo>
                  <a:pt x="305912" y="55636"/>
                  <a:pt x="305644" y="51384"/>
                  <a:pt x="305110" y="49674"/>
                </a:cubicBezTo>
                <a:cubicBezTo>
                  <a:pt x="304576" y="47961"/>
                  <a:pt x="303682" y="46624"/>
                  <a:pt x="302427" y="45661"/>
                </a:cubicBezTo>
                <a:cubicBezTo>
                  <a:pt x="301172" y="44698"/>
                  <a:pt x="299824" y="44217"/>
                  <a:pt x="298382" y="44217"/>
                </a:cubicBezTo>
                <a:cubicBezTo>
                  <a:pt x="296246" y="44217"/>
                  <a:pt x="294297" y="44781"/>
                  <a:pt x="292534" y="45911"/>
                </a:cubicBezTo>
                <a:cubicBezTo>
                  <a:pt x="290025" y="47580"/>
                  <a:pt x="287354" y="50433"/>
                  <a:pt x="284524" y="54470"/>
                </a:cubicBezTo>
                <a:lnTo>
                  <a:pt x="284524" y="94681"/>
                </a:lnTo>
                <a:cubicBezTo>
                  <a:pt x="284524" y="99968"/>
                  <a:pt x="285045" y="103452"/>
                  <a:pt x="286086" y="105134"/>
                </a:cubicBezTo>
                <a:cubicBezTo>
                  <a:pt x="287127" y="106817"/>
                  <a:pt x="289304" y="107818"/>
                  <a:pt x="292614" y="108138"/>
                </a:cubicBezTo>
                <a:lnTo>
                  <a:pt x="292614" y="111022"/>
                </a:lnTo>
                <a:lnTo>
                  <a:pt x="254005" y="111022"/>
                </a:lnTo>
                <a:lnTo>
                  <a:pt x="254005" y="108138"/>
                </a:lnTo>
                <a:cubicBezTo>
                  <a:pt x="257156" y="107818"/>
                  <a:pt x="259399" y="106803"/>
                  <a:pt x="260734" y="105094"/>
                </a:cubicBezTo>
                <a:cubicBezTo>
                  <a:pt x="261642" y="103920"/>
                  <a:pt x="262095" y="100448"/>
                  <a:pt x="262095" y="94681"/>
                </a:cubicBezTo>
                <a:lnTo>
                  <a:pt x="262095" y="52387"/>
                </a:lnTo>
                <a:cubicBezTo>
                  <a:pt x="262095" y="46658"/>
                  <a:pt x="261575" y="43091"/>
                  <a:pt x="260533" y="41686"/>
                </a:cubicBezTo>
                <a:cubicBezTo>
                  <a:pt x="259492" y="40281"/>
                  <a:pt x="257316" y="39362"/>
                  <a:pt x="254005" y="38930"/>
                </a:cubicBezTo>
                <a:lnTo>
                  <a:pt x="254005" y="36046"/>
                </a:lnTo>
                <a:lnTo>
                  <a:pt x="284524" y="36046"/>
                </a:lnTo>
                <a:close/>
                <a:moveTo>
                  <a:pt x="419095" y="103412"/>
                </a:moveTo>
                <a:lnTo>
                  <a:pt x="419095" y="131208"/>
                </a:lnTo>
                <a:cubicBezTo>
                  <a:pt x="419095" y="135104"/>
                  <a:pt x="419402" y="137756"/>
                  <a:pt x="420016" y="139163"/>
                </a:cubicBezTo>
                <a:cubicBezTo>
                  <a:pt x="420630" y="140571"/>
                  <a:pt x="421578" y="141600"/>
                  <a:pt x="422860" y="142249"/>
                </a:cubicBezTo>
                <a:cubicBezTo>
                  <a:pt x="424141" y="142899"/>
                  <a:pt x="426651" y="143223"/>
                  <a:pt x="430389" y="143223"/>
                </a:cubicBezTo>
                <a:lnTo>
                  <a:pt x="430389" y="146107"/>
                </a:lnTo>
                <a:lnTo>
                  <a:pt x="387695" y="146107"/>
                </a:lnTo>
                <a:lnTo>
                  <a:pt x="387695" y="143223"/>
                </a:lnTo>
                <a:cubicBezTo>
                  <a:pt x="391006" y="143115"/>
                  <a:pt x="393462" y="142168"/>
                  <a:pt x="395064" y="140382"/>
                </a:cubicBezTo>
                <a:cubicBezTo>
                  <a:pt x="396132" y="139139"/>
                  <a:pt x="396666" y="135921"/>
                  <a:pt x="396666" y="130727"/>
                </a:cubicBezTo>
                <a:lnTo>
                  <a:pt x="396666" y="51746"/>
                </a:lnTo>
                <a:cubicBezTo>
                  <a:pt x="396666" y="46393"/>
                  <a:pt x="396052" y="42972"/>
                  <a:pt x="394824" y="41486"/>
                </a:cubicBezTo>
                <a:cubicBezTo>
                  <a:pt x="393596" y="39999"/>
                  <a:pt x="391219" y="39147"/>
                  <a:pt x="387695" y="38930"/>
                </a:cubicBezTo>
                <a:lnTo>
                  <a:pt x="387695" y="36046"/>
                </a:lnTo>
                <a:lnTo>
                  <a:pt x="419095" y="36046"/>
                </a:lnTo>
                <a:lnTo>
                  <a:pt x="419095" y="45899"/>
                </a:lnTo>
                <a:cubicBezTo>
                  <a:pt x="421712" y="42054"/>
                  <a:pt x="424382" y="39277"/>
                  <a:pt x="427105" y="37568"/>
                </a:cubicBezTo>
                <a:cubicBezTo>
                  <a:pt x="431003" y="35058"/>
                  <a:pt x="435249" y="33803"/>
                  <a:pt x="439841" y="33803"/>
                </a:cubicBezTo>
                <a:cubicBezTo>
                  <a:pt x="445342" y="33803"/>
                  <a:pt x="450348" y="35540"/>
                  <a:pt x="454861" y="39015"/>
                </a:cubicBezTo>
                <a:cubicBezTo>
                  <a:pt x="459373" y="42489"/>
                  <a:pt x="462804" y="47287"/>
                  <a:pt x="465154" y="53408"/>
                </a:cubicBezTo>
                <a:cubicBezTo>
                  <a:pt x="467503" y="59529"/>
                  <a:pt x="468678" y="66118"/>
                  <a:pt x="468678" y="73174"/>
                </a:cubicBezTo>
                <a:cubicBezTo>
                  <a:pt x="468678" y="80763"/>
                  <a:pt x="467463" y="87699"/>
                  <a:pt x="465034" y="93980"/>
                </a:cubicBezTo>
                <a:cubicBezTo>
                  <a:pt x="462604" y="100262"/>
                  <a:pt x="459079" y="105046"/>
                  <a:pt x="454460" y="108334"/>
                </a:cubicBezTo>
                <a:cubicBezTo>
                  <a:pt x="449841" y="111621"/>
                  <a:pt x="444701" y="113265"/>
                  <a:pt x="439040" y="113265"/>
                </a:cubicBezTo>
                <a:cubicBezTo>
                  <a:pt x="434928" y="113265"/>
                  <a:pt x="431084" y="112357"/>
                  <a:pt x="427506" y="110541"/>
                </a:cubicBezTo>
                <a:cubicBezTo>
                  <a:pt x="424836" y="109153"/>
                  <a:pt x="422032" y="106777"/>
                  <a:pt x="419095" y="103412"/>
                </a:cubicBezTo>
                <a:moveTo>
                  <a:pt x="419095" y="95309"/>
                </a:moveTo>
                <a:cubicBezTo>
                  <a:pt x="423687" y="101833"/>
                  <a:pt x="428600" y="105094"/>
                  <a:pt x="433834" y="105094"/>
                </a:cubicBezTo>
                <a:cubicBezTo>
                  <a:pt x="436717" y="105094"/>
                  <a:pt x="439094" y="103571"/>
                  <a:pt x="440963" y="100524"/>
                </a:cubicBezTo>
                <a:cubicBezTo>
                  <a:pt x="443740" y="96031"/>
                  <a:pt x="445128" y="87475"/>
                  <a:pt x="445128" y="74856"/>
                </a:cubicBezTo>
                <a:cubicBezTo>
                  <a:pt x="445128" y="61916"/>
                  <a:pt x="443606" y="53066"/>
                  <a:pt x="440562" y="48307"/>
                </a:cubicBezTo>
                <a:cubicBezTo>
                  <a:pt x="438533" y="45153"/>
                  <a:pt x="435810" y="43576"/>
                  <a:pt x="432392" y="43576"/>
                </a:cubicBezTo>
                <a:cubicBezTo>
                  <a:pt x="426998" y="43576"/>
                  <a:pt x="422566" y="47479"/>
                  <a:pt x="419095" y="55286"/>
                </a:cubicBezTo>
                <a:lnTo>
                  <a:pt x="419095" y="95309"/>
                </a:lnTo>
                <a:close/>
                <a:moveTo>
                  <a:pt x="511028" y="8491"/>
                </a:moveTo>
                <a:lnTo>
                  <a:pt x="511028" y="36046"/>
                </a:lnTo>
                <a:lnTo>
                  <a:pt x="528810" y="36046"/>
                </a:lnTo>
                <a:lnTo>
                  <a:pt x="528810" y="43896"/>
                </a:lnTo>
                <a:lnTo>
                  <a:pt x="511028" y="43896"/>
                </a:lnTo>
                <a:lnTo>
                  <a:pt x="511028" y="90240"/>
                </a:lnTo>
                <a:cubicBezTo>
                  <a:pt x="511028" y="94578"/>
                  <a:pt x="511228" y="97375"/>
                  <a:pt x="511629" y="98634"/>
                </a:cubicBezTo>
                <a:cubicBezTo>
                  <a:pt x="512029" y="99892"/>
                  <a:pt x="512737" y="100910"/>
                  <a:pt x="513751" y="101688"/>
                </a:cubicBezTo>
                <a:cubicBezTo>
                  <a:pt x="514766" y="102464"/>
                  <a:pt x="515700" y="102852"/>
                  <a:pt x="516555" y="102852"/>
                </a:cubicBezTo>
                <a:cubicBezTo>
                  <a:pt x="520026" y="102852"/>
                  <a:pt x="523310" y="100181"/>
                  <a:pt x="526407" y="94841"/>
                </a:cubicBezTo>
                <a:lnTo>
                  <a:pt x="528810" y="96621"/>
                </a:lnTo>
                <a:cubicBezTo>
                  <a:pt x="524485" y="106969"/>
                  <a:pt x="517463" y="112143"/>
                  <a:pt x="507744" y="112143"/>
                </a:cubicBezTo>
                <a:cubicBezTo>
                  <a:pt x="502991" y="112143"/>
                  <a:pt x="498972" y="110818"/>
                  <a:pt x="495688" y="108166"/>
                </a:cubicBezTo>
                <a:cubicBezTo>
                  <a:pt x="492404" y="105512"/>
                  <a:pt x="490308" y="102551"/>
                  <a:pt x="489400" y="99282"/>
                </a:cubicBezTo>
                <a:cubicBezTo>
                  <a:pt x="488866" y="97460"/>
                  <a:pt x="488599" y="92529"/>
                  <a:pt x="488599" y="84491"/>
                </a:cubicBezTo>
                <a:lnTo>
                  <a:pt x="488599" y="43896"/>
                </a:lnTo>
                <a:lnTo>
                  <a:pt x="478827" y="43896"/>
                </a:lnTo>
                <a:lnTo>
                  <a:pt x="478827" y="41085"/>
                </a:lnTo>
                <a:cubicBezTo>
                  <a:pt x="485555" y="36322"/>
                  <a:pt x="491282" y="31318"/>
                  <a:pt x="496009" y="26073"/>
                </a:cubicBezTo>
                <a:cubicBezTo>
                  <a:pt x="500735" y="20828"/>
                  <a:pt x="504860" y="14967"/>
                  <a:pt x="508384" y="8491"/>
                </a:cubicBezTo>
                <a:lnTo>
                  <a:pt x="511028" y="8491"/>
                </a:lnTo>
                <a:close/>
                <a:moveTo>
                  <a:pt x="638069" y="91655"/>
                </a:moveTo>
                <a:lnTo>
                  <a:pt x="640552" y="93575"/>
                </a:lnTo>
                <a:cubicBezTo>
                  <a:pt x="637027" y="100218"/>
                  <a:pt x="632635" y="105161"/>
                  <a:pt x="627375" y="108404"/>
                </a:cubicBezTo>
                <a:cubicBezTo>
                  <a:pt x="622115" y="111644"/>
                  <a:pt x="616521" y="113265"/>
                  <a:pt x="610594" y="113265"/>
                </a:cubicBezTo>
                <a:cubicBezTo>
                  <a:pt x="600607" y="113265"/>
                  <a:pt x="592624" y="109497"/>
                  <a:pt x="586643" y="101960"/>
                </a:cubicBezTo>
                <a:cubicBezTo>
                  <a:pt x="580662" y="94422"/>
                  <a:pt x="577671" y="85362"/>
                  <a:pt x="577671" y="74778"/>
                </a:cubicBezTo>
                <a:cubicBezTo>
                  <a:pt x="577671" y="64567"/>
                  <a:pt x="580395" y="55586"/>
                  <a:pt x="585842" y="47836"/>
                </a:cubicBezTo>
                <a:cubicBezTo>
                  <a:pt x="592410" y="38481"/>
                  <a:pt x="601462" y="33803"/>
                  <a:pt x="612997" y="33803"/>
                </a:cubicBezTo>
                <a:cubicBezTo>
                  <a:pt x="620740" y="33803"/>
                  <a:pt x="626894" y="35758"/>
                  <a:pt x="631460" y="39668"/>
                </a:cubicBezTo>
                <a:cubicBezTo>
                  <a:pt x="636026" y="43577"/>
                  <a:pt x="638309" y="47940"/>
                  <a:pt x="638309" y="52760"/>
                </a:cubicBezTo>
                <a:cubicBezTo>
                  <a:pt x="638309" y="55812"/>
                  <a:pt x="637388" y="58249"/>
                  <a:pt x="635545" y="60069"/>
                </a:cubicBezTo>
                <a:cubicBezTo>
                  <a:pt x="633703" y="61890"/>
                  <a:pt x="631287" y="62800"/>
                  <a:pt x="628296" y="62800"/>
                </a:cubicBezTo>
                <a:cubicBezTo>
                  <a:pt x="625146" y="62800"/>
                  <a:pt x="622542" y="61756"/>
                  <a:pt x="620486" y="59666"/>
                </a:cubicBezTo>
                <a:cubicBezTo>
                  <a:pt x="618430" y="57575"/>
                  <a:pt x="617162" y="53851"/>
                  <a:pt x="616681" y="48492"/>
                </a:cubicBezTo>
                <a:cubicBezTo>
                  <a:pt x="616361" y="45116"/>
                  <a:pt x="615587" y="42758"/>
                  <a:pt x="614358" y="41418"/>
                </a:cubicBezTo>
                <a:cubicBezTo>
                  <a:pt x="613130" y="40080"/>
                  <a:pt x="611688" y="39410"/>
                  <a:pt x="610033" y="39410"/>
                </a:cubicBezTo>
                <a:cubicBezTo>
                  <a:pt x="607470" y="39410"/>
                  <a:pt x="605280" y="40772"/>
                  <a:pt x="603464" y="43496"/>
                </a:cubicBezTo>
                <a:cubicBezTo>
                  <a:pt x="600688" y="47608"/>
                  <a:pt x="599299" y="53909"/>
                  <a:pt x="599299" y="62400"/>
                </a:cubicBezTo>
                <a:cubicBezTo>
                  <a:pt x="599299" y="69449"/>
                  <a:pt x="600421" y="76191"/>
                  <a:pt x="602663" y="82626"/>
                </a:cubicBezTo>
                <a:cubicBezTo>
                  <a:pt x="604906" y="89061"/>
                  <a:pt x="607977" y="93853"/>
                  <a:pt x="611875" y="97004"/>
                </a:cubicBezTo>
                <a:cubicBezTo>
                  <a:pt x="614812" y="99300"/>
                  <a:pt x="618283" y="100448"/>
                  <a:pt x="622289" y="100448"/>
                </a:cubicBezTo>
                <a:cubicBezTo>
                  <a:pt x="624905" y="100448"/>
                  <a:pt x="627388" y="99836"/>
                  <a:pt x="629738" y="98611"/>
                </a:cubicBezTo>
                <a:cubicBezTo>
                  <a:pt x="632088" y="97385"/>
                  <a:pt x="634865" y="95066"/>
                  <a:pt x="638069" y="91655"/>
                </a:cubicBezTo>
                <a:close/>
                <a:moveTo>
                  <a:pt x="680388" y="2403"/>
                </a:moveTo>
                <a:lnTo>
                  <a:pt x="680388" y="45738"/>
                </a:lnTo>
                <a:cubicBezTo>
                  <a:pt x="684500" y="41383"/>
                  <a:pt x="688265" y="38305"/>
                  <a:pt x="691682" y="36504"/>
                </a:cubicBezTo>
                <a:cubicBezTo>
                  <a:pt x="695100" y="34704"/>
                  <a:pt x="698651" y="33803"/>
                  <a:pt x="702336" y="33803"/>
                </a:cubicBezTo>
                <a:cubicBezTo>
                  <a:pt x="707035" y="33803"/>
                  <a:pt x="711054" y="35138"/>
                  <a:pt x="714391" y="37808"/>
                </a:cubicBezTo>
                <a:cubicBezTo>
                  <a:pt x="717729" y="40478"/>
                  <a:pt x="719945" y="43616"/>
                  <a:pt x="721040" y="47220"/>
                </a:cubicBezTo>
                <a:cubicBezTo>
                  <a:pt x="722135" y="50825"/>
                  <a:pt x="722682" y="56899"/>
                  <a:pt x="722682" y="65444"/>
                </a:cubicBezTo>
                <a:lnTo>
                  <a:pt x="722682" y="94681"/>
                </a:lnTo>
                <a:cubicBezTo>
                  <a:pt x="722682" y="100430"/>
                  <a:pt x="723216" y="104016"/>
                  <a:pt x="724284" y="105440"/>
                </a:cubicBezTo>
                <a:cubicBezTo>
                  <a:pt x="725352" y="106863"/>
                  <a:pt x="727515" y="107763"/>
                  <a:pt x="730772" y="108138"/>
                </a:cubicBezTo>
                <a:lnTo>
                  <a:pt x="730772" y="111022"/>
                </a:lnTo>
                <a:lnTo>
                  <a:pt x="692804" y="111022"/>
                </a:lnTo>
                <a:lnTo>
                  <a:pt x="692804" y="108138"/>
                </a:lnTo>
                <a:cubicBezTo>
                  <a:pt x="695474" y="107763"/>
                  <a:pt x="697476" y="106688"/>
                  <a:pt x="698811" y="104914"/>
                </a:cubicBezTo>
                <a:cubicBezTo>
                  <a:pt x="699773" y="103517"/>
                  <a:pt x="700253" y="100106"/>
                  <a:pt x="700253" y="94681"/>
                </a:cubicBezTo>
                <a:lnTo>
                  <a:pt x="700253" y="61331"/>
                </a:lnTo>
                <a:cubicBezTo>
                  <a:pt x="700253" y="55146"/>
                  <a:pt x="700013" y="51268"/>
                  <a:pt x="699532" y="49696"/>
                </a:cubicBezTo>
                <a:cubicBezTo>
                  <a:pt x="699052" y="48122"/>
                  <a:pt x="698237" y="46896"/>
                  <a:pt x="697089" y="46016"/>
                </a:cubicBezTo>
                <a:cubicBezTo>
                  <a:pt x="695941" y="45137"/>
                  <a:pt x="694646" y="44697"/>
                  <a:pt x="693204" y="44697"/>
                </a:cubicBezTo>
                <a:cubicBezTo>
                  <a:pt x="691068" y="44697"/>
                  <a:pt x="688986" y="45431"/>
                  <a:pt x="686956" y="46900"/>
                </a:cubicBezTo>
                <a:cubicBezTo>
                  <a:pt x="684927" y="48369"/>
                  <a:pt x="682738" y="50945"/>
                  <a:pt x="680388" y="54630"/>
                </a:cubicBezTo>
                <a:lnTo>
                  <a:pt x="680388" y="94681"/>
                </a:lnTo>
                <a:cubicBezTo>
                  <a:pt x="680388" y="100053"/>
                  <a:pt x="680788" y="103411"/>
                  <a:pt x="681589" y="104754"/>
                </a:cubicBezTo>
                <a:cubicBezTo>
                  <a:pt x="682604" y="106580"/>
                  <a:pt x="684687" y="107708"/>
                  <a:pt x="687837" y="108138"/>
                </a:cubicBezTo>
                <a:lnTo>
                  <a:pt x="687837" y="111022"/>
                </a:lnTo>
                <a:lnTo>
                  <a:pt x="649869" y="111022"/>
                </a:lnTo>
                <a:lnTo>
                  <a:pt x="649869" y="108138"/>
                </a:lnTo>
                <a:cubicBezTo>
                  <a:pt x="653020" y="107816"/>
                  <a:pt x="655262" y="106796"/>
                  <a:pt x="656597" y="105077"/>
                </a:cubicBezTo>
                <a:cubicBezTo>
                  <a:pt x="657505" y="103895"/>
                  <a:pt x="657959" y="100430"/>
                  <a:pt x="657959" y="94681"/>
                </a:cubicBezTo>
                <a:lnTo>
                  <a:pt x="657959" y="18744"/>
                </a:lnTo>
                <a:cubicBezTo>
                  <a:pt x="657959" y="13015"/>
                  <a:pt x="657439" y="9448"/>
                  <a:pt x="656397" y="8043"/>
                </a:cubicBezTo>
                <a:cubicBezTo>
                  <a:pt x="655356" y="6638"/>
                  <a:pt x="653180" y="5719"/>
                  <a:pt x="649869" y="5287"/>
                </a:cubicBezTo>
                <a:lnTo>
                  <a:pt x="649869" y="2403"/>
                </a:lnTo>
                <a:lnTo>
                  <a:pt x="680388" y="2403"/>
                </a:lnTo>
                <a:close/>
                <a:moveTo>
                  <a:pt x="782333" y="99968"/>
                </a:moveTo>
                <a:cubicBezTo>
                  <a:pt x="773202" y="108085"/>
                  <a:pt x="765005" y="112143"/>
                  <a:pt x="757742" y="112143"/>
                </a:cubicBezTo>
                <a:cubicBezTo>
                  <a:pt x="753470" y="112143"/>
                  <a:pt x="749919" y="110737"/>
                  <a:pt x="747088" y="107926"/>
                </a:cubicBezTo>
                <a:cubicBezTo>
                  <a:pt x="744258" y="105112"/>
                  <a:pt x="742843" y="101589"/>
                  <a:pt x="742843" y="97357"/>
                </a:cubicBezTo>
                <a:cubicBezTo>
                  <a:pt x="742843" y="91623"/>
                  <a:pt x="745299" y="86466"/>
                  <a:pt x="750212" y="81885"/>
                </a:cubicBezTo>
                <a:cubicBezTo>
                  <a:pt x="755125" y="77304"/>
                  <a:pt x="765832" y="71209"/>
                  <a:pt x="782333" y="63601"/>
                </a:cubicBezTo>
                <a:lnTo>
                  <a:pt x="782333" y="56072"/>
                </a:lnTo>
                <a:cubicBezTo>
                  <a:pt x="782333" y="50411"/>
                  <a:pt x="782026" y="46847"/>
                  <a:pt x="781412" y="45378"/>
                </a:cubicBezTo>
                <a:cubicBezTo>
                  <a:pt x="780798" y="43909"/>
                  <a:pt x="779637" y="42628"/>
                  <a:pt x="777928" y="41533"/>
                </a:cubicBezTo>
                <a:cubicBezTo>
                  <a:pt x="776219" y="40438"/>
                  <a:pt x="774296" y="39891"/>
                  <a:pt x="772160" y="39891"/>
                </a:cubicBezTo>
                <a:cubicBezTo>
                  <a:pt x="768689" y="39891"/>
                  <a:pt x="765832" y="40665"/>
                  <a:pt x="763589" y="42214"/>
                </a:cubicBezTo>
                <a:cubicBezTo>
                  <a:pt x="762201" y="43175"/>
                  <a:pt x="761507" y="44297"/>
                  <a:pt x="761507" y="45578"/>
                </a:cubicBezTo>
                <a:cubicBezTo>
                  <a:pt x="761507" y="46700"/>
                  <a:pt x="762254" y="48088"/>
                  <a:pt x="763750" y="49744"/>
                </a:cubicBezTo>
                <a:cubicBezTo>
                  <a:pt x="765779" y="52040"/>
                  <a:pt x="766793" y="54256"/>
                  <a:pt x="766793" y="56392"/>
                </a:cubicBezTo>
                <a:cubicBezTo>
                  <a:pt x="766793" y="59009"/>
                  <a:pt x="765819" y="61238"/>
                  <a:pt x="763870" y="63081"/>
                </a:cubicBezTo>
                <a:cubicBezTo>
                  <a:pt x="761921" y="64923"/>
                  <a:pt x="759371" y="65844"/>
                  <a:pt x="756220" y="65844"/>
                </a:cubicBezTo>
                <a:cubicBezTo>
                  <a:pt x="752856" y="65844"/>
                  <a:pt x="750039" y="64830"/>
                  <a:pt x="747769" y="62800"/>
                </a:cubicBezTo>
                <a:cubicBezTo>
                  <a:pt x="745500" y="60771"/>
                  <a:pt x="744365" y="58395"/>
                  <a:pt x="744365" y="55671"/>
                </a:cubicBezTo>
                <a:cubicBezTo>
                  <a:pt x="744365" y="51826"/>
                  <a:pt x="745887" y="48155"/>
                  <a:pt x="748931" y="44657"/>
                </a:cubicBezTo>
                <a:cubicBezTo>
                  <a:pt x="751975" y="41159"/>
                  <a:pt x="756220" y="38476"/>
                  <a:pt x="761667" y="36607"/>
                </a:cubicBezTo>
                <a:cubicBezTo>
                  <a:pt x="767114" y="34738"/>
                  <a:pt x="772774" y="33803"/>
                  <a:pt x="778649" y="33803"/>
                </a:cubicBezTo>
                <a:cubicBezTo>
                  <a:pt x="785751" y="33803"/>
                  <a:pt x="791372" y="35316"/>
                  <a:pt x="795510" y="38342"/>
                </a:cubicBezTo>
                <a:cubicBezTo>
                  <a:pt x="799649" y="41365"/>
                  <a:pt x="802332" y="44644"/>
                  <a:pt x="803560" y="48177"/>
                </a:cubicBezTo>
                <a:cubicBezTo>
                  <a:pt x="804308" y="50424"/>
                  <a:pt x="804682" y="55589"/>
                  <a:pt x="804682" y="63671"/>
                </a:cubicBezTo>
                <a:lnTo>
                  <a:pt x="804682" y="92816"/>
                </a:lnTo>
                <a:cubicBezTo>
                  <a:pt x="804682" y="96242"/>
                  <a:pt x="804815" y="98398"/>
                  <a:pt x="805082" y="99282"/>
                </a:cubicBezTo>
                <a:cubicBezTo>
                  <a:pt x="805349" y="100165"/>
                  <a:pt x="805750" y="100821"/>
                  <a:pt x="806284" y="101250"/>
                </a:cubicBezTo>
                <a:cubicBezTo>
                  <a:pt x="806818" y="101677"/>
                  <a:pt x="807432" y="101890"/>
                  <a:pt x="808126" y="101890"/>
                </a:cubicBezTo>
                <a:cubicBezTo>
                  <a:pt x="809515" y="101890"/>
                  <a:pt x="810930" y="100902"/>
                  <a:pt x="812372" y="98927"/>
                </a:cubicBezTo>
                <a:lnTo>
                  <a:pt x="814775" y="100849"/>
                </a:lnTo>
                <a:cubicBezTo>
                  <a:pt x="812105" y="104801"/>
                  <a:pt x="809341" y="107671"/>
                  <a:pt x="806484" y="109460"/>
                </a:cubicBezTo>
                <a:cubicBezTo>
                  <a:pt x="803627" y="111249"/>
                  <a:pt x="800383" y="112143"/>
                  <a:pt x="796752" y="112143"/>
                </a:cubicBezTo>
                <a:cubicBezTo>
                  <a:pt x="792480" y="112143"/>
                  <a:pt x="789142" y="111135"/>
                  <a:pt x="786739" y="109120"/>
                </a:cubicBezTo>
                <a:cubicBezTo>
                  <a:pt x="784336" y="107104"/>
                  <a:pt x="782867" y="104053"/>
                  <a:pt x="782333" y="99968"/>
                </a:cubicBezTo>
                <a:moveTo>
                  <a:pt x="782333" y="94040"/>
                </a:moveTo>
                <a:lnTo>
                  <a:pt x="782333" y="68983"/>
                </a:lnTo>
                <a:cubicBezTo>
                  <a:pt x="775872" y="72793"/>
                  <a:pt x="771066" y="76872"/>
                  <a:pt x="767915" y="81219"/>
                </a:cubicBezTo>
                <a:cubicBezTo>
                  <a:pt x="765832" y="84116"/>
                  <a:pt x="764791" y="87040"/>
                  <a:pt x="764791" y="89993"/>
                </a:cubicBezTo>
                <a:cubicBezTo>
                  <a:pt x="764791" y="92461"/>
                  <a:pt x="765672" y="94634"/>
                  <a:pt x="767434" y="96513"/>
                </a:cubicBezTo>
                <a:cubicBezTo>
                  <a:pt x="768769" y="97962"/>
                  <a:pt x="770638" y="98686"/>
                  <a:pt x="773041" y="98686"/>
                </a:cubicBezTo>
                <a:cubicBezTo>
                  <a:pt x="775712" y="98686"/>
                  <a:pt x="778809" y="97138"/>
                  <a:pt x="782333" y="94040"/>
                </a:cubicBezTo>
                <a:close/>
                <a:moveTo>
                  <a:pt x="841048" y="0"/>
                </a:moveTo>
                <a:cubicBezTo>
                  <a:pt x="844519" y="0"/>
                  <a:pt x="847457" y="1219"/>
                  <a:pt x="849860" y="3657"/>
                </a:cubicBezTo>
                <a:cubicBezTo>
                  <a:pt x="852263" y="6094"/>
                  <a:pt x="853464" y="9027"/>
                  <a:pt x="853464" y="12456"/>
                </a:cubicBezTo>
                <a:cubicBezTo>
                  <a:pt x="853464" y="15885"/>
                  <a:pt x="852249" y="18806"/>
                  <a:pt x="849820" y="21217"/>
                </a:cubicBezTo>
                <a:cubicBezTo>
                  <a:pt x="847390" y="23627"/>
                  <a:pt x="844466" y="24832"/>
                  <a:pt x="841048" y="24832"/>
                </a:cubicBezTo>
                <a:cubicBezTo>
                  <a:pt x="837631" y="24832"/>
                  <a:pt x="834720" y="23627"/>
                  <a:pt x="832317" y="21217"/>
                </a:cubicBezTo>
                <a:cubicBezTo>
                  <a:pt x="829914" y="18806"/>
                  <a:pt x="828713" y="15885"/>
                  <a:pt x="828713" y="12456"/>
                </a:cubicBezTo>
                <a:cubicBezTo>
                  <a:pt x="828713" y="9027"/>
                  <a:pt x="829914" y="6094"/>
                  <a:pt x="832317" y="3657"/>
                </a:cubicBezTo>
                <a:cubicBezTo>
                  <a:pt x="834720" y="1219"/>
                  <a:pt x="837631" y="0"/>
                  <a:pt x="841048" y="0"/>
                </a:cubicBezTo>
                <a:moveTo>
                  <a:pt x="852263" y="36046"/>
                </a:moveTo>
                <a:lnTo>
                  <a:pt x="852263" y="95482"/>
                </a:lnTo>
                <a:cubicBezTo>
                  <a:pt x="852263" y="100769"/>
                  <a:pt x="852877" y="104147"/>
                  <a:pt x="854105" y="105615"/>
                </a:cubicBezTo>
                <a:cubicBezTo>
                  <a:pt x="855333" y="107084"/>
                  <a:pt x="857736" y="107925"/>
                  <a:pt x="861314" y="108138"/>
                </a:cubicBezTo>
                <a:lnTo>
                  <a:pt x="861314" y="111022"/>
                </a:lnTo>
                <a:lnTo>
                  <a:pt x="820863" y="111022"/>
                </a:lnTo>
                <a:lnTo>
                  <a:pt x="820863" y="108138"/>
                </a:lnTo>
                <a:cubicBezTo>
                  <a:pt x="824173" y="108032"/>
                  <a:pt x="826630" y="107070"/>
                  <a:pt x="828232" y="105255"/>
                </a:cubicBezTo>
                <a:cubicBezTo>
                  <a:pt x="829300" y="104026"/>
                  <a:pt x="829834" y="100769"/>
                  <a:pt x="829834" y="95482"/>
                </a:cubicBezTo>
                <a:lnTo>
                  <a:pt x="829834" y="51746"/>
                </a:lnTo>
                <a:cubicBezTo>
                  <a:pt x="829834" y="46393"/>
                  <a:pt x="829220" y="42972"/>
                  <a:pt x="827992" y="41486"/>
                </a:cubicBezTo>
                <a:cubicBezTo>
                  <a:pt x="826763" y="39999"/>
                  <a:pt x="824387" y="39147"/>
                  <a:pt x="820863" y="38930"/>
                </a:cubicBezTo>
                <a:lnTo>
                  <a:pt x="820863" y="36046"/>
                </a:lnTo>
                <a:lnTo>
                  <a:pt x="852263" y="36046"/>
                </a:lnTo>
                <a:close/>
                <a:moveTo>
                  <a:pt x="899230" y="36046"/>
                </a:moveTo>
                <a:lnTo>
                  <a:pt x="899230" y="45819"/>
                </a:lnTo>
                <a:cubicBezTo>
                  <a:pt x="903075" y="41625"/>
                  <a:pt x="906760" y="38574"/>
                  <a:pt x="910284" y="36667"/>
                </a:cubicBezTo>
                <a:cubicBezTo>
                  <a:pt x="913809" y="34758"/>
                  <a:pt x="917600" y="33803"/>
                  <a:pt x="921659" y="33803"/>
                </a:cubicBezTo>
                <a:cubicBezTo>
                  <a:pt x="926518" y="33803"/>
                  <a:pt x="930550" y="35153"/>
                  <a:pt x="933754" y="37853"/>
                </a:cubicBezTo>
                <a:cubicBezTo>
                  <a:pt x="936958" y="40554"/>
                  <a:pt x="939094" y="43909"/>
                  <a:pt x="940162" y="47919"/>
                </a:cubicBezTo>
                <a:cubicBezTo>
                  <a:pt x="941017" y="50968"/>
                  <a:pt x="941444" y="56824"/>
                  <a:pt x="941444" y="65486"/>
                </a:cubicBezTo>
                <a:lnTo>
                  <a:pt x="941444" y="94681"/>
                </a:lnTo>
                <a:cubicBezTo>
                  <a:pt x="941444" y="100448"/>
                  <a:pt x="941965" y="104040"/>
                  <a:pt x="943006" y="105455"/>
                </a:cubicBezTo>
                <a:cubicBezTo>
                  <a:pt x="944047" y="106870"/>
                  <a:pt x="946224" y="107765"/>
                  <a:pt x="949534" y="108138"/>
                </a:cubicBezTo>
                <a:lnTo>
                  <a:pt x="949534" y="111022"/>
                </a:lnTo>
                <a:lnTo>
                  <a:pt x="911646" y="111022"/>
                </a:lnTo>
                <a:lnTo>
                  <a:pt x="911646" y="108138"/>
                </a:lnTo>
                <a:cubicBezTo>
                  <a:pt x="914476" y="107765"/>
                  <a:pt x="916506" y="106590"/>
                  <a:pt x="917734" y="104614"/>
                </a:cubicBezTo>
                <a:cubicBezTo>
                  <a:pt x="918588" y="103279"/>
                  <a:pt x="919015" y="99968"/>
                  <a:pt x="919015" y="94681"/>
                </a:cubicBezTo>
                <a:lnTo>
                  <a:pt x="919015" y="61358"/>
                </a:lnTo>
                <a:cubicBezTo>
                  <a:pt x="919015" y="55217"/>
                  <a:pt x="918775" y="51346"/>
                  <a:pt x="918295" y="49744"/>
                </a:cubicBezTo>
                <a:cubicBezTo>
                  <a:pt x="917814" y="48142"/>
                  <a:pt x="917000" y="46900"/>
                  <a:pt x="915851" y="46019"/>
                </a:cubicBezTo>
                <a:cubicBezTo>
                  <a:pt x="914703" y="45138"/>
                  <a:pt x="913435" y="44697"/>
                  <a:pt x="912047" y="44697"/>
                </a:cubicBezTo>
                <a:cubicBezTo>
                  <a:pt x="907454" y="44697"/>
                  <a:pt x="903182" y="48008"/>
                  <a:pt x="899230" y="54630"/>
                </a:cubicBezTo>
                <a:lnTo>
                  <a:pt x="899230" y="94681"/>
                </a:lnTo>
                <a:cubicBezTo>
                  <a:pt x="899230" y="100288"/>
                  <a:pt x="899751" y="103839"/>
                  <a:pt x="900792" y="105335"/>
                </a:cubicBezTo>
                <a:cubicBezTo>
                  <a:pt x="901833" y="106830"/>
                  <a:pt x="903769" y="107765"/>
                  <a:pt x="906600" y="108138"/>
                </a:cubicBezTo>
                <a:lnTo>
                  <a:pt x="906600" y="111022"/>
                </a:lnTo>
                <a:lnTo>
                  <a:pt x="868711" y="111022"/>
                </a:lnTo>
                <a:lnTo>
                  <a:pt x="868711" y="108138"/>
                </a:lnTo>
                <a:cubicBezTo>
                  <a:pt x="871862" y="107818"/>
                  <a:pt x="874105" y="106803"/>
                  <a:pt x="875440" y="105094"/>
                </a:cubicBezTo>
                <a:cubicBezTo>
                  <a:pt x="876348" y="103920"/>
                  <a:pt x="876801" y="100448"/>
                  <a:pt x="876801" y="94681"/>
                </a:cubicBezTo>
                <a:lnTo>
                  <a:pt x="876801" y="52387"/>
                </a:lnTo>
                <a:cubicBezTo>
                  <a:pt x="876801" y="46658"/>
                  <a:pt x="876281" y="43091"/>
                  <a:pt x="875239" y="41686"/>
                </a:cubicBezTo>
                <a:cubicBezTo>
                  <a:pt x="874198" y="40281"/>
                  <a:pt x="872022" y="39362"/>
                  <a:pt x="868711" y="38930"/>
                </a:cubicBezTo>
                <a:lnTo>
                  <a:pt x="868711" y="36046"/>
                </a:lnTo>
                <a:lnTo>
                  <a:pt x="899230" y="36046"/>
                </a:lnTo>
                <a:close/>
                <a:moveTo>
                  <a:pt x="977866" y="0"/>
                </a:moveTo>
                <a:cubicBezTo>
                  <a:pt x="981337" y="0"/>
                  <a:pt x="984274" y="1219"/>
                  <a:pt x="986677" y="3657"/>
                </a:cubicBezTo>
                <a:cubicBezTo>
                  <a:pt x="989080" y="6094"/>
                  <a:pt x="990282" y="9027"/>
                  <a:pt x="990282" y="12456"/>
                </a:cubicBezTo>
                <a:cubicBezTo>
                  <a:pt x="990282" y="15885"/>
                  <a:pt x="989067" y="18806"/>
                  <a:pt x="986637" y="21217"/>
                </a:cubicBezTo>
                <a:cubicBezTo>
                  <a:pt x="984207" y="23627"/>
                  <a:pt x="981284" y="24832"/>
                  <a:pt x="977866" y="24832"/>
                </a:cubicBezTo>
                <a:cubicBezTo>
                  <a:pt x="974448" y="24832"/>
                  <a:pt x="971538" y="23627"/>
                  <a:pt x="969135" y="21217"/>
                </a:cubicBezTo>
                <a:cubicBezTo>
                  <a:pt x="966732" y="18806"/>
                  <a:pt x="965530" y="15885"/>
                  <a:pt x="965530" y="12456"/>
                </a:cubicBezTo>
                <a:cubicBezTo>
                  <a:pt x="965530" y="9027"/>
                  <a:pt x="966732" y="6094"/>
                  <a:pt x="969135" y="3657"/>
                </a:cubicBezTo>
                <a:cubicBezTo>
                  <a:pt x="971538" y="1219"/>
                  <a:pt x="974448" y="0"/>
                  <a:pt x="977866" y="0"/>
                </a:cubicBezTo>
                <a:moveTo>
                  <a:pt x="989080" y="36046"/>
                </a:moveTo>
                <a:lnTo>
                  <a:pt x="989080" y="95482"/>
                </a:lnTo>
                <a:cubicBezTo>
                  <a:pt x="989080" y="100769"/>
                  <a:pt x="989694" y="104147"/>
                  <a:pt x="990923" y="105615"/>
                </a:cubicBezTo>
                <a:cubicBezTo>
                  <a:pt x="992151" y="107084"/>
                  <a:pt x="994554" y="107925"/>
                  <a:pt x="998132" y="108138"/>
                </a:cubicBezTo>
                <a:lnTo>
                  <a:pt x="998132" y="111022"/>
                </a:lnTo>
                <a:lnTo>
                  <a:pt x="957680" y="111022"/>
                </a:lnTo>
                <a:lnTo>
                  <a:pt x="957680" y="108138"/>
                </a:lnTo>
                <a:cubicBezTo>
                  <a:pt x="960991" y="108032"/>
                  <a:pt x="963448" y="107070"/>
                  <a:pt x="965050" y="105255"/>
                </a:cubicBezTo>
                <a:cubicBezTo>
                  <a:pt x="966118" y="104026"/>
                  <a:pt x="966652" y="100769"/>
                  <a:pt x="966652" y="95482"/>
                </a:cubicBezTo>
                <a:lnTo>
                  <a:pt x="966652" y="51746"/>
                </a:lnTo>
                <a:cubicBezTo>
                  <a:pt x="966652" y="46393"/>
                  <a:pt x="966038" y="42972"/>
                  <a:pt x="964809" y="41486"/>
                </a:cubicBezTo>
                <a:cubicBezTo>
                  <a:pt x="963581" y="39999"/>
                  <a:pt x="961205" y="39147"/>
                  <a:pt x="957680" y="38930"/>
                </a:cubicBezTo>
                <a:lnTo>
                  <a:pt x="957680" y="36046"/>
                </a:lnTo>
                <a:lnTo>
                  <a:pt x="989080" y="36046"/>
                </a:lnTo>
                <a:close/>
                <a:moveTo>
                  <a:pt x="1036048" y="36046"/>
                </a:moveTo>
                <a:lnTo>
                  <a:pt x="1036048" y="45819"/>
                </a:lnTo>
                <a:cubicBezTo>
                  <a:pt x="1039893" y="41625"/>
                  <a:pt x="1043577" y="38574"/>
                  <a:pt x="1047102" y="36667"/>
                </a:cubicBezTo>
                <a:cubicBezTo>
                  <a:pt x="1050626" y="34758"/>
                  <a:pt x="1054418" y="33803"/>
                  <a:pt x="1058476" y="33803"/>
                </a:cubicBezTo>
                <a:cubicBezTo>
                  <a:pt x="1063336" y="33803"/>
                  <a:pt x="1067368" y="35153"/>
                  <a:pt x="1070572" y="37853"/>
                </a:cubicBezTo>
                <a:cubicBezTo>
                  <a:pt x="1073776" y="40554"/>
                  <a:pt x="1075912" y="43909"/>
                  <a:pt x="1076980" y="47919"/>
                </a:cubicBezTo>
                <a:cubicBezTo>
                  <a:pt x="1077835" y="50968"/>
                  <a:pt x="1078262" y="56824"/>
                  <a:pt x="1078262" y="65486"/>
                </a:cubicBezTo>
                <a:lnTo>
                  <a:pt x="1078262" y="94681"/>
                </a:lnTo>
                <a:cubicBezTo>
                  <a:pt x="1078262" y="100448"/>
                  <a:pt x="1078782" y="104040"/>
                  <a:pt x="1079824" y="105455"/>
                </a:cubicBezTo>
                <a:cubicBezTo>
                  <a:pt x="1080865" y="106870"/>
                  <a:pt x="1083041" y="107765"/>
                  <a:pt x="1086352" y="108138"/>
                </a:cubicBezTo>
                <a:lnTo>
                  <a:pt x="1086352" y="111022"/>
                </a:lnTo>
                <a:lnTo>
                  <a:pt x="1048464" y="111022"/>
                </a:lnTo>
                <a:lnTo>
                  <a:pt x="1048464" y="108138"/>
                </a:lnTo>
                <a:cubicBezTo>
                  <a:pt x="1051294" y="107765"/>
                  <a:pt x="1053323" y="106590"/>
                  <a:pt x="1054551" y="104614"/>
                </a:cubicBezTo>
                <a:cubicBezTo>
                  <a:pt x="1055406" y="103279"/>
                  <a:pt x="1055833" y="99968"/>
                  <a:pt x="1055833" y="94681"/>
                </a:cubicBezTo>
                <a:lnTo>
                  <a:pt x="1055833" y="61358"/>
                </a:lnTo>
                <a:cubicBezTo>
                  <a:pt x="1055833" y="55217"/>
                  <a:pt x="1055593" y="51346"/>
                  <a:pt x="1055112" y="49744"/>
                </a:cubicBezTo>
                <a:cubicBezTo>
                  <a:pt x="1054632" y="48142"/>
                  <a:pt x="1053817" y="46900"/>
                  <a:pt x="1052669" y="46019"/>
                </a:cubicBezTo>
                <a:cubicBezTo>
                  <a:pt x="1051521" y="45138"/>
                  <a:pt x="1050253" y="44697"/>
                  <a:pt x="1048864" y="44697"/>
                </a:cubicBezTo>
                <a:cubicBezTo>
                  <a:pt x="1044272" y="44697"/>
                  <a:pt x="1040000" y="48008"/>
                  <a:pt x="1036048" y="54630"/>
                </a:cubicBezTo>
                <a:lnTo>
                  <a:pt x="1036048" y="94681"/>
                </a:lnTo>
                <a:cubicBezTo>
                  <a:pt x="1036048" y="100288"/>
                  <a:pt x="1036568" y="103839"/>
                  <a:pt x="1037610" y="105335"/>
                </a:cubicBezTo>
                <a:cubicBezTo>
                  <a:pt x="1038651" y="106830"/>
                  <a:pt x="1040587" y="107765"/>
                  <a:pt x="1043417" y="108138"/>
                </a:cubicBezTo>
                <a:lnTo>
                  <a:pt x="1043417" y="111022"/>
                </a:lnTo>
                <a:lnTo>
                  <a:pt x="1005529" y="111022"/>
                </a:lnTo>
                <a:lnTo>
                  <a:pt x="1005529" y="108138"/>
                </a:lnTo>
                <a:cubicBezTo>
                  <a:pt x="1008679" y="107818"/>
                  <a:pt x="1010922" y="106803"/>
                  <a:pt x="1012257" y="105094"/>
                </a:cubicBezTo>
                <a:cubicBezTo>
                  <a:pt x="1013165" y="103920"/>
                  <a:pt x="1013619" y="100448"/>
                  <a:pt x="1013619" y="94681"/>
                </a:cubicBezTo>
                <a:lnTo>
                  <a:pt x="1013619" y="52387"/>
                </a:lnTo>
                <a:cubicBezTo>
                  <a:pt x="1013619" y="46658"/>
                  <a:pt x="1013098" y="43091"/>
                  <a:pt x="1012057" y="41686"/>
                </a:cubicBezTo>
                <a:cubicBezTo>
                  <a:pt x="1011016" y="40281"/>
                  <a:pt x="1008840" y="39362"/>
                  <a:pt x="1005529" y="38930"/>
                </a:cubicBezTo>
                <a:lnTo>
                  <a:pt x="1005529" y="36046"/>
                </a:lnTo>
                <a:lnTo>
                  <a:pt x="1036048" y="36046"/>
                </a:lnTo>
                <a:close/>
                <a:moveTo>
                  <a:pt x="1144722" y="37007"/>
                </a:moveTo>
                <a:lnTo>
                  <a:pt x="1169954" y="37007"/>
                </a:lnTo>
                <a:lnTo>
                  <a:pt x="1169954" y="45819"/>
                </a:lnTo>
                <a:lnTo>
                  <a:pt x="1155616" y="45819"/>
                </a:lnTo>
                <a:cubicBezTo>
                  <a:pt x="1158232" y="48435"/>
                  <a:pt x="1160048" y="50812"/>
                  <a:pt x="1161063" y="52948"/>
                </a:cubicBezTo>
                <a:cubicBezTo>
                  <a:pt x="1162344" y="55831"/>
                  <a:pt x="1162985" y="58849"/>
                  <a:pt x="1162985" y="61999"/>
                </a:cubicBezTo>
                <a:cubicBezTo>
                  <a:pt x="1162985" y="67339"/>
                  <a:pt x="1161503" y="71972"/>
                  <a:pt x="1158540" y="75897"/>
                </a:cubicBezTo>
                <a:cubicBezTo>
                  <a:pt x="1155576" y="79822"/>
                  <a:pt x="1151544" y="82893"/>
                  <a:pt x="1146444" y="85109"/>
                </a:cubicBezTo>
                <a:cubicBezTo>
                  <a:pt x="1141344" y="87325"/>
                  <a:pt x="1136818" y="88433"/>
                  <a:pt x="1132867" y="88433"/>
                </a:cubicBezTo>
                <a:cubicBezTo>
                  <a:pt x="1132546" y="88433"/>
                  <a:pt x="1129342" y="88300"/>
                  <a:pt x="1123254" y="88033"/>
                </a:cubicBezTo>
                <a:cubicBezTo>
                  <a:pt x="1120851" y="88033"/>
                  <a:pt x="1118835" y="88816"/>
                  <a:pt x="1117207" y="90383"/>
                </a:cubicBezTo>
                <a:cubicBezTo>
                  <a:pt x="1115578" y="91950"/>
                  <a:pt x="1114764" y="93822"/>
                  <a:pt x="1114764" y="95998"/>
                </a:cubicBezTo>
                <a:cubicBezTo>
                  <a:pt x="1114764" y="97910"/>
                  <a:pt x="1115498" y="99477"/>
                  <a:pt x="1116966" y="100699"/>
                </a:cubicBezTo>
                <a:cubicBezTo>
                  <a:pt x="1118435" y="101920"/>
                  <a:pt x="1120825" y="102531"/>
                  <a:pt x="1124135" y="102531"/>
                </a:cubicBezTo>
                <a:lnTo>
                  <a:pt x="1137993" y="102371"/>
                </a:lnTo>
                <a:cubicBezTo>
                  <a:pt x="1149208" y="102371"/>
                  <a:pt x="1156924" y="103602"/>
                  <a:pt x="1161143" y="106063"/>
                </a:cubicBezTo>
                <a:cubicBezTo>
                  <a:pt x="1167177" y="109486"/>
                  <a:pt x="1170194" y="114755"/>
                  <a:pt x="1170194" y="121871"/>
                </a:cubicBezTo>
                <a:cubicBezTo>
                  <a:pt x="1170194" y="126418"/>
                  <a:pt x="1168806" y="130551"/>
                  <a:pt x="1166029" y="134269"/>
                </a:cubicBezTo>
                <a:cubicBezTo>
                  <a:pt x="1163252" y="137987"/>
                  <a:pt x="1159594" y="140729"/>
                  <a:pt x="1155055" y="142495"/>
                </a:cubicBezTo>
                <a:cubicBezTo>
                  <a:pt x="1148166" y="145116"/>
                  <a:pt x="1140236" y="146427"/>
                  <a:pt x="1131265" y="146427"/>
                </a:cubicBezTo>
                <a:cubicBezTo>
                  <a:pt x="1124536" y="146427"/>
                  <a:pt x="1118395" y="145773"/>
                  <a:pt x="1112841" y="144465"/>
                </a:cubicBezTo>
                <a:cubicBezTo>
                  <a:pt x="1107287" y="143156"/>
                  <a:pt x="1103309" y="141340"/>
                  <a:pt x="1100906" y="139015"/>
                </a:cubicBezTo>
                <a:cubicBezTo>
                  <a:pt x="1098503" y="136692"/>
                  <a:pt x="1097301" y="134248"/>
                  <a:pt x="1097301" y="131683"/>
                </a:cubicBezTo>
                <a:cubicBezTo>
                  <a:pt x="1097301" y="129227"/>
                  <a:pt x="1098222" y="127023"/>
                  <a:pt x="1100065" y="125072"/>
                </a:cubicBezTo>
                <a:cubicBezTo>
                  <a:pt x="1101907" y="123123"/>
                  <a:pt x="1105338" y="121481"/>
                  <a:pt x="1110358" y="120146"/>
                </a:cubicBezTo>
                <a:cubicBezTo>
                  <a:pt x="1103416" y="116728"/>
                  <a:pt x="1099945" y="111977"/>
                  <a:pt x="1099945" y="105890"/>
                </a:cubicBezTo>
                <a:cubicBezTo>
                  <a:pt x="1099945" y="102206"/>
                  <a:pt x="1101360" y="98629"/>
                  <a:pt x="1104190" y="95159"/>
                </a:cubicBezTo>
                <a:cubicBezTo>
                  <a:pt x="1107020" y="91688"/>
                  <a:pt x="1111506" y="88671"/>
                  <a:pt x="1117647" y="86108"/>
                </a:cubicBezTo>
                <a:cubicBezTo>
                  <a:pt x="1110491" y="83488"/>
                  <a:pt x="1105311" y="80038"/>
                  <a:pt x="1102107" y="75759"/>
                </a:cubicBezTo>
                <a:cubicBezTo>
                  <a:pt x="1098903" y="71481"/>
                  <a:pt x="1097301" y="66533"/>
                  <a:pt x="1097301" y="60918"/>
                </a:cubicBezTo>
                <a:cubicBezTo>
                  <a:pt x="1097301" y="53592"/>
                  <a:pt x="1100292" y="47241"/>
                  <a:pt x="1106273" y="41866"/>
                </a:cubicBezTo>
                <a:cubicBezTo>
                  <a:pt x="1112254" y="36491"/>
                  <a:pt x="1119943" y="33803"/>
                  <a:pt x="1129342" y="33803"/>
                </a:cubicBezTo>
                <a:cubicBezTo>
                  <a:pt x="1134309" y="33803"/>
                  <a:pt x="1139435" y="34871"/>
                  <a:pt x="1144722" y="37007"/>
                </a:cubicBezTo>
                <a:moveTo>
                  <a:pt x="1130864" y="38930"/>
                </a:moveTo>
                <a:cubicBezTo>
                  <a:pt x="1127767" y="38930"/>
                  <a:pt x="1125150" y="40489"/>
                  <a:pt x="1123014" y="43608"/>
                </a:cubicBezTo>
                <a:cubicBezTo>
                  <a:pt x="1120878" y="46726"/>
                  <a:pt x="1119810" y="53189"/>
                  <a:pt x="1119810" y="62998"/>
                </a:cubicBezTo>
                <a:cubicBezTo>
                  <a:pt x="1119810" y="70940"/>
                  <a:pt x="1120865" y="76390"/>
                  <a:pt x="1122974" y="79349"/>
                </a:cubicBezTo>
                <a:cubicBezTo>
                  <a:pt x="1125083" y="82308"/>
                  <a:pt x="1127580" y="83787"/>
                  <a:pt x="1130464" y="83787"/>
                </a:cubicBezTo>
                <a:cubicBezTo>
                  <a:pt x="1133668" y="83787"/>
                  <a:pt x="1136338" y="82321"/>
                  <a:pt x="1138474" y="79389"/>
                </a:cubicBezTo>
                <a:cubicBezTo>
                  <a:pt x="1140610" y="76457"/>
                  <a:pt x="1141678" y="70753"/>
                  <a:pt x="1141678" y="62277"/>
                </a:cubicBezTo>
                <a:cubicBezTo>
                  <a:pt x="1141678" y="52737"/>
                  <a:pt x="1140476" y="46233"/>
                  <a:pt x="1138073" y="42767"/>
                </a:cubicBezTo>
                <a:cubicBezTo>
                  <a:pt x="1136364" y="40209"/>
                  <a:pt x="1133961" y="38930"/>
                  <a:pt x="1130864" y="38930"/>
                </a:cubicBezTo>
                <a:moveTo>
                  <a:pt x="1126138" y="122076"/>
                </a:moveTo>
                <a:cubicBezTo>
                  <a:pt x="1120691" y="122076"/>
                  <a:pt x="1117086" y="122528"/>
                  <a:pt x="1115324" y="123433"/>
                </a:cubicBezTo>
                <a:cubicBezTo>
                  <a:pt x="1112280" y="125080"/>
                  <a:pt x="1110758" y="127313"/>
                  <a:pt x="1110758" y="130131"/>
                </a:cubicBezTo>
                <a:cubicBezTo>
                  <a:pt x="1110758" y="132843"/>
                  <a:pt x="1112334" y="135302"/>
                  <a:pt x="1115484" y="137508"/>
                </a:cubicBezTo>
                <a:cubicBezTo>
                  <a:pt x="1118635" y="139716"/>
                  <a:pt x="1124563" y="140820"/>
                  <a:pt x="1133267" y="140820"/>
                </a:cubicBezTo>
                <a:cubicBezTo>
                  <a:pt x="1140690" y="140820"/>
                  <a:pt x="1146524" y="139836"/>
                  <a:pt x="1150770" y="137869"/>
                </a:cubicBezTo>
                <a:cubicBezTo>
                  <a:pt x="1155015" y="135901"/>
                  <a:pt x="1157138" y="133136"/>
                  <a:pt x="1157138" y="129573"/>
                </a:cubicBezTo>
                <a:cubicBezTo>
                  <a:pt x="1157138" y="128245"/>
                  <a:pt x="1156737" y="127128"/>
                  <a:pt x="1155936" y="126224"/>
                </a:cubicBezTo>
                <a:cubicBezTo>
                  <a:pt x="1154494" y="124629"/>
                  <a:pt x="1152318" y="123538"/>
                  <a:pt x="1149408" y="122952"/>
                </a:cubicBezTo>
                <a:cubicBezTo>
                  <a:pt x="1146497" y="122368"/>
                  <a:pt x="1138741" y="122076"/>
                  <a:pt x="1126138" y="122076"/>
                </a:cubicBezTo>
                <a:close/>
                <a:moveTo>
                  <a:pt x="1266878" y="0"/>
                </a:moveTo>
                <a:lnTo>
                  <a:pt x="1266878" y="3685"/>
                </a:lnTo>
                <a:cubicBezTo>
                  <a:pt x="1261324" y="7314"/>
                  <a:pt x="1257239" y="10864"/>
                  <a:pt x="1254622" y="14333"/>
                </a:cubicBezTo>
                <a:cubicBezTo>
                  <a:pt x="1250991" y="19136"/>
                  <a:pt x="1248161" y="25300"/>
                  <a:pt x="1246132" y="32824"/>
                </a:cubicBezTo>
                <a:cubicBezTo>
                  <a:pt x="1243568" y="42165"/>
                  <a:pt x="1242287" y="55214"/>
                  <a:pt x="1242287" y="71972"/>
                </a:cubicBezTo>
                <a:cubicBezTo>
                  <a:pt x="1242287" y="87769"/>
                  <a:pt x="1243448" y="100044"/>
                  <a:pt x="1245771" y="108797"/>
                </a:cubicBezTo>
                <a:cubicBezTo>
                  <a:pt x="1248094" y="117550"/>
                  <a:pt x="1251258" y="124621"/>
                  <a:pt x="1255263" y="130011"/>
                </a:cubicBezTo>
                <a:cubicBezTo>
                  <a:pt x="1258040" y="133748"/>
                  <a:pt x="1261912" y="137030"/>
                  <a:pt x="1266878" y="139859"/>
                </a:cubicBezTo>
                <a:lnTo>
                  <a:pt x="1266878" y="143864"/>
                </a:lnTo>
                <a:cubicBezTo>
                  <a:pt x="1254008" y="139540"/>
                  <a:pt x="1243101" y="130720"/>
                  <a:pt x="1234156" y="117403"/>
                </a:cubicBezTo>
                <a:cubicBezTo>
                  <a:pt x="1225211" y="104087"/>
                  <a:pt x="1220739" y="88784"/>
                  <a:pt x="1220739" y="71491"/>
                </a:cubicBezTo>
                <a:cubicBezTo>
                  <a:pt x="1220739" y="54413"/>
                  <a:pt x="1225198" y="39296"/>
                  <a:pt x="1234116" y="26141"/>
                </a:cubicBezTo>
                <a:cubicBezTo>
                  <a:pt x="1243034" y="12984"/>
                  <a:pt x="1253955" y="4270"/>
                  <a:pt x="1266878" y="0"/>
                </a:cubicBezTo>
                <a:close/>
                <a:moveTo>
                  <a:pt x="1313096" y="61839"/>
                </a:moveTo>
                <a:lnTo>
                  <a:pt x="1313096" y="91958"/>
                </a:lnTo>
                <a:cubicBezTo>
                  <a:pt x="1313096" y="97862"/>
                  <a:pt x="1313456" y="101579"/>
                  <a:pt x="1314177" y="103109"/>
                </a:cubicBezTo>
                <a:cubicBezTo>
                  <a:pt x="1314898" y="104638"/>
                  <a:pt x="1316180" y="105859"/>
                  <a:pt x="1318022" y="106772"/>
                </a:cubicBezTo>
                <a:cubicBezTo>
                  <a:pt x="1319864" y="107683"/>
                  <a:pt x="1323242" y="108138"/>
                  <a:pt x="1328155" y="108138"/>
                </a:cubicBezTo>
                <a:lnTo>
                  <a:pt x="1328155" y="111022"/>
                </a:lnTo>
                <a:lnTo>
                  <a:pt x="1272964" y="111022"/>
                </a:lnTo>
                <a:lnTo>
                  <a:pt x="1272964" y="108138"/>
                </a:lnTo>
                <a:cubicBezTo>
                  <a:pt x="1277984" y="108138"/>
                  <a:pt x="1281388" y="107669"/>
                  <a:pt x="1283177" y="106729"/>
                </a:cubicBezTo>
                <a:cubicBezTo>
                  <a:pt x="1284966" y="105789"/>
                  <a:pt x="1286221" y="104569"/>
                  <a:pt x="1286942" y="103067"/>
                </a:cubicBezTo>
                <a:cubicBezTo>
                  <a:pt x="1287663" y="101565"/>
                  <a:pt x="1288024" y="97862"/>
                  <a:pt x="1288024" y="91958"/>
                </a:cubicBezTo>
                <a:lnTo>
                  <a:pt x="1288024" y="21467"/>
                </a:lnTo>
                <a:cubicBezTo>
                  <a:pt x="1288024" y="15563"/>
                  <a:pt x="1287663" y="11847"/>
                  <a:pt x="1286942" y="10318"/>
                </a:cubicBezTo>
                <a:cubicBezTo>
                  <a:pt x="1286221" y="8788"/>
                  <a:pt x="1284953" y="7567"/>
                  <a:pt x="1283137" y="6656"/>
                </a:cubicBezTo>
                <a:cubicBezTo>
                  <a:pt x="1281322" y="5743"/>
                  <a:pt x="1277931" y="5287"/>
                  <a:pt x="1272964" y="5287"/>
                </a:cubicBezTo>
                <a:lnTo>
                  <a:pt x="1272964" y="2403"/>
                </a:lnTo>
                <a:lnTo>
                  <a:pt x="1320305" y="2403"/>
                </a:lnTo>
                <a:cubicBezTo>
                  <a:pt x="1335898" y="2403"/>
                  <a:pt x="1347086" y="5180"/>
                  <a:pt x="1353868" y="10734"/>
                </a:cubicBezTo>
                <a:cubicBezTo>
                  <a:pt x="1360650" y="16287"/>
                  <a:pt x="1364041" y="23230"/>
                  <a:pt x="1364041" y="31560"/>
                </a:cubicBezTo>
                <a:cubicBezTo>
                  <a:pt x="1364041" y="38609"/>
                  <a:pt x="1361851" y="44644"/>
                  <a:pt x="1357472" y="49664"/>
                </a:cubicBezTo>
                <a:cubicBezTo>
                  <a:pt x="1353093" y="54683"/>
                  <a:pt x="1347059" y="58101"/>
                  <a:pt x="1339369" y="59917"/>
                </a:cubicBezTo>
                <a:cubicBezTo>
                  <a:pt x="1334189" y="61198"/>
                  <a:pt x="1325431" y="61839"/>
                  <a:pt x="1313096" y="61839"/>
                </a:cubicBezTo>
                <a:moveTo>
                  <a:pt x="1313096" y="8651"/>
                </a:moveTo>
                <a:lnTo>
                  <a:pt x="1313096" y="55591"/>
                </a:lnTo>
                <a:cubicBezTo>
                  <a:pt x="1314858" y="55698"/>
                  <a:pt x="1316193" y="55751"/>
                  <a:pt x="1317101" y="55751"/>
                </a:cubicBezTo>
                <a:cubicBezTo>
                  <a:pt x="1323616" y="55751"/>
                  <a:pt x="1328635" y="53815"/>
                  <a:pt x="1332160" y="49944"/>
                </a:cubicBezTo>
                <a:cubicBezTo>
                  <a:pt x="1335684" y="46072"/>
                  <a:pt x="1337447" y="40078"/>
                  <a:pt x="1337447" y="31961"/>
                </a:cubicBezTo>
                <a:cubicBezTo>
                  <a:pt x="1337447" y="23897"/>
                  <a:pt x="1335684" y="17996"/>
                  <a:pt x="1332160" y="14258"/>
                </a:cubicBezTo>
                <a:cubicBezTo>
                  <a:pt x="1328635" y="10520"/>
                  <a:pt x="1323375" y="8651"/>
                  <a:pt x="1316380" y="8651"/>
                </a:cubicBezTo>
                <a:lnTo>
                  <a:pt x="1313096" y="8651"/>
                </a:lnTo>
                <a:close/>
                <a:moveTo>
                  <a:pt x="1478534" y="0"/>
                </a:moveTo>
                <a:lnTo>
                  <a:pt x="1478534" y="37648"/>
                </a:lnTo>
                <a:lnTo>
                  <a:pt x="1475410" y="37648"/>
                </a:lnTo>
                <a:cubicBezTo>
                  <a:pt x="1473060" y="27771"/>
                  <a:pt x="1468681" y="20202"/>
                  <a:pt x="1462273" y="14942"/>
                </a:cubicBezTo>
                <a:cubicBezTo>
                  <a:pt x="1455865" y="9680"/>
                  <a:pt x="1448602" y="7049"/>
                  <a:pt x="1440485" y="7049"/>
                </a:cubicBezTo>
                <a:cubicBezTo>
                  <a:pt x="1433703" y="7049"/>
                  <a:pt x="1427482" y="8998"/>
                  <a:pt x="1421822" y="12896"/>
                </a:cubicBezTo>
                <a:cubicBezTo>
                  <a:pt x="1416161" y="16795"/>
                  <a:pt x="1412022" y="21895"/>
                  <a:pt x="1409406" y="28196"/>
                </a:cubicBezTo>
                <a:cubicBezTo>
                  <a:pt x="1406041" y="36260"/>
                  <a:pt x="1404359" y="45231"/>
                  <a:pt x="1404359" y="55110"/>
                </a:cubicBezTo>
                <a:cubicBezTo>
                  <a:pt x="1404359" y="64830"/>
                  <a:pt x="1405587" y="73681"/>
                  <a:pt x="1408044" y="81664"/>
                </a:cubicBezTo>
                <a:cubicBezTo>
                  <a:pt x="1410500" y="89648"/>
                  <a:pt x="1414345" y="95682"/>
                  <a:pt x="1419579" y="99768"/>
                </a:cubicBezTo>
                <a:cubicBezTo>
                  <a:pt x="1424812" y="103853"/>
                  <a:pt x="1431594" y="105895"/>
                  <a:pt x="1439925" y="105895"/>
                </a:cubicBezTo>
                <a:cubicBezTo>
                  <a:pt x="1446760" y="105895"/>
                  <a:pt x="1453021" y="104400"/>
                  <a:pt x="1458709" y="101410"/>
                </a:cubicBezTo>
                <a:cubicBezTo>
                  <a:pt x="1464396" y="98419"/>
                  <a:pt x="1470390" y="93266"/>
                  <a:pt x="1476692" y="85950"/>
                </a:cubicBezTo>
                <a:lnTo>
                  <a:pt x="1476692" y="95322"/>
                </a:lnTo>
                <a:cubicBezTo>
                  <a:pt x="1470604" y="101677"/>
                  <a:pt x="1464262" y="106283"/>
                  <a:pt x="1457667" y="109140"/>
                </a:cubicBezTo>
                <a:cubicBezTo>
                  <a:pt x="1451072" y="111997"/>
                  <a:pt x="1443369" y="113425"/>
                  <a:pt x="1434558" y="113425"/>
                </a:cubicBezTo>
                <a:cubicBezTo>
                  <a:pt x="1422970" y="113425"/>
                  <a:pt x="1412677" y="111105"/>
                  <a:pt x="1403678" y="106466"/>
                </a:cubicBezTo>
                <a:cubicBezTo>
                  <a:pt x="1394680" y="101827"/>
                  <a:pt x="1387738" y="95162"/>
                  <a:pt x="1382852" y="86471"/>
                </a:cubicBezTo>
                <a:cubicBezTo>
                  <a:pt x="1377965" y="77778"/>
                  <a:pt x="1375522" y="68525"/>
                  <a:pt x="1375522" y="58713"/>
                </a:cubicBezTo>
                <a:cubicBezTo>
                  <a:pt x="1375522" y="48368"/>
                  <a:pt x="1378232" y="38556"/>
                  <a:pt x="1383653" y="29277"/>
                </a:cubicBezTo>
                <a:cubicBezTo>
                  <a:pt x="1389073" y="19997"/>
                  <a:pt x="1396389" y="12798"/>
                  <a:pt x="1405601" y="7680"/>
                </a:cubicBezTo>
                <a:cubicBezTo>
                  <a:pt x="1414813" y="2560"/>
                  <a:pt x="1424598" y="0"/>
                  <a:pt x="1434958" y="0"/>
                </a:cubicBezTo>
                <a:cubicBezTo>
                  <a:pt x="1442595" y="0"/>
                  <a:pt x="1450658" y="1655"/>
                  <a:pt x="1459149" y="4966"/>
                </a:cubicBezTo>
                <a:cubicBezTo>
                  <a:pt x="1464062" y="6889"/>
                  <a:pt x="1467186" y="7850"/>
                  <a:pt x="1468521" y="7850"/>
                </a:cubicBezTo>
                <a:cubicBezTo>
                  <a:pt x="1470230" y="7850"/>
                  <a:pt x="1471712" y="7223"/>
                  <a:pt x="1472967" y="5968"/>
                </a:cubicBezTo>
                <a:cubicBezTo>
                  <a:pt x="1474222" y="4713"/>
                  <a:pt x="1475036" y="2723"/>
                  <a:pt x="1475410" y="0"/>
                </a:cubicBezTo>
                <a:lnTo>
                  <a:pt x="1478534" y="0"/>
                </a:lnTo>
                <a:close/>
                <a:moveTo>
                  <a:pt x="1489481" y="143864"/>
                </a:moveTo>
                <a:lnTo>
                  <a:pt x="1489481" y="140179"/>
                </a:lnTo>
                <a:cubicBezTo>
                  <a:pt x="1495034" y="136496"/>
                  <a:pt x="1499120" y="132921"/>
                  <a:pt x="1501736" y="129453"/>
                </a:cubicBezTo>
                <a:cubicBezTo>
                  <a:pt x="1505314" y="124649"/>
                  <a:pt x="1508144" y="118511"/>
                  <a:pt x="1510227" y="111040"/>
                </a:cubicBezTo>
                <a:cubicBezTo>
                  <a:pt x="1512790" y="101646"/>
                  <a:pt x="1514072" y="88570"/>
                  <a:pt x="1514072" y="71812"/>
                </a:cubicBezTo>
                <a:cubicBezTo>
                  <a:pt x="1514072" y="56015"/>
                  <a:pt x="1512910" y="43753"/>
                  <a:pt x="1510588" y="35027"/>
                </a:cubicBezTo>
                <a:cubicBezTo>
                  <a:pt x="1508265" y="26301"/>
                  <a:pt x="1505101" y="19243"/>
                  <a:pt x="1501095" y="13853"/>
                </a:cubicBezTo>
                <a:cubicBezTo>
                  <a:pt x="1498318" y="10116"/>
                  <a:pt x="1494447" y="6834"/>
                  <a:pt x="1489481" y="4005"/>
                </a:cubicBezTo>
                <a:lnTo>
                  <a:pt x="1489481" y="0"/>
                </a:lnTo>
                <a:cubicBezTo>
                  <a:pt x="1502350" y="4324"/>
                  <a:pt x="1513258" y="13144"/>
                  <a:pt x="1522202" y="26461"/>
                </a:cubicBezTo>
                <a:cubicBezTo>
                  <a:pt x="1531147" y="39777"/>
                  <a:pt x="1535620" y="55080"/>
                  <a:pt x="1535620" y="72373"/>
                </a:cubicBezTo>
                <a:cubicBezTo>
                  <a:pt x="1535620" y="89398"/>
                  <a:pt x="1531147" y="104488"/>
                  <a:pt x="1522202" y="117643"/>
                </a:cubicBezTo>
                <a:cubicBezTo>
                  <a:pt x="1513258" y="130800"/>
                  <a:pt x="1502350" y="139540"/>
                  <a:pt x="1489481" y="143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96d03d795462a"/>
          <a:stretch xmlns:a="http://schemas.openxmlformats.org/drawingml/2006/main"/>
        </p:blipFill>
        <p:spPr>
          <a:xfrm xmlns:a="http://schemas.openxmlformats.org/drawingml/2006/main">
            <a:off x="3584697" y="3085076"/>
            <a:ext cx="898023" cy="876641"/>
          </a:xfrm>
          <a:prstGeom xmlns:a="http://schemas.openxmlformats.org/drawingml/2006/main" prst="rect">
            <a:avLst/>
          </a:prstGeom>
        </p:spPr>
      </p:pic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52C18-C382-4799-9DB7-51692BA4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571" y="3085076"/>
            <a:ext cx="902274" cy="876641"/>
          </a:xfrm>
          <a:custGeom xmlns:a="http://schemas.openxmlformats.org/drawingml/2006/main">
            <a:pathLst>
              <a:path w="902274" h="876641" fill="none">
                <a:moveTo>
                  <a:pt x="0" y="124780"/>
                </a:moveTo>
                <a:cubicBezTo>
                  <a:pt x="0" y="55879"/>
                  <a:pt x="201986" y="0"/>
                  <a:pt x="451137" y="0"/>
                </a:cubicBezTo>
                <a:cubicBezTo>
                  <a:pt x="570791" y="0"/>
                  <a:pt x="685523" y="13124"/>
                  <a:pt x="770111" y="36501"/>
                </a:cubicBezTo>
                <a:cubicBezTo>
                  <a:pt x="854700" y="59981"/>
                  <a:pt x="902274" y="91663"/>
                  <a:pt x="902274" y="124780"/>
                </a:cubicBezTo>
                <a:lnTo>
                  <a:pt x="902274" y="751861"/>
                </a:lnTo>
                <a:cubicBezTo>
                  <a:pt x="902274" y="820762"/>
                  <a:pt x="700288" y="876641"/>
                  <a:pt x="451137" y="876641"/>
                </a:cubicBezTo>
                <a:cubicBezTo>
                  <a:pt x="201986" y="876641"/>
                  <a:pt x="0" y="820762"/>
                  <a:pt x="0" y="751861"/>
                </a:cubicBezTo>
                <a:lnTo>
                  <a:pt x="0" y="1247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D4601-066B-443E-99A0-70E1A0DC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571" y="3209856"/>
            <a:ext cx="902274" cy="124678"/>
          </a:xfrm>
          <a:custGeom xmlns:a="http://schemas.openxmlformats.org/drawingml/2006/main">
            <a:pathLst>
              <a:path w="902274" h="124678" fill="none">
                <a:moveTo>
                  <a:pt x="902274" y="0"/>
                </a:moveTo>
                <a:cubicBezTo>
                  <a:pt x="902274" y="68901"/>
                  <a:pt x="700288" y="124678"/>
                  <a:pt x="451137" y="124678"/>
                </a:cubicBezTo>
                <a:cubicBezTo>
                  <a:pt x="201986" y="124678"/>
                  <a:pt x="0" y="68901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37" name="Text Target">
            <a:extLst xmlns:a="http://schemas.openxmlformats.org/drawingml/2006/main">
              <a:ext uri="{FF2B5EF4-FFF2-40B4-BE49-F238E27FC236}">
                <a16:creationId xmlns:a16="http://schemas.microsoft.com/office/drawing/2014/main" id="{85C71A96-AAA6-4F10-8290-2BFBAE4F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222" y="3478859"/>
            <a:ext cx="451187" cy="144024"/>
          </a:xfrm>
          <a:custGeom xmlns:a="http://schemas.openxmlformats.org/drawingml/2006/main">
            <a:pathLst>
              <a:path w="451187" h="144024">
                <a:moveTo>
                  <a:pt x="97565" y="0"/>
                </a:moveTo>
                <a:lnTo>
                  <a:pt x="97565" y="29478"/>
                </a:lnTo>
                <a:lnTo>
                  <a:pt x="94681" y="29478"/>
                </a:lnTo>
                <a:cubicBezTo>
                  <a:pt x="92972" y="22672"/>
                  <a:pt x="91076" y="17783"/>
                  <a:pt x="88994" y="14809"/>
                </a:cubicBezTo>
                <a:cubicBezTo>
                  <a:pt x="86911" y="11835"/>
                  <a:pt x="84054" y="9464"/>
                  <a:pt x="80423" y="7695"/>
                </a:cubicBezTo>
                <a:cubicBezTo>
                  <a:pt x="78394" y="6730"/>
                  <a:pt x="74842" y="6248"/>
                  <a:pt x="69769" y="6248"/>
                </a:cubicBezTo>
                <a:lnTo>
                  <a:pt x="61679" y="6248"/>
                </a:lnTo>
                <a:lnTo>
                  <a:pt x="61679" y="90035"/>
                </a:lnTo>
                <a:cubicBezTo>
                  <a:pt x="61679" y="95617"/>
                  <a:pt x="61986" y="99107"/>
                  <a:pt x="62600" y="100504"/>
                </a:cubicBezTo>
                <a:cubicBezTo>
                  <a:pt x="63214" y="101899"/>
                  <a:pt x="64416" y="103119"/>
                  <a:pt x="66205" y="104166"/>
                </a:cubicBezTo>
                <a:cubicBezTo>
                  <a:pt x="67994" y="105212"/>
                  <a:pt x="70437" y="105735"/>
                  <a:pt x="73534" y="105735"/>
                </a:cubicBezTo>
                <a:lnTo>
                  <a:pt x="77139" y="105735"/>
                </a:lnTo>
                <a:lnTo>
                  <a:pt x="77139" y="108619"/>
                </a:lnTo>
                <a:lnTo>
                  <a:pt x="20266" y="108619"/>
                </a:lnTo>
                <a:lnTo>
                  <a:pt x="20266" y="105735"/>
                </a:lnTo>
                <a:lnTo>
                  <a:pt x="23871" y="105735"/>
                </a:lnTo>
                <a:cubicBezTo>
                  <a:pt x="27021" y="105735"/>
                  <a:pt x="29558" y="105172"/>
                  <a:pt x="31480" y="104046"/>
                </a:cubicBezTo>
                <a:cubicBezTo>
                  <a:pt x="32869" y="103293"/>
                  <a:pt x="33963" y="102005"/>
                  <a:pt x="34764" y="100181"/>
                </a:cubicBezTo>
                <a:cubicBezTo>
                  <a:pt x="35352" y="98892"/>
                  <a:pt x="35646" y="95511"/>
                  <a:pt x="35646" y="90035"/>
                </a:cubicBezTo>
                <a:lnTo>
                  <a:pt x="35646" y="6248"/>
                </a:lnTo>
                <a:lnTo>
                  <a:pt x="27796" y="6248"/>
                </a:lnTo>
                <a:cubicBezTo>
                  <a:pt x="20480" y="6248"/>
                  <a:pt x="15166" y="7802"/>
                  <a:pt x="11855" y="10909"/>
                </a:cubicBezTo>
                <a:cubicBezTo>
                  <a:pt x="7209" y="15250"/>
                  <a:pt x="4272" y="21439"/>
                  <a:pt x="3044" y="29478"/>
                </a:cubicBezTo>
                <a:lnTo>
                  <a:pt x="0" y="29478"/>
                </a:lnTo>
                <a:lnTo>
                  <a:pt x="0" y="0"/>
                </a:lnTo>
                <a:lnTo>
                  <a:pt x="97565" y="0"/>
                </a:lnTo>
                <a:close/>
                <a:moveTo>
                  <a:pt x="135293" y="97565"/>
                </a:moveTo>
                <a:cubicBezTo>
                  <a:pt x="126161" y="105682"/>
                  <a:pt x="117964" y="109740"/>
                  <a:pt x="110701" y="109740"/>
                </a:cubicBezTo>
                <a:cubicBezTo>
                  <a:pt x="106429" y="109740"/>
                  <a:pt x="102878" y="108334"/>
                  <a:pt x="100048" y="105522"/>
                </a:cubicBezTo>
                <a:cubicBezTo>
                  <a:pt x="97217" y="102709"/>
                  <a:pt x="95802" y="99186"/>
                  <a:pt x="95802" y="94954"/>
                </a:cubicBezTo>
                <a:cubicBezTo>
                  <a:pt x="95802" y="89220"/>
                  <a:pt x="98259" y="84063"/>
                  <a:pt x="103172" y="79482"/>
                </a:cubicBezTo>
                <a:cubicBezTo>
                  <a:pt x="108085" y="74901"/>
                  <a:pt x="118792" y="68806"/>
                  <a:pt x="135293" y="61198"/>
                </a:cubicBezTo>
                <a:lnTo>
                  <a:pt x="135293" y="53669"/>
                </a:lnTo>
                <a:cubicBezTo>
                  <a:pt x="135293" y="48008"/>
                  <a:pt x="134986" y="44444"/>
                  <a:pt x="134372" y="42975"/>
                </a:cubicBezTo>
                <a:cubicBezTo>
                  <a:pt x="133757" y="41506"/>
                  <a:pt x="132596" y="40225"/>
                  <a:pt x="130887" y="39130"/>
                </a:cubicBezTo>
                <a:cubicBezTo>
                  <a:pt x="129178" y="38035"/>
                  <a:pt x="127256" y="37488"/>
                  <a:pt x="125120" y="37488"/>
                </a:cubicBezTo>
                <a:cubicBezTo>
                  <a:pt x="121649" y="37488"/>
                  <a:pt x="118792" y="38262"/>
                  <a:pt x="116549" y="39811"/>
                </a:cubicBezTo>
                <a:cubicBezTo>
                  <a:pt x="115160" y="40772"/>
                  <a:pt x="114466" y="41894"/>
                  <a:pt x="114466" y="43175"/>
                </a:cubicBezTo>
                <a:cubicBezTo>
                  <a:pt x="114466" y="44297"/>
                  <a:pt x="115214" y="45685"/>
                  <a:pt x="116709" y="47341"/>
                </a:cubicBezTo>
                <a:cubicBezTo>
                  <a:pt x="118738" y="49637"/>
                  <a:pt x="119753" y="51853"/>
                  <a:pt x="119753" y="53989"/>
                </a:cubicBezTo>
                <a:cubicBezTo>
                  <a:pt x="119753" y="56606"/>
                  <a:pt x="118778" y="58835"/>
                  <a:pt x="116829" y="60678"/>
                </a:cubicBezTo>
                <a:cubicBezTo>
                  <a:pt x="114880" y="62520"/>
                  <a:pt x="112330" y="63441"/>
                  <a:pt x="109179" y="63441"/>
                </a:cubicBezTo>
                <a:cubicBezTo>
                  <a:pt x="105815" y="63441"/>
                  <a:pt x="102998" y="62427"/>
                  <a:pt x="100729" y="60397"/>
                </a:cubicBezTo>
                <a:cubicBezTo>
                  <a:pt x="98459" y="58368"/>
                  <a:pt x="97324" y="55992"/>
                  <a:pt x="97324" y="53268"/>
                </a:cubicBezTo>
                <a:cubicBezTo>
                  <a:pt x="97324" y="49423"/>
                  <a:pt x="98846" y="45752"/>
                  <a:pt x="101890" y="42254"/>
                </a:cubicBezTo>
                <a:cubicBezTo>
                  <a:pt x="104934" y="38756"/>
                  <a:pt x="109179" y="36073"/>
                  <a:pt x="114626" y="34204"/>
                </a:cubicBezTo>
                <a:cubicBezTo>
                  <a:pt x="120073" y="32335"/>
                  <a:pt x="125734" y="31400"/>
                  <a:pt x="131608" y="31400"/>
                </a:cubicBezTo>
                <a:cubicBezTo>
                  <a:pt x="138710" y="31400"/>
                  <a:pt x="144331" y="32913"/>
                  <a:pt x="148470" y="35938"/>
                </a:cubicBezTo>
                <a:cubicBezTo>
                  <a:pt x="152608" y="38962"/>
                  <a:pt x="155292" y="42241"/>
                  <a:pt x="156520" y="45774"/>
                </a:cubicBezTo>
                <a:cubicBezTo>
                  <a:pt x="157267" y="48021"/>
                  <a:pt x="157641" y="53186"/>
                  <a:pt x="157641" y="61268"/>
                </a:cubicBezTo>
                <a:lnTo>
                  <a:pt x="157641" y="90413"/>
                </a:lnTo>
                <a:cubicBezTo>
                  <a:pt x="157641" y="93839"/>
                  <a:pt x="157775" y="95994"/>
                  <a:pt x="158042" y="96879"/>
                </a:cubicBezTo>
                <a:cubicBezTo>
                  <a:pt x="158309" y="97762"/>
                  <a:pt x="158709" y="98418"/>
                  <a:pt x="159243" y="98846"/>
                </a:cubicBezTo>
                <a:cubicBezTo>
                  <a:pt x="159777" y="99274"/>
                  <a:pt x="160391" y="99487"/>
                  <a:pt x="161086" y="99487"/>
                </a:cubicBezTo>
                <a:cubicBezTo>
                  <a:pt x="162474" y="99487"/>
                  <a:pt x="163889" y="98499"/>
                  <a:pt x="165331" y="96523"/>
                </a:cubicBezTo>
                <a:lnTo>
                  <a:pt x="167734" y="98446"/>
                </a:lnTo>
                <a:cubicBezTo>
                  <a:pt x="165064" y="102398"/>
                  <a:pt x="162301" y="105268"/>
                  <a:pt x="159444" y="107057"/>
                </a:cubicBezTo>
                <a:cubicBezTo>
                  <a:pt x="156587" y="108846"/>
                  <a:pt x="153342" y="109740"/>
                  <a:pt x="149711" y="109740"/>
                </a:cubicBezTo>
                <a:cubicBezTo>
                  <a:pt x="145439" y="109740"/>
                  <a:pt x="142101" y="108732"/>
                  <a:pt x="139698" y="106717"/>
                </a:cubicBezTo>
                <a:cubicBezTo>
                  <a:pt x="137295" y="104701"/>
                  <a:pt x="135827" y="101650"/>
                  <a:pt x="135293" y="97565"/>
                </a:cubicBezTo>
                <a:moveTo>
                  <a:pt x="135293" y="91637"/>
                </a:moveTo>
                <a:lnTo>
                  <a:pt x="135293" y="66580"/>
                </a:lnTo>
                <a:cubicBezTo>
                  <a:pt x="128831" y="70390"/>
                  <a:pt x="124025" y="74469"/>
                  <a:pt x="120874" y="78816"/>
                </a:cubicBezTo>
                <a:cubicBezTo>
                  <a:pt x="118792" y="81713"/>
                  <a:pt x="117750" y="84637"/>
                  <a:pt x="117750" y="87590"/>
                </a:cubicBezTo>
                <a:cubicBezTo>
                  <a:pt x="117750" y="90058"/>
                  <a:pt x="118631" y="92231"/>
                  <a:pt x="120394" y="94110"/>
                </a:cubicBezTo>
                <a:cubicBezTo>
                  <a:pt x="121729" y="95559"/>
                  <a:pt x="123598" y="96283"/>
                  <a:pt x="126001" y="96283"/>
                </a:cubicBezTo>
                <a:cubicBezTo>
                  <a:pt x="128671" y="96283"/>
                  <a:pt x="131768" y="94735"/>
                  <a:pt x="135293" y="91637"/>
                </a:cubicBezTo>
                <a:close/>
                <a:moveTo>
                  <a:pt x="207064" y="33643"/>
                </a:moveTo>
                <a:lnTo>
                  <a:pt x="207064" y="50625"/>
                </a:lnTo>
                <a:cubicBezTo>
                  <a:pt x="212031" y="42882"/>
                  <a:pt x="216383" y="37742"/>
                  <a:pt x="220121" y="35205"/>
                </a:cubicBezTo>
                <a:cubicBezTo>
                  <a:pt x="223859" y="32668"/>
                  <a:pt x="227464" y="31400"/>
                  <a:pt x="230935" y="31400"/>
                </a:cubicBezTo>
                <a:cubicBezTo>
                  <a:pt x="233925" y="31400"/>
                  <a:pt x="236315" y="32325"/>
                  <a:pt x="238104" y="34174"/>
                </a:cubicBezTo>
                <a:cubicBezTo>
                  <a:pt x="239893" y="36023"/>
                  <a:pt x="240788" y="38635"/>
                  <a:pt x="240788" y="42011"/>
                </a:cubicBezTo>
                <a:cubicBezTo>
                  <a:pt x="240788" y="45602"/>
                  <a:pt x="239920" y="48390"/>
                  <a:pt x="238184" y="50374"/>
                </a:cubicBezTo>
                <a:cubicBezTo>
                  <a:pt x="236449" y="52357"/>
                  <a:pt x="234353" y="53348"/>
                  <a:pt x="231896" y="53348"/>
                </a:cubicBezTo>
                <a:cubicBezTo>
                  <a:pt x="229066" y="53348"/>
                  <a:pt x="226609" y="52440"/>
                  <a:pt x="224527" y="50625"/>
                </a:cubicBezTo>
                <a:cubicBezTo>
                  <a:pt x="222444" y="48809"/>
                  <a:pt x="221216" y="47794"/>
                  <a:pt x="220842" y="47581"/>
                </a:cubicBezTo>
                <a:cubicBezTo>
                  <a:pt x="220308" y="47260"/>
                  <a:pt x="219694" y="47100"/>
                  <a:pt x="219000" y="47100"/>
                </a:cubicBezTo>
                <a:cubicBezTo>
                  <a:pt x="217451" y="47100"/>
                  <a:pt x="215983" y="47688"/>
                  <a:pt x="214594" y="48863"/>
                </a:cubicBezTo>
                <a:cubicBezTo>
                  <a:pt x="212405" y="50678"/>
                  <a:pt x="210749" y="53268"/>
                  <a:pt x="209628" y="56632"/>
                </a:cubicBezTo>
                <a:cubicBezTo>
                  <a:pt x="207919" y="61812"/>
                  <a:pt x="207064" y="67526"/>
                  <a:pt x="207064" y="73774"/>
                </a:cubicBezTo>
                <a:lnTo>
                  <a:pt x="207064" y="90996"/>
                </a:lnTo>
                <a:lnTo>
                  <a:pt x="207145" y="95482"/>
                </a:lnTo>
                <a:cubicBezTo>
                  <a:pt x="207145" y="98526"/>
                  <a:pt x="207331" y="100475"/>
                  <a:pt x="207705" y="101330"/>
                </a:cubicBezTo>
                <a:cubicBezTo>
                  <a:pt x="208346" y="102771"/>
                  <a:pt x="209294" y="103826"/>
                  <a:pt x="210549" y="104494"/>
                </a:cubicBezTo>
                <a:cubicBezTo>
                  <a:pt x="211804" y="105161"/>
                  <a:pt x="213927" y="105575"/>
                  <a:pt x="216917" y="105735"/>
                </a:cubicBezTo>
                <a:lnTo>
                  <a:pt x="216917" y="108619"/>
                </a:lnTo>
                <a:lnTo>
                  <a:pt x="176465" y="108619"/>
                </a:lnTo>
                <a:lnTo>
                  <a:pt x="176465" y="105735"/>
                </a:lnTo>
                <a:cubicBezTo>
                  <a:pt x="179723" y="105468"/>
                  <a:pt x="181926" y="104574"/>
                  <a:pt x="183074" y="103052"/>
                </a:cubicBezTo>
                <a:cubicBezTo>
                  <a:pt x="184222" y="101530"/>
                  <a:pt x="184796" y="97511"/>
                  <a:pt x="184796" y="90996"/>
                </a:cubicBezTo>
                <a:lnTo>
                  <a:pt x="184796" y="49503"/>
                </a:lnTo>
                <a:cubicBezTo>
                  <a:pt x="184796" y="45204"/>
                  <a:pt x="184582" y="42464"/>
                  <a:pt x="184155" y="41283"/>
                </a:cubicBezTo>
                <a:cubicBezTo>
                  <a:pt x="183621" y="39778"/>
                  <a:pt x="182847" y="38676"/>
                  <a:pt x="181832" y="37979"/>
                </a:cubicBezTo>
                <a:cubicBezTo>
                  <a:pt x="180818" y="37279"/>
                  <a:pt x="179029" y="36795"/>
                  <a:pt x="176465" y="36527"/>
                </a:cubicBezTo>
                <a:lnTo>
                  <a:pt x="176465" y="33643"/>
                </a:lnTo>
                <a:lnTo>
                  <a:pt x="207064" y="33643"/>
                </a:lnTo>
                <a:close/>
                <a:moveTo>
                  <a:pt x="296885" y="34604"/>
                </a:moveTo>
                <a:lnTo>
                  <a:pt x="322117" y="34604"/>
                </a:lnTo>
                <a:lnTo>
                  <a:pt x="322117" y="43416"/>
                </a:lnTo>
                <a:lnTo>
                  <a:pt x="307779" y="43416"/>
                </a:lnTo>
                <a:cubicBezTo>
                  <a:pt x="310395" y="46032"/>
                  <a:pt x="312211" y="48409"/>
                  <a:pt x="313226" y="50545"/>
                </a:cubicBezTo>
                <a:cubicBezTo>
                  <a:pt x="314507" y="53428"/>
                  <a:pt x="315148" y="56446"/>
                  <a:pt x="315148" y="59596"/>
                </a:cubicBezTo>
                <a:cubicBezTo>
                  <a:pt x="315148" y="64936"/>
                  <a:pt x="313666" y="69569"/>
                  <a:pt x="310702" y="73494"/>
                </a:cubicBezTo>
                <a:cubicBezTo>
                  <a:pt x="307739" y="77419"/>
                  <a:pt x="303707" y="80490"/>
                  <a:pt x="298607" y="82706"/>
                </a:cubicBezTo>
                <a:cubicBezTo>
                  <a:pt x="293507" y="84922"/>
                  <a:pt x="288981" y="86030"/>
                  <a:pt x="285030" y="86030"/>
                </a:cubicBezTo>
                <a:cubicBezTo>
                  <a:pt x="284709" y="86030"/>
                  <a:pt x="281505" y="85897"/>
                  <a:pt x="275417" y="85630"/>
                </a:cubicBezTo>
                <a:cubicBezTo>
                  <a:pt x="273014" y="85630"/>
                  <a:pt x="270998" y="86413"/>
                  <a:pt x="269369" y="87980"/>
                </a:cubicBezTo>
                <a:cubicBezTo>
                  <a:pt x="267741" y="89547"/>
                  <a:pt x="266926" y="91419"/>
                  <a:pt x="266926" y="93595"/>
                </a:cubicBezTo>
                <a:cubicBezTo>
                  <a:pt x="266926" y="95507"/>
                  <a:pt x="267661" y="97074"/>
                  <a:pt x="269129" y="98296"/>
                </a:cubicBezTo>
                <a:cubicBezTo>
                  <a:pt x="270598" y="99517"/>
                  <a:pt x="272987" y="100128"/>
                  <a:pt x="276298" y="100128"/>
                </a:cubicBezTo>
                <a:lnTo>
                  <a:pt x="290156" y="99968"/>
                </a:lnTo>
                <a:cubicBezTo>
                  <a:pt x="301370" y="99968"/>
                  <a:pt x="309087" y="101199"/>
                  <a:pt x="313306" y="103660"/>
                </a:cubicBezTo>
                <a:cubicBezTo>
                  <a:pt x="319340" y="107083"/>
                  <a:pt x="322357" y="112352"/>
                  <a:pt x="322357" y="119468"/>
                </a:cubicBezTo>
                <a:cubicBezTo>
                  <a:pt x="322357" y="124015"/>
                  <a:pt x="320969" y="128148"/>
                  <a:pt x="318192" y="131866"/>
                </a:cubicBezTo>
                <a:cubicBezTo>
                  <a:pt x="315415" y="135584"/>
                  <a:pt x="311757" y="138326"/>
                  <a:pt x="307218" y="140092"/>
                </a:cubicBezTo>
                <a:cubicBezTo>
                  <a:pt x="300329" y="142713"/>
                  <a:pt x="292399" y="144024"/>
                  <a:pt x="283427" y="144024"/>
                </a:cubicBezTo>
                <a:cubicBezTo>
                  <a:pt x="276699" y="144024"/>
                  <a:pt x="270558" y="143370"/>
                  <a:pt x="265004" y="142062"/>
                </a:cubicBezTo>
                <a:cubicBezTo>
                  <a:pt x="259450" y="140753"/>
                  <a:pt x="255472" y="138937"/>
                  <a:pt x="253069" y="136612"/>
                </a:cubicBezTo>
                <a:cubicBezTo>
                  <a:pt x="250666" y="134289"/>
                  <a:pt x="249464" y="131845"/>
                  <a:pt x="249464" y="129280"/>
                </a:cubicBezTo>
                <a:cubicBezTo>
                  <a:pt x="249464" y="126824"/>
                  <a:pt x="250385" y="124620"/>
                  <a:pt x="252228" y="122669"/>
                </a:cubicBezTo>
                <a:cubicBezTo>
                  <a:pt x="254070" y="120720"/>
                  <a:pt x="257501" y="119078"/>
                  <a:pt x="262521" y="117743"/>
                </a:cubicBezTo>
                <a:cubicBezTo>
                  <a:pt x="255579" y="114325"/>
                  <a:pt x="252107" y="109573"/>
                  <a:pt x="252107" y="103487"/>
                </a:cubicBezTo>
                <a:cubicBezTo>
                  <a:pt x="252107" y="99803"/>
                  <a:pt x="253523" y="96226"/>
                  <a:pt x="256353" y="92756"/>
                </a:cubicBezTo>
                <a:cubicBezTo>
                  <a:pt x="259183" y="89285"/>
                  <a:pt x="263669" y="86268"/>
                  <a:pt x="269810" y="83705"/>
                </a:cubicBezTo>
                <a:cubicBezTo>
                  <a:pt x="262654" y="81085"/>
                  <a:pt x="257474" y="77635"/>
                  <a:pt x="254270" y="73356"/>
                </a:cubicBezTo>
                <a:cubicBezTo>
                  <a:pt x="251066" y="69078"/>
                  <a:pt x="249464" y="64130"/>
                  <a:pt x="249464" y="58515"/>
                </a:cubicBezTo>
                <a:cubicBezTo>
                  <a:pt x="249464" y="51189"/>
                  <a:pt x="252455" y="44838"/>
                  <a:pt x="258436" y="39463"/>
                </a:cubicBezTo>
                <a:cubicBezTo>
                  <a:pt x="264416" y="34088"/>
                  <a:pt x="272106" y="31400"/>
                  <a:pt x="281505" y="31400"/>
                </a:cubicBezTo>
                <a:cubicBezTo>
                  <a:pt x="286471" y="31400"/>
                  <a:pt x="291598" y="32468"/>
                  <a:pt x="296885" y="34604"/>
                </a:cubicBezTo>
                <a:moveTo>
                  <a:pt x="283027" y="36527"/>
                </a:moveTo>
                <a:cubicBezTo>
                  <a:pt x="279930" y="36527"/>
                  <a:pt x="277313" y="38086"/>
                  <a:pt x="275177" y="41205"/>
                </a:cubicBezTo>
                <a:cubicBezTo>
                  <a:pt x="273041" y="44323"/>
                  <a:pt x="271973" y="50786"/>
                  <a:pt x="271973" y="60595"/>
                </a:cubicBezTo>
                <a:cubicBezTo>
                  <a:pt x="271973" y="68537"/>
                  <a:pt x="273028" y="73987"/>
                  <a:pt x="275137" y="76946"/>
                </a:cubicBezTo>
                <a:cubicBezTo>
                  <a:pt x="277246" y="79905"/>
                  <a:pt x="279743" y="81384"/>
                  <a:pt x="282626" y="81384"/>
                </a:cubicBezTo>
                <a:cubicBezTo>
                  <a:pt x="285831" y="81384"/>
                  <a:pt x="288501" y="79918"/>
                  <a:pt x="290637" y="76986"/>
                </a:cubicBezTo>
                <a:cubicBezTo>
                  <a:pt x="292773" y="74054"/>
                  <a:pt x="293841" y="68350"/>
                  <a:pt x="293841" y="59874"/>
                </a:cubicBezTo>
                <a:cubicBezTo>
                  <a:pt x="293841" y="50334"/>
                  <a:pt x="292639" y="43830"/>
                  <a:pt x="290236" y="40364"/>
                </a:cubicBezTo>
                <a:cubicBezTo>
                  <a:pt x="288527" y="37806"/>
                  <a:pt x="286124" y="36527"/>
                  <a:pt x="283027" y="36527"/>
                </a:cubicBezTo>
                <a:moveTo>
                  <a:pt x="278301" y="119673"/>
                </a:moveTo>
                <a:cubicBezTo>
                  <a:pt x="272854" y="119673"/>
                  <a:pt x="269249" y="120125"/>
                  <a:pt x="267487" y="121030"/>
                </a:cubicBezTo>
                <a:cubicBezTo>
                  <a:pt x="264443" y="122677"/>
                  <a:pt x="262921" y="124910"/>
                  <a:pt x="262921" y="127728"/>
                </a:cubicBezTo>
                <a:cubicBezTo>
                  <a:pt x="262921" y="130440"/>
                  <a:pt x="264497" y="132899"/>
                  <a:pt x="267647" y="135105"/>
                </a:cubicBezTo>
                <a:cubicBezTo>
                  <a:pt x="270798" y="137313"/>
                  <a:pt x="276726" y="138417"/>
                  <a:pt x="285430" y="138417"/>
                </a:cubicBezTo>
                <a:cubicBezTo>
                  <a:pt x="292853" y="138417"/>
                  <a:pt x="298687" y="137433"/>
                  <a:pt x="302932" y="135466"/>
                </a:cubicBezTo>
                <a:cubicBezTo>
                  <a:pt x="307178" y="133498"/>
                  <a:pt x="309301" y="130733"/>
                  <a:pt x="309301" y="127170"/>
                </a:cubicBezTo>
                <a:cubicBezTo>
                  <a:pt x="309301" y="125842"/>
                  <a:pt x="308900" y="124725"/>
                  <a:pt x="308099" y="123821"/>
                </a:cubicBezTo>
                <a:cubicBezTo>
                  <a:pt x="306657" y="122226"/>
                  <a:pt x="304481" y="121135"/>
                  <a:pt x="301571" y="120549"/>
                </a:cubicBezTo>
                <a:cubicBezTo>
                  <a:pt x="298660" y="119965"/>
                  <a:pt x="290904" y="119673"/>
                  <a:pt x="278301" y="119673"/>
                </a:cubicBezTo>
                <a:close/>
                <a:moveTo>
                  <a:pt x="394289" y="68408"/>
                </a:moveTo>
                <a:lnTo>
                  <a:pt x="353197" y="68408"/>
                </a:lnTo>
                <a:cubicBezTo>
                  <a:pt x="353677" y="78367"/>
                  <a:pt x="356321" y="86238"/>
                  <a:pt x="361127" y="92020"/>
                </a:cubicBezTo>
                <a:cubicBezTo>
                  <a:pt x="364811" y="96464"/>
                  <a:pt x="369244" y="98686"/>
                  <a:pt x="374424" y="98686"/>
                </a:cubicBezTo>
                <a:cubicBezTo>
                  <a:pt x="377628" y="98686"/>
                  <a:pt x="380538" y="97792"/>
                  <a:pt x="383155" y="96003"/>
                </a:cubicBezTo>
                <a:cubicBezTo>
                  <a:pt x="385772" y="94214"/>
                  <a:pt x="388575" y="90996"/>
                  <a:pt x="391566" y="86350"/>
                </a:cubicBezTo>
                <a:lnTo>
                  <a:pt x="394289" y="88113"/>
                </a:lnTo>
                <a:cubicBezTo>
                  <a:pt x="390231" y="96390"/>
                  <a:pt x="385745" y="102251"/>
                  <a:pt x="380832" y="105695"/>
                </a:cubicBezTo>
                <a:cubicBezTo>
                  <a:pt x="375919" y="109140"/>
                  <a:pt x="370232" y="110862"/>
                  <a:pt x="363770" y="110862"/>
                </a:cubicBezTo>
                <a:cubicBezTo>
                  <a:pt x="352663" y="110862"/>
                  <a:pt x="344252" y="106586"/>
                  <a:pt x="338538" y="98033"/>
                </a:cubicBezTo>
                <a:cubicBezTo>
                  <a:pt x="333945" y="91137"/>
                  <a:pt x="331649" y="82585"/>
                  <a:pt x="331649" y="72375"/>
                </a:cubicBezTo>
                <a:cubicBezTo>
                  <a:pt x="331649" y="59866"/>
                  <a:pt x="335027" y="49910"/>
                  <a:pt x="341782" y="42507"/>
                </a:cubicBezTo>
                <a:cubicBezTo>
                  <a:pt x="348537" y="35102"/>
                  <a:pt x="356454" y="31400"/>
                  <a:pt x="365532" y="31400"/>
                </a:cubicBezTo>
                <a:cubicBezTo>
                  <a:pt x="373115" y="31400"/>
                  <a:pt x="379697" y="34511"/>
                  <a:pt x="385278" y="40732"/>
                </a:cubicBezTo>
                <a:cubicBezTo>
                  <a:pt x="390858" y="46953"/>
                  <a:pt x="393862" y="56179"/>
                  <a:pt x="394289" y="68408"/>
                </a:cubicBezTo>
                <a:moveTo>
                  <a:pt x="374584" y="63121"/>
                </a:moveTo>
                <a:cubicBezTo>
                  <a:pt x="374584" y="54523"/>
                  <a:pt x="374117" y="48622"/>
                  <a:pt x="373182" y="45418"/>
                </a:cubicBezTo>
                <a:cubicBezTo>
                  <a:pt x="372248" y="42214"/>
                  <a:pt x="370792" y="39784"/>
                  <a:pt x="368817" y="38129"/>
                </a:cubicBezTo>
                <a:cubicBezTo>
                  <a:pt x="367695" y="37168"/>
                  <a:pt x="366200" y="36687"/>
                  <a:pt x="364331" y="36687"/>
                </a:cubicBezTo>
                <a:cubicBezTo>
                  <a:pt x="361554" y="36687"/>
                  <a:pt x="359284" y="38049"/>
                  <a:pt x="357522" y="40772"/>
                </a:cubicBezTo>
                <a:cubicBezTo>
                  <a:pt x="354371" y="45525"/>
                  <a:pt x="352796" y="52040"/>
                  <a:pt x="352796" y="60317"/>
                </a:cubicBezTo>
                <a:lnTo>
                  <a:pt x="352796" y="63121"/>
                </a:lnTo>
                <a:lnTo>
                  <a:pt x="374584" y="63121"/>
                </a:lnTo>
                <a:close/>
                <a:moveTo>
                  <a:pt x="433404" y="6088"/>
                </a:moveTo>
                <a:lnTo>
                  <a:pt x="433404" y="33643"/>
                </a:lnTo>
                <a:lnTo>
                  <a:pt x="451187" y="33643"/>
                </a:lnTo>
                <a:lnTo>
                  <a:pt x="451187" y="41493"/>
                </a:lnTo>
                <a:lnTo>
                  <a:pt x="433404" y="41493"/>
                </a:lnTo>
                <a:lnTo>
                  <a:pt x="433404" y="87837"/>
                </a:lnTo>
                <a:cubicBezTo>
                  <a:pt x="433404" y="92175"/>
                  <a:pt x="433605" y="94972"/>
                  <a:pt x="434005" y="96231"/>
                </a:cubicBezTo>
                <a:cubicBezTo>
                  <a:pt x="434406" y="97489"/>
                  <a:pt x="435113" y="98507"/>
                  <a:pt x="436128" y="99284"/>
                </a:cubicBezTo>
                <a:cubicBezTo>
                  <a:pt x="437142" y="100060"/>
                  <a:pt x="438077" y="100448"/>
                  <a:pt x="438931" y="100448"/>
                </a:cubicBezTo>
                <a:cubicBezTo>
                  <a:pt x="442402" y="100448"/>
                  <a:pt x="445687" y="97778"/>
                  <a:pt x="448784" y="92438"/>
                </a:cubicBezTo>
                <a:lnTo>
                  <a:pt x="451187" y="94218"/>
                </a:lnTo>
                <a:cubicBezTo>
                  <a:pt x="446862" y="104566"/>
                  <a:pt x="439839" y="109740"/>
                  <a:pt x="430120" y="109740"/>
                </a:cubicBezTo>
                <a:cubicBezTo>
                  <a:pt x="425367" y="109740"/>
                  <a:pt x="421349" y="108415"/>
                  <a:pt x="418065" y="105763"/>
                </a:cubicBezTo>
                <a:cubicBezTo>
                  <a:pt x="414780" y="103109"/>
                  <a:pt x="412684" y="100148"/>
                  <a:pt x="411777" y="96879"/>
                </a:cubicBezTo>
                <a:cubicBezTo>
                  <a:pt x="411243" y="95057"/>
                  <a:pt x="410976" y="90126"/>
                  <a:pt x="410976" y="82088"/>
                </a:cubicBezTo>
                <a:lnTo>
                  <a:pt x="410976" y="41493"/>
                </a:lnTo>
                <a:lnTo>
                  <a:pt x="401203" y="41493"/>
                </a:lnTo>
                <a:lnTo>
                  <a:pt x="401203" y="38682"/>
                </a:lnTo>
                <a:cubicBezTo>
                  <a:pt x="407932" y="33919"/>
                  <a:pt x="413659" y="28915"/>
                  <a:pt x="418385" y="23670"/>
                </a:cubicBezTo>
                <a:cubicBezTo>
                  <a:pt x="423111" y="18425"/>
                  <a:pt x="427236" y="12564"/>
                  <a:pt x="430761" y="6088"/>
                </a:cubicBezTo>
                <a:lnTo>
                  <a:pt x="433404" y="60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dataset">
            <a:extLst xmlns:a="http://schemas.openxmlformats.org/drawingml/2006/main">
              <a:ext uri="{FF2B5EF4-FFF2-40B4-BE49-F238E27FC236}">
                <a16:creationId xmlns:a16="http://schemas.microsoft.com/office/drawing/2014/main" id="{346E0AF3-30AD-4D2E-ACC8-6A245A97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315" y="3683921"/>
            <a:ext cx="493244" cy="110862"/>
          </a:xfrm>
          <a:custGeom xmlns:a="http://schemas.openxmlformats.org/drawingml/2006/main">
            <a:pathLst>
              <a:path w="493244" h="110862">
                <a:moveTo>
                  <a:pt x="72012" y="0"/>
                </a:moveTo>
                <a:lnTo>
                  <a:pt x="72012" y="86190"/>
                </a:lnTo>
                <a:cubicBezTo>
                  <a:pt x="72012" y="91953"/>
                  <a:pt x="72172" y="95362"/>
                  <a:pt x="72493" y="96418"/>
                </a:cubicBezTo>
                <a:cubicBezTo>
                  <a:pt x="72920" y="98164"/>
                  <a:pt x="73734" y="99460"/>
                  <a:pt x="74936" y="100306"/>
                </a:cubicBezTo>
                <a:cubicBezTo>
                  <a:pt x="76137" y="101150"/>
                  <a:pt x="78233" y="101678"/>
                  <a:pt x="81224" y="101890"/>
                </a:cubicBezTo>
                <a:lnTo>
                  <a:pt x="81224" y="104774"/>
                </a:lnTo>
                <a:lnTo>
                  <a:pt x="49583" y="110862"/>
                </a:lnTo>
                <a:lnTo>
                  <a:pt x="49583" y="99007"/>
                </a:lnTo>
                <a:cubicBezTo>
                  <a:pt x="45792" y="103599"/>
                  <a:pt x="42414" y="106723"/>
                  <a:pt x="39450" y="108379"/>
                </a:cubicBezTo>
                <a:cubicBezTo>
                  <a:pt x="36487" y="110034"/>
                  <a:pt x="33136" y="110862"/>
                  <a:pt x="29398" y="110862"/>
                </a:cubicBezTo>
                <a:cubicBezTo>
                  <a:pt x="19839" y="110862"/>
                  <a:pt x="12282" y="106586"/>
                  <a:pt x="6729" y="98033"/>
                </a:cubicBezTo>
                <a:cubicBezTo>
                  <a:pt x="2243" y="91084"/>
                  <a:pt x="0" y="82558"/>
                  <a:pt x="0" y="72455"/>
                </a:cubicBezTo>
                <a:cubicBezTo>
                  <a:pt x="0" y="64383"/>
                  <a:pt x="1388" y="57153"/>
                  <a:pt x="4165" y="50765"/>
                </a:cubicBezTo>
                <a:cubicBezTo>
                  <a:pt x="6942" y="44377"/>
                  <a:pt x="10747" y="39552"/>
                  <a:pt x="15580" y="36291"/>
                </a:cubicBezTo>
                <a:cubicBezTo>
                  <a:pt x="20413" y="33031"/>
                  <a:pt x="25606" y="31400"/>
                  <a:pt x="31160" y="31400"/>
                </a:cubicBezTo>
                <a:cubicBezTo>
                  <a:pt x="34738" y="31400"/>
                  <a:pt x="37915" y="32100"/>
                  <a:pt x="40692" y="33500"/>
                </a:cubicBezTo>
                <a:cubicBezTo>
                  <a:pt x="43469" y="34900"/>
                  <a:pt x="46433" y="37351"/>
                  <a:pt x="49583" y="40852"/>
                </a:cubicBezTo>
                <a:lnTo>
                  <a:pt x="49583" y="18263"/>
                </a:lnTo>
                <a:cubicBezTo>
                  <a:pt x="49583" y="12549"/>
                  <a:pt x="49343" y="9105"/>
                  <a:pt x="48863" y="7930"/>
                </a:cubicBezTo>
                <a:cubicBezTo>
                  <a:pt x="48222" y="6381"/>
                  <a:pt x="47260" y="5233"/>
                  <a:pt x="45979" y="4486"/>
                </a:cubicBezTo>
                <a:cubicBezTo>
                  <a:pt x="44697" y="3738"/>
                  <a:pt x="42294" y="3364"/>
                  <a:pt x="38770" y="3364"/>
                </a:cubicBezTo>
                <a:lnTo>
                  <a:pt x="38770" y="0"/>
                </a:lnTo>
                <a:lnTo>
                  <a:pt x="72012" y="0"/>
                </a:lnTo>
                <a:moveTo>
                  <a:pt x="49583" y="50625"/>
                </a:moveTo>
                <a:cubicBezTo>
                  <a:pt x="45632" y="43149"/>
                  <a:pt x="40799" y="39410"/>
                  <a:pt x="35085" y="39410"/>
                </a:cubicBezTo>
                <a:cubicBezTo>
                  <a:pt x="33109" y="39410"/>
                  <a:pt x="31480" y="39944"/>
                  <a:pt x="30199" y="41012"/>
                </a:cubicBezTo>
                <a:cubicBezTo>
                  <a:pt x="28223" y="42668"/>
                  <a:pt x="26607" y="45578"/>
                  <a:pt x="25352" y="49744"/>
                </a:cubicBezTo>
                <a:cubicBezTo>
                  <a:pt x="24097" y="53909"/>
                  <a:pt x="23470" y="60290"/>
                  <a:pt x="23470" y="68888"/>
                </a:cubicBezTo>
                <a:cubicBezTo>
                  <a:pt x="23470" y="78340"/>
                  <a:pt x="24164" y="85336"/>
                  <a:pt x="25553" y="89875"/>
                </a:cubicBezTo>
                <a:cubicBezTo>
                  <a:pt x="26941" y="94414"/>
                  <a:pt x="28837" y="97698"/>
                  <a:pt x="31240" y="99728"/>
                </a:cubicBezTo>
                <a:cubicBezTo>
                  <a:pt x="32468" y="100742"/>
                  <a:pt x="34150" y="101250"/>
                  <a:pt x="36286" y="101250"/>
                </a:cubicBezTo>
                <a:cubicBezTo>
                  <a:pt x="40986" y="101250"/>
                  <a:pt x="45418" y="97553"/>
                  <a:pt x="49583" y="90160"/>
                </a:cubicBezTo>
                <a:lnTo>
                  <a:pt x="49583" y="50625"/>
                </a:lnTo>
                <a:close/>
                <a:moveTo>
                  <a:pt x="131743" y="97565"/>
                </a:moveTo>
                <a:cubicBezTo>
                  <a:pt x="122612" y="105682"/>
                  <a:pt x="114414" y="109740"/>
                  <a:pt x="107152" y="109740"/>
                </a:cubicBezTo>
                <a:cubicBezTo>
                  <a:pt x="102880" y="109740"/>
                  <a:pt x="99328" y="108334"/>
                  <a:pt x="96498" y="105522"/>
                </a:cubicBezTo>
                <a:cubicBezTo>
                  <a:pt x="93668" y="102709"/>
                  <a:pt x="92253" y="99186"/>
                  <a:pt x="92253" y="94954"/>
                </a:cubicBezTo>
                <a:cubicBezTo>
                  <a:pt x="92253" y="89220"/>
                  <a:pt x="94709" y="84063"/>
                  <a:pt x="99622" y="79482"/>
                </a:cubicBezTo>
                <a:cubicBezTo>
                  <a:pt x="104535" y="74901"/>
                  <a:pt x="115242" y="68806"/>
                  <a:pt x="131743" y="61198"/>
                </a:cubicBezTo>
                <a:lnTo>
                  <a:pt x="131743" y="53669"/>
                </a:lnTo>
                <a:cubicBezTo>
                  <a:pt x="131743" y="48008"/>
                  <a:pt x="131436" y="44444"/>
                  <a:pt x="130822" y="42975"/>
                </a:cubicBezTo>
                <a:cubicBezTo>
                  <a:pt x="130208" y="41506"/>
                  <a:pt x="129046" y="40225"/>
                  <a:pt x="127338" y="39130"/>
                </a:cubicBezTo>
                <a:cubicBezTo>
                  <a:pt x="125629" y="38035"/>
                  <a:pt x="123706" y="37488"/>
                  <a:pt x="121570" y="37488"/>
                </a:cubicBezTo>
                <a:cubicBezTo>
                  <a:pt x="118099" y="37488"/>
                  <a:pt x="115242" y="38262"/>
                  <a:pt x="112999" y="39811"/>
                </a:cubicBezTo>
                <a:cubicBezTo>
                  <a:pt x="111611" y="40772"/>
                  <a:pt x="110917" y="41894"/>
                  <a:pt x="110917" y="43175"/>
                </a:cubicBezTo>
                <a:cubicBezTo>
                  <a:pt x="110917" y="44297"/>
                  <a:pt x="111664" y="45685"/>
                  <a:pt x="113159" y="47341"/>
                </a:cubicBezTo>
                <a:cubicBezTo>
                  <a:pt x="115189" y="49637"/>
                  <a:pt x="116203" y="51853"/>
                  <a:pt x="116203" y="53989"/>
                </a:cubicBezTo>
                <a:cubicBezTo>
                  <a:pt x="116203" y="56606"/>
                  <a:pt x="115229" y="58835"/>
                  <a:pt x="113280" y="60678"/>
                </a:cubicBezTo>
                <a:cubicBezTo>
                  <a:pt x="111330" y="62520"/>
                  <a:pt x="108781" y="63441"/>
                  <a:pt x="105630" y="63441"/>
                </a:cubicBezTo>
                <a:cubicBezTo>
                  <a:pt x="102266" y="63441"/>
                  <a:pt x="99449" y="62427"/>
                  <a:pt x="97179" y="60397"/>
                </a:cubicBezTo>
                <a:cubicBezTo>
                  <a:pt x="94909" y="58368"/>
                  <a:pt x="93775" y="55992"/>
                  <a:pt x="93775" y="53268"/>
                </a:cubicBezTo>
                <a:cubicBezTo>
                  <a:pt x="93775" y="49423"/>
                  <a:pt x="95297" y="45752"/>
                  <a:pt x="98341" y="42254"/>
                </a:cubicBezTo>
                <a:cubicBezTo>
                  <a:pt x="101384" y="38756"/>
                  <a:pt x="105630" y="36073"/>
                  <a:pt x="111077" y="34204"/>
                </a:cubicBezTo>
                <a:cubicBezTo>
                  <a:pt x="116524" y="32335"/>
                  <a:pt x="122184" y="31400"/>
                  <a:pt x="128059" y="31400"/>
                </a:cubicBezTo>
                <a:cubicBezTo>
                  <a:pt x="135161" y="31400"/>
                  <a:pt x="140781" y="32913"/>
                  <a:pt x="144920" y="35938"/>
                </a:cubicBezTo>
                <a:cubicBezTo>
                  <a:pt x="149059" y="38962"/>
                  <a:pt x="151742" y="42241"/>
                  <a:pt x="152970" y="45774"/>
                </a:cubicBezTo>
                <a:cubicBezTo>
                  <a:pt x="153718" y="48021"/>
                  <a:pt x="154092" y="53186"/>
                  <a:pt x="154092" y="61268"/>
                </a:cubicBezTo>
                <a:lnTo>
                  <a:pt x="154092" y="90413"/>
                </a:lnTo>
                <a:cubicBezTo>
                  <a:pt x="154092" y="93839"/>
                  <a:pt x="154225" y="95994"/>
                  <a:pt x="154492" y="96879"/>
                </a:cubicBezTo>
                <a:cubicBezTo>
                  <a:pt x="154759" y="97762"/>
                  <a:pt x="155160" y="98418"/>
                  <a:pt x="155694" y="98846"/>
                </a:cubicBezTo>
                <a:cubicBezTo>
                  <a:pt x="156228" y="99274"/>
                  <a:pt x="156842" y="99487"/>
                  <a:pt x="157536" y="99487"/>
                </a:cubicBezTo>
                <a:cubicBezTo>
                  <a:pt x="158925" y="99487"/>
                  <a:pt x="160340" y="98499"/>
                  <a:pt x="161782" y="96523"/>
                </a:cubicBezTo>
                <a:lnTo>
                  <a:pt x="164185" y="98446"/>
                </a:lnTo>
                <a:cubicBezTo>
                  <a:pt x="161515" y="102398"/>
                  <a:pt x="158751" y="105268"/>
                  <a:pt x="155894" y="107057"/>
                </a:cubicBezTo>
                <a:cubicBezTo>
                  <a:pt x="153037" y="108846"/>
                  <a:pt x="149793" y="109740"/>
                  <a:pt x="146162" y="109740"/>
                </a:cubicBezTo>
                <a:cubicBezTo>
                  <a:pt x="141890" y="109740"/>
                  <a:pt x="138552" y="108732"/>
                  <a:pt x="136149" y="106717"/>
                </a:cubicBezTo>
                <a:cubicBezTo>
                  <a:pt x="133746" y="104701"/>
                  <a:pt x="132277" y="101650"/>
                  <a:pt x="131743" y="97565"/>
                </a:cubicBezTo>
                <a:moveTo>
                  <a:pt x="131743" y="91637"/>
                </a:moveTo>
                <a:lnTo>
                  <a:pt x="131743" y="66580"/>
                </a:lnTo>
                <a:cubicBezTo>
                  <a:pt x="125282" y="70390"/>
                  <a:pt x="120475" y="74469"/>
                  <a:pt x="117325" y="78816"/>
                </a:cubicBezTo>
                <a:cubicBezTo>
                  <a:pt x="115242" y="81713"/>
                  <a:pt x="114201" y="84637"/>
                  <a:pt x="114201" y="87590"/>
                </a:cubicBezTo>
                <a:cubicBezTo>
                  <a:pt x="114201" y="90058"/>
                  <a:pt x="115082" y="92231"/>
                  <a:pt x="116844" y="94110"/>
                </a:cubicBezTo>
                <a:cubicBezTo>
                  <a:pt x="118179" y="95559"/>
                  <a:pt x="120048" y="96283"/>
                  <a:pt x="122451" y="96283"/>
                </a:cubicBezTo>
                <a:cubicBezTo>
                  <a:pt x="125121" y="96283"/>
                  <a:pt x="128219" y="94735"/>
                  <a:pt x="131743" y="91637"/>
                </a:cubicBezTo>
                <a:close/>
                <a:moveTo>
                  <a:pt x="202153" y="6088"/>
                </a:moveTo>
                <a:lnTo>
                  <a:pt x="202153" y="33643"/>
                </a:lnTo>
                <a:lnTo>
                  <a:pt x="219936" y="33643"/>
                </a:lnTo>
                <a:lnTo>
                  <a:pt x="219936" y="41493"/>
                </a:lnTo>
                <a:lnTo>
                  <a:pt x="202153" y="41493"/>
                </a:lnTo>
                <a:lnTo>
                  <a:pt x="202153" y="87837"/>
                </a:lnTo>
                <a:cubicBezTo>
                  <a:pt x="202153" y="92175"/>
                  <a:pt x="202354" y="94972"/>
                  <a:pt x="202754" y="96231"/>
                </a:cubicBezTo>
                <a:cubicBezTo>
                  <a:pt x="203155" y="97489"/>
                  <a:pt x="203862" y="98507"/>
                  <a:pt x="204877" y="99284"/>
                </a:cubicBezTo>
                <a:cubicBezTo>
                  <a:pt x="205892" y="100060"/>
                  <a:pt x="206826" y="100448"/>
                  <a:pt x="207681" y="100448"/>
                </a:cubicBezTo>
                <a:cubicBezTo>
                  <a:pt x="211152" y="100448"/>
                  <a:pt x="214436" y="97778"/>
                  <a:pt x="217533" y="92438"/>
                </a:cubicBezTo>
                <a:lnTo>
                  <a:pt x="219936" y="94218"/>
                </a:lnTo>
                <a:cubicBezTo>
                  <a:pt x="215611" y="104566"/>
                  <a:pt x="208588" y="109740"/>
                  <a:pt x="198869" y="109740"/>
                </a:cubicBezTo>
                <a:cubicBezTo>
                  <a:pt x="194117" y="109740"/>
                  <a:pt x="190098" y="108415"/>
                  <a:pt x="186814" y="105763"/>
                </a:cubicBezTo>
                <a:cubicBezTo>
                  <a:pt x="183530" y="103109"/>
                  <a:pt x="181434" y="100148"/>
                  <a:pt x="180526" y="96879"/>
                </a:cubicBezTo>
                <a:cubicBezTo>
                  <a:pt x="179992" y="95057"/>
                  <a:pt x="179725" y="90126"/>
                  <a:pt x="179725" y="82088"/>
                </a:cubicBezTo>
                <a:lnTo>
                  <a:pt x="179725" y="41493"/>
                </a:lnTo>
                <a:lnTo>
                  <a:pt x="169952" y="41493"/>
                </a:lnTo>
                <a:lnTo>
                  <a:pt x="169952" y="38682"/>
                </a:lnTo>
                <a:cubicBezTo>
                  <a:pt x="176681" y="33919"/>
                  <a:pt x="182408" y="28915"/>
                  <a:pt x="187134" y="23670"/>
                </a:cubicBezTo>
                <a:cubicBezTo>
                  <a:pt x="191860" y="18425"/>
                  <a:pt x="195986" y="12564"/>
                  <a:pt x="199510" y="6088"/>
                </a:cubicBezTo>
                <a:lnTo>
                  <a:pt x="202153" y="6088"/>
                </a:lnTo>
                <a:close/>
                <a:moveTo>
                  <a:pt x="268397" y="97565"/>
                </a:moveTo>
                <a:cubicBezTo>
                  <a:pt x="259266" y="105682"/>
                  <a:pt x="251068" y="109740"/>
                  <a:pt x="243806" y="109740"/>
                </a:cubicBezTo>
                <a:cubicBezTo>
                  <a:pt x="239534" y="109740"/>
                  <a:pt x="235982" y="108334"/>
                  <a:pt x="233152" y="105522"/>
                </a:cubicBezTo>
                <a:cubicBezTo>
                  <a:pt x="230322" y="102709"/>
                  <a:pt x="228907" y="99186"/>
                  <a:pt x="228907" y="94954"/>
                </a:cubicBezTo>
                <a:cubicBezTo>
                  <a:pt x="228907" y="89220"/>
                  <a:pt x="231363" y="84063"/>
                  <a:pt x="236276" y="79482"/>
                </a:cubicBezTo>
                <a:cubicBezTo>
                  <a:pt x="241189" y="74901"/>
                  <a:pt x="251896" y="68806"/>
                  <a:pt x="268397" y="61198"/>
                </a:cubicBezTo>
                <a:lnTo>
                  <a:pt x="268397" y="53669"/>
                </a:lnTo>
                <a:cubicBezTo>
                  <a:pt x="268397" y="48008"/>
                  <a:pt x="268090" y="44444"/>
                  <a:pt x="267476" y="42975"/>
                </a:cubicBezTo>
                <a:cubicBezTo>
                  <a:pt x="266862" y="41506"/>
                  <a:pt x="265700" y="40225"/>
                  <a:pt x="263992" y="39130"/>
                </a:cubicBezTo>
                <a:cubicBezTo>
                  <a:pt x="262283" y="38035"/>
                  <a:pt x="260360" y="37488"/>
                  <a:pt x="258224" y="37488"/>
                </a:cubicBezTo>
                <a:cubicBezTo>
                  <a:pt x="254753" y="37488"/>
                  <a:pt x="251896" y="38262"/>
                  <a:pt x="249653" y="39811"/>
                </a:cubicBezTo>
                <a:cubicBezTo>
                  <a:pt x="248265" y="40772"/>
                  <a:pt x="247571" y="41894"/>
                  <a:pt x="247571" y="43175"/>
                </a:cubicBezTo>
                <a:cubicBezTo>
                  <a:pt x="247571" y="44297"/>
                  <a:pt x="248318" y="45685"/>
                  <a:pt x="249813" y="47341"/>
                </a:cubicBezTo>
                <a:cubicBezTo>
                  <a:pt x="251843" y="49637"/>
                  <a:pt x="252857" y="51853"/>
                  <a:pt x="252857" y="53989"/>
                </a:cubicBezTo>
                <a:cubicBezTo>
                  <a:pt x="252857" y="56606"/>
                  <a:pt x="251883" y="58835"/>
                  <a:pt x="249934" y="60678"/>
                </a:cubicBezTo>
                <a:cubicBezTo>
                  <a:pt x="247984" y="62520"/>
                  <a:pt x="245434" y="63441"/>
                  <a:pt x="242284" y="63441"/>
                </a:cubicBezTo>
                <a:cubicBezTo>
                  <a:pt x="238919" y="63441"/>
                  <a:pt x="236103" y="62427"/>
                  <a:pt x="233833" y="60397"/>
                </a:cubicBezTo>
                <a:cubicBezTo>
                  <a:pt x="231563" y="58368"/>
                  <a:pt x="230429" y="55992"/>
                  <a:pt x="230429" y="53268"/>
                </a:cubicBezTo>
                <a:cubicBezTo>
                  <a:pt x="230429" y="49423"/>
                  <a:pt x="231951" y="45752"/>
                  <a:pt x="234994" y="42254"/>
                </a:cubicBezTo>
                <a:cubicBezTo>
                  <a:pt x="238038" y="38756"/>
                  <a:pt x="242284" y="36073"/>
                  <a:pt x="247731" y="34204"/>
                </a:cubicBezTo>
                <a:cubicBezTo>
                  <a:pt x="253178" y="32335"/>
                  <a:pt x="258838" y="31400"/>
                  <a:pt x="264712" y="31400"/>
                </a:cubicBezTo>
                <a:cubicBezTo>
                  <a:pt x="271815" y="31400"/>
                  <a:pt x="277435" y="32913"/>
                  <a:pt x="281574" y="35938"/>
                </a:cubicBezTo>
                <a:cubicBezTo>
                  <a:pt x="285713" y="38962"/>
                  <a:pt x="288396" y="42241"/>
                  <a:pt x="289624" y="45774"/>
                </a:cubicBezTo>
                <a:cubicBezTo>
                  <a:pt x="290372" y="48021"/>
                  <a:pt x="290746" y="53186"/>
                  <a:pt x="290746" y="61268"/>
                </a:cubicBezTo>
                <a:lnTo>
                  <a:pt x="290746" y="90413"/>
                </a:lnTo>
                <a:cubicBezTo>
                  <a:pt x="290746" y="93839"/>
                  <a:pt x="290879" y="95994"/>
                  <a:pt x="291146" y="96879"/>
                </a:cubicBezTo>
                <a:cubicBezTo>
                  <a:pt x="291413" y="97762"/>
                  <a:pt x="291814" y="98418"/>
                  <a:pt x="292348" y="98846"/>
                </a:cubicBezTo>
                <a:cubicBezTo>
                  <a:pt x="292882" y="99274"/>
                  <a:pt x="293496" y="99487"/>
                  <a:pt x="294190" y="99487"/>
                </a:cubicBezTo>
                <a:cubicBezTo>
                  <a:pt x="295579" y="99487"/>
                  <a:pt x="296994" y="98499"/>
                  <a:pt x="298436" y="96523"/>
                </a:cubicBezTo>
                <a:lnTo>
                  <a:pt x="300839" y="98446"/>
                </a:lnTo>
                <a:cubicBezTo>
                  <a:pt x="298169" y="102398"/>
                  <a:pt x="295405" y="105268"/>
                  <a:pt x="292548" y="107057"/>
                </a:cubicBezTo>
                <a:cubicBezTo>
                  <a:pt x="289691" y="108846"/>
                  <a:pt x="286447" y="109740"/>
                  <a:pt x="282816" y="109740"/>
                </a:cubicBezTo>
                <a:cubicBezTo>
                  <a:pt x="278543" y="109740"/>
                  <a:pt x="275206" y="108732"/>
                  <a:pt x="272803" y="106717"/>
                </a:cubicBezTo>
                <a:cubicBezTo>
                  <a:pt x="270400" y="104701"/>
                  <a:pt x="268931" y="101650"/>
                  <a:pt x="268397" y="97565"/>
                </a:cubicBezTo>
                <a:moveTo>
                  <a:pt x="268397" y="91637"/>
                </a:moveTo>
                <a:lnTo>
                  <a:pt x="268397" y="66580"/>
                </a:lnTo>
                <a:cubicBezTo>
                  <a:pt x="261936" y="70390"/>
                  <a:pt x="257129" y="74469"/>
                  <a:pt x="253979" y="78816"/>
                </a:cubicBezTo>
                <a:cubicBezTo>
                  <a:pt x="251896" y="81713"/>
                  <a:pt x="250855" y="84637"/>
                  <a:pt x="250855" y="87590"/>
                </a:cubicBezTo>
                <a:cubicBezTo>
                  <a:pt x="250855" y="90058"/>
                  <a:pt x="251736" y="92231"/>
                  <a:pt x="253498" y="94110"/>
                </a:cubicBezTo>
                <a:cubicBezTo>
                  <a:pt x="254833" y="95559"/>
                  <a:pt x="256702" y="96283"/>
                  <a:pt x="259105" y="96283"/>
                </a:cubicBezTo>
                <a:cubicBezTo>
                  <a:pt x="261775" y="96283"/>
                  <a:pt x="264873" y="94735"/>
                  <a:pt x="268397" y="91637"/>
                </a:cubicBezTo>
                <a:close/>
                <a:moveTo>
                  <a:pt x="356430" y="31721"/>
                </a:moveTo>
                <a:lnTo>
                  <a:pt x="357631" y="57353"/>
                </a:lnTo>
                <a:lnTo>
                  <a:pt x="354908" y="57353"/>
                </a:lnTo>
                <a:cubicBezTo>
                  <a:pt x="351650" y="49709"/>
                  <a:pt x="348273" y="44487"/>
                  <a:pt x="344775" y="41688"/>
                </a:cubicBezTo>
                <a:cubicBezTo>
                  <a:pt x="341277" y="38888"/>
                  <a:pt x="337793" y="37488"/>
                  <a:pt x="334321" y="37488"/>
                </a:cubicBezTo>
                <a:cubicBezTo>
                  <a:pt x="332132" y="37488"/>
                  <a:pt x="330263" y="38222"/>
                  <a:pt x="328714" y="39691"/>
                </a:cubicBezTo>
                <a:cubicBezTo>
                  <a:pt x="327166" y="41159"/>
                  <a:pt x="326391" y="42855"/>
                  <a:pt x="326391" y="44777"/>
                </a:cubicBezTo>
                <a:cubicBezTo>
                  <a:pt x="326391" y="46219"/>
                  <a:pt x="326925" y="47608"/>
                  <a:pt x="327993" y="48943"/>
                </a:cubicBezTo>
                <a:cubicBezTo>
                  <a:pt x="329702" y="51132"/>
                  <a:pt x="334482" y="54884"/>
                  <a:pt x="342332" y="60197"/>
                </a:cubicBezTo>
                <a:cubicBezTo>
                  <a:pt x="350182" y="65510"/>
                  <a:pt x="355348" y="70023"/>
                  <a:pt x="357831" y="73734"/>
                </a:cubicBezTo>
                <a:cubicBezTo>
                  <a:pt x="360315" y="77446"/>
                  <a:pt x="361556" y="81598"/>
                  <a:pt x="361556" y="86190"/>
                </a:cubicBezTo>
                <a:cubicBezTo>
                  <a:pt x="361556" y="90356"/>
                  <a:pt x="360515" y="94441"/>
                  <a:pt x="358432" y="98446"/>
                </a:cubicBezTo>
                <a:cubicBezTo>
                  <a:pt x="356350" y="102451"/>
                  <a:pt x="353412" y="105522"/>
                  <a:pt x="349621" y="107658"/>
                </a:cubicBezTo>
                <a:cubicBezTo>
                  <a:pt x="345829" y="109794"/>
                  <a:pt x="341637" y="110862"/>
                  <a:pt x="337045" y="110862"/>
                </a:cubicBezTo>
                <a:cubicBezTo>
                  <a:pt x="333467" y="110862"/>
                  <a:pt x="328688" y="109720"/>
                  <a:pt x="322707" y="107435"/>
                </a:cubicBezTo>
                <a:cubicBezTo>
                  <a:pt x="321105" y="106836"/>
                  <a:pt x="320010" y="106536"/>
                  <a:pt x="319422" y="106536"/>
                </a:cubicBezTo>
                <a:cubicBezTo>
                  <a:pt x="317660" y="106536"/>
                  <a:pt x="316192" y="107871"/>
                  <a:pt x="315017" y="110541"/>
                </a:cubicBezTo>
                <a:lnTo>
                  <a:pt x="312373" y="110541"/>
                </a:lnTo>
                <a:lnTo>
                  <a:pt x="311092" y="83627"/>
                </a:lnTo>
                <a:lnTo>
                  <a:pt x="313815" y="83627"/>
                </a:lnTo>
                <a:cubicBezTo>
                  <a:pt x="316218" y="90676"/>
                  <a:pt x="319516" y="95963"/>
                  <a:pt x="323708" y="99487"/>
                </a:cubicBezTo>
                <a:cubicBezTo>
                  <a:pt x="327900" y="103012"/>
                  <a:pt x="331865" y="104774"/>
                  <a:pt x="335603" y="104774"/>
                </a:cubicBezTo>
                <a:cubicBezTo>
                  <a:pt x="338166" y="104774"/>
                  <a:pt x="340262" y="103986"/>
                  <a:pt x="341891" y="102411"/>
                </a:cubicBezTo>
                <a:cubicBezTo>
                  <a:pt x="343520" y="100836"/>
                  <a:pt x="344334" y="98927"/>
                  <a:pt x="344334" y="96684"/>
                </a:cubicBezTo>
                <a:cubicBezTo>
                  <a:pt x="344334" y="94120"/>
                  <a:pt x="343533" y="91904"/>
                  <a:pt x="341931" y="90035"/>
                </a:cubicBezTo>
                <a:cubicBezTo>
                  <a:pt x="340329" y="88166"/>
                  <a:pt x="336751" y="85336"/>
                  <a:pt x="331197" y="81544"/>
                </a:cubicBezTo>
                <a:cubicBezTo>
                  <a:pt x="323027" y="75884"/>
                  <a:pt x="317740" y="71558"/>
                  <a:pt x="315337" y="68568"/>
                </a:cubicBezTo>
                <a:cubicBezTo>
                  <a:pt x="311813" y="64189"/>
                  <a:pt x="310050" y="59356"/>
                  <a:pt x="310050" y="54069"/>
                </a:cubicBezTo>
                <a:cubicBezTo>
                  <a:pt x="310050" y="48302"/>
                  <a:pt x="312040" y="43082"/>
                  <a:pt x="316018" y="38409"/>
                </a:cubicBezTo>
                <a:cubicBezTo>
                  <a:pt x="319996" y="33736"/>
                  <a:pt x="325750" y="31400"/>
                  <a:pt x="333280" y="31400"/>
                </a:cubicBezTo>
                <a:cubicBezTo>
                  <a:pt x="337339" y="31400"/>
                  <a:pt x="341264" y="32426"/>
                  <a:pt x="345055" y="34479"/>
                </a:cubicBezTo>
                <a:cubicBezTo>
                  <a:pt x="346497" y="35310"/>
                  <a:pt x="347672" y="35726"/>
                  <a:pt x="348580" y="35726"/>
                </a:cubicBezTo>
                <a:cubicBezTo>
                  <a:pt x="349541" y="35726"/>
                  <a:pt x="350315" y="35525"/>
                  <a:pt x="350903" y="35125"/>
                </a:cubicBezTo>
                <a:cubicBezTo>
                  <a:pt x="351490" y="34724"/>
                  <a:pt x="352425" y="33590"/>
                  <a:pt x="353706" y="31721"/>
                </a:cubicBezTo>
                <a:lnTo>
                  <a:pt x="356430" y="31721"/>
                </a:lnTo>
                <a:close/>
                <a:moveTo>
                  <a:pt x="436346" y="68408"/>
                </a:moveTo>
                <a:lnTo>
                  <a:pt x="395253" y="68408"/>
                </a:lnTo>
                <a:cubicBezTo>
                  <a:pt x="395734" y="78367"/>
                  <a:pt x="398377" y="86238"/>
                  <a:pt x="403184" y="92020"/>
                </a:cubicBezTo>
                <a:cubicBezTo>
                  <a:pt x="406868" y="96464"/>
                  <a:pt x="411301" y="98686"/>
                  <a:pt x="416481" y="98686"/>
                </a:cubicBezTo>
                <a:cubicBezTo>
                  <a:pt x="419685" y="98686"/>
                  <a:pt x="422595" y="97792"/>
                  <a:pt x="425212" y="96003"/>
                </a:cubicBezTo>
                <a:cubicBezTo>
                  <a:pt x="427828" y="94214"/>
                  <a:pt x="430632" y="90996"/>
                  <a:pt x="433622" y="86350"/>
                </a:cubicBezTo>
                <a:lnTo>
                  <a:pt x="436346" y="88113"/>
                </a:lnTo>
                <a:cubicBezTo>
                  <a:pt x="432287" y="96390"/>
                  <a:pt x="427802" y="102251"/>
                  <a:pt x="422889" y="105695"/>
                </a:cubicBezTo>
                <a:cubicBezTo>
                  <a:pt x="417976" y="109140"/>
                  <a:pt x="412289" y="110862"/>
                  <a:pt x="405827" y="110862"/>
                </a:cubicBezTo>
                <a:cubicBezTo>
                  <a:pt x="394719" y="110862"/>
                  <a:pt x="386309" y="106586"/>
                  <a:pt x="380595" y="98033"/>
                </a:cubicBezTo>
                <a:cubicBezTo>
                  <a:pt x="376002" y="91137"/>
                  <a:pt x="373706" y="82585"/>
                  <a:pt x="373706" y="72375"/>
                </a:cubicBezTo>
                <a:cubicBezTo>
                  <a:pt x="373706" y="59866"/>
                  <a:pt x="377084" y="49910"/>
                  <a:pt x="383839" y="42507"/>
                </a:cubicBezTo>
                <a:cubicBezTo>
                  <a:pt x="390594" y="35102"/>
                  <a:pt x="398511" y="31400"/>
                  <a:pt x="407589" y="31400"/>
                </a:cubicBezTo>
                <a:cubicBezTo>
                  <a:pt x="415172" y="31400"/>
                  <a:pt x="421754" y="34511"/>
                  <a:pt x="427334" y="40732"/>
                </a:cubicBezTo>
                <a:cubicBezTo>
                  <a:pt x="432915" y="46953"/>
                  <a:pt x="435919" y="56179"/>
                  <a:pt x="436346" y="68408"/>
                </a:cubicBezTo>
                <a:moveTo>
                  <a:pt x="416641" y="63121"/>
                </a:moveTo>
                <a:cubicBezTo>
                  <a:pt x="416641" y="54523"/>
                  <a:pt x="416174" y="48622"/>
                  <a:pt x="415239" y="45418"/>
                </a:cubicBezTo>
                <a:cubicBezTo>
                  <a:pt x="414304" y="42214"/>
                  <a:pt x="412849" y="39784"/>
                  <a:pt x="410873" y="38129"/>
                </a:cubicBezTo>
                <a:cubicBezTo>
                  <a:pt x="409752" y="37168"/>
                  <a:pt x="408257" y="36687"/>
                  <a:pt x="406388" y="36687"/>
                </a:cubicBezTo>
                <a:cubicBezTo>
                  <a:pt x="403611" y="36687"/>
                  <a:pt x="401341" y="38049"/>
                  <a:pt x="399579" y="40772"/>
                </a:cubicBezTo>
                <a:cubicBezTo>
                  <a:pt x="396428" y="45525"/>
                  <a:pt x="394853" y="52040"/>
                  <a:pt x="394853" y="60317"/>
                </a:cubicBezTo>
                <a:lnTo>
                  <a:pt x="394853" y="63121"/>
                </a:lnTo>
                <a:lnTo>
                  <a:pt x="416641" y="63121"/>
                </a:lnTo>
                <a:close/>
                <a:moveTo>
                  <a:pt x="475461" y="6088"/>
                </a:moveTo>
                <a:lnTo>
                  <a:pt x="475461" y="33643"/>
                </a:lnTo>
                <a:lnTo>
                  <a:pt x="493244" y="33643"/>
                </a:lnTo>
                <a:lnTo>
                  <a:pt x="493244" y="41493"/>
                </a:lnTo>
                <a:lnTo>
                  <a:pt x="475461" y="41493"/>
                </a:lnTo>
                <a:lnTo>
                  <a:pt x="475461" y="87837"/>
                </a:lnTo>
                <a:cubicBezTo>
                  <a:pt x="475461" y="92175"/>
                  <a:pt x="475661" y="94972"/>
                  <a:pt x="476062" y="96231"/>
                </a:cubicBezTo>
                <a:cubicBezTo>
                  <a:pt x="476462" y="97489"/>
                  <a:pt x="477170" y="98507"/>
                  <a:pt x="478184" y="99284"/>
                </a:cubicBezTo>
                <a:cubicBezTo>
                  <a:pt x="479199" y="100060"/>
                  <a:pt x="480133" y="100448"/>
                  <a:pt x="480988" y="100448"/>
                </a:cubicBezTo>
                <a:cubicBezTo>
                  <a:pt x="484459" y="100448"/>
                  <a:pt x="487743" y="97778"/>
                  <a:pt x="490840" y="92438"/>
                </a:cubicBezTo>
                <a:lnTo>
                  <a:pt x="493244" y="94218"/>
                </a:lnTo>
                <a:cubicBezTo>
                  <a:pt x="488918" y="104566"/>
                  <a:pt x="481896" y="109740"/>
                  <a:pt x="472177" y="109740"/>
                </a:cubicBezTo>
                <a:cubicBezTo>
                  <a:pt x="467424" y="109740"/>
                  <a:pt x="463405" y="108415"/>
                  <a:pt x="460121" y="105763"/>
                </a:cubicBezTo>
                <a:cubicBezTo>
                  <a:pt x="456837" y="103109"/>
                  <a:pt x="454741" y="100148"/>
                  <a:pt x="453833" y="96879"/>
                </a:cubicBezTo>
                <a:cubicBezTo>
                  <a:pt x="453299" y="95057"/>
                  <a:pt x="453032" y="90126"/>
                  <a:pt x="453032" y="82088"/>
                </a:cubicBezTo>
                <a:lnTo>
                  <a:pt x="453032" y="41493"/>
                </a:lnTo>
                <a:lnTo>
                  <a:pt x="443260" y="41493"/>
                </a:lnTo>
                <a:lnTo>
                  <a:pt x="443260" y="38682"/>
                </a:lnTo>
                <a:cubicBezTo>
                  <a:pt x="449988" y="33919"/>
                  <a:pt x="455716" y="28915"/>
                  <a:pt x="460442" y="23670"/>
                </a:cubicBezTo>
                <a:cubicBezTo>
                  <a:pt x="465168" y="18425"/>
                  <a:pt x="469293" y="12564"/>
                  <a:pt x="472817" y="6088"/>
                </a:cubicBezTo>
                <a:lnTo>
                  <a:pt x="475461" y="60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DA11E-A77D-4CE8-88F0-A390D01B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445" y="4002729"/>
            <a:ext cx="205062" cy="205062"/>
          </a:xfrm>
          <a:custGeom xmlns:a="http://schemas.openxmlformats.org/drawingml/2006/main">
            <a:pathLst>
              <a:path w="205062" h="205062">
                <a:moveTo>
                  <a:pt x="205062" y="102531"/>
                </a:moveTo>
                <a:cubicBezTo>
                  <a:pt x="205062" y="109263"/>
                  <a:pt x="204406" y="115930"/>
                  <a:pt x="203093" y="122533"/>
                </a:cubicBezTo>
                <a:cubicBezTo>
                  <a:pt x="201779" y="129136"/>
                  <a:pt x="199834" y="135547"/>
                  <a:pt x="197258" y="141767"/>
                </a:cubicBezTo>
                <a:cubicBezTo>
                  <a:pt x="194681" y="147987"/>
                  <a:pt x="191523" y="153896"/>
                  <a:pt x="187782" y="159494"/>
                </a:cubicBezTo>
                <a:cubicBezTo>
                  <a:pt x="184041" y="165092"/>
                  <a:pt x="179792" y="170271"/>
                  <a:pt x="175032" y="175032"/>
                </a:cubicBezTo>
                <a:cubicBezTo>
                  <a:pt x="170271" y="179792"/>
                  <a:pt x="165091" y="184041"/>
                  <a:pt x="159493" y="187782"/>
                </a:cubicBezTo>
                <a:cubicBezTo>
                  <a:pt x="153896" y="191522"/>
                  <a:pt x="147987" y="194680"/>
                  <a:pt x="141767" y="197257"/>
                </a:cubicBezTo>
                <a:cubicBezTo>
                  <a:pt x="135547" y="199833"/>
                  <a:pt x="129137" y="201778"/>
                  <a:pt x="122534" y="203092"/>
                </a:cubicBezTo>
                <a:cubicBezTo>
                  <a:pt x="115931" y="204405"/>
                  <a:pt x="109263" y="205062"/>
                  <a:pt x="102531" y="205062"/>
                </a:cubicBezTo>
                <a:cubicBezTo>
                  <a:pt x="95798" y="205062"/>
                  <a:pt x="89130" y="204405"/>
                  <a:pt x="82527" y="203092"/>
                </a:cubicBezTo>
                <a:cubicBezTo>
                  <a:pt x="75924" y="201778"/>
                  <a:pt x="69513" y="199833"/>
                  <a:pt x="63294" y="197257"/>
                </a:cubicBezTo>
                <a:cubicBezTo>
                  <a:pt x="57074" y="194680"/>
                  <a:pt x="51165" y="191522"/>
                  <a:pt x="45567" y="187782"/>
                </a:cubicBezTo>
                <a:cubicBezTo>
                  <a:pt x="39970" y="184041"/>
                  <a:pt x="34791" y="179792"/>
                  <a:pt x="30030" y="175032"/>
                </a:cubicBezTo>
                <a:cubicBezTo>
                  <a:pt x="25269" y="170271"/>
                  <a:pt x="21019" y="165092"/>
                  <a:pt x="17279" y="159493"/>
                </a:cubicBezTo>
                <a:cubicBezTo>
                  <a:pt x="13539" y="153896"/>
                  <a:pt x="10380" y="147987"/>
                  <a:pt x="7804" y="141767"/>
                </a:cubicBezTo>
                <a:cubicBezTo>
                  <a:pt x="5227" y="135547"/>
                  <a:pt x="3282" y="129136"/>
                  <a:pt x="1970" y="122533"/>
                </a:cubicBezTo>
                <a:cubicBezTo>
                  <a:pt x="656" y="115930"/>
                  <a:pt x="0" y="109263"/>
                  <a:pt x="0" y="102531"/>
                </a:cubicBezTo>
                <a:cubicBezTo>
                  <a:pt x="0" y="95799"/>
                  <a:pt x="656" y="89131"/>
                  <a:pt x="1970" y="82528"/>
                </a:cubicBezTo>
                <a:cubicBezTo>
                  <a:pt x="3282" y="75924"/>
                  <a:pt x="5227" y="69513"/>
                  <a:pt x="7804" y="63293"/>
                </a:cubicBezTo>
                <a:cubicBezTo>
                  <a:pt x="10380" y="57073"/>
                  <a:pt x="13538" y="51165"/>
                  <a:pt x="17279" y="45567"/>
                </a:cubicBezTo>
                <a:cubicBezTo>
                  <a:pt x="21019" y="39970"/>
                  <a:pt x="25269" y="34790"/>
                  <a:pt x="30030" y="30030"/>
                </a:cubicBezTo>
                <a:cubicBezTo>
                  <a:pt x="34791" y="25269"/>
                  <a:pt x="39970" y="21019"/>
                  <a:pt x="45567" y="17278"/>
                </a:cubicBezTo>
                <a:cubicBezTo>
                  <a:pt x="51165" y="13538"/>
                  <a:pt x="57074" y="10380"/>
                  <a:pt x="63294" y="7804"/>
                </a:cubicBezTo>
                <a:cubicBezTo>
                  <a:pt x="69513" y="5228"/>
                  <a:pt x="75924" y="3284"/>
                  <a:pt x="82527" y="1970"/>
                </a:cubicBezTo>
                <a:cubicBezTo>
                  <a:pt x="89130" y="656"/>
                  <a:pt x="95798" y="0"/>
                  <a:pt x="102531" y="0"/>
                </a:cubicBezTo>
                <a:cubicBezTo>
                  <a:pt x="109263" y="0"/>
                  <a:pt x="115931" y="656"/>
                  <a:pt x="122534" y="1970"/>
                </a:cubicBezTo>
                <a:cubicBezTo>
                  <a:pt x="129137" y="3284"/>
                  <a:pt x="135547" y="5228"/>
                  <a:pt x="141767" y="7804"/>
                </a:cubicBezTo>
                <a:cubicBezTo>
                  <a:pt x="147987" y="10380"/>
                  <a:pt x="153896" y="13538"/>
                  <a:pt x="159493" y="17278"/>
                </a:cubicBezTo>
                <a:cubicBezTo>
                  <a:pt x="165091" y="21019"/>
                  <a:pt x="170271" y="25269"/>
                  <a:pt x="175032" y="30030"/>
                </a:cubicBezTo>
                <a:cubicBezTo>
                  <a:pt x="179792" y="34790"/>
                  <a:pt x="184041" y="39970"/>
                  <a:pt x="187782" y="45567"/>
                </a:cubicBezTo>
                <a:cubicBezTo>
                  <a:pt x="191523" y="51165"/>
                  <a:pt x="194681" y="57073"/>
                  <a:pt x="197258" y="63293"/>
                </a:cubicBezTo>
                <a:cubicBezTo>
                  <a:pt x="199834" y="69513"/>
                  <a:pt x="201779" y="75924"/>
                  <a:pt x="203093" y="82527"/>
                </a:cubicBezTo>
                <a:cubicBezTo>
                  <a:pt x="204406" y="89131"/>
                  <a:pt x="205062" y="95799"/>
                  <a:pt x="205062" y="102531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50EAD-D153-48C1-BBB5-F0B8A69C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445" y="4002729"/>
            <a:ext cx="205062" cy="205062"/>
          </a:xfrm>
          <a:custGeom xmlns:a="http://schemas.openxmlformats.org/drawingml/2006/main">
            <a:pathLst>
              <a:path w="205062" h="205062" fill="none">
                <a:moveTo>
                  <a:pt x="205062" y="102531"/>
                </a:moveTo>
                <a:cubicBezTo>
                  <a:pt x="205062" y="109263"/>
                  <a:pt x="204406" y="115930"/>
                  <a:pt x="203093" y="122533"/>
                </a:cubicBezTo>
                <a:cubicBezTo>
                  <a:pt x="201779" y="129136"/>
                  <a:pt x="199834" y="135547"/>
                  <a:pt x="197258" y="141767"/>
                </a:cubicBezTo>
                <a:cubicBezTo>
                  <a:pt x="194681" y="147987"/>
                  <a:pt x="191523" y="153896"/>
                  <a:pt x="187782" y="159494"/>
                </a:cubicBezTo>
                <a:cubicBezTo>
                  <a:pt x="184041" y="165092"/>
                  <a:pt x="179792" y="170271"/>
                  <a:pt x="175032" y="175032"/>
                </a:cubicBezTo>
                <a:cubicBezTo>
                  <a:pt x="170271" y="179792"/>
                  <a:pt x="165091" y="184041"/>
                  <a:pt x="159493" y="187782"/>
                </a:cubicBezTo>
                <a:cubicBezTo>
                  <a:pt x="153896" y="191522"/>
                  <a:pt x="147987" y="194680"/>
                  <a:pt x="141767" y="197257"/>
                </a:cubicBezTo>
                <a:cubicBezTo>
                  <a:pt x="135547" y="199833"/>
                  <a:pt x="129137" y="201778"/>
                  <a:pt x="122534" y="203092"/>
                </a:cubicBezTo>
                <a:cubicBezTo>
                  <a:pt x="115931" y="204405"/>
                  <a:pt x="109263" y="205062"/>
                  <a:pt x="102531" y="205062"/>
                </a:cubicBezTo>
                <a:cubicBezTo>
                  <a:pt x="95798" y="205062"/>
                  <a:pt x="89130" y="204405"/>
                  <a:pt x="82527" y="203092"/>
                </a:cubicBezTo>
                <a:cubicBezTo>
                  <a:pt x="75924" y="201778"/>
                  <a:pt x="69513" y="199833"/>
                  <a:pt x="63294" y="197257"/>
                </a:cubicBezTo>
                <a:cubicBezTo>
                  <a:pt x="57074" y="194680"/>
                  <a:pt x="51165" y="191522"/>
                  <a:pt x="45567" y="187782"/>
                </a:cubicBezTo>
                <a:cubicBezTo>
                  <a:pt x="39970" y="184041"/>
                  <a:pt x="34791" y="179792"/>
                  <a:pt x="30030" y="175032"/>
                </a:cubicBezTo>
                <a:cubicBezTo>
                  <a:pt x="25269" y="170271"/>
                  <a:pt x="21019" y="165092"/>
                  <a:pt x="17279" y="159493"/>
                </a:cubicBezTo>
                <a:cubicBezTo>
                  <a:pt x="13539" y="153896"/>
                  <a:pt x="10380" y="147987"/>
                  <a:pt x="7804" y="141767"/>
                </a:cubicBezTo>
                <a:cubicBezTo>
                  <a:pt x="5227" y="135547"/>
                  <a:pt x="3282" y="129136"/>
                  <a:pt x="1970" y="122533"/>
                </a:cubicBezTo>
                <a:cubicBezTo>
                  <a:pt x="656" y="115930"/>
                  <a:pt x="0" y="109263"/>
                  <a:pt x="0" y="102531"/>
                </a:cubicBezTo>
                <a:cubicBezTo>
                  <a:pt x="0" y="95799"/>
                  <a:pt x="656" y="89131"/>
                  <a:pt x="1970" y="82528"/>
                </a:cubicBezTo>
                <a:cubicBezTo>
                  <a:pt x="3282" y="75924"/>
                  <a:pt x="5227" y="69513"/>
                  <a:pt x="7804" y="63293"/>
                </a:cubicBezTo>
                <a:cubicBezTo>
                  <a:pt x="10380" y="57073"/>
                  <a:pt x="13538" y="51165"/>
                  <a:pt x="17279" y="45567"/>
                </a:cubicBezTo>
                <a:cubicBezTo>
                  <a:pt x="21019" y="39970"/>
                  <a:pt x="25269" y="34790"/>
                  <a:pt x="30030" y="30030"/>
                </a:cubicBezTo>
                <a:cubicBezTo>
                  <a:pt x="34791" y="25269"/>
                  <a:pt x="39970" y="21019"/>
                  <a:pt x="45567" y="17278"/>
                </a:cubicBezTo>
                <a:cubicBezTo>
                  <a:pt x="51165" y="13538"/>
                  <a:pt x="57074" y="10380"/>
                  <a:pt x="63294" y="7804"/>
                </a:cubicBezTo>
                <a:cubicBezTo>
                  <a:pt x="69513" y="5228"/>
                  <a:pt x="75924" y="3284"/>
                  <a:pt x="82527" y="1970"/>
                </a:cubicBezTo>
                <a:cubicBezTo>
                  <a:pt x="89130" y="656"/>
                  <a:pt x="95798" y="0"/>
                  <a:pt x="102531" y="0"/>
                </a:cubicBezTo>
                <a:cubicBezTo>
                  <a:pt x="109263" y="0"/>
                  <a:pt x="115931" y="656"/>
                  <a:pt x="122534" y="1970"/>
                </a:cubicBezTo>
                <a:cubicBezTo>
                  <a:pt x="129137" y="3284"/>
                  <a:pt x="135547" y="5228"/>
                  <a:pt x="141767" y="7804"/>
                </a:cubicBezTo>
                <a:cubicBezTo>
                  <a:pt x="147987" y="10380"/>
                  <a:pt x="153896" y="13538"/>
                  <a:pt x="159493" y="17278"/>
                </a:cubicBezTo>
                <a:cubicBezTo>
                  <a:pt x="165091" y="21019"/>
                  <a:pt x="170271" y="25269"/>
                  <a:pt x="175032" y="30030"/>
                </a:cubicBezTo>
                <a:cubicBezTo>
                  <a:pt x="179792" y="34790"/>
                  <a:pt x="184041" y="39970"/>
                  <a:pt x="187782" y="45567"/>
                </a:cubicBezTo>
                <a:cubicBezTo>
                  <a:pt x="191523" y="51165"/>
                  <a:pt x="194681" y="57073"/>
                  <a:pt x="197258" y="63293"/>
                </a:cubicBezTo>
                <a:cubicBezTo>
                  <a:pt x="199834" y="69513"/>
                  <a:pt x="201779" y="75924"/>
                  <a:pt x="203093" y="82527"/>
                </a:cubicBezTo>
                <a:cubicBezTo>
                  <a:pt x="204406" y="89131"/>
                  <a:pt x="205062" y="95799"/>
                  <a:pt x="205062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41" name="Text 6">
            <a:extLst xmlns:a="http://schemas.openxmlformats.org/drawingml/2006/main">
              <a:ext uri="{FF2B5EF4-FFF2-40B4-BE49-F238E27FC236}">
                <a16:creationId xmlns:a16="http://schemas.microsoft.com/office/drawing/2014/main" id="{78CBD837-A86A-43F4-9C0F-A662CEF0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178" y="4061044"/>
            <a:ext cx="70971" cy="113105"/>
          </a:xfrm>
          <a:custGeom xmlns:a="http://schemas.openxmlformats.org/drawingml/2006/main">
            <a:pathLst>
              <a:path w="70971" h="113105">
                <a:moveTo>
                  <a:pt x="70971" y="0"/>
                </a:moveTo>
                <a:lnTo>
                  <a:pt x="70971" y="2243"/>
                </a:lnTo>
                <a:cubicBezTo>
                  <a:pt x="61305" y="4693"/>
                  <a:pt x="53548" y="7848"/>
                  <a:pt x="47701" y="11710"/>
                </a:cubicBezTo>
                <a:cubicBezTo>
                  <a:pt x="41854" y="15572"/>
                  <a:pt x="37234" y="20259"/>
                  <a:pt x="33843" y="25773"/>
                </a:cubicBezTo>
                <a:cubicBezTo>
                  <a:pt x="30452" y="31285"/>
                  <a:pt x="27822" y="38115"/>
                  <a:pt x="25953" y="46264"/>
                </a:cubicBezTo>
                <a:cubicBezTo>
                  <a:pt x="28303" y="44647"/>
                  <a:pt x="30252" y="43596"/>
                  <a:pt x="31801" y="43110"/>
                </a:cubicBezTo>
                <a:cubicBezTo>
                  <a:pt x="35272" y="42032"/>
                  <a:pt x="38770" y="41493"/>
                  <a:pt x="42294" y="41493"/>
                </a:cubicBezTo>
                <a:cubicBezTo>
                  <a:pt x="50411" y="41493"/>
                  <a:pt x="57180" y="44450"/>
                  <a:pt x="62600" y="50364"/>
                </a:cubicBezTo>
                <a:cubicBezTo>
                  <a:pt x="68020" y="56279"/>
                  <a:pt x="70730" y="64347"/>
                  <a:pt x="70730" y="74570"/>
                </a:cubicBezTo>
                <a:cubicBezTo>
                  <a:pt x="70730" y="81741"/>
                  <a:pt x="69262" y="88324"/>
                  <a:pt x="66325" y="94318"/>
                </a:cubicBezTo>
                <a:cubicBezTo>
                  <a:pt x="63388" y="100312"/>
                  <a:pt x="59222" y="104943"/>
                  <a:pt x="53829" y="108208"/>
                </a:cubicBezTo>
                <a:cubicBezTo>
                  <a:pt x="48435" y="111473"/>
                  <a:pt x="42668" y="113105"/>
                  <a:pt x="36527" y="113105"/>
                </a:cubicBezTo>
                <a:cubicBezTo>
                  <a:pt x="29852" y="113105"/>
                  <a:pt x="23684" y="111276"/>
                  <a:pt x="18023" y="107618"/>
                </a:cubicBezTo>
                <a:cubicBezTo>
                  <a:pt x="12362" y="103960"/>
                  <a:pt x="7943" y="98606"/>
                  <a:pt x="4766" y="91557"/>
                </a:cubicBezTo>
                <a:cubicBezTo>
                  <a:pt x="1589" y="84508"/>
                  <a:pt x="0" y="76845"/>
                  <a:pt x="0" y="68568"/>
                </a:cubicBezTo>
                <a:cubicBezTo>
                  <a:pt x="0" y="56392"/>
                  <a:pt x="2924" y="45058"/>
                  <a:pt x="8771" y="34564"/>
                </a:cubicBezTo>
                <a:cubicBezTo>
                  <a:pt x="14619" y="24071"/>
                  <a:pt x="22923" y="15713"/>
                  <a:pt x="33683" y="9492"/>
                </a:cubicBezTo>
                <a:cubicBezTo>
                  <a:pt x="44444" y="3271"/>
                  <a:pt x="56873" y="107"/>
                  <a:pt x="70971" y="0"/>
                </a:cubicBezTo>
                <a:moveTo>
                  <a:pt x="24912" y="52795"/>
                </a:moveTo>
                <a:cubicBezTo>
                  <a:pt x="24485" y="60184"/>
                  <a:pt x="24271" y="65593"/>
                  <a:pt x="24271" y="69021"/>
                </a:cubicBezTo>
                <a:cubicBezTo>
                  <a:pt x="24271" y="76410"/>
                  <a:pt x="24979" y="83559"/>
                  <a:pt x="26394" y="90468"/>
                </a:cubicBezTo>
                <a:cubicBezTo>
                  <a:pt x="27809" y="97375"/>
                  <a:pt x="29745" y="102222"/>
                  <a:pt x="32201" y="105007"/>
                </a:cubicBezTo>
                <a:cubicBezTo>
                  <a:pt x="33963" y="106988"/>
                  <a:pt x="36046" y="107978"/>
                  <a:pt x="38449" y="107978"/>
                </a:cubicBezTo>
                <a:cubicBezTo>
                  <a:pt x="40906" y="107978"/>
                  <a:pt x="43095" y="106545"/>
                  <a:pt x="45018" y="103680"/>
                </a:cubicBezTo>
                <a:cubicBezTo>
                  <a:pt x="46940" y="100815"/>
                  <a:pt x="47901" y="94992"/>
                  <a:pt x="47901" y="86210"/>
                </a:cubicBezTo>
                <a:cubicBezTo>
                  <a:pt x="47901" y="71430"/>
                  <a:pt x="46112" y="61228"/>
                  <a:pt x="42534" y="55606"/>
                </a:cubicBezTo>
                <a:cubicBezTo>
                  <a:pt x="40238" y="51965"/>
                  <a:pt x="37141" y="50144"/>
                  <a:pt x="33243" y="50144"/>
                </a:cubicBezTo>
                <a:cubicBezTo>
                  <a:pt x="31106" y="50144"/>
                  <a:pt x="28330" y="51028"/>
                  <a:pt x="24912" y="52795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1B99A-5571-4066-98E4-1B00BBDC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773" y="2572420"/>
            <a:ext cx="205063" cy="205062"/>
          </a:xfrm>
          <a:custGeom xmlns:a="http://schemas.openxmlformats.org/drawingml/2006/main">
            <a:pathLst>
              <a:path w="205063" h="205062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7"/>
                  <a:pt x="191521" y="153896"/>
                  <a:pt x="187782" y="159494"/>
                </a:cubicBezTo>
                <a:cubicBezTo>
                  <a:pt x="184042" y="165092"/>
                  <a:pt x="179792" y="170271"/>
                  <a:pt x="175031" y="175032"/>
                </a:cubicBezTo>
                <a:cubicBezTo>
                  <a:pt x="170271" y="179792"/>
                  <a:pt x="165091" y="184042"/>
                  <a:pt x="159493" y="187782"/>
                </a:cubicBezTo>
                <a:cubicBezTo>
                  <a:pt x="153896" y="191523"/>
                  <a:pt x="147988" y="194680"/>
                  <a:pt x="141767" y="197257"/>
                </a:cubicBezTo>
                <a:cubicBezTo>
                  <a:pt x="135548" y="199834"/>
                  <a:pt x="129136" y="201779"/>
                  <a:pt x="122533" y="203093"/>
                </a:cubicBezTo>
                <a:cubicBezTo>
                  <a:pt x="115930" y="204406"/>
                  <a:pt x="109264" y="205062"/>
                  <a:pt x="102532" y="205062"/>
                </a:cubicBezTo>
                <a:cubicBezTo>
                  <a:pt x="95798" y="205062"/>
                  <a:pt x="89131" y="204406"/>
                  <a:pt x="82528" y="203093"/>
                </a:cubicBezTo>
                <a:cubicBezTo>
                  <a:pt x="75925" y="201779"/>
                  <a:pt x="69513" y="199834"/>
                  <a:pt x="63294" y="197257"/>
                </a:cubicBezTo>
                <a:cubicBezTo>
                  <a:pt x="57074" y="194680"/>
                  <a:pt x="51166" y="191523"/>
                  <a:pt x="45568" y="187782"/>
                </a:cubicBezTo>
                <a:cubicBezTo>
                  <a:pt x="39970" y="184042"/>
                  <a:pt x="34791" y="179792"/>
                  <a:pt x="30031" y="175032"/>
                </a:cubicBezTo>
                <a:cubicBezTo>
                  <a:pt x="25270" y="170271"/>
                  <a:pt x="21019" y="165092"/>
                  <a:pt x="17279" y="159494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7" y="135548"/>
                  <a:pt x="3283" y="129137"/>
                  <a:pt x="1970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70" y="82528"/>
                </a:cubicBezTo>
                <a:cubicBezTo>
                  <a:pt x="3283" y="75925"/>
                  <a:pt x="5227" y="69513"/>
                  <a:pt x="7804" y="63294"/>
                </a:cubicBezTo>
                <a:cubicBezTo>
                  <a:pt x="10381" y="57074"/>
                  <a:pt x="13539" y="51165"/>
                  <a:pt x="17280" y="45568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69"/>
                  <a:pt x="39970" y="21019"/>
                  <a:pt x="45567" y="17279"/>
                </a:cubicBezTo>
                <a:cubicBezTo>
                  <a:pt x="51166" y="13539"/>
                  <a:pt x="57074" y="10380"/>
                  <a:pt x="63294" y="7805"/>
                </a:cubicBezTo>
                <a:cubicBezTo>
                  <a:pt x="69513" y="5228"/>
                  <a:pt x="75925" y="3284"/>
                  <a:pt x="82528" y="1970"/>
                </a:cubicBezTo>
                <a:cubicBezTo>
                  <a:pt x="89131" y="656"/>
                  <a:pt x="95798" y="0"/>
                  <a:pt x="102532" y="0"/>
                </a:cubicBezTo>
                <a:cubicBezTo>
                  <a:pt x="109264" y="0"/>
                  <a:pt x="115930" y="656"/>
                  <a:pt x="122533" y="1970"/>
                </a:cubicBezTo>
                <a:cubicBezTo>
                  <a:pt x="129136" y="3284"/>
                  <a:pt x="135548" y="5228"/>
                  <a:pt x="141767" y="7805"/>
                </a:cubicBezTo>
                <a:cubicBezTo>
                  <a:pt x="147988" y="10380"/>
                  <a:pt x="153896" y="13539"/>
                  <a:pt x="159494" y="17279"/>
                </a:cubicBezTo>
                <a:cubicBezTo>
                  <a:pt x="165092" y="21019"/>
                  <a:pt x="170271" y="25269"/>
                  <a:pt x="175031" y="30030"/>
                </a:cubicBezTo>
                <a:cubicBezTo>
                  <a:pt x="179792" y="34791"/>
                  <a:pt x="184042" y="39970"/>
                  <a:pt x="187781" y="45568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3"/>
                  <a:pt x="201779" y="75925"/>
                  <a:pt x="203092" y="82528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7F62B-024A-4948-B8F7-5BA3B06F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773" y="2572420"/>
            <a:ext cx="205063" cy="205062"/>
          </a:xfrm>
          <a:custGeom xmlns:a="http://schemas.openxmlformats.org/drawingml/2006/main">
            <a:pathLst>
              <a:path w="205063" h="205062" fill="none">
                <a:moveTo>
                  <a:pt x="205063" y="102531"/>
                </a:moveTo>
                <a:cubicBezTo>
                  <a:pt x="205062" y="109263"/>
                  <a:pt x="204404" y="115931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7"/>
                  <a:pt x="191521" y="153896"/>
                  <a:pt x="187782" y="159494"/>
                </a:cubicBezTo>
                <a:cubicBezTo>
                  <a:pt x="184042" y="165092"/>
                  <a:pt x="179792" y="170271"/>
                  <a:pt x="175031" y="175032"/>
                </a:cubicBezTo>
                <a:cubicBezTo>
                  <a:pt x="170271" y="179792"/>
                  <a:pt x="165091" y="184042"/>
                  <a:pt x="159493" y="187782"/>
                </a:cubicBezTo>
                <a:cubicBezTo>
                  <a:pt x="153896" y="191523"/>
                  <a:pt x="147988" y="194680"/>
                  <a:pt x="141767" y="197257"/>
                </a:cubicBezTo>
                <a:cubicBezTo>
                  <a:pt x="135548" y="199834"/>
                  <a:pt x="129136" y="201779"/>
                  <a:pt x="122533" y="203093"/>
                </a:cubicBezTo>
                <a:cubicBezTo>
                  <a:pt x="115930" y="204406"/>
                  <a:pt x="109264" y="205062"/>
                  <a:pt x="102532" y="205062"/>
                </a:cubicBezTo>
                <a:cubicBezTo>
                  <a:pt x="95798" y="205062"/>
                  <a:pt x="89131" y="204406"/>
                  <a:pt x="82528" y="203093"/>
                </a:cubicBezTo>
                <a:cubicBezTo>
                  <a:pt x="75925" y="201779"/>
                  <a:pt x="69513" y="199834"/>
                  <a:pt x="63294" y="197257"/>
                </a:cubicBezTo>
                <a:cubicBezTo>
                  <a:pt x="57074" y="194680"/>
                  <a:pt x="51166" y="191523"/>
                  <a:pt x="45568" y="187782"/>
                </a:cubicBezTo>
                <a:cubicBezTo>
                  <a:pt x="39970" y="184042"/>
                  <a:pt x="34791" y="179792"/>
                  <a:pt x="30031" y="175032"/>
                </a:cubicBezTo>
                <a:cubicBezTo>
                  <a:pt x="25270" y="170271"/>
                  <a:pt x="21019" y="165092"/>
                  <a:pt x="17279" y="159494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7" y="135548"/>
                  <a:pt x="3283" y="129137"/>
                  <a:pt x="1970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70" y="82528"/>
                </a:cubicBezTo>
                <a:cubicBezTo>
                  <a:pt x="3283" y="75925"/>
                  <a:pt x="5227" y="69513"/>
                  <a:pt x="7804" y="63294"/>
                </a:cubicBezTo>
                <a:cubicBezTo>
                  <a:pt x="10381" y="57074"/>
                  <a:pt x="13539" y="51165"/>
                  <a:pt x="17280" y="45568"/>
                </a:cubicBezTo>
                <a:cubicBezTo>
                  <a:pt x="21020" y="39970"/>
                  <a:pt x="25270" y="34791"/>
                  <a:pt x="30031" y="30030"/>
                </a:cubicBezTo>
                <a:cubicBezTo>
                  <a:pt x="34791" y="25269"/>
                  <a:pt x="39970" y="21019"/>
                  <a:pt x="45567" y="17279"/>
                </a:cubicBezTo>
                <a:cubicBezTo>
                  <a:pt x="51166" y="13539"/>
                  <a:pt x="57074" y="10380"/>
                  <a:pt x="63294" y="7805"/>
                </a:cubicBezTo>
                <a:cubicBezTo>
                  <a:pt x="69513" y="5228"/>
                  <a:pt x="75925" y="3284"/>
                  <a:pt x="82528" y="1970"/>
                </a:cubicBezTo>
                <a:cubicBezTo>
                  <a:pt x="89131" y="656"/>
                  <a:pt x="95798" y="0"/>
                  <a:pt x="102532" y="0"/>
                </a:cubicBezTo>
                <a:cubicBezTo>
                  <a:pt x="109264" y="0"/>
                  <a:pt x="115930" y="656"/>
                  <a:pt x="122533" y="1970"/>
                </a:cubicBezTo>
                <a:cubicBezTo>
                  <a:pt x="129136" y="3284"/>
                  <a:pt x="135548" y="5228"/>
                  <a:pt x="141767" y="7805"/>
                </a:cubicBezTo>
                <a:cubicBezTo>
                  <a:pt x="147988" y="10380"/>
                  <a:pt x="153896" y="13539"/>
                  <a:pt x="159494" y="17279"/>
                </a:cubicBezTo>
                <a:cubicBezTo>
                  <a:pt x="165092" y="21019"/>
                  <a:pt x="170271" y="25269"/>
                  <a:pt x="175031" y="30030"/>
                </a:cubicBezTo>
                <a:cubicBezTo>
                  <a:pt x="179792" y="34791"/>
                  <a:pt x="184042" y="39970"/>
                  <a:pt x="187781" y="45568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3"/>
                  <a:pt x="201779" y="75925"/>
                  <a:pt x="203092" y="82528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44" name="Text 4Retrievevectorsofspecif">
            <a:extLst xmlns:a="http://schemas.openxmlformats.org/drawingml/2006/main">
              <a:ext uri="{FF2B5EF4-FFF2-40B4-BE49-F238E27FC236}">
                <a16:creationId xmlns:a16="http://schemas.microsoft.com/office/drawing/2014/main" id="{46508EF5-434F-405A-97BD-14E4EBE6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940" y="2622564"/>
            <a:ext cx="1921407" cy="148991"/>
          </a:xfrm>
          <a:custGeom xmlns:a="http://schemas.openxmlformats.org/drawingml/2006/main">
            <a:pathLst>
              <a:path w="1921407" h="148991">
                <a:moveTo>
                  <a:pt x="0" y="72893"/>
                </a:moveTo>
                <a:lnTo>
                  <a:pt x="51586" y="3044"/>
                </a:lnTo>
                <a:lnTo>
                  <a:pt x="61358" y="3044"/>
                </a:lnTo>
                <a:lnTo>
                  <a:pt x="61358" y="72893"/>
                </a:lnTo>
                <a:lnTo>
                  <a:pt x="71291" y="72893"/>
                </a:lnTo>
                <a:lnTo>
                  <a:pt x="71291" y="89555"/>
                </a:lnTo>
                <a:lnTo>
                  <a:pt x="61358" y="89555"/>
                </a:lnTo>
                <a:lnTo>
                  <a:pt x="61358" y="113906"/>
                </a:lnTo>
                <a:lnTo>
                  <a:pt x="39330" y="113906"/>
                </a:lnTo>
                <a:lnTo>
                  <a:pt x="39330" y="89555"/>
                </a:lnTo>
                <a:lnTo>
                  <a:pt x="0" y="89555"/>
                </a:lnTo>
                <a:lnTo>
                  <a:pt x="0" y="72893"/>
                </a:lnTo>
                <a:moveTo>
                  <a:pt x="7770" y="72893"/>
                </a:moveTo>
                <a:lnTo>
                  <a:pt x="39330" y="72893"/>
                </a:lnTo>
                <a:lnTo>
                  <a:pt x="39330" y="30161"/>
                </a:lnTo>
                <a:lnTo>
                  <a:pt x="7770" y="72893"/>
                </a:lnTo>
                <a:close/>
                <a:moveTo>
                  <a:pt x="334588" y="113906"/>
                </a:moveTo>
                <a:lnTo>
                  <a:pt x="305591" y="113906"/>
                </a:lnTo>
                <a:lnTo>
                  <a:pt x="268824" y="62961"/>
                </a:lnTo>
                <a:cubicBezTo>
                  <a:pt x="266101" y="63067"/>
                  <a:pt x="263884" y="63121"/>
                  <a:pt x="262176" y="63121"/>
                </a:cubicBezTo>
                <a:cubicBezTo>
                  <a:pt x="261481" y="63121"/>
                  <a:pt x="260734" y="63107"/>
                  <a:pt x="259933" y="63081"/>
                </a:cubicBezTo>
                <a:cubicBezTo>
                  <a:pt x="259132" y="63054"/>
                  <a:pt x="258304" y="63014"/>
                  <a:pt x="257450" y="62961"/>
                </a:cubicBezTo>
                <a:lnTo>
                  <a:pt x="257450" y="94626"/>
                </a:lnTo>
                <a:cubicBezTo>
                  <a:pt x="257450" y="101485"/>
                  <a:pt x="258197" y="105744"/>
                  <a:pt x="259692" y="107405"/>
                </a:cubicBezTo>
                <a:cubicBezTo>
                  <a:pt x="261722" y="109763"/>
                  <a:pt x="264766" y="110942"/>
                  <a:pt x="268824" y="110942"/>
                </a:cubicBezTo>
                <a:lnTo>
                  <a:pt x="273070" y="110942"/>
                </a:lnTo>
                <a:lnTo>
                  <a:pt x="273070" y="113906"/>
                </a:lnTo>
                <a:lnTo>
                  <a:pt x="226530" y="113906"/>
                </a:lnTo>
                <a:lnTo>
                  <a:pt x="226530" y="110942"/>
                </a:lnTo>
                <a:lnTo>
                  <a:pt x="230615" y="110942"/>
                </a:lnTo>
                <a:cubicBezTo>
                  <a:pt x="235208" y="110942"/>
                  <a:pt x="238492" y="109447"/>
                  <a:pt x="240468" y="106456"/>
                </a:cubicBezTo>
                <a:cubicBezTo>
                  <a:pt x="241589" y="104801"/>
                  <a:pt x="242150" y="100876"/>
                  <a:pt x="242150" y="94681"/>
                </a:cubicBezTo>
                <a:lnTo>
                  <a:pt x="242150" y="24511"/>
                </a:lnTo>
                <a:cubicBezTo>
                  <a:pt x="242150" y="17676"/>
                  <a:pt x="241402" y="13431"/>
                  <a:pt x="239907" y="11775"/>
                </a:cubicBezTo>
                <a:cubicBezTo>
                  <a:pt x="237824" y="9425"/>
                  <a:pt x="234727" y="8251"/>
                  <a:pt x="230615" y="8251"/>
                </a:cubicBezTo>
                <a:lnTo>
                  <a:pt x="226530" y="8251"/>
                </a:lnTo>
                <a:lnTo>
                  <a:pt x="226530" y="5287"/>
                </a:lnTo>
                <a:lnTo>
                  <a:pt x="266101" y="5287"/>
                </a:lnTo>
                <a:cubicBezTo>
                  <a:pt x="277635" y="5287"/>
                  <a:pt x="286140" y="6125"/>
                  <a:pt x="291613" y="7802"/>
                </a:cubicBezTo>
                <a:cubicBezTo>
                  <a:pt x="297087" y="9480"/>
                  <a:pt x="301733" y="12569"/>
                  <a:pt x="305551" y="17069"/>
                </a:cubicBezTo>
                <a:cubicBezTo>
                  <a:pt x="309369" y="21568"/>
                  <a:pt x="311278" y="26933"/>
                  <a:pt x="311278" y="33162"/>
                </a:cubicBezTo>
                <a:cubicBezTo>
                  <a:pt x="311278" y="39818"/>
                  <a:pt x="309102" y="45595"/>
                  <a:pt x="304750" y="50495"/>
                </a:cubicBezTo>
                <a:cubicBezTo>
                  <a:pt x="300398" y="55393"/>
                  <a:pt x="293656" y="58854"/>
                  <a:pt x="284524" y="60878"/>
                </a:cubicBezTo>
                <a:lnTo>
                  <a:pt x="306953" y="92138"/>
                </a:lnTo>
                <a:cubicBezTo>
                  <a:pt x="312079" y="99317"/>
                  <a:pt x="316485" y="104086"/>
                  <a:pt x="320170" y="106444"/>
                </a:cubicBezTo>
                <a:cubicBezTo>
                  <a:pt x="323854" y="108800"/>
                  <a:pt x="328661" y="110299"/>
                  <a:pt x="334588" y="110942"/>
                </a:cubicBezTo>
                <a:lnTo>
                  <a:pt x="334588" y="113906"/>
                </a:lnTo>
                <a:moveTo>
                  <a:pt x="257450" y="58074"/>
                </a:moveTo>
                <a:cubicBezTo>
                  <a:pt x="258464" y="58074"/>
                  <a:pt x="259345" y="58088"/>
                  <a:pt x="260093" y="58114"/>
                </a:cubicBezTo>
                <a:cubicBezTo>
                  <a:pt x="260841" y="58141"/>
                  <a:pt x="261455" y="58154"/>
                  <a:pt x="261935" y="58154"/>
                </a:cubicBezTo>
                <a:cubicBezTo>
                  <a:pt x="272295" y="58154"/>
                  <a:pt x="280105" y="55912"/>
                  <a:pt x="285365" y="51426"/>
                </a:cubicBezTo>
                <a:cubicBezTo>
                  <a:pt x="290625" y="46940"/>
                  <a:pt x="293255" y="41226"/>
                  <a:pt x="293255" y="34284"/>
                </a:cubicBezTo>
                <a:cubicBezTo>
                  <a:pt x="293255" y="27502"/>
                  <a:pt x="291133" y="21988"/>
                  <a:pt x="286887" y="17743"/>
                </a:cubicBezTo>
                <a:cubicBezTo>
                  <a:pt x="282642" y="13497"/>
                  <a:pt x="277021" y="11375"/>
                  <a:pt x="270026" y="11375"/>
                </a:cubicBezTo>
                <a:cubicBezTo>
                  <a:pt x="266928" y="11375"/>
                  <a:pt x="262736" y="11882"/>
                  <a:pt x="257450" y="12896"/>
                </a:cubicBezTo>
                <a:lnTo>
                  <a:pt x="257450" y="58074"/>
                </a:lnTo>
                <a:close/>
                <a:moveTo>
                  <a:pt x="350610" y="68247"/>
                </a:moveTo>
                <a:cubicBezTo>
                  <a:pt x="350556" y="79116"/>
                  <a:pt x="353200" y="87641"/>
                  <a:pt x="358540" y="93823"/>
                </a:cubicBezTo>
                <a:cubicBezTo>
                  <a:pt x="363880" y="100002"/>
                  <a:pt x="370155" y="103092"/>
                  <a:pt x="377364" y="103092"/>
                </a:cubicBezTo>
                <a:cubicBezTo>
                  <a:pt x="382170" y="103092"/>
                  <a:pt x="386349" y="101770"/>
                  <a:pt x="389900" y="99127"/>
                </a:cubicBezTo>
                <a:cubicBezTo>
                  <a:pt x="393451" y="96483"/>
                  <a:pt x="396428" y="91958"/>
                  <a:pt x="398832" y="85549"/>
                </a:cubicBezTo>
                <a:lnTo>
                  <a:pt x="401315" y="87151"/>
                </a:lnTo>
                <a:cubicBezTo>
                  <a:pt x="400193" y="94468"/>
                  <a:pt x="396936" y="101129"/>
                  <a:pt x="391542" y="107137"/>
                </a:cubicBezTo>
                <a:cubicBezTo>
                  <a:pt x="386149" y="113145"/>
                  <a:pt x="379393" y="116149"/>
                  <a:pt x="371276" y="116149"/>
                </a:cubicBezTo>
                <a:cubicBezTo>
                  <a:pt x="362465" y="116149"/>
                  <a:pt x="354922" y="112725"/>
                  <a:pt x="348647" y="105878"/>
                </a:cubicBezTo>
                <a:cubicBezTo>
                  <a:pt x="342373" y="99029"/>
                  <a:pt x="339235" y="89822"/>
                  <a:pt x="339235" y="78258"/>
                </a:cubicBezTo>
                <a:cubicBezTo>
                  <a:pt x="339235" y="65735"/>
                  <a:pt x="342453" y="55970"/>
                  <a:pt x="348888" y="48963"/>
                </a:cubicBezTo>
                <a:cubicBezTo>
                  <a:pt x="355323" y="41954"/>
                  <a:pt x="363400" y="38449"/>
                  <a:pt x="373119" y="38449"/>
                </a:cubicBezTo>
                <a:cubicBezTo>
                  <a:pt x="381342" y="38449"/>
                  <a:pt x="388098" y="41153"/>
                  <a:pt x="393385" y="46560"/>
                </a:cubicBezTo>
                <a:cubicBezTo>
                  <a:pt x="398671" y="51965"/>
                  <a:pt x="401315" y="59194"/>
                  <a:pt x="401315" y="68247"/>
                </a:cubicBezTo>
                <a:lnTo>
                  <a:pt x="350610" y="68247"/>
                </a:lnTo>
                <a:moveTo>
                  <a:pt x="350610" y="63601"/>
                </a:moveTo>
                <a:lnTo>
                  <a:pt x="384573" y="63601"/>
                </a:lnTo>
                <a:cubicBezTo>
                  <a:pt x="384306" y="58902"/>
                  <a:pt x="383746" y="55591"/>
                  <a:pt x="382891" y="53669"/>
                </a:cubicBezTo>
                <a:cubicBezTo>
                  <a:pt x="381556" y="50678"/>
                  <a:pt x="379567" y="48328"/>
                  <a:pt x="376923" y="46620"/>
                </a:cubicBezTo>
                <a:cubicBezTo>
                  <a:pt x="374280" y="44911"/>
                  <a:pt x="371517" y="44056"/>
                  <a:pt x="368633" y="44056"/>
                </a:cubicBezTo>
                <a:cubicBezTo>
                  <a:pt x="364201" y="44056"/>
                  <a:pt x="360235" y="45779"/>
                  <a:pt x="356738" y="49223"/>
                </a:cubicBezTo>
                <a:cubicBezTo>
                  <a:pt x="353240" y="52667"/>
                  <a:pt x="351197" y="57460"/>
                  <a:pt x="350610" y="63601"/>
                </a:cubicBezTo>
                <a:close/>
                <a:moveTo>
                  <a:pt x="432419" y="16341"/>
                </a:moveTo>
                <a:lnTo>
                  <a:pt x="432419" y="40532"/>
                </a:lnTo>
                <a:lnTo>
                  <a:pt x="449561" y="40532"/>
                </a:lnTo>
                <a:lnTo>
                  <a:pt x="449561" y="46139"/>
                </a:lnTo>
                <a:lnTo>
                  <a:pt x="432419" y="46139"/>
                </a:lnTo>
                <a:lnTo>
                  <a:pt x="432419" y="93655"/>
                </a:lnTo>
                <a:cubicBezTo>
                  <a:pt x="432419" y="98403"/>
                  <a:pt x="433100" y="101603"/>
                  <a:pt x="434462" y="103257"/>
                </a:cubicBezTo>
                <a:cubicBezTo>
                  <a:pt x="435824" y="104909"/>
                  <a:pt x="437573" y="105735"/>
                  <a:pt x="439709" y="105735"/>
                </a:cubicBezTo>
                <a:cubicBezTo>
                  <a:pt x="441471" y="105735"/>
                  <a:pt x="443180" y="105188"/>
                  <a:pt x="444835" y="104093"/>
                </a:cubicBezTo>
                <a:cubicBezTo>
                  <a:pt x="446491" y="102998"/>
                  <a:pt x="447772" y="101383"/>
                  <a:pt x="448680" y="99247"/>
                </a:cubicBezTo>
                <a:lnTo>
                  <a:pt x="451804" y="99247"/>
                </a:lnTo>
                <a:cubicBezTo>
                  <a:pt x="449935" y="104495"/>
                  <a:pt x="447292" y="108465"/>
                  <a:pt x="443874" y="111155"/>
                </a:cubicBezTo>
                <a:cubicBezTo>
                  <a:pt x="440456" y="113843"/>
                  <a:pt x="436932" y="115187"/>
                  <a:pt x="433300" y="115187"/>
                </a:cubicBezTo>
                <a:cubicBezTo>
                  <a:pt x="430844" y="115187"/>
                  <a:pt x="428441" y="114506"/>
                  <a:pt x="426091" y="113142"/>
                </a:cubicBezTo>
                <a:cubicBezTo>
                  <a:pt x="423742" y="111779"/>
                  <a:pt x="422006" y="109828"/>
                  <a:pt x="420885" y="107290"/>
                </a:cubicBezTo>
                <a:cubicBezTo>
                  <a:pt x="419763" y="104750"/>
                  <a:pt x="419202" y="100833"/>
                  <a:pt x="419202" y="95540"/>
                </a:cubicBezTo>
                <a:lnTo>
                  <a:pt x="419202" y="46139"/>
                </a:lnTo>
                <a:lnTo>
                  <a:pt x="407588" y="46139"/>
                </a:lnTo>
                <a:lnTo>
                  <a:pt x="407588" y="43496"/>
                </a:lnTo>
                <a:cubicBezTo>
                  <a:pt x="410525" y="42317"/>
                  <a:pt x="413528" y="40322"/>
                  <a:pt x="416599" y="37510"/>
                </a:cubicBezTo>
                <a:cubicBezTo>
                  <a:pt x="419670" y="34699"/>
                  <a:pt x="422406" y="31364"/>
                  <a:pt x="424810" y="27508"/>
                </a:cubicBezTo>
                <a:cubicBezTo>
                  <a:pt x="426038" y="25473"/>
                  <a:pt x="427747" y="21751"/>
                  <a:pt x="429936" y="16341"/>
                </a:cubicBezTo>
                <a:lnTo>
                  <a:pt x="432419" y="16341"/>
                </a:lnTo>
                <a:close/>
                <a:moveTo>
                  <a:pt x="478185" y="38449"/>
                </a:moveTo>
                <a:lnTo>
                  <a:pt x="478185" y="54950"/>
                </a:lnTo>
                <a:cubicBezTo>
                  <a:pt x="484327" y="43950"/>
                  <a:pt x="490628" y="38449"/>
                  <a:pt x="497090" y="38449"/>
                </a:cubicBezTo>
                <a:cubicBezTo>
                  <a:pt x="500027" y="38449"/>
                  <a:pt x="502457" y="39344"/>
                  <a:pt x="504379" y="41133"/>
                </a:cubicBezTo>
                <a:cubicBezTo>
                  <a:pt x="506301" y="42922"/>
                  <a:pt x="507263" y="44991"/>
                  <a:pt x="507263" y="47341"/>
                </a:cubicBezTo>
                <a:cubicBezTo>
                  <a:pt x="507263" y="49423"/>
                  <a:pt x="506568" y="51185"/>
                  <a:pt x="505180" y="52627"/>
                </a:cubicBezTo>
                <a:cubicBezTo>
                  <a:pt x="503792" y="54069"/>
                  <a:pt x="502136" y="54790"/>
                  <a:pt x="500214" y="54790"/>
                </a:cubicBezTo>
                <a:cubicBezTo>
                  <a:pt x="498345" y="54790"/>
                  <a:pt x="496249" y="53869"/>
                  <a:pt x="493926" y="52027"/>
                </a:cubicBezTo>
                <a:cubicBezTo>
                  <a:pt x="491603" y="50184"/>
                  <a:pt x="489880" y="49263"/>
                  <a:pt x="488759" y="49263"/>
                </a:cubicBezTo>
                <a:cubicBezTo>
                  <a:pt x="487798" y="49263"/>
                  <a:pt x="486756" y="49795"/>
                  <a:pt x="485635" y="50860"/>
                </a:cubicBezTo>
                <a:cubicBezTo>
                  <a:pt x="483232" y="53045"/>
                  <a:pt x="480749" y="56640"/>
                  <a:pt x="478185" y="61646"/>
                </a:cubicBezTo>
                <a:lnTo>
                  <a:pt x="478185" y="96721"/>
                </a:lnTo>
                <a:cubicBezTo>
                  <a:pt x="478185" y="100768"/>
                  <a:pt x="478693" y="103830"/>
                  <a:pt x="479707" y="105908"/>
                </a:cubicBezTo>
                <a:cubicBezTo>
                  <a:pt x="480402" y="107346"/>
                  <a:pt x="481630" y="108546"/>
                  <a:pt x="483392" y="109505"/>
                </a:cubicBezTo>
                <a:cubicBezTo>
                  <a:pt x="485154" y="110463"/>
                  <a:pt x="487691" y="110942"/>
                  <a:pt x="491002" y="110942"/>
                </a:cubicBezTo>
                <a:lnTo>
                  <a:pt x="491002" y="113906"/>
                </a:lnTo>
                <a:lnTo>
                  <a:pt x="453434" y="113906"/>
                </a:lnTo>
                <a:lnTo>
                  <a:pt x="453434" y="110942"/>
                </a:lnTo>
                <a:cubicBezTo>
                  <a:pt x="457172" y="110942"/>
                  <a:pt x="459949" y="110356"/>
                  <a:pt x="461764" y="109185"/>
                </a:cubicBezTo>
                <a:cubicBezTo>
                  <a:pt x="463099" y="108332"/>
                  <a:pt x="464034" y="106973"/>
                  <a:pt x="464568" y="105107"/>
                </a:cubicBezTo>
                <a:cubicBezTo>
                  <a:pt x="464835" y="104201"/>
                  <a:pt x="464969" y="101617"/>
                  <a:pt x="464969" y="97355"/>
                </a:cubicBezTo>
                <a:lnTo>
                  <a:pt x="464969" y="68981"/>
                </a:lnTo>
                <a:cubicBezTo>
                  <a:pt x="464969" y="60455"/>
                  <a:pt x="464795" y="55380"/>
                  <a:pt x="464448" y="53756"/>
                </a:cubicBezTo>
                <a:cubicBezTo>
                  <a:pt x="464101" y="52131"/>
                  <a:pt x="463460" y="50945"/>
                  <a:pt x="462525" y="50199"/>
                </a:cubicBezTo>
                <a:cubicBezTo>
                  <a:pt x="461591" y="49453"/>
                  <a:pt x="460429" y="49080"/>
                  <a:pt x="459041" y="49080"/>
                </a:cubicBezTo>
                <a:cubicBezTo>
                  <a:pt x="457386" y="49080"/>
                  <a:pt x="455516" y="49480"/>
                  <a:pt x="453434" y="50279"/>
                </a:cubicBezTo>
                <a:lnTo>
                  <a:pt x="452633" y="47401"/>
                </a:lnTo>
                <a:lnTo>
                  <a:pt x="474821" y="38449"/>
                </a:lnTo>
                <a:lnTo>
                  <a:pt x="478185" y="38449"/>
                </a:lnTo>
                <a:close/>
                <a:moveTo>
                  <a:pt x="530011" y="0"/>
                </a:moveTo>
                <a:cubicBezTo>
                  <a:pt x="532254" y="0"/>
                  <a:pt x="534163" y="792"/>
                  <a:pt x="535738" y="2376"/>
                </a:cubicBezTo>
                <a:cubicBezTo>
                  <a:pt x="537313" y="3958"/>
                  <a:pt x="538101" y="5876"/>
                  <a:pt x="538101" y="8130"/>
                </a:cubicBezTo>
                <a:cubicBezTo>
                  <a:pt x="538101" y="10385"/>
                  <a:pt x="537313" y="12317"/>
                  <a:pt x="535738" y="13928"/>
                </a:cubicBezTo>
                <a:cubicBezTo>
                  <a:pt x="534163" y="15537"/>
                  <a:pt x="532254" y="16341"/>
                  <a:pt x="530011" y="16341"/>
                </a:cubicBezTo>
                <a:cubicBezTo>
                  <a:pt x="527768" y="16341"/>
                  <a:pt x="525845" y="15537"/>
                  <a:pt x="524243" y="13928"/>
                </a:cubicBezTo>
                <a:cubicBezTo>
                  <a:pt x="522641" y="12317"/>
                  <a:pt x="521840" y="10385"/>
                  <a:pt x="521840" y="8130"/>
                </a:cubicBezTo>
                <a:cubicBezTo>
                  <a:pt x="521840" y="5876"/>
                  <a:pt x="522628" y="3958"/>
                  <a:pt x="524203" y="2376"/>
                </a:cubicBezTo>
                <a:cubicBezTo>
                  <a:pt x="525779" y="792"/>
                  <a:pt x="527714" y="0"/>
                  <a:pt x="530011" y="0"/>
                </a:cubicBezTo>
                <a:moveTo>
                  <a:pt x="536659" y="38449"/>
                </a:moveTo>
                <a:lnTo>
                  <a:pt x="536659" y="97274"/>
                </a:lnTo>
                <a:cubicBezTo>
                  <a:pt x="536659" y="101857"/>
                  <a:pt x="536993" y="104908"/>
                  <a:pt x="537660" y="106426"/>
                </a:cubicBezTo>
                <a:cubicBezTo>
                  <a:pt x="538328" y="107945"/>
                  <a:pt x="539316" y="109077"/>
                  <a:pt x="540624" y="109823"/>
                </a:cubicBezTo>
                <a:cubicBezTo>
                  <a:pt x="541933" y="110569"/>
                  <a:pt x="544322" y="110942"/>
                  <a:pt x="547793" y="110942"/>
                </a:cubicBezTo>
                <a:lnTo>
                  <a:pt x="547793" y="113906"/>
                </a:lnTo>
                <a:lnTo>
                  <a:pt x="512148" y="113906"/>
                </a:lnTo>
                <a:lnTo>
                  <a:pt x="512148" y="110942"/>
                </a:lnTo>
                <a:cubicBezTo>
                  <a:pt x="515726" y="110942"/>
                  <a:pt x="518129" y="110596"/>
                  <a:pt x="519357" y="109903"/>
                </a:cubicBezTo>
                <a:cubicBezTo>
                  <a:pt x="520585" y="109211"/>
                  <a:pt x="521560" y="108065"/>
                  <a:pt x="522281" y="106466"/>
                </a:cubicBezTo>
                <a:cubicBezTo>
                  <a:pt x="523002" y="104867"/>
                  <a:pt x="523362" y="101804"/>
                  <a:pt x="523362" y="97274"/>
                </a:cubicBezTo>
                <a:lnTo>
                  <a:pt x="523362" y="69061"/>
                </a:lnTo>
                <a:cubicBezTo>
                  <a:pt x="523362" y="61121"/>
                  <a:pt x="523122" y="55979"/>
                  <a:pt x="522641" y="53636"/>
                </a:cubicBezTo>
                <a:cubicBezTo>
                  <a:pt x="522267" y="51931"/>
                  <a:pt x="521680" y="50745"/>
                  <a:pt x="520879" y="50079"/>
                </a:cubicBezTo>
                <a:cubicBezTo>
                  <a:pt x="520078" y="49413"/>
                  <a:pt x="518983" y="49080"/>
                  <a:pt x="517595" y="49080"/>
                </a:cubicBezTo>
                <a:cubicBezTo>
                  <a:pt x="516100" y="49080"/>
                  <a:pt x="514284" y="49480"/>
                  <a:pt x="512148" y="50279"/>
                </a:cubicBezTo>
                <a:lnTo>
                  <a:pt x="511026" y="47401"/>
                </a:lnTo>
                <a:lnTo>
                  <a:pt x="533135" y="38449"/>
                </a:lnTo>
                <a:lnTo>
                  <a:pt x="536659" y="38449"/>
                </a:lnTo>
                <a:close/>
                <a:moveTo>
                  <a:pt x="569287" y="68247"/>
                </a:moveTo>
                <a:cubicBezTo>
                  <a:pt x="569234" y="79116"/>
                  <a:pt x="571877" y="87641"/>
                  <a:pt x="577218" y="93823"/>
                </a:cubicBezTo>
                <a:cubicBezTo>
                  <a:pt x="582558" y="100002"/>
                  <a:pt x="588832" y="103092"/>
                  <a:pt x="596042" y="103092"/>
                </a:cubicBezTo>
                <a:cubicBezTo>
                  <a:pt x="600848" y="103092"/>
                  <a:pt x="605026" y="101770"/>
                  <a:pt x="608578" y="99127"/>
                </a:cubicBezTo>
                <a:cubicBezTo>
                  <a:pt x="612129" y="96483"/>
                  <a:pt x="615106" y="91958"/>
                  <a:pt x="617509" y="85549"/>
                </a:cubicBezTo>
                <a:lnTo>
                  <a:pt x="619992" y="87151"/>
                </a:lnTo>
                <a:cubicBezTo>
                  <a:pt x="618871" y="94468"/>
                  <a:pt x="615613" y="101129"/>
                  <a:pt x="610220" y="107137"/>
                </a:cubicBezTo>
                <a:cubicBezTo>
                  <a:pt x="604826" y="113145"/>
                  <a:pt x="598071" y="116149"/>
                  <a:pt x="589954" y="116149"/>
                </a:cubicBezTo>
                <a:cubicBezTo>
                  <a:pt x="581143" y="116149"/>
                  <a:pt x="573600" y="112725"/>
                  <a:pt x="567325" y="105878"/>
                </a:cubicBezTo>
                <a:cubicBezTo>
                  <a:pt x="561050" y="99029"/>
                  <a:pt x="557913" y="89822"/>
                  <a:pt x="557913" y="78258"/>
                </a:cubicBezTo>
                <a:cubicBezTo>
                  <a:pt x="557913" y="65735"/>
                  <a:pt x="561130" y="55970"/>
                  <a:pt x="567565" y="48963"/>
                </a:cubicBezTo>
                <a:cubicBezTo>
                  <a:pt x="574000" y="41954"/>
                  <a:pt x="582077" y="38449"/>
                  <a:pt x="591796" y="38449"/>
                </a:cubicBezTo>
                <a:cubicBezTo>
                  <a:pt x="600020" y="38449"/>
                  <a:pt x="606775" y="41153"/>
                  <a:pt x="612062" y="46560"/>
                </a:cubicBezTo>
                <a:cubicBezTo>
                  <a:pt x="617349" y="51965"/>
                  <a:pt x="619992" y="59194"/>
                  <a:pt x="619992" y="68247"/>
                </a:cubicBezTo>
                <a:lnTo>
                  <a:pt x="569287" y="68247"/>
                </a:lnTo>
                <a:moveTo>
                  <a:pt x="569287" y="63601"/>
                </a:moveTo>
                <a:lnTo>
                  <a:pt x="603251" y="63601"/>
                </a:lnTo>
                <a:cubicBezTo>
                  <a:pt x="602984" y="58902"/>
                  <a:pt x="602423" y="55591"/>
                  <a:pt x="601569" y="53669"/>
                </a:cubicBezTo>
                <a:cubicBezTo>
                  <a:pt x="600234" y="50678"/>
                  <a:pt x="598244" y="48328"/>
                  <a:pt x="595601" y="46620"/>
                </a:cubicBezTo>
                <a:cubicBezTo>
                  <a:pt x="592958" y="44911"/>
                  <a:pt x="590194" y="44056"/>
                  <a:pt x="587311" y="44056"/>
                </a:cubicBezTo>
                <a:cubicBezTo>
                  <a:pt x="582878" y="44056"/>
                  <a:pt x="578913" y="45779"/>
                  <a:pt x="575415" y="49223"/>
                </a:cubicBezTo>
                <a:cubicBezTo>
                  <a:pt x="571917" y="52667"/>
                  <a:pt x="569875" y="57460"/>
                  <a:pt x="569287" y="63601"/>
                </a:cubicBezTo>
                <a:close/>
                <a:moveTo>
                  <a:pt x="626026" y="40532"/>
                </a:moveTo>
                <a:lnTo>
                  <a:pt x="660550" y="40532"/>
                </a:lnTo>
                <a:lnTo>
                  <a:pt x="660550" y="43496"/>
                </a:lnTo>
                <a:lnTo>
                  <a:pt x="658307" y="43496"/>
                </a:lnTo>
                <a:cubicBezTo>
                  <a:pt x="656225" y="43496"/>
                  <a:pt x="654636" y="44003"/>
                  <a:pt x="653541" y="45018"/>
                </a:cubicBezTo>
                <a:cubicBezTo>
                  <a:pt x="652446" y="46032"/>
                  <a:pt x="651899" y="47394"/>
                  <a:pt x="651899" y="49103"/>
                </a:cubicBezTo>
                <a:cubicBezTo>
                  <a:pt x="651899" y="50972"/>
                  <a:pt x="652460" y="53188"/>
                  <a:pt x="653581" y="55751"/>
                </a:cubicBezTo>
                <a:lnTo>
                  <a:pt x="670643" y="96283"/>
                </a:lnTo>
                <a:lnTo>
                  <a:pt x="687785" y="54229"/>
                </a:lnTo>
                <a:cubicBezTo>
                  <a:pt x="689013" y="51239"/>
                  <a:pt x="689627" y="48969"/>
                  <a:pt x="689627" y="47421"/>
                </a:cubicBezTo>
                <a:cubicBezTo>
                  <a:pt x="689627" y="46673"/>
                  <a:pt x="689414" y="46059"/>
                  <a:pt x="688986" y="45578"/>
                </a:cubicBezTo>
                <a:cubicBezTo>
                  <a:pt x="688399" y="44777"/>
                  <a:pt x="687651" y="44230"/>
                  <a:pt x="686744" y="43936"/>
                </a:cubicBezTo>
                <a:cubicBezTo>
                  <a:pt x="685836" y="43642"/>
                  <a:pt x="683993" y="43496"/>
                  <a:pt x="681217" y="43496"/>
                </a:cubicBezTo>
                <a:lnTo>
                  <a:pt x="681217" y="40532"/>
                </a:lnTo>
                <a:lnTo>
                  <a:pt x="705167" y="40532"/>
                </a:lnTo>
                <a:lnTo>
                  <a:pt x="705167" y="43496"/>
                </a:lnTo>
                <a:cubicBezTo>
                  <a:pt x="702390" y="43709"/>
                  <a:pt x="700468" y="44270"/>
                  <a:pt x="699400" y="45178"/>
                </a:cubicBezTo>
                <a:cubicBezTo>
                  <a:pt x="697531" y="46780"/>
                  <a:pt x="695849" y="49450"/>
                  <a:pt x="694353" y="53188"/>
                </a:cubicBezTo>
                <a:lnTo>
                  <a:pt x="668320" y="116149"/>
                </a:lnTo>
                <a:lnTo>
                  <a:pt x="665036" y="116149"/>
                </a:lnTo>
                <a:lnTo>
                  <a:pt x="638842" y="54229"/>
                </a:lnTo>
                <a:cubicBezTo>
                  <a:pt x="637668" y="51346"/>
                  <a:pt x="636546" y="49276"/>
                  <a:pt x="635478" y="48021"/>
                </a:cubicBezTo>
                <a:cubicBezTo>
                  <a:pt x="634410" y="46766"/>
                  <a:pt x="633048" y="45712"/>
                  <a:pt x="631393" y="44857"/>
                </a:cubicBezTo>
                <a:cubicBezTo>
                  <a:pt x="630485" y="44377"/>
                  <a:pt x="628696" y="43923"/>
                  <a:pt x="626026" y="43496"/>
                </a:cubicBezTo>
                <a:lnTo>
                  <a:pt x="626026" y="40532"/>
                </a:lnTo>
                <a:close/>
                <a:moveTo>
                  <a:pt x="724152" y="68247"/>
                </a:moveTo>
                <a:cubicBezTo>
                  <a:pt x="724098" y="79116"/>
                  <a:pt x="726742" y="87641"/>
                  <a:pt x="732082" y="93823"/>
                </a:cubicBezTo>
                <a:cubicBezTo>
                  <a:pt x="737422" y="100002"/>
                  <a:pt x="743697" y="103092"/>
                  <a:pt x="750906" y="103092"/>
                </a:cubicBezTo>
                <a:cubicBezTo>
                  <a:pt x="755712" y="103092"/>
                  <a:pt x="759891" y="101770"/>
                  <a:pt x="763442" y="99127"/>
                </a:cubicBezTo>
                <a:cubicBezTo>
                  <a:pt x="766993" y="96483"/>
                  <a:pt x="769970" y="91958"/>
                  <a:pt x="772373" y="85549"/>
                </a:cubicBezTo>
                <a:lnTo>
                  <a:pt x="774857" y="87151"/>
                </a:lnTo>
                <a:cubicBezTo>
                  <a:pt x="773735" y="94468"/>
                  <a:pt x="770478" y="101129"/>
                  <a:pt x="765084" y="107137"/>
                </a:cubicBezTo>
                <a:cubicBezTo>
                  <a:pt x="759690" y="113145"/>
                  <a:pt x="752935" y="116149"/>
                  <a:pt x="744818" y="116149"/>
                </a:cubicBezTo>
                <a:cubicBezTo>
                  <a:pt x="736007" y="116149"/>
                  <a:pt x="728464" y="112725"/>
                  <a:pt x="722189" y="105878"/>
                </a:cubicBezTo>
                <a:cubicBezTo>
                  <a:pt x="715914" y="99029"/>
                  <a:pt x="712777" y="89822"/>
                  <a:pt x="712777" y="78258"/>
                </a:cubicBezTo>
                <a:cubicBezTo>
                  <a:pt x="712777" y="65735"/>
                  <a:pt x="715995" y="55970"/>
                  <a:pt x="722429" y="48963"/>
                </a:cubicBezTo>
                <a:cubicBezTo>
                  <a:pt x="728864" y="41954"/>
                  <a:pt x="736941" y="38449"/>
                  <a:pt x="746660" y="38449"/>
                </a:cubicBezTo>
                <a:cubicBezTo>
                  <a:pt x="754884" y="38449"/>
                  <a:pt x="761640" y="41153"/>
                  <a:pt x="766926" y="46560"/>
                </a:cubicBezTo>
                <a:cubicBezTo>
                  <a:pt x="772213" y="51965"/>
                  <a:pt x="774857" y="59194"/>
                  <a:pt x="774857" y="68247"/>
                </a:cubicBezTo>
                <a:lnTo>
                  <a:pt x="724152" y="68247"/>
                </a:lnTo>
                <a:moveTo>
                  <a:pt x="724152" y="63601"/>
                </a:moveTo>
                <a:lnTo>
                  <a:pt x="758115" y="63601"/>
                </a:lnTo>
                <a:cubicBezTo>
                  <a:pt x="757848" y="58902"/>
                  <a:pt x="757287" y="55591"/>
                  <a:pt x="756433" y="53669"/>
                </a:cubicBezTo>
                <a:cubicBezTo>
                  <a:pt x="755098" y="50678"/>
                  <a:pt x="753109" y="48328"/>
                  <a:pt x="750465" y="46620"/>
                </a:cubicBezTo>
                <a:cubicBezTo>
                  <a:pt x="747822" y="44911"/>
                  <a:pt x="745058" y="44056"/>
                  <a:pt x="742175" y="44056"/>
                </a:cubicBezTo>
                <a:cubicBezTo>
                  <a:pt x="737742" y="44056"/>
                  <a:pt x="733777" y="45779"/>
                  <a:pt x="730279" y="49223"/>
                </a:cubicBezTo>
                <a:cubicBezTo>
                  <a:pt x="726782" y="52667"/>
                  <a:pt x="724739" y="57460"/>
                  <a:pt x="724152" y="63601"/>
                </a:cubicBezTo>
                <a:close/>
                <a:moveTo>
                  <a:pt x="821900" y="40532"/>
                </a:moveTo>
                <a:lnTo>
                  <a:pt x="856425" y="40532"/>
                </a:lnTo>
                <a:lnTo>
                  <a:pt x="856425" y="43496"/>
                </a:lnTo>
                <a:lnTo>
                  <a:pt x="854182" y="43496"/>
                </a:lnTo>
                <a:cubicBezTo>
                  <a:pt x="852099" y="43496"/>
                  <a:pt x="850510" y="44003"/>
                  <a:pt x="849416" y="45018"/>
                </a:cubicBezTo>
                <a:cubicBezTo>
                  <a:pt x="848321" y="46032"/>
                  <a:pt x="847774" y="47394"/>
                  <a:pt x="847774" y="49103"/>
                </a:cubicBezTo>
                <a:cubicBezTo>
                  <a:pt x="847774" y="50972"/>
                  <a:pt x="848334" y="53188"/>
                  <a:pt x="849456" y="55751"/>
                </a:cubicBezTo>
                <a:lnTo>
                  <a:pt x="866518" y="96283"/>
                </a:lnTo>
                <a:lnTo>
                  <a:pt x="883659" y="54229"/>
                </a:lnTo>
                <a:cubicBezTo>
                  <a:pt x="884888" y="51239"/>
                  <a:pt x="885502" y="48969"/>
                  <a:pt x="885502" y="47421"/>
                </a:cubicBezTo>
                <a:cubicBezTo>
                  <a:pt x="885502" y="46673"/>
                  <a:pt x="885288" y="46059"/>
                  <a:pt x="884861" y="45578"/>
                </a:cubicBezTo>
                <a:cubicBezTo>
                  <a:pt x="884274" y="44777"/>
                  <a:pt x="883526" y="44230"/>
                  <a:pt x="882618" y="43936"/>
                </a:cubicBezTo>
                <a:cubicBezTo>
                  <a:pt x="881710" y="43642"/>
                  <a:pt x="879868" y="43496"/>
                  <a:pt x="877091" y="43496"/>
                </a:cubicBezTo>
                <a:lnTo>
                  <a:pt x="877091" y="40532"/>
                </a:lnTo>
                <a:lnTo>
                  <a:pt x="901042" y="40532"/>
                </a:lnTo>
                <a:lnTo>
                  <a:pt x="901042" y="43496"/>
                </a:lnTo>
                <a:cubicBezTo>
                  <a:pt x="898265" y="43709"/>
                  <a:pt x="896342" y="44270"/>
                  <a:pt x="895274" y="45178"/>
                </a:cubicBezTo>
                <a:cubicBezTo>
                  <a:pt x="893405" y="46780"/>
                  <a:pt x="891723" y="49450"/>
                  <a:pt x="890228" y="53188"/>
                </a:cubicBezTo>
                <a:lnTo>
                  <a:pt x="864195" y="116149"/>
                </a:lnTo>
                <a:lnTo>
                  <a:pt x="860910" y="116149"/>
                </a:lnTo>
                <a:lnTo>
                  <a:pt x="834717" y="54229"/>
                </a:lnTo>
                <a:cubicBezTo>
                  <a:pt x="833542" y="51346"/>
                  <a:pt x="832421" y="49276"/>
                  <a:pt x="831353" y="48021"/>
                </a:cubicBezTo>
                <a:cubicBezTo>
                  <a:pt x="830284" y="46766"/>
                  <a:pt x="828923" y="45712"/>
                  <a:pt x="827267" y="44857"/>
                </a:cubicBezTo>
                <a:cubicBezTo>
                  <a:pt x="826359" y="44377"/>
                  <a:pt x="824571" y="43923"/>
                  <a:pt x="821900" y="43496"/>
                </a:cubicBezTo>
                <a:lnTo>
                  <a:pt x="821900" y="40532"/>
                </a:lnTo>
                <a:close/>
                <a:moveTo>
                  <a:pt x="920026" y="68247"/>
                </a:moveTo>
                <a:cubicBezTo>
                  <a:pt x="919973" y="79116"/>
                  <a:pt x="922616" y="87641"/>
                  <a:pt x="927957" y="93823"/>
                </a:cubicBezTo>
                <a:cubicBezTo>
                  <a:pt x="933297" y="100002"/>
                  <a:pt x="939571" y="103092"/>
                  <a:pt x="946781" y="103092"/>
                </a:cubicBezTo>
                <a:cubicBezTo>
                  <a:pt x="951587" y="103092"/>
                  <a:pt x="955765" y="101770"/>
                  <a:pt x="959317" y="99127"/>
                </a:cubicBezTo>
                <a:cubicBezTo>
                  <a:pt x="962868" y="96483"/>
                  <a:pt x="965845" y="91958"/>
                  <a:pt x="968248" y="85549"/>
                </a:cubicBezTo>
                <a:lnTo>
                  <a:pt x="970731" y="87151"/>
                </a:lnTo>
                <a:cubicBezTo>
                  <a:pt x="969610" y="94468"/>
                  <a:pt x="966352" y="101129"/>
                  <a:pt x="960959" y="107137"/>
                </a:cubicBezTo>
                <a:cubicBezTo>
                  <a:pt x="955565" y="113145"/>
                  <a:pt x="948810" y="116149"/>
                  <a:pt x="940693" y="116149"/>
                </a:cubicBezTo>
                <a:cubicBezTo>
                  <a:pt x="931882" y="116149"/>
                  <a:pt x="924339" y="112725"/>
                  <a:pt x="918064" y="105878"/>
                </a:cubicBezTo>
                <a:cubicBezTo>
                  <a:pt x="911789" y="99029"/>
                  <a:pt x="908652" y="89822"/>
                  <a:pt x="908652" y="78258"/>
                </a:cubicBezTo>
                <a:cubicBezTo>
                  <a:pt x="908652" y="65735"/>
                  <a:pt x="911869" y="55970"/>
                  <a:pt x="918304" y="48963"/>
                </a:cubicBezTo>
                <a:cubicBezTo>
                  <a:pt x="924739" y="41954"/>
                  <a:pt x="932816" y="38449"/>
                  <a:pt x="942535" y="38449"/>
                </a:cubicBezTo>
                <a:cubicBezTo>
                  <a:pt x="950759" y="38449"/>
                  <a:pt x="957514" y="41153"/>
                  <a:pt x="962801" y="46560"/>
                </a:cubicBezTo>
                <a:cubicBezTo>
                  <a:pt x="968088" y="51965"/>
                  <a:pt x="970731" y="59194"/>
                  <a:pt x="970731" y="68247"/>
                </a:cubicBezTo>
                <a:lnTo>
                  <a:pt x="920026" y="68247"/>
                </a:lnTo>
                <a:moveTo>
                  <a:pt x="920026" y="63601"/>
                </a:moveTo>
                <a:lnTo>
                  <a:pt x="953990" y="63601"/>
                </a:lnTo>
                <a:cubicBezTo>
                  <a:pt x="953723" y="58902"/>
                  <a:pt x="953162" y="55591"/>
                  <a:pt x="952308" y="53669"/>
                </a:cubicBezTo>
                <a:cubicBezTo>
                  <a:pt x="950973" y="50678"/>
                  <a:pt x="948983" y="48328"/>
                  <a:pt x="946340" y="46620"/>
                </a:cubicBezTo>
                <a:cubicBezTo>
                  <a:pt x="943697" y="44911"/>
                  <a:pt x="940933" y="44056"/>
                  <a:pt x="938049" y="44056"/>
                </a:cubicBezTo>
                <a:cubicBezTo>
                  <a:pt x="933617" y="44056"/>
                  <a:pt x="929652" y="45779"/>
                  <a:pt x="926154" y="49223"/>
                </a:cubicBezTo>
                <a:cubicBezTo>
                  <a:pt x="922656" y="52667"/>
                  <a:pt x="920614" y="57460"/>
                  <a:pt x="920026" y="63601"/>
                </a:cubicBezTo>
                <a:close/>
                <a:moveTo>
                  <a:pt x="1042849" y="86030"/>
                </a:moveTo>
                <a:cubicBezTo>
                  <a:pt x="1040873" y="95696"/>
                  <a:pt x="1037002" y="103132"/>
                  <a:pt x="1031234" y="108339"/>
                </a:cubicBezTo>
                <a:cubicBezTo>
                  <a:pt x="1025467" y="113545"/>
                  <a:pt x="1019085" y="116149"/>
                  <a:pt x="1012090" y="116149"/>
                </a:cubicBezTo>
                <a:cubicBezTo>
                  <a:pt x="1003759" y="116149"/>
                  <a:pt x="996497" y="112655"/>
                  <a:pt x="990302" y="105668"/>
                </a:cubicBezTo>
                <a:cubicBezTo>
                  <a:pt x="984107" y="98679"/>
                  <a:pt x="981010" y="89236"/>
                  <a:pt x="981010" y="77339"/>
                </a:cubicBezTo>
                <a:cubicBezTo>
                  <a:pt x="981010" y="65816"/>
                  <a:pt x="984441" y="56454"/>
                  <a:pt x="991303" y="49253"/>
                </a:cubicBezTo>
                <a:cubicBezTo>
                  <a:pt x="998165" y="42050"/>
                  <a:pt x="1006403" y="38449"/>
                  <a:pt x="1016015" y="38449"/>
                </a:cubicBezTo>
                <a:cubicBezTo>
                  <a:pt x="1023224" y="38449"/>
                  <a:pt x="1029152" y="40352"/>
                  <a:pt x="1033798" y="44159"/>
                </a:cubicBezTo>
                <a:cubicBezTo>
                  <a:pt x="1038444" y="47964"/>
                  <a:pt x="1040767" y="51916"/>
                  <a:pt x="1040767" y="56014"/>
                </a:cubicBezTo>
                <a:cubicBezTo>
                  <a:pt x="1040767" y="58037"/>
                  <a:pt x="1040112" y="59674"/>
                  <a:pt x="1038804" y="60925"/>
                </a:cubicBezTo>
                <a:cubicBezTo>
                  <a:pt x="1037496" y="62175"/>
                  <a:pt x="1035667" y="62800"/>
                  <a:pt x="1033317" y="62800"/>
                </a:cubicBezTo>
                <a:cubicBezTo>
                  <a:pt x="1030166" y="62800"/>
                  <a:pt x="1027790" y="61786"/>
                  <a:pt x="1026188" y="59756"/>
                </a:cubicBezTo>
                <a:cubicBezTo>
                  <a:pt x="1025280" y="58635"/>
                  <a:pt x="1024679" y="56499"/>
                  <a:pt x="1024386" y="53348"/>
                </a:cubicBezTo>
                <a:cubicBezTo>
                  <a:pt x="1024092" y="50198"/>
                  <a:pt x="1023010" y="47794"/>
                  <a:pt x="1021141" y="46139"/>
                </a:cubicBezTo>
                <a:cubicBezTo>
                  <a:pt x="1019272" y="44537"/>
                  <a:pt x="1016682" y="43736"/>
                  <a:pt x="1013371" y="43736"/>
                </a:cubicBezTo>
                <a:cubicBezTo>
                  <a:pt x="1008031" y="43736"/>
                  <a:pt x="1003732" y="45712"/>
                  <a:pt x="1000475" y="49664"/>
                </a:cubicBezTo>
                <a:cubicBezTo>
                  <a:pt x="996149" y="54897"/>
                  <a:pt x="993987" y="61812"/>
                  <a:pt x="993987" y="70410"/>
                </a:cubicBezTo>
                <a:cubicBezTo>
                  <a:pt x="993987" y="79168"/>
                  <a:pt x="996136" y="86898"/>
                  <a:pt x="1000435" y="93600"/>
                </a:cubicBezTo>
                <a:cubicBezTo>
                  <a:pt x="1004734" y="100302"/>
                  <a:pt x="1010541" y="103653"/>
                  <a:pt x="1017857" y="103653"/>
                </a:cubicBezTo>
                <a:cubicBezTo>
                  <a:pt x="1023091" y="103653"/>
                  <a:pt x="1027790" y="101864"/>
                  <a:pt x="1031955" y="98286"/>
                </a:cubicBezTo>
                <a:cubicBezTo>
                  <a:pt x="1034892" y="95829"/>
                  <a:pt x="1037749" y="91370"/>
                  <a:pt x="1040526" y="84909"/>
                </a:cubicBezTo>
                <a:lnTo>
                  <a:pt x="1042849" y="86030"/>
                </a:lnTo>
                <a:close/>
                <a:moveTo>
                  <a:pt x="1074675" y="16341"/>
                </a:moveTo>
                <a:lnTo>
                  <a:pt x="1074675" y="40532"/>
                </a:lnTo>
                <a:lnTo>
                  <a:pt x="1091817" y="40532"/>
                </a:lnTo>
                <a:lnTo>
                  <a:pt x="1091817" y="46139"/>
                </a:lnTo>
                <a:lnTo>
                  <a:pt x="1074675" y="46139"/>
                </a:lnTo>
                <a:lnTo>
                  <a:pt x="1074675" y="93655"/>
                </a:lnTo>
                <a:cubicBezTo>
                  <a:pt x="1074675" y="98403"/>
                  <a:pt x="1075356" y="101603"/>
                  <a:pt x="1076718" y="103257"/>
                </a:cubicBezTo>
                <a:cubicBezTo>
                  <a:pt x="1078079" y="104909"/>
                  <a:pt x="1079828" y="105735"/>
                  <a:pt x="1081964" y="105735"/>
                </a:cubicBezTo>
                <a:cubicBezTo>
                  <a:pt x="1083727" y="105735"/>
                  <a:pt x="1085435" y="105188"/>
                  <a:pt x="1087091" y="104093"/>
                </a:cubicBezTo>
                <a:cubicBezTo>
                  <a:pt x="1088746" y="102998"/>
                  <a:pt x="1090028" y="101383"/>
                  <a:pt x="1090936" y="99247"/>
                </a:cubicBezTo>
                <a:lnTo>
                  <a:pt x="1094060" y="99247"/>
                </a:lnTo>
                <a:cubicBezTo>
                  <a:pt x="1092191" y="104495"/>
                  <a:pt x="1089547" y="108465"/>
                  <a:pt x="1086130" y="111155"/>
                </a:cubicBezTo>
                <a:cubicBezTo>
                  <a:pt x="1082712" y="113843"/>
                  <a:pt x="1079187" y="115187"/>
                  <a:pt x="1075556" y="115187"/>
                </a:cubicBezTo>
                <a:cubicBezTo>
                  <a:pt x="1073100" y="115187"/>
                  <a:pt x="1070697" y="114506"/>
                  <a:pt x="1068347" y="113142"/>
                </a:cubicBezTo>
                <a:cubicBezTo>
                  <a:pt x="1065997" y="111779"/>
                  <a:pt x="1064262" y="109828"/>
                  <a:pt x="1063140" y="107290"/>
                </a:cubicBezTo>
                <a:cubicBezTo>
                  <a:pt x="1062019" y="104750"/>
                  <a:pt x="1061458" y="100833"/>
                  <a:pt x="1061458" y="95540"/>
                </a:cubicBezTo>
                <a:lnTo>
                  <a:pt x="1061458" y="46139"/>
                </a:lnTo>
                <a:lnTo>
                  <a:pt x="1049843" y="46139"/>
                </a:lnTo>
                <a:lnTo>
                  <a:pt x="1049843" y="43496"/>
                </a:lnTo>
                <a:cubicBezTo>
                  <a:pt x="1052780" y="42317"/>
                  <a:pt x="1055784" y="40322"/>
                  <a:pt x="1058855" y="37510"/>
                </a:cubicBezTo>
                <a:cubicBezTo>
                  <a:pt x="1061925" y="34699"/>
                  <a:pt x="1064662" y="31364"/>
                  <a:pt x="1067065" y="27508"/>
                </a:cubicBezTo>
                <a:cubicBezTo>
                  <a:pt x="1068293" y="25473"/>
                  <a:pt x="1070002" y="21751"/>
                  <a:pt x="1072192" y="16341"/>
                </a:cubicBezTo>
                <a:lnTo>
                  <a:pt x="1074675" y="16341"/>
                </a:lnTo>
                <a:close/>
                <a:moveTo>
                  <a:pt x="1134859" y="38449"/>
                </a:moveTo>
                <a:cubicBezTo>
                  <a:pt x="1145967" y="38449"/>
                  <a:pt x="1154885" y="42664"/>
                  <a:pt x="1161614" y="51093"/>
                </a:cubicBezTo>
                <a:cubicBezTo>
                  <a:pt x="1167328" y="58294"/>
                  <a:pt x="1170185" y="66563"/>
                  <a:pt x="1170185" y="75900"/>
                </a:cubicBezTo>
                <a:cubicBezTo>
                  <a:pt x="1170185" y="82461"/>
                  <a:pt x="1168609" y="89103"/>
                  <a:pt x="1165458" y="95825"/>
                </a:cubicBezTo>
                <a:cubicBezTo>
                  <a:pt x="1162308" y="102545"/>
                  <a:pt x="1157969" y="107613"/>
                  <a:pt x="1152442" y="111027"/>
                </a:cubicBezTo>
                <a:cubicBezTo>
                  <a:pt x="1146915" y="114441"/>
                  <a:pt x="1140760" y="116149"/>
                  <a:pt x="1133978" y="116149"/>
                </a:cubicBezTo>
                <a:cubicBezTo>
                  <a:pt x="1122924" y="116149"/>
                  <a:pt x="1114139" y="111747"/>
                  <a:pt x="1107624" y="102944"/>
                </a:cubicBezTo>
                <a:cubicBezTo>
                  <a:pt x="1102124" y="95530"/>
                  <a:pt x="1099374" y="87208"/>
                  <a:pt x="1099374" y="77980"/>
                </a:cubicBezTo>
                <a:cubicBezTo>
                  <a:pt x="1099374" y="71258"/>
                  <a:pt x="1101043" y="64576"/>
                  <a:pt x="1104380" y="57934"/>
                </a:cubicBezTo>
                <a:cubicBezTo>
                  <a:pt x="1107718" y="51292"/>
                  <a:pt x="1112110" y="46384"/>
                  <a:pt x="1117557" y="43210"/>
                </a:cubicBezTo>
                <a:cubicBezTo>
                  <a:pt x="1123004" y="40036"/>
                  <a:pt x="1128772" y="38449"/>
                  <a:pt x="1134859" y="38449"/>
                </a:cubicBezTo>
                <a:moveTo>
                  <a:pt x="1132376" y="43736"/>
                </a:moveTo>
                <a:cubicBezTo>
                  <a:pt x="1129546" y="43736"/>
                  <a:pt x="1126702" y="44576"/>
                  <a:pt x="1123845" y="46257"/>
                </a:cubicBezTo>
                <a:cubicBezTo>
                  <a:pt x="1120988" y="47937"/>
                  <a:pt x="1118679" y="50884"/>
                  <a:pt x="1116916" y="55098"/>
                </a:cubicBezTo>
                <a:cubicBezTo>
                  <a:pt x="1115154" y="59312"/>
                  <a:pt x="1114273" y="64725"/>
                  <a:pt x="1114273" y="71339"/>
                </a:cubicBezTo>
                <a:cubicBezTo>
                  <a:pt x="1114273" y="82006"/>
                  <a:pt x="1116396" y="91207"/>
                  <a:pt x="1120641" y="98942"/>
                </a:cubicBezTo>
                <a:cubicBezTo>
                  <a:pt x="1124887" y="106675"/>
                  <a:pt x="1130480" y="110541"/>
                  <a:pt x="1137423" y="110541"/>
                </a:cubicBezTo>
                <a:cubicBezTo>
                  <a:pt x="1142603" y="110541"/>
                  <a:pt x="1146875" y="108408"/>
                  <a:pt x="1150239" y="104141"/>
                </a:cubicBezTo>
                <a:cubicBezTo>
                  <a:pt x="1153603" y="99874"/>
                  <a:pt x="1155285" y="92540"/>
                  <a:pt x="1155285" y="82140"/>
                </a:cubicBezTo>
                <a:cubicBezTo>
                  <a:pt x="1155285" y="69125"/>
                  <a:pt x="1152482" y="58884"/>
                  <a:pt x="1146875" y="51416"/>
                </a:cubicBezTo>
                <a:cubicBezTo>
                  <a:pt x="1143083" y="46296"/>
                  <a:pt x="1138250" y="43736"/>
                  <a:pt x="1132376" y="43736"/>
                </a:cubicBezTo>
                <a:close/>
                <a:moveTo>
                  <a:pt x="1202466" y="38449"/>
                </a:moveTo>
                <a:lnTo>
                  <a:pt x="1202466" y="54950"/>
                </a:lnTo>
                <a:cubicBezTo>
                  <a:pt x="1208607" y="43950"/>
                  <a:pt x="1214908" y="38449"/>
                  <a:pt x="1221370" y="38449"/>
                </a:cubicBezTo>
                <a:cubicBezTo>
                  <a:pt x="1224307" y="38449"/>
                  <a:pt x="1226737" y="39344"/>
                  <a:pt x="1228659" y="41133"/>
                </a:cubicBezTo>
                <a:cubicBezTo>
                  <a:pt x="1230582" y="42922"/>
                  <a:pt x="1231543" y="44991"/>
                  <a:pt x="1231543" y="47341"/>
                </a:cubicBezTo>
                <a:cubicBezTo>
                  <a:pt x="1231543" y="49423"/>
                  <a:pt x="1230849" y="51185"/>
                  <a:pt x="1229460" y="52627"/>
                </a:cubicBezTo>
                <a:cubicBezTo>
                  <a:pt x="1228072" y="54069"/>
                  <a:pt x="1226416" y="54790"/>
                  <a:pt x="1224494" y="54790"/>
                </a:cubicBezTo>
                <a:cubicBezTo>
                  <a:pt x="1222625" y="54790"/>
                  <a:pt x="1220529" y="53869"/>
                  <a:pt x="1218206" y="52027"/>
                </a:cubicBezTo>
                <a:cubicBezTo>
                  <a:pt x="1215883" y="50184"/>
                  <a:pt x="1214161" y="49263"/>
                  <a:pt x="1213039" y="49263"/>
                </a:cubicBezTo>
                <a:cubicBezTo>
                  <a:pt x="1212078" y="49263"/>
                  <a:pt x="1211037" y="49795"/>
                  <a:pt x="1209915" y="50860"/>
                </a:cubicBezTo>
                <a:cubicBezTo>
                  <a:pt x="1207512" y="53045"/>
                  <a:pt x="1205029" y="56640"/>
                  <a:pt x="1202466" y="61646"/>
                </a:cubicBezTo>
                <a:lnTo>
                  <a:pt x="1202466" y="96721"/>
                </a:lnTo>
                <a:cubicBezTo>
                  <a:pt x="1202466" y="100768"/>
                  <a:pt x="1202973" y="103830"/>
                  <a:pt x="1203988" y="105908"/>
                </a:cubicBezTo>
                <a:cubicBezTo>
                  <a:pt x="1204682" y="107346"/>
                  <a:pt x="1205910" y="108546"/>
                  <a:pt x="1207672" y="109505"/>
                </a:cubicBezTo>
                <a:cubicBezTo>
                  <a:pt x="1209435" y="110463"/>
                  <a:pt x="1211971" y="110942"/>
                  <a:pt x="1215282" y="110942"/>
                </a:cubicBezTo>
                <a:lnTo>
                  <a:pt x="1215282" y="113906"/>
                </a:lnTo>
                <a:lnTo>
                  <a:pt x="1177714" y="113906"/>
                </a:lnTo>
                <a:lnTo>
                  <a:pt x="1177714" y="110942"/>
                </a:lnTo>
                <a:cubicBezTo>
                  <a:pt x="1181452" y="110942"/>
                  <a:pt x="1184229" y="110356"/>
                  <a:pt x="1186045" y="109185"/>
                </a:cubicBezTo>
                <a:cubicBezTo>
                  <a:pt x="1187380" y="108332"/>
                  <a:pt x="1188314" y="106973"/>
                  <a:pt x="1188848" y="105107"/>
                </a:cubicBezTo>
                <a:cubicBezTo>
                  <a:pt x="1189115" y="104201"/>
                  <a:pt x="1189249" y="101617"/>
                  <a:pt x="1189249" y="97355"/>
                </a:cubicBezTo>
                <a:lnTo>
                  <a:pt x="1189249" y="68981"/>
                </a:lnTo>
                <a:cubicBezTo>
                  <a:pt x="1189249" y="60455"/>
                  <a:pt x="1189075" y="55380"/>
                  <a:pt x="1188728" y="53756"/>
                </a:cubicBezTo>
                <a:cubicBezTo>
                  <a:pt x="1188381" y="52131"/>
                  <a:pt x="1187740" y="50945"/>
                  <a:pt x="1186806" y="50199"/>
                </a:cubicBezTo>
                <a:cubicBezTo>
                  <a:pt x="1185871" y="49453"/>
                  <a:pt x="1184710" y="49080"/>
                  <a:pt x="1183321" y="49080"/>
                </a:cubicBezTo>
                <a:cubicBezTo>
                  <a:pt x="1181666" y="49080"/>
                  <a:pt x="1179797" y="49480"/>
                  <a:pt x="1177714" y="50279"/>
                </a:cubicBezTo>
                <a:lnTo>
                  <a:pt x="1176913" y="47401"/>
                </a:lnTo>
                <a:lnTo>
                  <a:pt x="1199101" y="38449"/>
                </a:lnTo>
                <a:lnTo>
                  <a:pt x="1202466" y="38449"/>
                </a:lnTo>
                <a:close/>
                <a:moveTo>
                  <a:pt x="1283047" y="38449"/>
                </a:moveTo>
                <a:lnTo>
                  <a:pt x="1283047" y="63281"/>
                </a:lnTo>
                <a:lnTo>
                  <a:pt x="1280404" y="63281"/>
                </a:lnTo>
                <a:cubicBezTo>
                  <a:pt x="1278375" y="55493"/>
                  <a:pt x="1275771" y="50195"/>
                  <a:pt x="1272594" y="47388"/>
                </a:cubicBezTo>
                <a:cubicBezTo>
                  <a:pt x="1269416" y="44580"/>
                  <a:pt x="1265371" y="43175"/>
                  <a:pt x="1260458" y="43175"/>
                </a:cubicBezTo>
                <a:cubicBezTo>
                  <a:pt x="1256720" y="43175"/>
                  <a:pt x="1253703" y="44162"/>
                  <a:pt x="1251407" y="46137"/>
                </a:cubicBezTo>
                <a:cubicBezTo>
                  <a:pt x="1249110" y="48109"/>
                  <a:pt x="1247962" y="50296"/>
                  <a:pt x="1247962" y="52697"/>
                </a:cubicBezTo>
                <a:cubicBezTo>
                  <a:pt x="1247962" y="55685"/>
                  <a:pt x="1248817" y="58245"/>
                  <a:pt x="1250526" y="60377"/>
                </a:cubicBezTo>
                <a:cubicBezTo>
                  <a:pt x="1252181" y="62565"/>
                  <a:pt x="1255545" y="64885"/>
                  <a:pt x="1260618" y="67339"/>
                </a:cubicBezTo>
                <a:lnTo>
                  <a:pt x="1272313" y="73021"/>
                </a:lnTo>
                <a:cubicBezTo>
                  <a:pt x="1283154" y="78301"/>
                  <a:pt x="1288574" y="85262"/>
                  <a:pt x="1288574" y="93905"/>
                </a:cubicBezTo>
                <a:cubicBezTo>
                  <a:pt x="1288574" y="100572"/>
                  <a:pt x="1286051" y="105946"/>
                  <a:pt x="1281005" y="110028"/>
                </a:cubicBezTo>
                <a:cubicBezTo>
                  <a:pt x="1275958" y="114108"/>
                  <a:pt x="1270311" y="116149"/>
                  <a:pt x="1264063" y="116149"/>
                </a:cubicBezTo>
                <a:cubicBezTo>
                  <a:pt x="1259577" y="116149"/>
                  <a:pt x="1254451" y="115348"/>
                  <a:pt x="1248683" y="113745"/>
                </a:cubicBezTo>
                <a:cubicBezTo>
                  <a:pt x="1246921" y="113211"/>
                  <a:pt x="1245479" y="112944"/>
                  <a:pt x="1244358" y="112944"/>
                </a:cubicBezTo>
                <a:cubicBezTo>
                  <a:pt x="1243129" y="112944"/>
                  <a:pt x="1242168" y="113639"/>
                  <a:pt x="1241474" y="115027"/>
                </a:cubicBezTo>
                <a:lnTo>
                  <a:pt x="1238831" y="115027"/>
                </a:lnTo>
                <a:lnTo>
                  <a:pt x="1238831" y="88754"/>
                </a:lnTo>
                <a:lnTo>
                  <a:pt x="1241474" y="88754"/>
                </a:lnTo>
                <a:cubicBezTo>
                  <a:pt x="1242969" y="96256"/>
                  <a:pt x="1245826" y="101910"/>
                  <a:pt x="1250045" y="105715"/>
                </a:cubicBezTo>
                <a:cubicBezTo>
                  <a:pt x="1254264" y="109520"/>
                  <a:pt x="1258990" y="111423"/>
                  <a:pt x="1264223" y="111423"/>
                </a:cubicBezTo>
                <a:cubicBezTo>
                  <a:pt x="1267908" y="111423"/>
                  <a:pt x="1270912" y="110343"/>
                  <a:pt x="1273235" y="108183"/>
                </a:cubicBezTo>
                <a:cubicBezTo>
                  <a:pt x="1275558" y="106022"/>
                  <a:pt x="1276719" y="103421"/>
                  <a:pt x="1276719" y="100381"/>
                </a:cubicBezTo>
                <a:cubicBezTo>
                  <a:pt x="1276719" y="96700"/>
                  <a:pt x="1275424" y="93606"/>
                  <a:pt x="1272834" y="91099"/>
                </a:cubicBezTo>
                <a:cubicBezTo>
                  <a:pt x="1270244" y="88592"/>
                  <a:pt x="1265077" y="85419"/>
                  <a:pt x="1257334" y="81579"/>
                </a:cubicBezTo>
                <a:cubicBezTo>
                  <a:pt x="1249591" y="77738"/>
                  <a:pt x="1244518" y="74270"/>
                  <a:pt x="1242115" y="71176"/>
                </a:cubicBezTo>
                <a:cubicBezTo>
                  <a:pt x="1239712" y="68135"/>
                  <a:pt x="1238510" y="64295"/>
                  <a:pt x="1238510" y="59654"/>
                </a:cubicBezTo>
                <a:cubicBezTo>
                  <a:pt x="1238510" y="53626"/>
                  <a:pt x="1240579" y="48585"/>
                  <a:pt x="1244718" y="44532"/>
                </a:cubicBezTo>
                <a:cubicBezTo>
                  <a:pt x="1248857" y="40477"/>
                  <a:pt x="1254210" y="38449"/>
                  <a:pt x="1260779" y="38449"/>
                </a:cubicBezTo>
                <a:cubicBezTo>
                  <a:pt x="1263662" y="38449"/>
                  <a:pt x="1267160" y="39063"/>
                  <a:pt x="1271272" y="40292"/>
                </a:cubicBezTo>
                <a:cubicBezTo>
                  <a:pt x="1273996" y="41093"/>
                  <a:pt x="1275811" y="41493"/>
                  <a:pt x="1276719" y="41493"/>
                </a:cubicBezTo>
                <a:cubicBezTo>
                  <a:pt x="1277573" y="41493"/>
                  <a:pt x="1278241" y="41306"/>
                  <a:pt x="1278722" y="40932"/>
                </a:cubicBezTo>
                <a:cubicBezTo>
                  <a:pt x="1279202" y="40559"/>
                  <a:pt x="1279763" y="39731"/>
                  <a:pt x="1280404" y="38449"/>
                </a:cubicBezTo>
                <a:lnTo>
                  <a:pt x="1283047" y="38449"/>
                </a:lnTo>
                <a:close/>
                <a:moveTo>
                  <a:pt x="1376340" y="38449"/>
                </a:moveTo>
                <a:cubicBezTo>
                  <a:pt x="1387448" y="38449"/>
                  <a:pt x="1396366" y="42664"/>
                  <a:pt x="1403095" y="51093"/>
                </a:cubicBezTo>
                <a:cubicBezTo>
                  <a:pt x="1408809" y="58294"/>
                  <a:pt x="1411666" y="66563"/>
                  <a:pt x="1411666" y="75900"/>
                </a:cubicBezTo>
                <a:cubicBezTo>
                  <a:pt x="1411666" y="82461"/>
                  <a:pt x="1410090" y="89103"/>
                  <a:pt x="1406939" y="95825"/>
                </a:cubicBezTo>
                <a:cubicBezTo>
                  <a:pt x="1403789" y="102545"/>
                  <a:pt x="1399450" y="107613"/>
                  <a:pt x="1393923" y="111027"/>
                </a:cubicBezTo>
                <a:cubicBezTo>
                  <a:pt x="1388396" y="114441"/>
                  <a:pt x="1382241" y="116149"/>
                  <a:pt x="1375459" y="116149"/>
                </a:cubicBezTo>
                <a:cubicBezTo>
                  <a:pt x="1364405" y="116149"/>
                  <a:pt x="1355621" y="111747"/>
                  <a:pt x="1349106" y="102944"/>
                </a:cubicBezTo>
                <a:cubicBezTo>
                  <a:pt x="1343605" y="95530"/>
                  <a:pt x="1340855" y="87208"/>
                  <a:pt x="1340855" y="77980"/>
                </a:cubicBezTo>
                <a:cubicBezTo>
                  <a:pt x="1340855" y="71258"/>
                  <a:pt x="1342524" y="64576"/>
                  <a:pt x="1345861" y="57934"/>
                </a:cubicBezTo>
                <a:cubicBezTo>
                  <a:pt x="1349199" y="51292"/>
                  <a:pt x="1353591" y="46384"/>
                  <a:pt x="1359038" y="43210"/>
                </a:cubicBezTo>
                <a:cubicBezTo>
                  <a:pt x="1364485" y="40036"/>
                  <a:pt x="1370253" y="38449"/>
                  <a:pt x="1376340" y="38449"/>
                </a:cubicBezTo>
                <a:moveTo>
                  <a:pt x="1373857" y="43736"/>
                </a:moveTo>
                <a:cubicBezTo>
                  <a:pt x="1371027" y="43736"/>
                  <a:pt x="1368183" y="44576"/>
                  <a:pt x="1365326" y="46257"/>
                </a:cubicBezTo>
                <a:cubicBezTo>
                  <a:pt x="1362469" y="47937"/>
                  <a:pt x="1360160" y="50884"/>
                  <a:pt x="1358397" y="55098"/>
                </a:cubicBezTo>
                <a:cubicBezTo>
                  <a:pt x="1356635" y="59312"/>
                  <a:pt x="1355754" y="64725"/>
                  <a:pt x="1355754" y="71339"/>
                </a:cubicBezTo>
                <a:cubicBezTo>
                  <a:pt x="1355754" y="82006"/>
                  <a:pt x="1357877" y="91207"/>
                  <a:pt x="1362122" y="98942"/>
                </a:cubicBezTo>
                <a:cubicBezTo>
                  <a:pt x="1366368" y="106675"/>
                  <a:pt x="1371961" y="110541"/>
                  <a:pt x="1378904" y="110541"/>
                </a:cubicBezTo>
                <a:cubicBezTo>
                  <a:pt x="1384084" y="110541"/>
                  <a:pt x="1388356" y="108408"/>
                  <a:pt x="1391720" y="104141"/>
                </a:cubicBezTo>
                <a:cubicBezTo>
                  <a:pt x="1395084" y="99874"/>
                  <a:pt x="1396766" y="92540"/>
                  <a:pt x="1396766" y="82140"/>
                </a:cubicBezTo>
                <a:cubicBezTo>
                  <a:pt x="1396766" y="69125"/>
                  <a:pt x="1393963" y="58884"/>
                  <a:pt x="1388356" y="51416"/>
                </a:cubicBezTo>
                <a:cubicBezTo>
                  <a:pt x="1384564" y="46296"/>
                  <a:pt x="1379731" y="43736"/>
                  <a:pt x="1373857" y="43736"/>
                </a:cubicBezTo>
                <a:close/>
                <a:moveTo>
                  <a:pt x="1451156" y="46139"/>
                </a:moveTo>
                <a:lnTo>
                  <a:pt x="1451156" y="94421"/>
                </a:lnTo>
                <a:cubicBezTo>
                  <a:pt x="1451156" y="101265"/>
                  <a:pt x="1451904" y="105595"/>
                  <a:pt x="1453399" y="107412"/>
                </a:cubicBezTo>
                <a:cubicBezTo>
                  <a:pt x="1455375" y="109765"/>
                  <a:pt x="1458018" y="110942"/>
                  <a:pt x="1461329" y="110942"/>
                </a:cubicBezTo>
                <a:lnTo>
                  <a:pt x="1467977" y="110942"/>
                </a:lnTo>
                <a:lnTo>
                  <a:pt x="1467977" y="113906"/>
                </a:lnTo>
                <a:lnTo>
                  <a:pt x="1424161" y="113906"/>
                </a:lnTo>
                <a:lnTo>
                  <a:pt x="1424161" y="110942"/>
                </a:lnTo>
                <a:lnTo>
                  <a:pt x="1427446" y="110942"/>
                </a:lnTo>
                <a:cubicBezTo>
                  <a:pt x="1429582" y="110942"/>
                  <a:pt x="1431531" y="110407"/>
                  <a:pt x="1433293" y="109337"/>
                </a:cubicBezTo>
                <a:cubicBezTo>
                  <a:pt x="1435055" y="108268"/>
                  <a:pt x="1436270" y="106824"/>
                  <a:pt x="1436938" y="105007"/>
                </a:cubicBezTo>
                <a:cubicBezTo>
                  <a:pt x="1437605" y="103189"/>
                  <a:pt x="1437939" y="99661"/>
                  <a:pt x="1437939" y="94421"/>
                </a:cubicBezTo>
                <a:lnTo>
                  <a:pt x="1437939" y="46139"/>
                </a:lnTo>
                <a:lnTo>
                  <a:pt x="1423681" y="46139"/>
                </a:lnTo>
                <a:lnTo>
                  <a:pt x="1423681" y="40532"/>
                </a:lnTo>
                <a:lnTo>
                  <a:pt x="1437939" y="40532"/>
                </a:lnTo>
                <a:lnTo>
                  <a:pt x="1437939" y="35706"/>
                </a:lnTo>
                <a:cubicBezTo>
                  <a:pt x="1437939" y="28361"/>
                  <a:pt x="1439114" y="22142"/>
                  <a:pt x="1441464" y="17049"/>
                </a:cubicBezTo>
                <a:cubicBezTo>
                  <a:pt x="1443813" y="11956"/>
                  <a:pt x="1447404" y="7842"/>
                  <a:pt x="1452237" y="4706"/>
                </a:cubicBezTo>
                <a:cubicBezTo>
                  <a:pt x="1457070" y="1569"/>
                  <a:pt x="1462504" y="0"/>
                  <a:pt x="1468538" y="0"/>
                </a:cubicBezTo>
                <a:cubicBezTo>
                  <a:pt x="1474145" y="0"/>
                  <a:pt x="1479299" y="1816"/>
                  <a:pt x="1483998" y="5447"/>
                </a:cubicBezTo>
                <a:cubicBezTo>
                  <a:pt x="1487095" y="7850"/>
                  <a:pt x="1488644" y="10547"/>
                  <a:pt x="1488644" y="13537"/>
                </a:cubicBezTo>
                <a:cubicBezTo>
                  <a:pt x="1488644" y="15139"/>
                  <a:pt x="1487950" y="16648"/>
                  <a:pt x="1486561" y="18063"/>
                </a:cubicBezTo>
                <a:cubicBezTo>
                  <a:pt x="1485173" y="19478"/>
                  <a:pt x="1483678" y="20186"/>
                  <a:pt x="1482076" y="20186"/>
                </a:cubicBezTo>
                <a:cubicBezTo>
                  <a:pt x="1480847" y="20186"/>
                  <a:pt x="1479552" y="19740"/>
                  <a:pt x="1478191" y="18849"/>
                </a:cubicBezTo>
                <a:cubicBezTo>
                  <a:pt x="1476829" y="17958"/>
                  <a:pt x="1475160" y="16041"/>
                  <a:pt x="1473184" y="13099"/>
                </a:cubicBezTo>
                <a:cubicBezTo>
                  <a:pt x="1471208" y="10157"/>
                  <a:pt x="1469393" y="8173"/>
                  <a:pt x="1467737" y="7147"/>
                </a:cubicBezTo>
                <a:cubicBezTo>
                  <a:pt x="1466082" y="6120"/>
                  <a:pt x="1464239" y="5607"/>
                  <a:pt x="1462210" y="5607"/>
                </a:cubicBezTo>
                <a:cubicBezTo>
                  <a:pt x="1459754" y="5607"/>
                  <a:pt x="1457671" y="6268"/>
                  <a:pt x="1455962" y="7590"/>
                </a:cubicBezTo>
                <a:cubicBezTo>
                  <a:pt x="1454253" y="8910"/>
                  <a:pt x="1453025" y="10957"/>
                  <a:pt x="1452277" y="13733"/>
                </a:cubicBezTo>
                <a:cubicBezTo>
                  <a:pt x="1451530" y="16508"/>
                  <a:pt x="1451156" y="23662"/>
                  <a:pt x="1451156" y="35195"/>
                </a:cubicBezTo>
                <a:lnTo>
                  <a:pt x="1451156" y="40532"/>
                </a:lnTo>
                <a:lnTo>
                  <a:pt x="1470060" y="40532"/>
                </a:lnTo>
                <a:lnTo>
                  <a:pt x="1470060" y="46139"/>
                </a:lnTo>
                <a:lnTo>
                  <a:pt x="1451156" y="46139"/>
                </a:lnTo>
                <a:close/>
                <a:moveTo>
                  <a:pt x="1565541" y="38449"/>
                </a:moveTo>
                <a:lnTo>
                  <a:pt x="1565541" y="63281"/>
                </a:lnTo>
                <a:lnTo>
                  <a:pt x="1562898" y="63281"/>
                </a:lnTo>
                <a:cubicBezTo>
                  <a:pt x="1560868" y="55493"/>
                  <a:pt x="1558265" y="50195"/>
                  <a:pt x="1555088" y="47388"/>
                </a:cubicBezTo>
                <a:cubicBezTo>
                  <a:pt x="1551910" y="44580"/>
                  <a:pt x="1547865" y="43175"/>
                  <a:pt x="1542952" y="43175"/>
                </a:cubicBezTo>
                <a:cubicBezTo>
                  <a:pt x="1539214" y="43175"/>
                  <a:pt x="1536197" y="44162"/>
                  <a:pt x="1533901" y="46137"/>
                </a:cubicBezTo>
                <a:cubicBezTo>
                  <a:pt x="1531604" y="48109"/>
                  <a:pt x="1530456" y="50296"/>
                  <a:pt x="1530456" y="52697"/>
                </a:cubicBezTo>
                <a:cubicBezTo>
                  <a:pt x="1530456" y="55685"/>
                  <a:pt x="1531311" y="58245"/>
                  <a:pt x="1533019" y="60377"/>
                </a:cubicBezTo>
                <a:cubicBezTo>
                  <a:pt x="1534675" y="62565"/>
                  <a:pt x="1538039" y="64885"/>
                  <a:pt x="1543112" y="67339"/>
                </a:cubicBezTo>
                <a:lnTo>
                  <a:pt x="1554807" y="73021"/>
                </a:lnTo>
                <a:cubicBezTo>
                  <a:pt x="1565648" y="78301"/>
                  <a:pt x="1571068" y="85262"/>
                  <a:pt x="1571068" y="93905"/>
                </a:cubicBezTo>
                <a:cubicBezTo>
                  <a:pt x="1571068" y="100572"/>
                  <a:pt x="1568545" y="105946"/>
                  <a:pt x="1563498" y="110028"/>
                </a:cubicBezTo>
                <a:cubicBezTo>
                  <a:pt x="1558452" y="114108"/>
                  <a:pt x="1552805" y="116149"/>
                  <a:pt x="1546557" y="116149"/>
                </a:cubicBezTo>
                <a:cubicBezTo>
                  <a:pt x="1542071" y="116149"/>
                  <a:pt x="1536944" y="115348"/>
                  <a:pt x="1531177" y="113745"/>
                </a:cubicBezTo>
                <a:cubicBezTo>
                  <a:pt x="1529415" y="113211"/>
                  <a:pt x="1527973" y="112944"/>
                  <a:pt x="1526852" y="112944"/>
                </a:cubicBezTo>
                <a:cubicBezTo>
                  <a:pt x="1525623" y="112944"/>
                  <a:pt x="1524662" y="113639"/>
                  <a:pt x="1523968" y="115027"/>
                </a:cubicBezTo>
                <a:lnTo>
                  <a:pt x="1521324" y="115027"/>
                </a:lnTo>
                <a:lnTo>
                  <a:pt x="1521324" y="88754"/>
                </a:lnTo>
                <a:lnTo>
                  <a:pt x="1523968" y="88754"/>
                </a:lnTo>
                <a:cubicBezTo>
                  <a:pt x="1525463" y="96256"/>
                  <a:pt x="1528320" y="101910"/>
                  <a:pt x="1532539" y="105715"/>
                </a:cubicBezTo>
                <a:cubicBezTo>
                  <a:pt x="1536758" y="109520"/>
                  <a:pt x="1541484" y="111423"/>
                  <a:pt x="1546717" y="111423"/>
                </a:cubicBezTo>
                <a:cubicBezTo>
                  <a:pt x="1550402" y="111423"/>
                  <a:pt x="1553406" y="110343"/>
                  <a:pt x="1555728" y="108183"/>
                </a:cubicBezTo>
                <a:cubicBezTo>
                  <a:pt x="1558051" y="106022"/>
                  <a:pt x="1559213" y="103421"/>
                  <a:pt x="1559213" y="100381"/>
                </a:cubicBezTo>
                <a:cubicBezTo>
                  <a:pt x="1559213" y="96700"/>
                  <a:pt x="1557918" y="93606"/>
                  <a:pt x="1555328" y="91099"/>
                </a:cubicBezTo>
                <a:cubicBezTo>
                  <a:pt x="1552738" y="88592"/>
                  <a:pt x="1547571" y="85419"/>
                  <a:pt x="1539828" y="81579"/>
                </a:cubicBezTo>
                <a:cubicBezTo>
                  <a:pt x="1532085" y="77738"/>
                  <a:pt x="1527012" y="74270"/>
                  <a:pt x="1524609" y="71176"/>
                </a:cubicBezTo>
                <a:cubicBezTo>
                  <a:pt x="1522206" y="68135"/>
                  <a:pt x="1521004" y="64295"/>
                  <a:pt x="1521004" y="59654"/>
                </a:cubicBezTo>
                <a:cubicBezTo>
                  <a:pt x="1521004" y="53626"/>
                  <a:pt x="1523073" y="48585"/>
                  <a:pt x="1527212" y="44532"/>
                </a:cubicBezTo>
                <a:cubicBezTo>
                  <a:pt x="1531351" y="40477"/>
                  <a:pt x="1536704" y="38449"/>
                  <a:pt x="1543273" y="38449"/>
                </a:cubicBezTo>
                <a:cubicBezTo>
                  <a:pt x="1546156" y="38449"/>
                  <a:pt x="1549654" y="39063"/>
                  <a:pt x="1553766" y="40292"/>
                </a:cubicBezTo>
                <a:cubicBezTo>
                  <a:pt x="1556489" y="41093"/>
                  <a:pt x="1558305" y="41493"/>
                  <a:pt x="1559213" y="41493"/>
                </a:cubicBezTo>
                <a:cubicBezTo>
                  <a:pt x="1560067" y="41493"/>
                  <a:pt x="1560735" y="41306"/>
                  <a:pt x="1561215" y="40932"/>
                </a:cubicBezTo>
                <a:cubicBezTo>
                  <a:pt x="1561696" y="40559"/>
                  <a:pt x="1562257" y="39731"/>
                  <a:pt x="1562898" y="38449"/>
                </a:cubicBezTo>
                <a:lnTo>
                  <a:pt x="1565541" y="38449"/>
                </a:lnTo>
                <a:close/>
                <a:moveTo>
                  <a:pt x="1576649" y="47749"/>
                </a:moveTo>
                <a:lnTo>
                  <a:pt x="1599238" y="38609"/>
                </a:lnTo>
                <a:lnTo>
                  <a:pt x="1602282" y="38609"/>
                </a:lnTo>
                <a:lnTo>
                  <a:pt x="1602282" y="55751"/>
                </a:lnTo>
                <a:cubicBezTo>
                  <a:pt x="1606074" y="49290"/>
                  <a:pt x="1609878" y="44791"/>
                  <a:pt x="1613697" y="42254"/>
                </a:cubicBezTo>
                <a:cubicBezTo>
                  <a:pt x="1617515" y="39717"/>
                  <a:pt x="1621533" y="38449"/>
                  <a:pt x="1625752" y="38449"/>
                </a:cubicBezTo>
                <a:cubicBezTo>
                  <a:pt x="1633122" y="38449"/>
                  <a:pt x="1639263" y="41330"/>
                  <a:pt x="1644176" y="47090"/>
                </a:cubicBezTo>
                <a:cubicBezTo>
                  <a:pt x="1650210" y="54133"/>
                  <a:pt x="1653227" y="63308"/>
                  <a:pt x="1653227" y="74618"/>
                </a:cubicBezTo>
                <a:cubicBezTo>
                  <a:pt x="1653227" y="87261"/>
                  <a:pt x="1649596" y="97717"/>
                  <a:pt x="1642333" y="105986"/>
                </a:cubicBezTo>
                <a:cubicBezTo>
                  <a:pt x="1636352" y="112761"/>
                  <a:pt x="1628823" y="116149"/>
                  <a:pt x="1619744" y="116149"/>
                </a:cubicBezTo>
                <a:cubicBezTo>
                  <a:pt x="1615793" y="116149"/>
                  <a:pt x="1612375" y="115588"/>
                  <a:pt x="1609491" y="114466"/>
                </a:cubicBezTo>
                <a:cubicBezTo>
                  <a:pt x="1607355" y="113665"/>
                  <a:pt x="1604952" y="112063"/>
                  <a:pt x="1602282" y="109660"/>
                </a:cubicBezTo>
                <a:lnTo>
                  <a:pt x="1602282" y="132009"/>
                </a:lnTo>
                <a:cubicBezTo>
                  <a:pt x="1602282" y="137029"/>
                  <a:pt x="1602589" y="140219"/>
                  <a:pt x="1603203" y="141581"/>
                </a:cubicBezTo>
                <a:cubicBezTo>
                  <a:pt x="1603817" y="142943"/>
                  <a:pt x="1604885" y="144024"/>
                  <a:pt x="1606407" y="144825"/>
                </a:cubicBezTo>
                <a:cubicBezTo>
                  <a:pt x="1607929" y="145626"/>
                  <a:pt x="1610693" y="146027"/>
                  <a:pt x="1614698" y="146027"/>
                </a:cubicBezTo>
                <a:lnTo>
                  <a:pt x="1614698" y="148991"/>
                </a:lnTo>
                <a:lnTo>
                  <a:pt x="1576249" y="148991"/>
                </a:lnTo>
                <a:lnTo>
                  <a:pt x="1576249" y="146027"/>
                </a:lnTo>
                <a:lnTo>
                  <a:pt x="1578251" y="146027"/>
                </a:lnTo>
                <a:cubicBezTo>
                  <a:pt x="1581188" y="146080"/>
                  <a:pt x="1583698" y="145519"/>
                  <a:pt x="1585781" y="144342"/>
                </a:cubicBezTo>
                <a:cubicBezTo>
                  <a:pt x="1586796" y="143755"/>
                  <a:pt x="1587583" y="142806"/>
                  <a:pt x="1588144" y="141496"/>
                </a:cubicBezTo>
                <a:cubicBezTo>
                  <a:pt x="1588705" y="140188"/>
                  <a:pt x="1588985" y="136862"/>
                  <a:pt x="1588985" y="131518"/>
                </a:cubicBezTo>
                <a:lnTo>
                  <a:pt x="1588985" y="62097"/>
                </a:lnTo>
                <a:cubicBezTo>
                  <a:pt x="1588985" y="57341"/>
                  <a:pt x="1588771" y="54322"/>
                  <a:pt x="1588344" y="53040"/>
                </a:cubicBezTo>
                <a:cubicBezTo>
                  <a:pt x="1587917" y="51757"/>
                  <a:pt x="1587236" y="50795"/>
                  <a:pt x="1586302" y="50154"/>
                </a:cubicBezTo>
                <a:cubicBezTo>
                  <a:pt x="1585367" y="49512"/>
                  <a:pt x="1584099" y="49190"/>
                  <a:pt x="1582497" y="49190"/>
                </a:cubicBezTo>
                <a:cubicBezTo>
                  <a:pt x="1581215" y="49190"/>
                  <a:pt x="1579586" y="49564"/>
                  <a:pt x="1577611" y="50312"/>
                </a:cubicBezTo>
                <a:lnTo>
                  <a:pt x="1576649" y="47749"/>
                </a:lnTo>
                <a:moveTo>
                  <a:pt x="1602282" y="60623"/>
                </a:moveTo>
                <a:lnTo>
                  <a:pt x="1602282" y="87983"/>
                </a:lnTo>
                <a:cubicBezTo>
                  <a:pt x="1602282" y="93903"/>
                  <a:pt x="1602522" y="97797"/>
                  <a:pt x="1603003" y="99662"/>
                </a:cubicBezTo>
                <a:cubicBezTo>
                  <a:pt x="1603751" y="102756"/>
                  <a:pt x="1605580" y="105477"/>
                  <a:pt x="1608490" y="107823"/>
                </a:cubicBezTo>
                <a:cubicBezTo>
                  <a:pt x="1611400" y="110169"/>
                  <a:pt x="1615072" y="111342"/>
                  <a:pt x="1619504" y="111342"/>
                </a:cubicBezTo>
                <a:cubicBezTo>
                  <a:pt x="1624844" y="111342"/>
                  <a:pt x="1629170" y="109262"/>
                  <a:pt x="1632481" y="105102"/>
                </a:cubicBezTo>
                <a:cubicBezTo>
                  <a:pt x="1636806" y="99663"/>
                  <a:pt x="1638969" y="92010"/>
                  <a:pt x="1638969" y="82143"/>
                </a:cubicBezTo>
                <a:cubicBezTo>
                  <a:pt x="1638969" y="70943"/>
                  <a:pt x="1636513" y="62331"/>
                  <a:pt x="1631600" y="56305"/>
                </a:cubicBezTo>
                <a:cubicBezTo>
                  <a:pt x="1628182" y="52144"/>
                  <a:pt x="1624123" y="50064"/>
                  <a:pt x="1619424" y="50064"/>
                </a:cubicBezTo>
                <a:cubicBezTo>
                  <a:pt x="1616861" y="50064"/>
                  <a:pt x="1614324" y="50704"/>
                  <a:pt x="1611814" y="51984"/>
                </a:cubicBezTo>
                <a:cubicBezTo>
                  <a:pt x="1609892" y="52944"/>
                  <a:pt x="1606714" y="55823"/>
                  <a:pt x="1602282" y="60623"/>
                </a:cubicBezTo>
                <a:close/>
                <a:moveTo>
                  <a:pt x="1676297" y="68247"/>
                </a:moveTo>
                <a:cubicBezTo>
                  <a:pt x="1676244" y="79116"/>
                  <a:pt x="1678887" y="87641"/>
                  <a:pt x="1684227" y="93823"/>
                </a:cubicBezTo>
                <a:cubicBezTo>
                  <a:pt x="1689567" y="100002"/>
                  <a:pt x="1695842" y="103092"/>
                  <a:pt x="1703051" y="103092"/>
                </a:cubicBezTo>
                <a:cubicBezTo>
                  <a:pt x="1707857" y="103092"/>
                  <a:pt x="1712036" y="101770"/>
                  <a:pt x="1715587" y="99127"/>
                </a:cubicBezTo>
                <a:cubicBezTo>
                  <a:pt x="1719138" y="96483"/>
                  <a:pt x="1722116" y="91958"/>
                  <a:pt x="1724519" y="85549"/>
                </a:cubicBezTo>
                <a:lnTo>
                  <a:pt x="1727002" y="87151"/>
                </a:lnTo>
                <a:cubicBezTo>
                  <a:pt x="1725880" y="94468"/>
                  <a:pt x="1722623" y="101129"/>
                  <a:pt x="1717229" y="107137"/>
                </a:cubicBezTo>
                <a:cubicBezTo>
                  <a:pt x="1711836" y="113145"/>
                  <a:pt x="1705080" y="116149"/>
                  <a:pt x="1696963" y="116149"/>
                </a:cubicBezTo>
                <a:cubicBezTo>
                  <a:pt x="1688152" y="116149"/>
                  <a:pt x="1680609" y="112725"/>
                  <a:pt x="1674334" y="105878"/>
                </a:cubicBezTo>
                <a:cubicBezTo>
                  <a:pt x="1668060" y="99029"/>
                  <a:pt x="1664922" y="89822"/>
                  <a:pt x="1664922" y="78258"/>
                </a:cubicBezTo>
                <a:cubicBezTo>
                  <a:pt x="1664922" y="65735"/>
                  <a:pt x="1668140" y="55970"/>
                  <a:pt x="1674575" y="48963"/>
                </a:cubicBezTo>
                <a:cubicBezTo>
                  <a:pt x="1681010" y="41954"/>
                  <a:pt x="1689087" y="38449"/>
                  <a:pt x="1698806" y="38449"/>
                </a:cubicBezTo>
                <a:cubicBezTo>
                  <a:pt x="1707030" y="38449"/>
                  <a:pt x="1713785" y="41153"/>
                  <a:pt x="1719072" y="46560"/>
                </a:cubicBezTo>
                <a:cubicBezTo>
                  <a:pt x="1724358" y="51965"/>
                  <a:pt x="1727002" y="59194"/>
                  <a:pt x="1727002" y="68247"/>
                </a:cubicBezTo>
                <a:lnTo>
                  <a:pt x="1676297" y="68247"/>
                </a:lnTo>
                <a:moveTo>
                  <a:pt x="1676297" y="63601"/>
                </a:moveTo>
                <a:lnTo>
                  <a:pt x="1710260" y="63601"/>
                </a:lnTo>
                <a:cubicBezTo>
                  <a:pt x="1709993" y="58902"/>
                  <a:pt x="1709433" y="55591"/>
                  <a:pt x="1708578" y="53669"/>
                </a:cubicBezTo>
                <a:cubicBezTo>
                  <a:pt x="1707243" y="50678"/>
                  <a:pt x="1705254" y="48328"/>
                  <a:pt x="1702611" y="46620"/>
                </a:cubicBezTo>
                <a:cubicBezTo>
                  <a:pt x="1699967" y="44911"/>
                  <a:pt x="1697204" y="44056"/>
                  <a:pt x="1694320" y="44056"/>
                </a:cubicBezTo>
                <a:cubicBezTo>
                  <a:pt x="1689888" y="44056"/>
                  <a:pt x="1685923" y="45779"/>
                  <a:pt x="1682425" y="49223"/>
                </a:cubicBezTo>
                <a:cubicBezTo>
                  <a:pt x="1678927" y="52667"/>
                  <a:pt x="1676884" y="57460"/>
                  <a:pt x="1676297" y="63601"/>
                </a:cubicBezTo>
                <a:close/>
                <a:moveTo>
                  <a:pt x="1799119" y="86030"/>
                </a:moveTo>
                <a:cubicBezTo>
                  <a:pt x="1797143" y="95696"/>
                  <a:pt x="1793271" y="103132"/>
                  <a:pt x="1787504" y="108339"/>
                </a:cubicBezTo>
                <a:cubicBezTo>
                  <a:pt x="1781737" y="113545"/>
                  <a:pt x="1775355" y="116149"/>
                  <a:pt x="1768359" y="116149"/>
                </a:cubicBezTo>
                <a:cubicBezTo>
                  <a:pt x="1760029" y="116149"/>
                  <a:pt x="1752766" y="112655"/>
                  <a:pt x="1746572" y="105668"/>
                </a:cubicBezTo>
                <a:cubicBezTo>
                  <a:pt x="1740377" y="98679"/>
                  <a:pt x="1737280" y="89236"/>
                  <a:pt x="1737280" y="77339"/>
                </a:cubicBezTo>
                <a:cubicBezTo>
                  <a:pt x="1737280" y="65816"/>
                  <a:pt x="1740711" y="56454"/>
                  <a:pt x="1747573" y="49253"/>
                </a:cubicBezTo>
                <a:cubicBezTo>
                  <a:pt x="1754435" y="42050"/>
                  <a:pt x="1762672" y="38449"/>
                  <a:pt x="1772285" y="38449"/>
                </a:cubicBezTo>
                <a:cubicBezTo>
                  <a:pt x="1779494" y="38449"/>
                  <a:pt x="1785421" y="40352"/>
                  <a:pt x="1790067" y="44159"/>
                </a:cubicBezTo>
                <a:cubicBezTo>
                  <a:pt x="1794713" y="47964"/>
                  <a:pt x="1797036" y="51916"/>
                  <a:pt x="1797036" y="56014"/>
                </a:cubicBezTo>
                <a:cubicBezTo>
                  <a:pt x="1797036" y="58037"/>
                  <a:pt x="1796382" y="59674"/>
                  <a:pt x="1795074" y="60925"/>
                </a:cubicBezTo>
                <a:cubicBezTo>
                  <a:pt x="1793765" y="62175"/>
                  <a:pt x="1791936" y="62800"/>
                  <a:pt x="1789587" y="62800"/>
                </a:cubicBezTo>
                <a:cubicBezTo>
                  <a:pt x="1786436" y="62800"/>
                  <a:pt x="1784060" y="61786"/>
                  <a:pt x="1782458" y="59756"/>
                </a:cubicBezTo>
                <a:cubicBezTo>
                  <a:pt x="1781550" y="58635"/>
                  <a:pt x="1780949" y="56499"/>
                  <a:pt x="1780655" y="53348"/>
                </a:cubicBezTo>
                <a:cubicBezTo>
                  <a:pt x="1780362" y="50198"/>
                  <a:pt x="1779280" y="47794"/>
                  <a:pt x="1777411" y="46139"/>
                </a:cubicBezTo>
                <a:cubicBezTo>
                  <a:pt x="1775542" y="44537"/>
                  <a:pt x="1772952" y="43736"/>
                  <a:pt x="1769641" y="43736"/>
                </a:cubicBezTo>
                <a:cubicBezTo>
                  <a:pt x="1764301" y="43736"/>
                  <a:pt x="1760002" y="45712"/>
                  <a:pt x="1756745" y="49664"/>
                </a:cubicBezTo>
                <a:cubicBezTo>
                  <a:pt x="1752419" y="54897"/>
                  <a:pt x="1750256" y="61812"/>
                  <a:pt x="1750256" y="70410"/>
                </a:cubicBezTo>
                <a:cubicBezTo>
                  <a:pt x="1750256" y="79168"/>
                  <a:pt x="1752406" y="86898"/>
                  <a:pt x="1756705" y="93600"/>
                </a:cubicBezTo>
                <a:cubicBezTo>
                  <a:pt x="1761003" y="100302"/>
                  <a:pt x="1766811" y="103653"/>
                  <a:pt x="1774127" y="103653"/>
                </a:cubicBezTo>
                <a:cubicBezTo>
                  <a:pt x="1779360" y="103653"/>
                  <a:pt x="1784060" y="101864"/>
                  <a:pt x="1788225" y="98286"/>
                </a:cubicBezTo>
                <a:cubicBezTo>
                  <a:pt x="1791162" y="95829"/>
                  <a:pt x="1794019" y="91370"/>
                  <a:pt x="1796796" y="84909"/>
                </a:cubicBezTo>
                <a:lnTo>
                  <a:pt x="1799119" y="86030"/>
                </a:lnTo>
                <a:close/>
                <a:moveTo>
                  <a:pt x="1828301" y="0"/>
                </a:moveTo>
                <a:cubicBezTo>
                  <a:pt x="1830544" y="0"/>
                  <a:pt x="1832453" y="792"/>
                  <a:pt x="1834028" y="2376"/>
                </a:cubicBezTo>
                <a:cubicBezTo>
                  <a:pt x="1835603" y="3958"/>
                  <a:pt x="1836391" y="5876"/>
                  <a:pt x="1836391" y="8130"/>
                </a:cubicBezTo>
                <a:cubicBezTo>
                  <a:pt x="1836391" y="10385"/>
                  <a:pt x="1835603" y="12317"/>
                  <a:pt x="1834028" y="13928"/>
                </a:cubicBezTo>
                <a:cubicBezTo>
                  <a:pt x="1832453" y="15537"/>
                  <a:pt x="1830544" y="16341"/>
                  <a:pt x="1828301" y="16341"/>
                </a:cubicBezTo>
                <a:cubicBezTo>
                  <a:pt x="1826058" y="16341"/>
                  <a:pt x="1824135" y="15537"/>
                  <a:pt x="1822533" y="13928"/>
                </a:cubicBezTo>
                <a:cubicBezTo>
                  <a:pt x="1820931" y="12317"/>
                  <a:pt x="1820130" y="10385"/>
                  <a:pt x="1820130" y="8130"/>
                </a:cubicBezTo>
                <a:cubicBezTo>
                  <a:pt x="1820130" y="5876"/>
                  <a:pt x="1820918" y="3958"/>
                  <a:pt x="1822493" y="2376"/>
                </a:cubicBezTo>
                <a:cubicBezTo>
                  <a:pt x="1824069" y="792"/>
                  <a:pt x="1826004" y="0"/>
                  <a:pt x="1828301" y="0"/>
                </a:cubicBezTo>
                <a:moveTo>
                  <a:pt x="1834949" y="38449"/>
                </a:moveTo>
                <a:lnTo>
                  <a:pt x="1834949" y="97274"/>
                </a:lnTo>
                <a:cubicBezTo>
                  <a:pt x="1834949" y="101857"/>
                  <a:pt x="1835283" y="104908"/>
                  <a:pt x="1835950" y="106426"/>
                </a:cubicBezTo>
                <a:cubicBezTo>
                  <a:pt x="1836618" y="107945"/>
                  <a:pt x="1837606" y="109077"/>
                  <a:pt x="1838914" y="109823"/>
                </a:cubicBezTo>
                <a:cubicBezTo>
                  <a:pt x="1840223" y="110569"/>
                  <a:pt x="1842612" y="110942"/>
                  <a:pt x="1846083" y="110942"/>
                </a:cubicBezTo>
                <a:lnTo>
                  <a:pt x="1846083" y="113906"/>
                </a:lnTo>
                <a:lnTo>
                  <a:pt x="1810438" y="113906"/>
                </a:lnTo>
                <a:lnTo>
                  <a:pt x="1810438" y="110942"/>
                </a:lnTo>
                <a:cubicBezTo>
                  <a:pt x="1814016" y="110942"/>
                  <a:pt x="1816419" y="110596"/>
                  <a:pt x="1817647" y="109903"/>
                </a:cubicBezTo>
                <a:cubicBezTo>
                  <a:pt x="1818875" y="109211"/>
                  <a:pt x="1819850" y="108065"/>
                  <a:pt x="1820571" y="106466"/>
                </a:cubicBezTo>
                <a:cubicBezTo>
                  <a:pt x="1821292" y="104867"/>
                  <a:pt x="1821652" y="101804"/>
                  <a:pt x="1821652" y="97274"/>
                </a:cubicBezTo>
                <a:lnTo>
                  <a:pt x="1821652" y="69061"/>
                </a:lnTo>
                <a:cubicBezTo>
                  <a:pt x="1821652" y="61121"/>
                  <a:pt x="1821412" y="55979"/>
                  <a:pt x="1820931" y="53636"/>
                </a:cubicBezTo>
                <a:cubicBezTo>
                  <a:pt x="1820557" y="51931"/>
                  <a:pt x="1819970" y="50745"/>
                  <a:pt x="1819169" y="50079"/>
                </a:cubicBezTo>
                <a:cubicBezTo>
                  <a:pt x="1818368" y="49413"/>
                  <a:pt x="1817273" y="49080"/>
                  <a:pt x="1815885" y="49080"/>
                </a:cubicBezTo>
                <a:cubicBezTo>
                  <a:pt x="1814390" y="49080"/>
                  <a:pt x="1812574" y="49480"/>
                  <a:pt x="1810438" y="50279"/>
                </a:cubicBezTo>
                <a:lnTo>
                  <a:pt x="1809316" y="47401"/>
                </a:lnTo>
                <a:lnTo>
                  <a:pt x="1831425" y="38449"/>
                </a:lnTo>
                <a:lnTo>
                  <a:pt x="1834949" y="38449"/>
                </a:lnTo>
                <a:close/>
                <a:moveTo>
                  <a:pt x="1883919" y="46139"/>
                </a:moveTo>
                <a:lnTo>
                  <a:pt x="1883919" y="94421"/>
                </a:lnTo>
                <a:cubicBezTo>
                  <a:pt x="1883919" y="101265"/>
                  <a:pt x="1884667" y="105595"/>
                  <a:pt x="1886162" y="107412"/>
                </a:cubicBezTo>
                <a:cubicBezTo>
                  <a:pt x="1888138" y="109765"/>
                  <a:pt x="1890781" y="110942"/>
                  <a:pt x="1894092" y="110942"/>
                </a:cubicBezTo>
                <a:lnTo>
                  <a:pt x="1900741" y="110942"/>
                </a:lnTo>
                <a:lnTo>
                  <a:pt x="1900741" y="113906"/>
                </a:lnTo>
                <a:lnTo>
                  <a:pt x="1856925" y="113906"/>
                </a:lnTo>
                <a:lnTo>
                  <a:pt x="1856925" y="110942"/>
                </a:lnTo>
                <a:lnTo>
                  <a:pt x="1860209" y="110942"/>
                </a:lnTo>
                <a:cubicBezTo>
                  <a:pt x="1862345" y="110942"/>
                  <a:pt x="1864294" y="110407"/>
                  <a:pt x="1866056" y="109337"/>
                </a:cubicBezTo>
                <a:cubicBezTo>
                  <a:pt x="1867819" y="108268"/>
                  <a:pt x="1869033" y="106824"/>
                  <a:pt x="1869701" y="105007"/>
                </a:cubicBezTo>
                <a:cubicBezTo>
                  <a:pt x="1870369" y="103189"/>
                  <a:pt x="1870702" y="99661"/>
                  <a:pt x="1870702" y="94421"/>
                </a:cubicBezTo>
                <a:lnTo>
                  <a:pt x="1870702" y="46139"/>
                </a:lnTo>
                <a:lnTo>
                  <a:pt x="1856444" y="46139"/>
                </a:lnTo>
                <a:lnTo>
                  <a:pt x="1856444" y="40532"/>
                </a:lnTo>
                <a:lnTo>
                  <a:pt x="1870702" y="40532"/>
                </a:lnTo>
                <a:lnTo>
                  <a:pt x="1870702" y="35706"/>
                </a:lnTo>
                <a:cubicBezTo>
                  <a:pt x="1870702" y="28361"/>
                  <a:pt x="1871877" y="22142"/>
                  <a:pt x="1874227" y="17049"/>
                </a:cubicBezTo>
                <a:cubicBezTo>
                  <a:pt x="1876576" y="11956"/>
                  <a:pt x="1880168" y="7842"/>
                  <a:pt x="1885001" y="4706"/>
                </a:cubicBezTo>
                <a:cubicBezTo>
                  <a:pt x="1889833" y="1569"/>
                  <a:pt x="1895267" y="0"/>
                  <a:pt x="1901301" y="0"/>
                </a:cubicBezTo>
                <a:cubicBezTo>
                  <a:pt x="1906909" y="0"/>
                  <a:pt x="1912062" y="1816"/>
                  <a:pt x="1916761" y="5447"/>
                </a:cubicBezTo>
                <a:cubicBezTo>
                  <a:pt x="1919858" y="7850"/>
                  <a:pt x="1921407" y="10547"/>
                  <a:pt x="1921407" y="13537"/>
                </a:cubicBezTo>
                <a:cubicBezTo>
                  <a:pt x="1921407" y="15139"/>
                  <a:pt x="1920713" y="16648"/>
                  <a:pt x="1919324" y="18063"/>
                </a:cubicBezTo>
                <a:cubicBezTo>
                  <a:pt x="1917936" y="19478"/>
                  <a:pt x="1916441" y="20186"/>
                  <a:pt x="1914839" y="20186"/>
                </a:cubicBezTo>
                <a:cubicBezTo>
                  <a:pt x="1913611" y="20186"/>
                  <a:pt x="1912316" y="19740"/>
                  <a:pt x="1910954" y="18849"/>
                </a:cubicBezTo>
                <a:cubicBezTo>
                  <a:pt x="1909592" y="17958"/>
                  <a:pt x="1907923" y="16041"/>
                  <a:pt x="1905947" y="13099"/>
                </a:cubicBezTo>
                <a:cubicBezTo>
                  <a:pt x="1903972" y="10157"/>
                  <a:pt x="1902156" y="8173"/>
                  <a:pt x="1900500" y="7147"/>
                </a:cubicBezTo>
                <a:cubicBezTo>
                  <a:pt x="1898845" y="6120"/>
                  <a:pt x="1897003" y="5607"/>
                  <a:pt x="1894973" y="5607"/>
                </a:cubicBezTo>
                <a:cubicBezTo>
                  <a:pt x="1892517" y="5607"/>
                  <a:pt x="1890434" y="6268"/>
                  <a:pt x="1888725" y="7590"/>
                </a:cubicBezTo>
                <a:cubicBezTo>
                  <a:pt x="1887016" y="8910"/>
                  <a:pt x="1885788" y="10957"/>
                  <a:pt x="1885041" y="13733"/>
                </a:cubicBezTo>
                <a:cubicBezTo>
                  <a:pt x="1884293" y="16508"/>
                  <a:pt x="1883919" y="23662"/>
                  <a:pt x="1883919" y="35195"/>
                </a:cubicBezTo>
                <a:lnTo>
                  <a:pt x="1883919" y="40532"/>
                </a:lnTo>
                <a:lnTo>
                  <a:pt x="1902823" y="40532"/>
                </a:lnTo>
                <a:lnTo>
                  <a:pt x="1902823" y="46139"/>
                </a:lnTo>
                <a:lnTo>
                  <a:pt x="1883919" y="46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icauthors.">
            <a:extLst xmlns:a="http://schemas.openxmlformats.org/drawingml/2006/main">
              <a:ext uri="{FF2B5EF4-FFF2-40B4-BE49-F238E27FC236}">
                <a16:creationId xmlns:a16="http://schemas.microsoft.com/office/drawing/2014/main" id="{4541D18E-5B2F-4F18-8510-081F56E9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492" y="2622564"/>
            <a:ext cx="667010" cy="116149"/>
          </a:xfrm>
          <a:custGeom xmlns:a="http://schemas.openxmlformats.org/drawingml/2006/main">
            <a:pathLst>
              <a:path w="667010" h="116149">
                <a:moveTo>
                  <a:pt x="18984" y="0"/>
                </a:moveTo>
                <a:cubicBezTo>
                  <a:pt x="21227" y="0"/>
                  <a:pt x="23136" y="792"/>
                  <a:pt x="24712" y="2376"/>
                </a:cubicBezTo>
                <a:cubicBezTo>
                  <a:pt x="26287" y="3958"/>
                  <a:pt x="27075" y="5876"/>
                  <a:pt x="27075" y="8130"/>
                </a:cubicBezTo>
                <a:cubicBezTo>
                  <a:pt x="27075" y="10385"/>
                  <a:pt x="26287" y="12317"/>
                  <a:pt x="24712" y="13928"/>
                </a:cubicBezTo>
                <a:cubicBezTo>
                  <a:pt x="23136" y="15537"/>
                  <a:pt x="21227" y="16341"/>
                  <a:pt x="18984" y="16341"/>
                </a:cubicBezTo>
                <a:cubicBezTo>
                  <a:pt x="16741" y="16341"/>
                  <a:pt x="14819" y="15537"/>
                  <a:pt x="13217" y="13928"/>
                </a:cubicBezTo>
                <a:cubicBezTo>
                  <a:pt x="11615" y="12317"/>
                  <a:pt x="10814" y="10385"/>
                  <a:pt x="10814" y="8130"/>
                </a:cubicBezTo>
                <a:cubicBezTo>
                  <a:pt x="10814" y="5876"/>
                  <a:pt x="11602" y="3958"/>
                  <a:pt x="13177" y="2376"/>
                </a:cubicBezTo>
                <a:cubicBezTo>
                  <a:pt x="14752" y="792"/>
                  <a:pt x="16688" y="0"/>
                  <a:pt x="18984" y="0"/>
                </a:cubicBezTo>
                <a:moveTo>
                  <a:pt x="25633" y="38449"/>
                </a:moveTo>
                <a:lnTo>
                  <a:pt x="25633" y="97274"/>
                </a:lnTo>
                <a:cubicBezTo>
                  <a:pt x="25633" y="101857"/>
                  <a:pt x="25967" y="104908"/>
                  <a:pt x="26634" y="106426"/>
                </a:cubicBezTo>
                <a:cubicBezTo>
                  <a:pt x="27302" y="107945"/>
                  <a:pt x="28290" y="109077"/>
                  <a:pt x="29598" y="109823"/>
                </a:cubicBezTo>
                <a:cubicBezTo>
                  <a:pt x="30906" y="110569"/>
                  <a:pt x="33296" y="110942"/>
                  <a:pt x="36767" y="110942"/>
                </a:cubicBezTo>
                <a:lnTo>
                  <a:pt x="36767" y="113906"/>
                </a:lnTo>
                <a:lnTo>
                  <a:pt x="1121" y="113906"/>
                </a:lnTo>
                <a:lnTo>
                  <a:pt x="1121" y="110942"/>
                </a:lnTo>
                <a:cubicBezTo>
                  <a:pt x="4699" y="110942"/>
                  <a:pt x="7102" y="110596"/>
                  <a:pt x="8331" y="109903"/>
                </a:cubicBezTo>
                <a:cubicBezTo>
                  <a:pt x="9559" y="109211"/>
                  <a:pt x="10533" y="108065"/>
                  <a:pt x="11254" y="106466"/>
                </a:cubicBezTo>
                <a:cubicBezTo>
                  <a:pt x="11975" y="104867"/>
                  <a:pt x="12336" y="101804"/>
                  <a:pt x="12336" y="97274"/>
                </a:cubicBezTo>
                <a:lnTo>
                  <a:pt x="12336" y="69061"/>
                </a:lnTo>
                <a:cubicBezTo>
                  <a:pt x="12336" y="61121"/>
                  <a:pt x="12095" y="55979"/>
                  <a:pt x="11615" y="53636"/>
                </a:cubicBezTo>
                <a:cubicBezTo>
                  <a:pt x="11241" y="51931"/>
                  <a:pt x="10654" y="50745"/>
                  <a:pt x="9853" y="50079"/>
                </a:cubicBezTo>
                <a:cubicBezTo>
                  <a:pt x="9052" y="49413"/>
                  <a:pt x="7957" y="49080"/>
                  <a:pt x="6568" y="49080"/>
                </a:cubicBezTo>
                <a:cubicBezTo>
                  <a:pt x="5073" y="49080"/>
                  <a:pt x="3258" y="49480"/>
                  <a:pt x="1121" y="50279"/>
                </a:cubicBezTo>
                <a:lnTo>
                  <a:pt x="0" y="47401"/>
                </a:lnTo>
                <a:lnTo>
                  <a:pt x="22108" y="38449"/>
                </a:lnTo>
                <a:lnTo>
                  <a:pt x="25633" y="38449"/>
                </a:lnTo>
                <a:close/>
                <a:moveTo>
                  <a:pt x="108245" y="86030"/>
                </a:moveTo>
                <a:cubicBezTo>
                  <a:pt x="106269" y="95696"/>
                  <a:pt x="102398" y="103132"/>
                  <a:pt x="96630" y="108339"/>
                </a:cubicBezTo>
                <a:cubicBezTo>
                  <a:pt x="90863" y="113545"/>
                  <a:pt x="84482" y="116149"/>
                  <a:pt x="77486" y="116149"/>
                </a:cubicBezTo>
                <a:cubicBezTo>
                  <a:pt x="69155" y="116149"/>
                  <a:pt x="61893" y="112655"/>
                  <a:pt x="55698" y="105668"/>
                </a:cubicBezTo>
                <a:cubicBezTo>
                  <a:pt x="49503" y="98679"/>
                  <a:pt x="46406" y="89236"/>
                  <a:pt x="46406" y="77339"/>
                </a:cubicBezTo>
                <a:cubicBezTo>
                  <a:pt x="46406" y="65816"/>
                  <a:pt x="49837" y="56454"/>
                  <a:pt x="56699" y="49253"/>
                </a:cubicBezTo>
                <a:cubicBezTo>
                  <a:pt x="63561" y="42050"/>
                  <a:pt x="71799" y="38449"/>
                  <a:pt x="81411" y="38449"/>
                </a:cubicBezTo>
                <a:cubicBezTo>
                  <a:pt x="88620" y="38449"/>
                  <a:pt x="94548" y="40352"/>
                  <a:pt x="99194" y="44159"/>
                </a:cubicBezTo>
                <a:cubicBezTo>
                  <a:pt x="103840" y="47964"/>
                  <a:pt x="106163" y="51916"/>
                  <a:pt x="106163" y="56014"/>
                </a:cubicBezTo>
                <a:cubicBezTo>
                  <a:pt x="106163" y="58037"/>
                  <a:pt x="105508" y="59674"/>
                  <a:pt x="104200" y="60925"/>
                </a:cubicBezTo>
                <a:cubicBezTo>
                  <a:pt x="102892" y="62175"/>
                  <a:pt x="101063" y="62800"/>
                  <a:pt x="98713" y="62800"/>
                </a:cubicBezTo>
                <a:cubicBezTo>
                  <a:pt x="95562" y="62800"/>
                  <a:pt x="93186" y="61786"/>
                  <a:pt x="91584" y="59756"/>
                </a:cubicBezTo>
                <a:cubicBezTo>
                  <a:pt x="90676" y="58635"/>
                  <a:pt x="90075" y="56499"/>
                  <a:pt x="89782" y="53348"/>
                </a:cubicBezTo>
                <a:cubicBezTo>
                  <a:pt x="89488" y="50198"/>
                  <a:pt x="88407" y="47794"/>
                  <a:pt x="86537" y="46139"/>
                </a:cubicBezTo>
                <a:cubicBezTo>
                  <a:pt x="84668" y="44537"/>
                  <a:pt x="82078" y="43736"/>
                  <a:pt x="78768" y="43736"/>
                </a:cubicBezTo>
                <a:cubicBezTo>
                  <a:pt x="73427" y="43736"/>
                  <a:pt x="69129" y="45712"/>
                  <a:pt x="65871" y="49664"/>
                </a:cubicBezTo>
                <a:cubicBezTo>
                  <a:pt x="61546" y="54897"/>
                  <a:pt x="59383" y="61812"/>
                  <a:pt x="59383" y="70410"/>
                </a:cubicBezTo>
                <a:cubicBezTo>
                  <a:pt x="59383" y="79168"/>
                  <a:pt x="61532" y="86898"/>
                  <a:pt x="65831" y="93600"/>
                </a:cubicBezTo>
                <a:cubicBezTo>
                  <a:pt x="70130" y="100302"/>
                  <a:pt x="75937" y="103653"/>
                  <a:pt x="83253" y="103653"/>
                </a:cubicBezTo>
                <a:cubicBezTo>
                  <a:pt x="88487" y="103653"/>
                  <a:pt x="93186" y="101864"/>
                  <a:pt x="97351" y="98286"/>
                </a:cubicBezTo>
                <a:cubicBezTo>
                  <a:pt x="100288" y="95829"/>
                  <a:pt x="103145" y="91370"/>
                  <a:pt x="105922" y="84909"/>
                </a:cubicBezTo>
                <a:lnTo>
                  <a:pt x="108245" y="86030"/>
                </a:lnTo>
                <a:close/>
                <a:moveTo>
                  <a:pt x="201350" y="103332"/>
                </a:moveTo>
                <a:cubicBezTo>
                  <a:pt x="193820" y="109153"/>
                  <a:pt x="189094" y="112517"/>
                  <a:pt x="187171" y="113425"/>
                </a:cubicBezTo>
                <a:cubicBezTo>
                  <a:pt x="184288" y="114814"/>
                  <a:pt x="181217" y="115508"/>
                  <a:pt x="177960" y="115508"/>
                </a:cubicBezTo>
                <a:cubicBezTo>
                  <a:pt x="172886" y="115508"/>
                  <a:pt x="168708" y="113772"/>
                  <a:pt x="165424" y="110301"/>
                </a:cubicBezTo>
                <a:cubicBezTo>
                  <a:pt x="162139" y="106830"/>
                  <a:pt x="160497" y="102264"/>
                  <a:pt x="160497" y="96604"/>
                </a:cubicBezTo>
                <a:cubicBezTo>
                  <a:pt x="160497" y="93026"/>
                  <a:pt x="161298" y="89928"/>
                  <a:pt x="162900" y="87312"/>
                </a:cubicBezTo>
                <a:cubicBezTo>
                  <a:pt x="165090" y="83680"/>
                  <a:pt x="168895" y="80263"/>
                  <a:pt x="174315" y="77059"/>
                </a:cubicBezTo>
                <a:cubicBezTo>
                  <a:pt x="179735" y="73854"/>
                  <a:pt x="188747" y="69956"/>
                  <a:pt x="201350" y="65364"/>
                </a:cubicBezTo>
                <a:lnTo>
                  <a:pt x="201350" y="62480"/>
                </a:lnTo>
                <a:cubicBezTo>
                  <a:pt x="201350" y="55164"/>
                  <a:pt x="200188" y="50144"/>
                  <a:pt x="197865" y="47421"/>
                </a:cubicBezTo>
                <a:cubicBezTo>
                  <a:pt x="195542" y="44697"/>
                  <a:pt x="192164" y="43335"/>
                  <a:pt x="187732" y="43335"/>
                </a:cubicBezTo>
                <a:cubicBezTo>
                  <a:pt x="184368" y="43335"/>
                  <a:pt x="181698" y="44240"/>
                  <a:pt x="179722" y="46049"/>
                </a:cubicBezTo>
                <a:cubicBezTo>
                  <a:pt x="177693" y="47858"/>
                  <a:pt x="176678" y="49933"/>
                  <a:pt x="176678" y="52274"/>
                </a:cubicBezTo>
                <a:lnTo>
                  <a:pt x="176838" y="56903"/>
                </a:lnTo>
                <a:cubicBezTo>
                  <a:pt x="176838" y="59349"/>
                  <a:pt x="176211" y="61237"/>
                  <a:pt x="174956" y="62568"/>
                </a:cubicBezTo>
                <a:cubicBezTo>
                  <a:pt x="173701" y="63898"/>
                  <a:pt x="172059" y="64563"/>
                  <a:pt x="170029" y="64563"/>
                </a:cubicBezTo>
                <a:cubicBezTo>
                  <a:pt x="168054" y="64563"/>
                  <a:pt x="166438" y="63871"/>
                  <a:pt x="165183" y="62487"/>
                </a:cubicBezTo>
                <a:cubicBezTo>
                  <a:pt x="163928" y="61102"/>
                  <a:pt x="163301" y="59212"/>
                  <a:pt x="163301" y="56815"/>
                </a:cubicBezTo>
                <a:cubicBezTo>
                  <a:pt x="163301" y="52238"/>
                  <a:pt x="165651" y="48032"/>
                  <a:pt x="170350" y="44199"/>
                </a:cubicBezTo>
                <a:cubicBezTo>
                  <a:pt x="175049" y="40366"/>
                  <a:pt x="181644" y="38449"/>
                  <a:pt x="190135" y="38449"/>
                </a:cubicBezTo>
                <a:cubicBezTo>
                  <a:pt x="196650" y="38449"/>
                  <a:pt x="201990" y="39542"/>
                  <a:pt x="206156" y="41728"/>
                </a:cubicBezTo>
                <a:cubicBezTo>
                  <a:pt x="209306" y="43382"/>
                  <a:pt x="211629" y="45970"/>
                  <a:pt x="213125" y="49491"/>
                </a:cubicBezTo>
                <a:cubicBezTo>
                  <a:pt x="214086" y="51784"/>
                  <a:pt x="214566" y="56477"/>
                  <a:pt x="214566" y="63571"/>
                </a:cubicBezTo>
                <a:lnTo>
                  <a:pt x="214566" y="88453"/>
                </a:lnTo>
                <a:cubicBezTo>
                  <a:pt x="214566" y="95440"/>
                  <a:pt x="214700" y="99721"/>
                  <a:pt x="214967" y="101295"/>
                </a:cubicBezTo>
                <a:cubicBezTo>
                  <a:pt x="215234" y="102868"/>
                  <a:pt x="215675" y="103922"/>
                  <a:pt x="216289" y="104456"/>
                </a:cubicBezTo>
                <a:cubicBezTo>
                  <a:pt x="216903" y="104988"/>
                  <a:pt x="217610" y="105255"/>
                  <a:pt x="218411" y="105255"/>
                </a:cubicBezTo>
                <a:cubicBezTo>
                  <a:pt x="219266" y="105255"/>
                  <a:pt x="220013" y="105068"/>
                  <a:pt x="220654" y="104694"/>
                </a:cubicBezTo>
                <a:cubicBezTo>
                  <a:pt x="221776" y="104000"/>
                  <a:pt x="223938" y="102051"/>
                  <a:pt x="227143" y="98846"/>
                </a:cubicBezTo>
                <a:lnTo>
                  <a:pt x="227143" y="103332"/>
                </a:lnTo>
                <a:cubicBezTo>
                  <a:pt x="221162" y="111342"/>
                  <a:pt x="215448" y="115348"/>
                  <a:pt x="210001" y="115348"/>
                </a:cubicBezTo>
                <a:cubicBezTo>
                  <a:pt x="207384" y="115348"/>
                  <a:pt x="205301" y="114440"/>
                  <a:pt x="203753" y="112624"/>
                </a:cubicBezTo>
                <a:cubicBezTo>
                  <a:pt x="202204" y="110808"/>
                  <a:pt x="201403" y="107711"/>
                  <a:pt x="201350" y="103332"/>
                </a:cubicBezTo>
                <a:moveTo>
                  <a:pt x="201350" y="98080"/>
                </a:moveTo>
                <a:lnTo>
                  <a:pt x="201350" y="70250"/>
                </a:lnTo>
                <a:cubicBezTo>
                  <a:pt x="193286" y="73439"/>
                  <a:pt x="188079" y="75698"/>
                  <a:pt x="185730" y="77029"/>
                </a:cubicBezTo>
                <a:cubicBezTo>
                  <a:pt x="181511" y="79368"/>
                  <a:pt x="178494" y="81814"/>
                  <a:pt x="176678" y="84365"/>
                </a:cubicBezTo>
                <a:cubicBezTo>
                  <a:pt x="174862" y="86917"/>
                  <a:pt x="173954" y="89708"/>
                  <a:pt x="173954" y="92739"/>
                </a:cubicBezTo>
                <a:cubicBezTo>
                  <a:pt x="173954" y="96567"/>
                  <a:pt x="175103" y="99743"/>
                  <a:pt x="177399" y="102268"/>
                </a:cubicBezTo>
                <a:cubicBezTo>
                  <a:pt x="179695" y="104793"/>
                  <a:pt x="182339" y="106056"/>
                  <a:pt x="185329" y="106056"/>
                </a:cubicBezTo>
                <a:cubicBezTo>
                  <a:pt x="189388" y="106056"/>
                  <a:pt x="194728" y="103397"/>
                  <a:pt x="201350" y="98080"/>
                </a:cubicBezTo>
                <a:close/>
                <a:moveTo>
                  <a:pt x="296937" y="40532"/>
                </a:moveTo>
                <a:lnTo>
                  <a:pt x="296937" y="84989"/>
                </a:lnTo>
                <a:cubicBezTo>
                  <a:pt x="296937" y="93480"/>
                  <a:pt x="297137" y="98673"/>
                  <a:pt x="297538" y="100569"/>
                </a:cubicBezTo>
                <a:cubicBezTo>
                  <a:pt x="297938" y="102464"/>
                  <a:pt x="298579" y="103786"/>
                  <a:pt x="299460" y="104534"/>
                </a:cubicBezTo>
                <a:cubicBezTo>
                  <a:pt x="300341" y="105281"/>
                  <a:pt x="301369" y="105655"/>
                  <a:pt x="302544" y="105655"/>
                </a:cubicBezTo>
                <a:cubicBezTo>
                  <a:pt x="304199" y="105655"/>
                  <a:pt x="306069" y="105201"/>
                  <a:pt x="308151" y="104293"/>
                </a:cubicBezTo>
                <a:lnTo>
                  <a:pt x="309273" y="107097"/>
                </a:lnTo>
                <a:lnTo>
                  <a:pt x="287325" y="116149"/>
                </a:lnTo>
                <a:lnTo>
                  <a:pt x="283720" y="116149"/>
                </a:lnTo>
                <a:lnTo>
                  <a:pt x="283720" y="100609"/>
                </a:lnTo>
                <a:cubicBezTo>
                  <a:pt x="277419" y="107444"/>
                  <a:pt x="272612" y="111743"/>
                  <a:pt x="269302" y="113505"/>
                </a:cubicBezTo>
                <a:cubicBezTo>
                  <a:pt x="265991" y="115267"/>
                  <a:pt x="262493" y="116149"/>
                  <a:pt x="258808" y="116149"/>
                </a:cubicBezTo>
                <a:cubicBezTo>
                  <a:pt x="254696" y="116149"/>
                  <a:pt x="251132" y="114960"/>
                  <a:pt x="248114" y="112584"/>
                </a:cubicBezTo>
                <a:cubicBezTo>
                  <a:pt x="245097" y="110208"/>
                  <a:pt x="243001" y="107150"/>
                  <a:pt x="241826" y="103412"/>
                </a:cubicBezTo>
                <a:cubicBezTo>
                  <a:pt x="240652" y="99674"/>
                  <a:pt x="240064" y="94387"/>
                  <a:pt x="240064" y="87552"/>
                </a:cubicBezTo>
                <a:lnTo>
                  <a:pt x="240064" y="54790"/>
                </a:lnTo>
                <a:cubicBezTo>
                  <a:pt x="240064" y="51319"/>
                  <a:pt x="239690" y="48916"/>
                  <a:pt x="238943" y="47581"/>
                </a:cubicBezTo>
                <a:cubicBezTo>
                  <a:pt x="238195" y="46246"/>
                  <a:pt x="237087" y="45218"/>
                  <a:pt x="235618" y="44497"/>
                </a:cubicBezTo>
                <a:cubicBezTo>
                  <a:pt x="234150" y="43776"/>
                  <a:pt x="231493" y="43442"/>
                  <a:pt x="227648" y="43496"/>
                </a:cubicBezTo>
                <a:lnTo>
                  <a:pt x="227648" y="40532"/>
                </a:lnTo>
                <a:lnTo>
                  <a:pt x="253361" y="40532"/>
                </a:lnTo>
                <a:lnTo>
                  <a:pt x="253361" y="89515"/>
                </a:lnTo>
                <a:cubicBezTo>
                  <a:pt x="253361" y="96333"/>
                  <a:pt x="254549" y="100808"/>
                  <a:pt x="256926" y="102939"/>
                </a:cubicBezTo>
                <a:cubicBezTo>
                  <a:pt x="259302" y="105070"/>
                  <a:pt x="262172" y="106136"/>
                  <a:pt x="265537" y="106136"/>
                </a:cubicBezTo>
                <a:cubicBezTo>
                  <a:pt x="267833" y="106136"/>
                  <a:pt x="270436" y="105417"/>
                  <a:pt x="273347" y="103978"/>
                </a:cubicBezTo>
                <a:cubicBezTo>
                  <a:pt x="276257" y="102539"/>
                  <a:pt x="279715" y="99797"/>
                  <a:pt x="283720" y="95750"/>
                </a:cubicBezTo>
                <a:lnTo>
                  <a:pt x="283720" y="54282"/>
                </a:lnTo>
                <a:cubicBezTo>
                  <a:pt x="283720" y="50127"/>
                  <a:pt x="282959" y="47317"/>
                  <a:pt x="281437" y="45854"/>
                </a:cubicBezTo>
                <a:cubicBezTo>
                  <a:pt x="279915" y="44388"/>
                  <a:pt x="276751" y="43602"/>
                  <a:pt x="271945" y="43496"/>
                </a:cubicBezTo>
                <a:lnTo>
                  <a:pt x="271945" y="40532"/>
                </a:lnTo>
                <a:lnTo>
                  <a:pt x="296937" y="40532"/>
                </a:lnTo>
                <a:close/>
                <a:moveTo>
                  <a:pt x="335947" y="16341"/>
                </a:moveTo>
                <a:lnTo>
                  <a:pt x="335947" y="40532"/>
                </a:lnTo>
                <a:lnTo>
                  <a:pt x="353089" y="40532"/>
                </a:lnTo>
                <a:lnTo>
                  <a:pt x="353089" y="46139"/>
                </a:lnTo>
                <a:lnTo>
                  <a:pt x="335947" y="46139"/>
                </a:lnTo>
                <a:lnTo>
                  <a:pt x="335947" y="93655"/>
                </a:lnTo>
                <a:cubicBezTo>
                  <a:pt x="335947" y="98403"/>
                  <a:pt x="336628" y="101603"/>
                  <a:pt x="337989" y="103257"/>
                </a:cubicBezTo>
                <a:cubicBezTo>
                  <a:pt x="339351" y="104909"/>
                  <a:pt x="341100" y="105735"/>
                  <a:pt x="343236" y="105735"/>
                </a:cubicBezTo>
                <a:cubicBezTo>
                  <a:pt x="344998" y="105735"/>
                  <a:pt x="346707" y="105188"/>
                  <a:pt x="348363" y="104093"/>
                </a:cubicBezTo>
                <a:cubicBezTo>
                  <a:pt x="350018" y="102998"/>
                  <a:pt x="351300" y="101383"/>
                  <a:pt x="352207" y="99247"/>
                </a:cubicBezTo>
                <a:lnTo>
                  <a:pt x="355331" y="99247"/>
                </a:lnTo>
                <a:cubicBezTo>
                  <a:pt x="353462" y="104495"/>
                  <a:pt x="350819" y="108465"/>
                  <a:pt x="347401" y="111155"/>
                </a:cubicBezTo>
                <a:cubicBezTo>
                  <a:pt x="343984" y="113843"/>
                  <a:pt x="340459" y="115187"/>
                  <a:pt x="336828" y="115187"/>
                </a:cubicBezTo>
                <a:cubicBezTo>
                  <a:pt x="334371" y="115187"/>
                  <a:pt x="331968" y="114506"/>
                  <a:pt x="329619" y="113142"/>
                </a:cubicBezTo>
                <a:cubicBezTo>
                  <a:pt x="327269" y="111779"/>
                  <a:pt x="325533" y="109828"/>
                  <a:pt x="324412" y="107290"/>
                </a:cubicBezTo>
                <a:cubicBezTo>
                  <a:pt x="323290" y="104750"/>
                  <a:pt x="322730" y="100833"/>
                  <a:pt x="322730" y="95540"/>
                </a:cubicBezTo>
                <a:lnTo>
                  <a:pt x="322730" y="46139"/>
                </a:lnTo>
                <a:lnTo>
                  <a:pt x="311115" y="46139"/>
                </a:lnTo>
                <a:lnTo>
                  <a:pt x="311115" y="43496"/>
                </a:lnTo>
                <a:cubicBezTo>
                  <a:pt x="314052" y="42317"/>
                  <a:pt x="317056" y="40322"/>
                  <a:pt x="320126" y="37510"/>
                </a:cubicBezTo>
                <a:cubicBezTo>
                  <a:pt x="323197" y="34699"/>
                  <a:pt x="325934" y="31364"/>
                  <a:pt x="328337" y="27508"/>
                </a:cubicBezTo>
                <a:cubicBezTo>
                  <a:pt x="329565" y="25473"/>
                  <a:pt x="331274" y="21751"/>
                  <a:pt x="333463" y="16341"/>
                </a:cubicBezTo>
                <a:lnTo>
                  <a:pt x="335947" y="16341"/>
                </a:lnTo>
                <a:close/>
                <a:moveTo>
                  <a:pt x="381793" y="0"/>
                </a:moveTo>
                <a:lnTo>
                  <a:pt x="381793" y="53749"/>
                </a:lnTo>
                <a:cubicBezTo>
                  <a:pt x="387721" y="47234"/>
                  <a:pt x="392420" y="43055"/>
                  <a:pt x="395891" y="41213"/>
                </a:cubicBezTo>
                <a:cubicBezTo>
                  <a:pt x="399362" y="39370"/>
                  <a:pt x="402833" y="38449"/>
                  <a:pt x="406304" y="38449"/>
                </a:cubicBezTo>
                <a:cubicBezTo>
                  <a:pt x="410470" y="38449"/>
                  <a:pt x="414048" y="39595"/>
                  <a:pt x="417038" y="41886"/>
                </a:cubicBezTo>
                <a:cubicBezTo>
                  <a:pt x="420029" y="44177"/>
                  <a:pt x="422245" y="47774"/>
                  <a:pt x="423687" y="52675"/>
                </a:cubicBezTo>
                <a:cubicBezTo>
                  <a:pt x="424701" y="56086"/>
                  <a:pt x="425208" y="62321"/>
                  <a:pt x="425208" y="71379"/>
                </a:cubicBezTo>
                <a:lnTo>
                  <a:pt x="425208" y="97274"/>
                </a:lnTo>
                <a:cubicBezTo>
                  <a:pt x="425208" y="101910"/>
                  <a:pt x="425582" y="105081"/>
                  <a:pt x="426330" y="106787"/>
                </a:cubicBezTo>
                <a:cubicBezTo>
                  <a:pt x="426864" y="108065"/>
                  <a:pt x="427772" y="109077"/>
                  <a:pt x="429053" y="109823"/>
                </a:cubicBezTo>
                <a:cubicBezTo>
                  <a:pt x="430335" y="110569"/>
                  <a:pt x="432685" y="110942"/>
                  <a:pt x="436102" y="110942"/>
                </a:cubicBezTo>
                <a:lnTo>
                  <a:pt x="436102" y="113906"/>
                </a:lnTo>
                <a:lnTo>
                  <a:pt x="400056" y="113906"/>
                </a:lnTo>
                <a:lnTo>
                  <a:pt x="400056" y="110942"/>
                </a:lnTo>
                <a:lnTo>
                  <a:pt x="401738" y="110942"/>
                </a:lnTo>
                <a:cubicBezTo>
                  <a:pt x="405156" y="110942"/>
                  <a:pt x="407533" y="110421"/>
                  <a:pt x="408868" y="109380"/>
                </a:cubicBezTo>
                <a:cubicBezTo>
                  <a:pt x="410203" y="108339"/>
                  <a:pt x="411137" y="106803"/>
                  <a:pt x="411671" y="104774"/>
                </a:cubicBezTo>
                <a:cubicBezTo>
                  <a:pt x="411831" y="103920"/>
                  <a:pt x="411911" y="101410"/>
                  <a:pt x="411911" y="97244"/>
                </a:cubicBezTo>
                <a:lnTo>
                  <a:pt x="411911" y="71291"/>
                </a:lnTo>
                <a:cubicBezTo>
                  <a:pt x="411911" y="63281"/>
                  <a:pt x="411498" y="58021"/>
                  <a:pt x="410670" y="55511"/>
                </a:cubicBezTo>
                <a:cubicBezTo>
                  <a:pt x="409842" y="53001"/>
                  <a:pt x="408520" y="51119"/>
                  <a:pt x="406705" y="49864"/>
                </a:cubicBezTo>
                <a:cubicBezTo>
                  <a:pt x="404889" y="48609"/>
                  <a:pt x="402700" y="47981"/>
                  <a:pt x="400136" y="47981"/>
                </a:cubicBezTo>
                <a:cubicBezTo>
                  <a:pt x="397520" y="47981"/>
                  <a:pt x="394796" y="48676"/>
                  <a:pt x="391966" y="50064"/>
                </a:cubicBezTo>
                <a:cubicBezTo>
                  <a:pt x="389136" y="51452"/>
                  <a:pt x="385745" y="54256"/>
                  <a:pt x="381793" y="58475"/>
                </a:cubicBezTo>
                <a:lnTo>
                  <a:pt x="381793" y="97244"/>
                </a:lnTo>
                <a:cubicBezTo>
                  <a:pt x="381793" y="102264"/>
                  <a:pt x="382073" y="105388"/>
                  <a:pt x="382634" y="106616"/>
                </a:cubicBezTo>
                <a:cubicBezTo>
                  <a:pt x="383195" y="107845"/>
                  <a:pt x="384236" y="108873"/>
                  <a:pt x="385758" y="109700"/>
                </a:cubicBezTo>
                <a:cubicBezTo>
                  <a:pt x="387280" y="110528"/>
                  <a:pt x="389910" y="110942"/>
                  <a:pt x="393648" y="110942"/>
                </a:cubicBezTo>
                <a:lnTo>
                  <a:pt x="393648" y="113906"/>
                </a:lnTo>
                <a:lnTo>
                  <a:pt x="357282" y="113906"/>
                </a:lnTo>
                <a:lnTo>
                  <a:pt x="357282" y="110942"/>
                </a:lnTo>
                <a:cubicBezTo>
                  <a:pt x="360539" y="110942"/>
                  <a:pt x="363102" y="110435"/>
                  <a:pt x="364971" y="109420"/>
                </a:cubicBezTo>
                <a:cubicBezTo>
                  <a:pt x="366039" y="108888"/>
                  <a:pt x="366894" y="107875"/>
                  <a:pt x="367535" y="106381"/>
                </a:cubicBezTo>
                <a:cubicBezTo>
                  <a:pt x="368176" y="104886"/>
                  <a:pt x="368496" y="101844"/>
                  <a:pt x="368496" y="97254"/>
                </a:cubicBezTo>
                <a:lnTo>
                  <a:pt x="368496" y="30897"/>
                </a:lnTo>
                <a:cubicBezTo>
                  <a:pt x="368496" y="22520"/>
                  <a:pt x="368296" y="17371"/>
                  <a:pt x="367895" y="15450"/>
                </a:cubicBezTo>
                <a:cubicBezTo>
                  <a:pt x="367495" y="13527"/>
                  <a:pt x="366881" y="12220"/>
                  <a:pt x="366053" y="11527"/>
                </a:cubicBezTo>
                <a:cubicBezTo>
                  <a:pt x="365225" y="10833"/>
                  <a:pt x="364117" y="10486"/>
                  <a:pt x="362729" y="10486"/>
                </a:cubicBezTo>
                <a:cubicBezTo>
                  <a:pt x="361607" y="10486"/>
                  <a:pt x="359791" y="10913"/>
                  <a:pt x="357282" y="11768"/>
                </a:cubicBezTo>
                <a:lnTo>
                  <a:pt x="356160" y="8964"/>
                </a:lnTo>
                <a:lnTo>
                  <a:pt x="378108" y="0"/>
                </a:lnTo>
                <a:lnTo>
                  <a:pt x="381793" y="0"/>
                </a:lnTo>
                <a:close/>
                <a:moveTo>
                  <a:pt x="478156" y="38449"/>
                </a:moveTo>
                <a:cubicBezTo>
                  <a:pt x="489264" y="38449"/>
                  <a:pt x="498182" y="42664"/>
                  <a:pt x="504910" y="51093"/>
                </a:cubicBezTo>
                <a:cubicBezTo>
                  <a:pt x="510624" y="58294"/>
                  <a:pt x="513481" y="66563"/>
                  <a:pt x="513481" y="75900"/>
                </a:cubicBezTo>
                <a:cubicBezTo>
                  <a:pt x="513481" y="82461"/>
                  <a:pt x="511906" y="89103"/>
                  <a:pt x="508755" y="95825"/>
                </a:cubicBezTo>
                <a:cubicBezTo>
                  <a:pt x="505605" y="102545"/>
                  <a:pt x="501266" y="107613"/>
                  <a:pt x="495739" y="111027"/>
                </a:cubicBezTo>
                <a:cubicBezTo>
                  <a:pt x="490212" y="114441"/>
                  <a:pt x="484057" y="116149"/>
                  <a:pt x="477275" y="116149"/>
                </a:cubicBezTo>
                <a:cubicBezTo>
                  <a:pt x="466221" y="116149"/>
                  <a:pt x="457436" y="111747"/>
                  <a:pt x="450921" y="102944"/>
                </a:cubicBezTo>
                <a:cubicBezTo>
                  <a:pt x="445421" y="95530"/>
                  <a:pt x="442671" y="87208"/>
                  <a:pt x="442671" y="77980"/>
                </a:cubicBezTo>
                <a:cubicBezTo>
                  <a:pt x="442671" y="71258"/>
                  <a:pt x="444340" y="64576"/>
                  <a:pt x="447677" y="57934"/>
                </a:cubicBezTo>
                <a:cubicBezTo>
                  <a:pt x="451015" y="51292"/>
                  <a:pt x="455407" y="46384"/>
                  <a:pt x="460854" y="43210"/>
                </a:cubicBezTo>
                <a:cubicBezTo>
                  <a:pt x="466301" y="40036"/>
                  <a:pt x="472068" y="38449"/>
                  <a:pt x="478156" y="38449"/>
                </a:cubicBezTo>
                <a:moveTo>
                  <a:pt x="475673" y="43736"/>
                </a:moveTo>
                <a:cubicBezTo>
                  <a:pt x="472843" y="43736"/>
                  <a:pt x="469999" y="44576"/>
                  <a:pt x="467142" y="46257"/>
                </a:cubicBezTo>
                <a:cubicBezTo>
                  <a:pt x="464285" y="47937"/>
                  <a:pt x="461975" y="50884"/>
                  <a:pt x="460213" y="55098"/>
                </a:cubicBezTo>
                <a:cubicBezTo>
                  <a:pt x="458451" y="59312"/>
                  <a:pt x="457570" y="64725"/>
                  <a:pt x="457570" y="71339"/>
                </a:cubicBezTo>
                <a:cubicBezTo>
                  <a:pt x="457570" y="82006"/>
                  <a:pt x="459693" y="91207"/>
                  <a:pt x="463938" y="98942"/>
                </a:cubicBezTo>
                <a:cubicBezTo>
                  <a:pt x="468183" y="106675"/>
                  <a:pt x="473777" y="110541"/>
                  <a:pt x="480719" y="110541"/>
                </a:cubicBezTo>
                <a:cubicBezTo>
                  <a:pt x="485899" y="110541"/>
                  <a:pt x="490171" y="108408"/>
                  <a:pt x="493536" y="104141"/>
                </a:cubicBezTo>
                <a:cubicBezTo>
                  <a:pt x="496900" y="99874"/>
                  <a:pt x="498582" y="92540"/>
                  <a:pt x="498582" y="82140"/>
                </a:cubicBezTo>
                <a:cubicBezTo>
                  <a:pt x="498582" y="69125"/>
                  <a:pt x="495779" y="58884"/>
                  <a:pt x="490171" y="51416"/>
                </a:cubicBezTo>
                <a:cubicBezTo>
                  <a:pt x="486380" y="46296"/>
                  <a:pt x="481547" y="43736"/>
                  <a:pt x="475673" y="43736"/>
                </a:cubicBezTo>
                <a:close/>
                <a:moveTo>
                  <a:pt x="545762" y="38449"/>
                </a:moveTo>
                <a:lnTo>
                  <a:pt x="545762" y="54950"/>
                </a:lnTo>
                <a:cubicBezTo>
                  <a:pt x="551903" y="43950"/>
                  <a:pt x="558205" y="38449"/>
                  <a:pt x="564666" y="38449"/>
                </a:cubicBezTo>
                <a:cubicBezTo>
                  <a:pt x="567603" y="38449"/>
                  <a:pt x="570033" y="39344"/>
                  <a:pt x="571956" y="41133"/>
                </a:cubicBezTo>
                <a:cubicBezTo>
                  <a:pt x="573878" y="42922"/>
                  <a:pt x="574839" y="44991"/>
                  <a:pt x="574839" y="47341"/>
                </a:cubicBezTo>
                <a:cubicBezTo>
                  <a:pt x="574839" y="49423"/>
                  <a:pt x="574145" y="51185"/>
                  <a:pt x="572757" y="52627"/>
                </a:cubicBezTo>
                <a:cubicBezTo>
                  <a:pt x="571368" y="54069"/>
                  <a:pt x="569713" y="54790"/>
                  <a:pt x="567790" y="54790"/>
                </a:cubicBezTo>
                <a:cubicBezTo>
                  <a:pt x="565921" y="54790"/>
                  <a:pt x="563825" y="53869"/>
                  <a:pt x="561502" y="52027"/>
                </a:cubicBezTo>
                <a:cubicBezTo>
                  <a:pt x="559179" y="50184"/>
                  <a:pt x="557457" y="49263"/>
                  <a:pt x="556336" y="49263"/>
                </a:cubicBezTo>
                <a:cubicBezTo>
                  <a:pt x="555375" y="49263"/>
                  <a:pt x="554333" y="49795"/>
                  <a:pt x="553212" y="50860"/>
                </a:cubicBezTo>
                <a:cubicBezTo>
                  <a:pt x="550809" y="53045"/>
                  <a:pt x="548325" y="56640"/>
                  <a:pt x="545762" y="61646"/>
                </a:cubicBezTo>
                <a:lnTo>
                  <a:pt x="545762" y="96721"/>
                </a:lnTo>
                <a:cubicBezTo>
                  <a:pt x="545762" y="100768"/>
                  <a:pt x="546270" y="103830"/>
                  <a:pt x="547284" y="105908"/>
                </a:cubicBezTo>
                <a:cubicBezTo>
                  <a:pt x="547978" y="107346"/>
                  <a:pt x="549207" y="108546"/>
                  <a:pt x="550969" y="109505"/>
                </a:cubicBezTo>
                <a:cubicBezTo>
                  <a:pt x="552731" y="110463"/>
                  <a:pt x="555268" y="110942"/>
                  <a:pt x="558579" y="110942"/>
                </a:cubicBezTo>
                <a:lnTo>
                  <a:pt x="558579" y="113906"/>
                </a:lnTo>
                <a:lnTo>
                  <a:pt x="521011" y="113906"/>
                </a:lnTo>
                <a:lnTo>
                  <a:pt x="521011" y="110942"/>
                </a:lnTo>
                <a:cubicBezTo>
                  <a:pt x="524749" y="110942"/>
                  <a:pt x="527526" y="110356"/>
                  <a:pt x="529341" y="109185"/>
                </a:cubicBezTo>
                <a:cubicBezTo>
                  <a:pt x="530676" y="108332"/>
                  <a:pt x="531611" y="106973"/>
                  <a:pt x="532145" y="105107"/>
                </a:cubicBezTo>
                <a:cubicBezTo>
                  <a:pt x="532412" y="104201"/>
                  <a:pt x="532545" y="101617"/>
                  <a:pt x="532545" y="97355"/>
                </a:cubicBezTo>
                <a:lnTo>
                  <a:pt x="532545" y="68981"/>
                </a:lnTo>
                <a:cubicBezTo>
                  <a:pt x="532545" y="60455"/>
                  <a:pt x="532372" y="55380"/>
                  <a:pt x="532025" y="53756"/>
                </a:cubicBezTo>
                <a:cubicBezTo>
                  <a:pt x="531678" y="52131"/>
                  <a:pt x="531037" y="50945"/>
                  <a:pt x="530102" y="50199"/>
                </a:cubicBezTo>
                <a:cubicBezTo>
                  <a:pt x="529168" y="49453"/>
                  <a:pt x="528006" y="49080"/>
                  <a:pt x="526618" y="49080"/>
                </a:cubicBezTo>
                <a:cubicBezTo>
                  <a:pt x="524962" y="49080"/>
                  <a:pt x="523093" y="49480"/>
                  <a:pt x="521011" y="50279"/>
                </a:cubicBezTo>
                <a:lnTo>
                  <a:pt x="520210" y="47401"/>
                </a:lnTo>
                <a:lnTo>
                  <a:pt x="542398" y="38449"/>
                </a:lnTo>
                <a:lnTo>
                  <a:pt x="545762" y="38449"/>
                </a:lnTo>
                <a:close/>
                <a:moveTo>
                  <a:pt x="626345" y="38449"/>
                </a:moveTo>
                <a:lnTo>
                  <a:pt x="626345" y="63281"/>
                </a:lnTo>
                <a:lnTo>
                  <a:pt x="623701" y="63281"/>
                </a:lnTo>
                <a:cubicBezTo>
                  <a:pt x="621672" y="55493"/>
                  <a:pt x="619069" y="50195"/>
                  <a:pt x="615891" y="47388"/>
                </a:cubicBezTo>
                <a:cubicBezTo>
                  <a:pt x="612714" y="44580"/>
                  <a:pt x="608669" y="43175"/>
                  <a:pt x="603756" y="43175"/>
                </a:cubicBezTo>
                <a:cubicBezTo>
                  <a:pt x="600018" y="43175"/>
                  <a:pt x="597001" y="44162"/>
                  <a:pt x="594704" y="46137"/>
                </a:cubicBezTo>
                <a:cubicBezTo>
                  <a:pt x="592408" y="48109"/>
                  <a:pt x="591260" y="50296"/>
                  <a:pt x="591260" y="52697"/>
                </a:cubicBezTo>
                <a:cubicBezTo>
                  <a:pt x="591260" y="55685"/>
                  <a:pt x="592114" y="58245"/>
                  <a:pt x="593823" y="60377"/>
                </a:cubicBezTo>
                <a:cubicBezTo>
                  <a:pt x="595479" y="62565"/>
                  <a:pt x="598843" y="64885"/>
                  <a:pt x="603916" y="67339"/>
                </a:cubicBezTo>
                <a:lnTo>
                  <a:pt x="615611" y="73021"/>
                </a:lnTo>
                <a:cubicBezTo>
                  <a:pt x="626452" y="78301"/>
                  <a:pt x="631872" y="85262"/>
                  <a:pt x="631872" y="93905"/>
                </a:cubicBezTo>
                <a:cubicBezTo>
                  <a:pt x="631872" y="100572"/>
                  <a:pt x="629349" y="105946"/>
                  <a:pt x="624302" y="110028"/>
                </a:cubicBezTo>
                <a:cubicBezTo>
                  <a:pt x="619256" y="114108"/>
                  <a:pt x="613609" y="116149"/>
                  <a:pt x="607361" y="116149"/>
                </a:cubicBezTo>
                <a:cubicBezTo>
                  <a:pt x="602875" y="116149"/>
                  <a:pt x="597748" y="115348"/>
                  <a:pt x="591981" y="113745"/>
                </a:cubicBezTo>
                <a:cubicBezTo>
                  <a:pt x="590219" y="113211"/>
                  <a:pt x="588777" y="112944"/>
                  <a:pt x="587655" y="112944"/>
                </a:cubicBezTo>
                <a:cubicBezTo>
                  <a:pt x="586427" y="112944"/>
                  <a:pt x="585466" y="113639"/>
                  <a:pt x="584772" y="115027"/>
                </a:cubicBezTo>
                <a:lnTo>
                  <a:pt x="582128" y="115027"/>
                </a:lnTo>
                <a:lnTo>
                  <a:pt x="582128" y="88754"/>
                </a:lnTo>
                <a:lnTo>
                  <a:pt x="584772" y="88754"/>
                </a:lnTo>
                <a:cubicBezTo>
                  <a:pt x="586267" y="96256"/>
                  <a:pt x="589124" y="101910"/>
                  <a:pt x="593343" y="105715"/>
                </a:cubicBezTo>
                <a:cubicBezTo>
                  <a:pt x="597561" y="109520"/>
                  <a:pt x="602287" y="111423"/>
                  <a:pt x="607521" y="111423"/>
                </a:cubicBezTo>
                <a:cubicBezTo>
                  <a:pt x="611205" y="111423"/>
                  <a:pt x="614209" y="110343"/>
                  <a:pt x="616532" y="108183"/>
                </a:cubicBezTo>
                <a:cubicBezTo>
                  <a:pt x="618855" y="106022"/>
                  <a:pt x="620017" y="103421"/>
                  <a:pt x="620017" y="100381"/>
                </a:cubicBezTo>
                <a:cubicBezTo>
                  <a:pt x="620017" y="96700"/>
                  <a:pt x="618722" y="93606"/>
                  <a:pt x="616132" y="91099"/>
                </a:cubicBezTo>
                <a:cubicBezTo>
                  <a:pt x="613542" y="88592"/>
                  <a:pt x="608375" y="85419"/>
                  <a:pt x="600632" y="81579"/>
                </a:cubicBezTo>
                <a:cubicBezTo>
                  <a:pt x="592889" y="77738"/>
                  <a:pt x="587816" y="74270"/>
                  <a:pt x="585412" y="71176"/>
                </a:cubicBezTo>
                <a:cubicBezTo>
                  <a:pt x="583009" y="68135"/>
                  <a:pt x="581808" y="64295"/>
                  <a:pt x="581808" y="59654"/>
                </a:cubicBezTo>
                <a:cubicBezTo>
                  <a:pt x="581808" y="53626"/>
                  <a:pt x="583877" y="48585"/>
                  <a:pt x="588016" y="44532"/>
                </a:cubicBezTo>
                <a:cubicBezTo>
                  <a:pt x="592154" y="40477"/>
                  <a:pt x="597508" y="38449"/>
                  <a:pt x="604076" y="38449"/>
                </a:cubicBezTo>
                <a:cubicBezTo>
                  <a:pt x="606960" y="38449"/>
                  <a:pt x="610458" y="39063"/>
                  <a:pt x="614570" y="40292"/>
                </a:cubicBezTo>
                <a:cubicBezTo>
                  <a:pt x="617293" y="41093"/>
                  <a:pt x="619109" y="41493"/>
                  <a:pt x="620017" y="41493"/>
                </a:cubicBezTo>
                <a:cubicBezTo>
                  <a:pt x="620871" y="41493"/>
                  <a:pt x="621539" y="41306"/>
                  <a:pt x="622019" y="40932"/>
                </a:cubicBezTo>
                <a:cubicBezTo>
                  <a:pt x="622500" y="40559"/>
                  <a:pt x="623061" y="39731"/>
                  <a:pt x="623701" y="38449"/>
                </a:cubicBezTo>
                <a:lnTo>
                  <a:pt x="626345" y="38449"/>
                </a:lnTo>
                <a:close/>
                <a:moveTo>
                  <a:pt x="658119" y="98366"/>
                </a:moveTo>
                <a:cubicBezTo>
                  <a:pt x="660629" y="98366"/>
                  <a:pt x="662738" y="99234"/>
                  <a:pt x="664447" y="100969"/>
                </a:cubicBezTo>
                <a:cubicBezTo>
                  <a:pt x="666156" y="102705"/>
                  <a:pt x="667010" y="104801"/>
                  <a:pt x="667010" y="107257"/>
                </a:cubicBezTo>
                <a:cubicBezTo>
                  <a:pt x="667010" y="109714"/>
                  <a:pt x="666142" y="111810"/>
                  <a:pt x="664407" y="113545"/>
                </a:cubicBezTo>
                <a:cubicBezTo>
                  <a:pt x="662671" y="115281"/>
                  <a:pt x="660575" y="116149"/>
                  <a:pt x="658119" y="116149"/>
                </a:cubicBezTo>
                <a:cubicBezTo>
                  <a:pt x="655662" y="116149"/>
                  <a:pt x="653566" y="115281"/>
                  <a:pt x="651831" y="113545"/>
                </a:cubicBezTo>
                <a:cubicBezTo>
                  <a:pt x="650095" y="111810"/>
                  <a:pt x="649227" y="109714"/>
                  <a:pt x="649227" y="107257"/>
                </a:cubicBezTo>
                <a:cubicBezTo>
                  <a:pt x="649227" y="104747"/>
                  <a:pt x="650095" y="102638"/>
                  <a:pt x="651831" y="100929"/>
                </a:cubicBezTo>
                <a:cubicBezTo>
                  <a:pt x="653566" y="99220"/>
                  <a:pt x="655662" y="98366"/>
                  <a:pt x="658119" y="98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3C65B-BC62-45D2-9FCD-3F8ED250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336" y="3772034"/>
            <a:ext cx="205063" cy="205062"/>
          </a:xfrm>
          <a:custGeom xmlns:a="http://schemas.openxmlformats.org/drawingml/2006/main">
            <a:pathLst>
              <a:path w="205063" h="205062">
                <a:moveTo>
                  <a:pt x="205063" y="102531"/>
                </a:moveTo>
                <a:cubicBezTo>
                  <a:pt x="205062" y="109263"/>
                  <a:pt x="204404" y="115932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7"/>
                  <a:pt x="191522" y="153896"/>
                  <a:pt x="187782" y="159494"/>
                </a:cubicBezTo>
                <a:cubicBezTo>
                  <a:pt x="184042" y="165092"/>
                  <a:pt x="179791" y="170271"/>
                  <a:pt x="175031" y="175032"/>
                </a:cubicBezTo>
                <a:cubicBezTo>
                  <a:pt x="170270" y="179791"/>
                  <a:pt x="165091" y="184041"/>
                  <a:pt x="159493" y="187782"/>
                </a:cubicBezTo>
                <a:cubicBezTo>
                  <a:pt x="153896" y="191523"/>
                  <a:pt x="147987" y="194681"/>
                  <a:pt x="141767" y="197258"/>
                </a:cubicBezTo>
                <a:cubicBezTo>
                  <a:pt x="135547" y="199833"/>
                  <a:pt x="129135" y="201777"/>
                  <a:pt x="122533" y="203091"/>
                </a:cubicBezTo>
                <a:cubicBezTo>
                  <a:pt x="115930" y="204405"/>
                  <a:pt x="109264" y="205062"/>
                  <a:pt x="102532" y="205062"/>
                </a:cubicBezTo>
                <a:cubicBezTo>
                  <a:pt x="95799" y="205062"/>
                  <a:pt x="89132" y="204405"/>
                  <a:pt x="82529" y="203091"/>
                </a:cubicBezTo>
                <a:cubicBezTo>
                  <a:pt x="75926" y="201777"/>
                  <a:pt x="69513" y="199833"/>
                  <a:pt x="63294" y="197258"/>
                </a:cubicBezTo>
                <a:cubicBezTo>
                  <a:pt x="57074" y="194681"/>
                  <a:pt x="51166" y="191522"/>
                  <a:pt x="45567" y="187782"/>
                </a:cubicBezTo>
                <a:cubicBezTo>
                  <a:pt x="39970" y="184041"/>
                  <a:pt x="34790" y="179791"/>
                  <a:pt x="30031" y="175032"/>
                </a:cubicBezTo>
                <a:cubicBezTo>
                  <a:pt x="25270" y="170271"/>
                  <a:pt x="21019" y="165091"/>
                  <a:pt x="17280" y="159493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7" y="135548"/>
                  <a:pt x="3282" y="129137"/>
                  <a:pt x="1969" y="122534"/>
                </a:cubicBezTo>
                <a:cubicBezTo>
                  <a:pt x="657" y="115932"/>
                  <a:pt x="0" y="109263"/>
                  <a:pt x="0" y="102531"/>
                </a:cubicBezTo>
                <a:cubicBezTo>
                  <a:pt x="0" y="95799"/>
                  <a:pt x="657" y="89131"/>
                  <a:pt x="1969" y="82528"/>
                </a:cubicBezTo>
                <a:cubicBezTo>
                  <a:pt x="3282" y="75924"/>
                  <a:pt x="5227" y="69513"/>
                  <a:pt x="7804" y="63294"/>
                </a:cubicBezTo>
                <a:cubicBezTo>
                  <a:pt x="10381" y="57074"/>
                  <a:pt x="13539" y="51165"/>
                  <a:pt x="17279" y="45567"/>
                </a:cubicBezTo>
                <a:cubicBezTo>
                  <a:pt x="21019" y="39970"/>
                  <a:pt x="25270" y="34791"/>
                  <a:pt x="30031" y="30030"/>
                </a:cubicBezTo>
                <a:cubicBezTo>
                  <a:pt x="34790" y="25270"/>
                  <a:pt x="39970" y="21020"/>
                  <a:pt x="45567" y="17280"/>
                </a:cubicBezTo>
                <a:cubicBezTo>
                  <a:pt x="51164" y="13539"/>
                  <a:pt x="57073" y="10380"/>
                  <a:pt x="63294" y="7804"/>
                </a:cubicBezTo>
                <a:cubicBezTo>
                  <a:pt x="69513" y="5227"/>
                  <a:pt x="75926" y="3283"/>
                  <a:pt x="82529" y="1970"/>
                </a:cubicBezTo>
                <a:cubicBezTo>
                  <a:pt x="89132" y="657"/>
                  <a:pt x="95799" y="1"/>
                  <a:pt x="102532" y="0"/>
                </a:cubicBezTo>
                <a:cubicBezTo>
                  <a:pt x="109264" y="1"/>
                  <a:pt x="115930" y="657"/>
                  <a:pt x="122533" y="1970"/>
                </a:cubicBezTo>
                <a:cubicBezTo>
                  <a:pt x="129135" y="3283"/>
                  <a:pt x="135547" y="5227"/>
                  <a:pt x="141767" y="7804"/>
                </a:cubicBezTo>
                <a:cubicBezTo>
                  <a:pt x="147987" y="10380"/>
                  <a:pt x="153896" y="13539"/>
                  <a:pt x="159493" y="17279"/>
                </a:cubicBezTo>
                <a:cubicBezTo>
                  <a:pt x="165091" y="21020"/>
                  <a:pt x="170270" y="25270"/>
                  <a:pt x="175031" y="30030"/>
                </a:cubicBezTo>
                <a:cubicBezTo>
                  <a:pt x="179791" y="34791"/>
                  <a:pt x="184041" y="39970"/>
                  <a:pt x="187781" y="45567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3"/>
                  <a:pt x="201779" y="75924"/>
                  <a:pt x="203092" y="82528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161FC-C79E-4F81-B0DB-2C7D9327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336" y="3772034"/>
            <a:ext cx="205063" cy="205062"/>
          </a:xfrm>
          <a:custGeom xmlns:a="http://schemas.openxmlformats.org/drawingml/2006/main">
            <a:pathLst>
              <a:path w="205063" h="205062" fill="none">
                <a:moveTo>
                  <a:pt x="205063" y="102531"/>
                </a:moveTo>
                <a:cubicBezTo>
                  <a:pt x="205062" y="109263"/>
                  <a:pt x="204404" y="115932"/>
                  <a:pt x="203092" y="122534"/>
                </a:cubicBezTo>
                <a:cubicBezTo>
                  <a:pt x="201779" y="129137"/>
                  <a:pt x="199834" y="135548"/>
                  <a:pt x="197257" y="141768"/>
                </a:cubicBezTo>
                <a:cubicBezTo>
                  <a:pt x="194680" y="147987"/>
                  <a:pt x="191522" y="153896"/>
                  <a:pt x="187782" y="159494"/>
                </a:cubicBezTo>
                <a:cubicBezTo>
                  <a:pt x="184042" y="165092"/>
                  <a:pt x="179791" y="170271"/>
                  <a:pt x="175031" y="175032"/>
                </a:cubicBezTo>
                <a:cubicBezTo>
                  <a:pt x="170270" y="179791"/>
                  <a:pt x="165091" y="184041"/>
                  <a:pt x="159493" y="187782"/>
                </a:cubicBezTo>
                <a:cubicBezTo>
                  <a:pt x="153896" y="191523"/>
                  <a:pt x="147987" y="194681"/>
                  <a:pt x="141767" y="197258"/>
                </a:cubicBezTo>
                <a:cubicBezTo>
                  <a:pt x="135547" y="199833"/>
                  <a:pt x="129135" y="201777"/>
                  <a:pt x="122533" y="203091"/>
                </a:cubicBezTo>
                <a:cubicBezTo>
                  <a:pt x="115930" y="204405"/>
                  <a:pt x="109264" y="205062"/>
                  <a:pt x="102532" y="205062"/>
                </a:cubicBezTo>
                <a:cubicBezTo>
                  <a:pt x="95799" y="205062"/>
                  <a:pt x="89132" y="204405"/>
                  <a:pt x="82529" y="203091"/>
                </a:cubicBezTo>
                <a:cubicBezTo>
                  <a:pt x="75926" y="201777"/>
                  <a:pt x="69513" y="199833"/>
                  <a:pt x="63294" y="197258"/>
                </a:cubicBezTo>
                <a:cubicBezTo>
                  <a:pt x="57074" y="194681"/>
                  <a:pt x="51166" y="191522"/>
                  <a:pt x="45567" y="187782"/>
                </a:cubicBezTo>
                <a:cubicBezTo>
                  <a:pt x="39970" y="184041"/>
                  <a:pt x="34790" y="179791"/>
                  <a:pt x="30031" y="175032"/>
                </a:cubicBezTo>
                <a:cubicBezTo>
                  <a:pt x="25270" y="170271"/>
                  <a:pt x="21019" y="165091"/>
                  <a:pt x="17280" y="159493"/>
                </a:cubicBezTo>
                <a:cubicBezTo>
                  <a:pt x="13539" y="153896"/>
                  <a:pt x="10381" y="147987"/>
                  <a:pt x="7804" y="141768"/>
                </a:cubicBezTo>
                <a:cubicBezTo>
                  <a:pt x="5227" y="135548"/>
                  <a:pt x="3282" y="129137"/>
                  <a:pt x="1969" y="122534"/>
                </a:cubicBezTo>
                <a:cubicBezTo>
                  <a:pt x="657" y="115932"/>
                  <a:pt x="0" y="109263"/>
                  <a:pt x="0" y="102531"/>
                </a:cubicBezTo>
                <a:cubicBezTo>
                  <a:pt x="0" y="95799"/>
                  <a:pt x="657" y="89131"/>
                  <a:pt x="1969" y="82528"/>
                </a:cubicBezTo>
                <a:cubicBezTo>
                  <a:pt x="3282" y="75924"/>
                  <a:pt x="5227" y="69513"/>
                  <a:pt x="7804" y="63294"/>
                </a:cubicBezTo>
                <a:cubicBezTo>
                  <a:pt x="10381" y="57074"/>
                  <a:pt x="13539" y="51165"/>
                  <a:pt x="17279" y="45567"/>
                </a:cubicBezTo>
                <a:cubicBezTo>
                  <a:pt x="21019" y="39970"/>
                  <a:pt x="25270" y="34791"/>
                  <a:pt x="30031" y="30030"/>
                </a:cubicBezTo>
                <a:cubicBezTo>
                  <a:pt x="34790" y="25270"/>
                  <a:pt x="39970" y="21020"/>
                  <a:pt x="45567" y="17280"/>
                </a:cubicBezTo>
                <a:cubicBezTo>
                  <a:pt x="51164" y="13539"/>
                  <a:pt x="57073" y="10380"/>
                  <a:pt x="63294" y="7804"/>
                </a:cubicBezTo>
                <a:cubicBezTo>
                  <a:pt x="69513" y="5227"/>
                  <a:pt x="75926" y="3283"/>
                  <a:pt x="82529" y="1970"/>
                </a:cubicBezTo>
                <a:cubicBezTo>
                  <a:pt x="89132" y="657"/>
                  <a:pt x="95799" y="1"/>
                  <a:pt x="102532" y="0"/>
                </a:cubicBezTo>
                <a:cubicBezTo>
                  <a:pt x="109264" y="1"/>
                  <a:pt x="115930" y="657"/>
                  <a:pt x="122533" y="1970"/>
                </a:cubicBezTo>
                <a:cubicBezTo>
                  <a:pt x="129135" y="3283"/>
                  <a:pt x="135547" y="5227"/>
                  <a:pt x="141767" y="7804"/>
                </a:cubicBezTo>
                <a:cubicBezTo>
                  <a:pt x="147987" y="10380"/>
                  <a:pt x="153896" y="13539"/>
                  <a:pt x="159493" y="17279"/>
                </a:cubicBezTo>
                <a:cubicBezTo>
                  <a:pt x="165091" y="21020"/>
                  <a:pt x="170270" y="25270"/>
                  <a:pt x="175031" y="30030"/>
                </a:cubicBezTo>
                <a:cubicBezTo>
                  <a:pt x="179791" y="34791"/>
                  <a:pt x="184041" y="39970"/>
                  <a:pt x="187781" y="45567"/>
                </a:cubicBezTo>
                <a:cubicBezTo>
                  <a:pt x="191521" y="51165"/>
                  <a:pt x="194680" y="57074"/>
                  <a:pt x="197257" y="63294"/>
                </a:cubicBezTo>
                <a:cubicBezTo>
                  <a:pt x="199834" y="69513"/>
                  <a:pt x="201779" y="75924"/>
                  <a:pt x="203092" y="82528"/>
                </a:cubicBezTo>
                <a:cubicBezTo>
                  <a:pt x="204404" y="89131"/>
                  <a:pt x="205062" y="95799"/>
                  <a:pt x="205063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48" name="Text 7">
            <a:extLst xmlns:a="http://schemas.openxmlformats.org/drawingml/2006/main">
              <a:ext uri="{FF2B5EF4-FFF2-40B4-BE49-F238E27FC236}">
                <a16:creationId xmlns:a16="http://schemas.microsoft.com/office/drawing/2014/main" id="{B9BE7060-14AE-4A97-9F2B-B2540219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382" y="3827465"/>
            <a:ext cx="72573" cy="110862"/>
          </a:xfrm>
          <a:custGeom xmlns:a="http://schemas.openxmlformats.org/drawingml/2006/main">
            <a:pathLst>
              <a:path w="72573" h="110862">
                <a:moveTo>
                  <a:pt x="23550" y="110862"/>
                </a:moveTo>
                <a:lnTo>
                  <a:pt x="53108" y="21307"/>
                </a:lnTo>
                <a:lnTo>
                  <a:pt x="30599" y="21307"/>
                </a:lnTo>
                <a:cubicBezTo>
                  <a:pt x="21788" y="21307"/>
                  <a:pt x="15166" y="22455"/>
                  <a:pt x="10734" y="24752"/>
                </a:cubicBezTo>
                <a:cubicBezTo>
                  <a:pt x="7636" y="26354"/>
                  <a:pt x="5073" y="29371"/>
                  <a:pt x="3044" y="33803"/>
                </a:cubicBezTo>
                <a:lnTo>
                  <a:pt x="0" y="33803"/>
                </a:lnTo>
                <a:lnTo>
                  <a:pt x="7850" y="0"/>
                </a:lnTo>
                <a:lnTo>
                  <a:pt x="72573" y="0"/>
                </a:lnTo>
                <a:lnTo>
                  <a:pt x="36126" y="110862"/>
                </a:lnTo>
                <a:lnTo>
                  <a:pt x="23550" y="1108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Text Evaluateanswersandimprovethe">
            <a:extLst xmlns:a="http://schemas.openxmlformats.org/drawingml/2006/main">
              <a:ext uri="{FF2B5EF4-FFF2-40B4-BE49-F238E27FC236}">
                <a16:creationId xmlns:a16="http://schemas.microsoft.com/office/drawing/2014/main" id="{B5FFA0F7-46C6-4879-836C-CD4E81AF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35" y="3309523"/>
            <a:ext cx="2242565" cy="148991"/>
          </a:xfrm>
          <a:custGeom xmlns:a="http://schemas.openxmlformats.org/drawingml/2006/main">
            <a:pathLst>
              <a:path w="2242565" h="148991">
                <a:moveTo>
                  <a:pt x="30920" y="11214"/>
                </a:moveTo>
                <a:lnTo>
                  <a:pt x="30920" y="54149"/>
                </a:lnTo>
                <a:lnTo>
                  <a:pt x="54790" y="54149"/>
                </a:lnTo>
                <a:cubicBezTo>
                  <a:pt x="60985" y="54149"/>
                  <a:pt x="65123" y="53210"/>
                  <a:pt x="67206" y="51331"/>
                </a:cubicBezTo>
                <a:cubicBezTo>
                  <a:pt x="69983" y="48863"/>
                  <a:pt x="71531" y="44515"/>
                  <a:pt x="71852" y="38289"/>
                </a:cubicBezTo>
                <a:lnTo>
                  <a:pt x="74816" y="38289"/>
                </a:lnTo>
                <a:lnTo>
                  <a:pt x="74816" y="76097"/>
                </a:lnTo>
                <a:lnTo>
                  <a:pt x="71852" y="76097"/>
                </a:lnTo>
                <a:cubicBezTo>
                  <a:pt x="71104" y="70862"/>
                  <a:pt x="70357" y="67505"/>
                  <a:pt x="69609" y="66024"/>
                </a:cubicBezTo>
                <a:cubicBezTo>
                  <a:pt x="68648" y="64174"/>
                  <a:pt x="67072" y="62720"/>
                  <a:pt x="64883" y="61664"/>
                </a:cubicBezTo>
                <a:cubicBezTo>
                  <a:pt x="62694" y="60606"/>
                  <a:pt x="59329" y="60077"/>
                  <a:pt x="54790" y="60077"/>
                </a:cubicBezTo>
                <a:lnTo>
                  <a:pt x="30920" y="60077"/>
                </a:lnTo>
                <a:lnTo>
                  <a:pt x="30920" y="95823"/>
                </a:lnTo>
                <a:cubicBezTo>
                  <a:pt x="30920" y="100620"/>
                  <a:pt x="31133" y="103539"/>
                  <a:pt x="31560" y="104579"/>
                </a:cubicBezTo>
                <a:cubicBezTo>
                  <a:pt x="31988" y="105618"/>
                  <a:pt x="32735" y="106445"/>
                  <a:pt x="33803" y="107059"/>
                </a:cubicBezTo>
                <a:cubicBezTo>
                  <a:pt x="34871" y="107672"/>
                  <a:pt x="36901" y="107978"/>
                  <a:pt x="39891" y="107978"/>
                </a:cubicBezTo>
                <a:lnTo>
                  <a:pt x="58315" y="107978"/>
                </a:lnTo>
                <a:cubicBezTo>
                  <a:pt x="64456" y="107978"/>
                  <a:pt x="68915" y="107551"/>
                  <a:pt x="71692" y="106696"/>
                </a:cubicBezTo>
                <a:cubicBezTo>
                  <a:pt x="74469" y="105842"/>
                  <a:pt x="77139" y="104160"/>
                  <a:pt x="79702" y="101650"/>
                </a:cubicBezTo>
                <a:cubicBezTo>
                  <a:pt x="83013" y="98339"/>
                  <a:pt x="86404" y="93346"/>
                  <a:pt x="89875" y="86671"/>
                </a:cubicBezTo>
                <a:lnTo>
                  <a:pt x="93079" y="86671"/>
                </a:lnTo>
                <a:lnTo>
                  <a:pt x="83707" y="113906"/>
                </a:lnTo>
                <a:lnTo>
                  <a:pt x="0" y="113906"/>
                </a:lnTo>
                <a:lnTo>
                  <a:pt x="0" y="110942"/>
                </a:lnTo>
                <a:lnTo>
                  <a:pt x="3845" y="110942"/>
                </a:lnTo>
                <a:cubicBezTo>
                  <a:pt x="6408" y="110942"/>
                  <a:pt x="8838" y="110328"/>
                  <a:pt x="11134" y="109100"/>
                </a:cubicBezTo>
                <a:cubicBezTo>
                  <a:pt x="12843" y="108245"/>
                  <a:pt x="14005" y="106963"/>
                  <a:pt x="14619" y="105255"/>
                </a:cubicBezTo>
                <a:cubicBezTo>
                  <a:pt x="15233" y="103546"/>
                  <a:pt x="15540" y="100048"/>
                  <a:pt x="15540" y="94761"/>
                </a:cubicBezTo>
                <a:lnTo>
                  <a:pt x="15540" y="24191"/>
                </a:lnTo>
                <a:cubicBezTo>
                  <a:pt x="15540" y="17302"/>
                  <a:pt x="14846" y="13057"/>
                  <a:pt x="13457" y="11455"/>
                </a:cubicBezTo>
                <a:cubicBezTo>
                  <a:pt x="11535" y="9319"/>
                  <a:pt x="8331" y="8251"/>
                  <a:pt x="3845" y="8251"/>
                </a:cubicBezTo>
                <a:lnTo>
                  <a:pt x="0" y="8251"/>
                </a:lnTo>
                <a:lnTo>
                  <a:pt x="0" y="5287"/>
                </a:lnTo>
                <a:lnTo>
                  <a:pt x="83707" y="5287"/>
                </a:lnTo>
                <a:lnTo>
                  <a:pt x="84909" y="28997"/>
                </a:lnTo>
                <a:lnTo>
                  <a:pt x="81785" y="28997"/>
                </a:lnTo>
                <a:cubicBezTo>
                  <a:pt x="80663" y="23308"/>
                  <a:pt x="79422" y="19401"/>
                  <a:pt x="78060" y="17275"/>
                </a:cubicBezTo>
                <a:cubicBezTo>
                  <a:pt x="76698" y="15149"/>
                  <a:pt x="74682" y="13527"/>
                  <a:pt x="72012" y="12411"/>
                </a:cubicBezTo>
                <a:cubicBezTo>
                  <a:pt x="69876" y="11613"/>
                  <a:pt x="66111" y="11214"/>
                  <a:pt x="60718" y="11214"/>
                </a:cubicBezTo>
                <a:lnTo>
                  <a:pt x="30920" y="11214"/>
                </a:lnTo>
                <a:close/>
                <a:moveTo>
                  <a:pt x="98232" y="40532"/>
                </a:moveTo>
                <a:lnTo>
                  <a:pt x="132756" y="40532"/>
                </a:lnTo>
                <a:lnTo>
                  <a:pt x="132756" y="43496"/>
                </a:lnTo>
                <a:lnTo>
                  <a:pt x="130514" y="43496"/>
                </a:lnTo>
                <a:cubicBezTo>
                  <a:pt x="128431" y="43496"/>
                  <a:pt x="126842" y="44003"/>
                  <a:pt x="125747" y="45018"/>
                </a:cubicBezTo>
                <a:cubicBezTo>
                  <a:pt x="124653" y="46032"/>
                  <a:pt x="124105" y="47394"/>
                  <a:pt x="124105" y="49103"/>
                </a:cubicBezTo>
                <a:cubicBezTo>
                  <a:pt x="124105" y="50972"/>
                  <a:pt x="124666" y="53188"/>
                  <a:pt x="125787" y="55751"/>
                </a:cubicBezTo>
                <a:lnTo>
                  <a:pt x="142849" y="96283"/>
                </a:lnTo>
                <a:lnTo>
                  <a:pt x="159991" y="54229"/>
                </a:lnTo>
                <a:cubicBezTo>
                  <a:pt x="161219" y="51239"/>
                  <a:pt x="161834" y="48969"/>
                  <a:pt x="161834" y="47421"/>
                </a:cubicBezTo>
                <a:cubicBezTo>
                  <a:pt x="161834" y="46673"/>
                  <a:pt x="161620" y="46059"/>
                  <a:pt x="161193" y="45578"/>
                </a:cubicBezTo>
                <a:cubicBezTo>
                  <a:pt x="160605" y="44777"/>
                  <a:pt x="159858" y="44230"/>
                  <a:pt x="158950" y="43936"/>
                </a:cubicBezTo>
                <a:cubicBezTo>
                  <a:pt x="158042" y="43642"/>
                  <a:pt x="156200" y="43496"/>
                  <a:pt x="153423" y="43496"/>
                </a:cubicBezTo>
                <a:lnTo>
                  <a:pt x="153423" y="40532"/>
                </a:lnTo>
                <a:lnTo>
                  <a:pt x="177373" y="40532"/>
                </a:lnTo>
                <a:lnTo>
                  <a:pt x="177373" y="43496"/>
                </a:lnTo>
                <a:cubicBezTo>
                  <a:pt x="174597" y="43709"/>
                  <a:pt x="172674" y="44270"/>
                  <a:pt x="171606" y="45178"/>
                </a:cubicBezTo>
                <a:cubicBezTo>
                  <a:pt x="169737" y="46780"/>
                  <a:pt x="168055" y="49450"/>
                  <a:pt x="166560" y="53188"/>
                </a:cubicBezTo>
                <a:lnTo>
                  <a:pt x="140526" y="116149"/>
                </a:lnTo>
                <a:lnTo>
                  <a:pt x="137242" y="116149"/>
                </a:lnTo>
                <a:lnTo>
                  <a:pt x="111049" y="54229"/>
                </a:lnTo>
                <a:cubicBezTo>
                  <a:pt x="109874" y="51346"/>
                  <a:pt x="108752" y="49276"/>
                  <a:pt x="107684" y="48021"/>
                </a:cubicBezTo>
                <a:cubicBezTo>
                  <a:pt x="106616" y="46766"/>
                  <a:pt x="105255" y="45712"/>
                  <a:pt x="103599" y="44857"/>
                </a:cubicBezTo>
                <a:cubicBezTo>
                  <a:pt x="102691" y="44377"/>
                  <a:pt x="100902" y="43923"/>
                  <a:pt x="98232" y="43496"/>
                </a:cubicBezTo>
                <a:lnTo>
                  <a:pt x="98232" y="40532"/>
                </a:lnTo>
                <a:close/>
                <a:moveTo>
                  <a:pt x="225594" y="103332"/>
                </a:moveTo>
                <a:cubicBezTo>
                  <a:pt x="218065" y="109153"/>
                  <a:pt x="213339" y="112517"/>
                  <a:pt x="211416" y="113425"/>
                </a:cubicBezTo>
                <a:cubicBezTo>
                  <a:pt x="208532" y="114814"/>
                  <a:pt x="205462" y="115508"/>
                  <a:pt x="202204" y="115508"/>
                </a:cubicBezTo>
                <a:cubicBezTo>
                  <a:pt x="197131" y="115508"/>
                  <a:pt x="192952" y="113772"/>
                  <a:pt x="189668" y="110301"/>
                </a:cubicBezTo>
                <a:cubicBezTo>
                  <a:pt x="186384" y="106830"/>
                  <a:pt x="184742" y="102264"/>
                  <a:pt x="184742" y="96604"/>
                </a:cubicBezTo>
                <a:cubicBezTo>
                  <a:pt x="184742" y="93026"/>
                  <a:pt x="185543" y="89928"/>
                  <a:pt x="187145" y="87312"/>
                </a:cubicBezTo>
                <a:cubicBezTo>
                  <a:pt x="189334" y="83680"/>
                  <a:pt x="193139" y="80263"/>
                  <a:pt x="198560" y="77059"/>
                </a:cubicBezTo>
                <a:cubicBezTo>
                  <a:pt x="203980" y="73854"/>
                  <a:pt x="212991" y="69956"/>
                  <a:pt x="225594" y="65364"/>
                </a:cubicBezTo>
                <a:lnTo>
                  <a:pt x="225594" y="62480"/>
                </a:lnTo>
                <a:cubicBezTo>
                  <a:pt x="225594" y="55164"/>
                  <a:pt x="224433" y="50144"/>
                  <a:pt x="222110" y="47421"/>
                </a:cubicBezTo>
                <a:cubicBezTo>
                  <a:pt x="219787" y="44697"/>
                  <a:pt x="216409" y="43335"/>
                  <a:pt x="211977" y="43335"/>
                </a:cubicBezTo>
                <a:cubicBezTo>
                  <a:pt x="208612" y="43335"/>
                  <a:pt x="205942" y="44240"/>
                  <a:pt x="203967" y="46049"/>
                </a:cubicBezTo>
                <a:cubicBezTo>
                  <a:pt x="201937" y="47858"/>
                  <a:pt x="200923" y="49933"/>
                  <a:pt x="200923" y="52274"/>
                </a:cubicBezTo>
                <a:lnTo>
                  <a:pt x="201083" y="56903"/>
                </a:lnTo>
                <a:cubicBezTo>
                  <a:pt x="201083" y="59349"/>
                  <a:pt x="200455" y="61237"/>
                  <a:pt x="199200" y="62568"/>
                </a:cubicBezTo>
                <a:cubicBezTo>
                  <a:pt x="197946" y="63898"/>
                  <a:pt x="196303" y="64563"/>
                  <a:pt x="194274" y="64563"/>
                </a:cubicBezTo>
                <a:cubicBezTo>
                  <a:pt x="192298" y="64563"/>
                  <a:pt x="190683" y="63871"/>
                  <a:pt x="189428" y="62487"/>
                </a:cubicBezTo>
                <a:cubicBezTo>
                  <a:pt x="188173" y="61102"/>
                  <a:pt x="187546" y="59212"/>
                  <a:pt x="187546" y="56815"/>
                </a:cubicBezTo>
                <a:cubicBezTo>
                  <a:pt x="187546" y="52238"/>
                  <a:pt x="189895" y="48032"/>
                  <a:pt x="194595" y="44199"/>
                </a:cubicBezTo>
                <a:cubicBezTo>
                  <a:pt x="199294" y="40366"/>
                  <a:pt x="205889" y="38449"/>
                  <a:pt x="214380" y="38449"/>
                </a:cubicBezTo>
                <a:cubicBezTo>
                  <a:pt x="220895" y="38449"/>
                  <a:pt x="226235" y="39542"/>
                  <a:pt x="230400" y="41728"/>
                </a:cubicBezTo>
                <a:cubicBezTo>
                  <a:pt x="233551" y="43382"/>
                  <a:pt x="235874" y="45970"/>
                  <a:pt x="237369" y="49491"/>
                </a:cubicBezTo>
                <a:cubicBezTo>
                  <a:pt x="238331" y="51784"/>
                  <a:pt x="238811" y="56477"/>
                  <a:pt x="238811" y="63571"/>
                </a:cubicBezTo>
                <a:lnTo>
                  <a:pt x="238811" y="88453"/>
                </a:lnTo>
                <a:cubicBezTo>
                  <a:pt x="238811" y="95440"/>
                  <a:pt x="238945" y="99721"/>
                  <a:pt x="239212" y="101295"/>
                </a:cubicBezTo>
                <a:cubicBezTo>
                  <a:pt x="239479" y="102868"/>
                  <a:pt x="239919" y="103922"/>
                  <a:pt x="240533" y="104456"/>
                </a:cubicBezTo>
                <a:cubicBezTo>
                  <a:pt x="241147" y="104988"/>
                  <a:pt x="241855" y="105255"/>
                  <a:pt x="242656" y="105255"/>
                </a:cubicBezTo>
                <a:cubicBezTo>
                  <a:pt x="243510" y="105255"/>
                  <a:pt x="244258" y="105068"/>
                  <a:pt x="244899" y="104694"/>
                </a:cubicBezTo>
                <a:cubicBezTo>
                  <a:pt x="246020" y="104000"/>
                  <a:pt x="248183" y="102051"/>
                  <a:pt x="251387" y="98846"/>
                </a:cubicBezTo>
                <a:lnTo>
                  <a:pt x="251387" y="103332"/>
                </a:lnTo>
                <a:cubicBezTo>
                  <a:pt x="245406" y="111342"/>
                  <a:pt x="239692" y="115348"/>
                  <a:pt x="234245" y="115348"/>
                </a:cubicBezTo>
                <a:cubicBezTo>
                  <a:pt x="231629" y="115348"/>
                  <a:pt x="229546" y="114440"/>
                  <a:pt x="227997" y="112624"/>
                </a:cubicBezTo>
                <a:cubicBezTo>
                  <a:pt x="226449" y="110808"/>
                  <a:pt x="225648" y="107711"/>
                  <a:pt x="225594" y="103332"/>
                </a:cubicBezTo>
                <a:moveTo>
                  <a:pt x="225594" y="98080"/>
                </a:moveTo>
                <a:lnTo>
                  <a:pt x="225594" y="70250"/>
                </a:lnTo>
                <a:cubicBezTo>
                  <a:pt x="217531" y="73439"/>
                  <a:pt x="212324" y="75698"/>
                  <a:pt x="209974" y="77029"/>
                </a:cubicBezTo>
                <a:cubicBezTo>
                  <a:pt x="205756" y="79368"/>
                  <a:pt x="202738" y="81814"/>
                  <a:pt x="200923" y="84365"/>
                </a:cubicBezTo>
                <a:cubicBezTo>
                  <a:pt x="199107" y="86917"/>
                  <a:pt x="198199" y="89708"/>
                  <a:pt x="198199" y="92739"/>
                </a:cubicBezTo>
                <a:cubicBezTo>
                  <a:pt x="198199" y="96567"/>
                  <a:pt x="199347" y="99743"/>
                  <a:pt x="201644" y="102268"/>
                </a:cubicBezTo>
                <a:cubicBezTo>
                  <a:pt x="203940" y="104793"/>
                  <a:pt x="206583" y="106056"/>
                  <a:pt x="209574" y="106056"/>
                </a:cubicBezTo>
                <a:cubicBezTo>
                  <a:pt x="213632" y="106056"/>
                  <a:pt x="218972" y="103397"/>
                  <a:pt x="225594" y="98080"/>
                </a:cubicBezTo>
                <a:close/>
                <a:moveTo>
                  <a:pt x="282092" y="0"/>
                </a:moveTo>
                <a:lnTo>
                  <a:pt x="282092" y="97254"/>
                </a:lnTo>
                <a:cubicBezTo>
                  <a:pt x="282092" y="101844"/>
                  <a:pt x="282426" y="104886"/>
                  <a:pt x="283093" y="106381"/>
                </a:cubicBezTo>
                <a:cubicBezTo>
                  <a:pt x="283761" y="107875"/>
                  <a:pt x="284789" y="109009"/>
                  <a:pt x="286177" y="109783"/>
                </a:cubicBezTo>
                <a:cubicBezTo>
                  <a:pt x="287566" y="110556"/>
                  <a:pt x="290156" y="110942"/>
                  <a:pt x="293947" y="110942"/>
                </a:cubicBezTo>
                <a:lnTo>
                  <a:pt x="293947" y="113906"/>
                </a:lnTo>
                <a:lnTo>
                  <a:pt x="257981" y="113906"/>
                </a:lnTo>
                <a:lnTo>
                  <a:pt x="257981" y="110942"/>
                </a:lnTo>
                <a:cubicBezTo>
                  <a:pt x="261346" y="110942"/>
                  <a:pt x="263642" y="110596"/>
                  <a:pt x="264870" y="109903"/>
                </a:cubicBezTo>
                <a:cubicBezTo>
                  <a:pt x="266098" y="109209"/>
                  <a:pt x="267060" y="108062"/>
                  <a:pt x="267754" y="106461"/>
                </a:cubicBezTo>
                <a:cubicBezTo>
                  <a:pt x="268448" y="104859"/>
                  <a:pt x="268795" y="101790"/>
                  <a:pt x="268795" y="97254"/>
                </a:cubicBezTo>
                <a:lnTo>
                  <a:pt x="268795" y="30657"/>
                </a:lnTo>
                <a:cubicBezTo>
                  <a:pt x="268795" y="22386"/>
                  <a:pt x="268608" y="17304"/>
                  <a:pt x="268234" y="15410"/>
                </a:cubicBezTo>
                <a:cubicBezTo>
                  <a:pt x="267861" y="13514"/>
                  <a:pt x="267260" y="12220"/>
                  <a:pt x="266432" y="11527"/>
                </a:cubicBezTo>
                <a:cubicBezTo>
                  <a:pt x="265604" y="10833"/>
                  <a:pt x="264550" y="10486"/>
                  <a:pt x="263268" y="10486"/>
                </a:cubicBezTo>
                <a:cubicBezTo>
                  <a:pt x="261880" y="10486"/>
                  <a:pt x="260117" y="10913"/>
                  <a:pt x="257981" y="11768"/>
                </a:cubicBezTo>
                <a:lnTo>
                  <a:pt x="256620" y="8964"/>
                </a:lnTo>
                <a:lnTo>
                  <a:pt x="278488" y="0"/>
                </a:lnTo>
                <a:lnTo>
                  <a:pt x="282092" y="0"/>
                </a:lnTo>
                <a:close/>
                <a:moveTo>
                  <a:pt x="366788" y="40532"/>
                </a:moveTo>
                <a:lnTo>
                  <a:pt x="366788" y="84989"/>
                </a:lnTo>
                <a:cubicBezTo>
                  <a:pt x="366788" y="93480"/>
                  <a:pt x="366988" y="98673"/>
                  <a:pt x="367389" y="100569"/>
                </a:cubicBezTo>
                <a:cubicBezTo>
                  <a:pt x="367789" y="102464"/>
                  <a:pt x="368430" y="103786"/>
                  <a:pt x="369311" y="104534"/>
                </a:cubicBezTo>
                <a:cubicBezTo>
                  <a:pt x="370192" y="105281"/>
                  <a:pt x="371220" y="105655"/>
                  <a:pt x="372395" y="105655"/>
                </a:cubicBezTo>
                <a:cubicBezTo>
                  <a:pt x="374051" y="105655"/>
                  <a:pt x="375920" y="105201"/>
                  <a:pt x="378002" y="104293"/>
                </a:cubicBezTo>
                <a:lnTo>
                  <a:pt x="379124" y="107097"/>
                </a:lnTo>
                <a:lnTo>
                  <a:pt x="357176" y="116149"/>
                </a:lnTo>
                <a:lnTo>
                  <a:pt x="353571" y="116149"/>
                </a:lnTo>
                <a:lnTo>
                  <a:pt x="353571" y="100609"/>
                </a:lnTo>
                <a:cubicBezTo>
                  <a:pt x="347270" y="107444"/>
                  <a:pt x="342464" y="111743"/>
                  <a:pt x="339153" y="113505"/>
                </a:cubicBezTo>
                <a:cubicBezTo>
                  <a:pt x="335842" y="115267"/>
                  <a:pt x="332344" y="116149"/>
                  <a:pt x="328659" y="116149"/>
                </a:cubicBezTo>
                <a:cubicBezTo>
                  <a:pt x="324547" y="116149"/>
                  <a:pt x="320983" y="114960"/>
                  <a:pt x="317966" y="112584"/>
                </a:cubicBezTo>
                <a:cubicBezTo>
                  <a:pt x="314948" y="110208"/>
                  <a:pt x="312852" y="107150"/>
                  <a:pt x="311678" y="103412"/>
                </a:cubicBezTo>
                <a:cubicBezTo>
                  <a:pt x="310503" y="99674"/>
                  <a:pt x="309915" y="94387"/>
                  <a:pt x="309915" y="87552"/>
                </a:cubicBezTo>
                <a:lnTo>
                  <a:pt x="309915" y="54790"/>
                </a:lnTo>
                <a:cubicBezTo>
                  <a:pt x="309915" y="51319"/>
                  <a:pt x="309542" y="48916"/>
                  <a:pt x="308794" y="47581"/>
                </a:cubicBezTo>
                <a:cubicBezTo>
                  <a:pt x="308046" y="46246"/>
                  <a:pt x="306938" y="45218"/>
                  <a:pt x="305470" y="44497"/>
                </a:cubicBezTo>
                <a:cubicBezTo>
                  <a:pt x="304001" y="43776"/>
                  <a:pt x="301344" y="43442"/>
                  <a:pt x="297499" y="43496"/>
                </a:cubicBezTo>
                <a:lnTo>
                  <a:pt x="297499" y="40532"/>
                </a:lnTo>
                <a:lnTo>
                  <a:pt x="323212" y="40532"/>
                </a:lnTo>
                <a:lnTo>
                  <a:pt x="323212" y="89515"/>
                </a:lnTo>
                <a:cubicBezTo>
                  <a:pt x="323212" y="96333"/>
                  <a:pt x="324401" y="100808"/>
                  <a:pt x="326777" y="102939"/>
                </a:cubicBezTo>
                <a:cubicBezTo>
                  <a:pt x="329153" y="105070"/>
                  <a:pt x="332024" y="106136"/>
                  <a:pt x="335388" y="106136"/>
                </a:cubicBezTo>
                <a:cubicBezTo>
                  <a:pt x="337684" y="106136"/>
                  <a:pt x="340288" y="105417"/>
                  <a:pt x="343198" y="103978"/>
                </a:cubicBezTo>
                <a:cubicBezTo>
                  <a:pt x="346108" y="102539"/>
                  <a:pt x="349566" y="99797"/>
                  <a:pt x="353571" y="95750"/>
                </a:cubicBezTo>
                <a:lnTo>
                  <a:pt x="353571" y="54282"/>
                </a:lnTo>
                <a:cubicBezTo>
                  <a:pt x="353571" y="50127"/>
                  <a:pt x="352810" y="47317"/>
                  <a:pt x="351288" y="45854"/>
                </a:cubicBezTo>
                <a:cubicBezTo>
                  <a:pt x="349766" y="44388"/>
                  <a:pt x="346602" y="43602"/>
                  <a:pt x="341796" y="43496"/>
                </a:cubicBezTo>
                <a:lnTo>
                  <a:pt x="341796" y="40532"/>
                </a:lnTo>
                <a:lnTo>
                  <a:pt x="366788" y="40532"/>
                </a:lnTo>
                <a:close/>
                <a:moveTo>
                  <a:pt x="426064" y="103332"/>
                </a:moveTo>
                <a:cubicBezTo>
                  <a:pt x="418534" y="109153"/>
                  <a:pt x="413808" y="112517"/>
                  <a:pt x="411886" y="113425"/>
                </a:cubicBezTo>
                <a:cubicBezTo>
                  <a:pt x="409002" y="114814"/>
                  <a:pt x="405932" y="115508"/>
                  <a:pt x="402674" y="115508"/>
                </a:cubicBezTo>
                <a:cubicBezTo>
                  <a:pt x="397601" y="115508"/>
                  <a:pt x="393422" y="113772"/>
                  <a:pt x="390138" y="110301"/>
                </a:cubicBezTo>
                <a:cubicBezTo>
                  <a:pt x="386854" y="106830"/>
                  <a:pt x="385212" y="102264"/>
                  <a:pt x="385212" y="96604"/>
                </a:cubicBezTo>
                <a:cubicBezTo>
                  <a:pt x="385212" y="93026"/>
                  <a:pt x="386013" y="89928"/>
                  <a:pt x="387615" y="87312"/>
                </a:cubicBezTo>
                <a:cubicBezTo>
                  <a:pt x="389804" y="83680"/>
                  <a:pt x="393609" y="80263"/>
                  <a:pt x="399030" y="77059"/>
                </a:cubicBezTo>
                <a:cubicBezTo>
                  <a:pt x="404450" y="73854"/>
                  <a:pt x="413461" y="69956"/>
                  <a:pt x="426064" y="65364"/>
                </a:cubicBezTo>
                <a:lnTo>
                  <a:pt x="426064" y="62480"/>
                </a:lnTo>
                <a:cubicBezTo>
                  <a:pt x="426064" y="55164"/>
                  <a:pt x="424903" y="50144"/>
                  <a:pt x="422580" y="47421"/>
                </a:cubicBezTo>
                <a:cubicBezTo>
                  <a:pt x="420257" y="44697"/>
                  <a:pt x="416879" y="43335"/>
                  <a:pt x="412447" y="43335"/>
                </a:cubicBezTo>
                <a:cubicBezTo>
                  <a:pt x="409082" y="43335"/>
                  <a:pt x="406412" y="44240"/>
                  <a:pt x="404436" y="46049"/>
                </a:cubicBezTo>
                <a:cubicBezTo>
                  <a:pt x="402407" y="47858"/>
                  <a:pt x="401393" y="49933"/>
                  <a:pt x="401393" y="52274"/>
                </a:cubicBezTo>
                <a:lnTo>
                  <a:pt x="401553" y="56903"/>
                </a:lnTo>
                <a:cubicBezTo>
                  <a:pt x="401553" y="59349"/>
                  <a:pt x="400925" y="61237"/>
                  <a:pt x="399670" y="62568"/>
                </a:cubicBezTo>
                <a:cubicBezTo>
                  <a:pt x="398415" y="63898"/>
                  <a:pt x="396773" y="64563"/>
                  <a:pt x="394744" y="64563"/>
                </a:cubicBezTo>
                <a:cubicBezTo>
                  <a:pt x="392768" y="64563"/>
                  <a:pt x="391153" y="63871"/>
                  <a:pt x="389898" y="62487"/>
                </a:cubicBezTo>
                <a:cubicBezTo>
                  <a:pt x="388643" y="61102"/>
                  <a:pt x="388015" y="59212"/>
                  <a:pt x="388015" y="56815"/>
                </a:cubicBezTo>
                <a:cubicBezTo>
                  <a:pt x="388015" y="52238"/>
                  <a:pt x="390365" y="48032"/>
                  <a:pt x="395064" y="44199"/>
                </a:cubicBezTo>
                <a:cubicBezTo>
                  <a:pt x="399764" y="40366"/>
                  <a:pt x="406359" y="38449"/>
                  <a:pt x="414850" y="38449"/>
                </a:cubicBezTo>
                <a:cubicBezTo>
                  <a:pt x="421365" y="38449"/>
                  <a:pt x="426705" y="39542"/>
                  <a:pt x="430870" y="41728"/>
                </a:cubicBezTo>
                <a:cubicBezTo>
                  <a:pt x="434021" y="43382"/>
                  <a:pt x="436344" y="45970"/>
                  <a:pt x="437839" y="49491"/>
                </a:cubicBezTo>
                <a:cubicBezTo>
                  <a:pt x="438800" y="51784"/>
                  <a:pt x="439281" y="56477"/>
                  <a:pt x="439281" y="63571"/>
                </a:cubicBezTo>
                <a:lnTo>
                  <a:pt x="439281" y="88453"/>
                </a:lnTo>
                <a:cubicBezTo>
                  <a:pt x="439281" y="95440"/>
                  <a:pt x="439415" y="99721"/>
                  <a:pt x="439682" y="101295"/>
                </a:cubicBezTo>
                <a:cubicBezTo>
                  <a:pt x="439949" y="102868"/>
                  <a:pt x="440389" y="103922"/>
                  <a:pt x="441003" y="104456"/>
                </a:cubicBezTo>
                <a:cubicBezTo>
                  <a:pt x="441617" y="104988"/>
                  <a:pt x="442325" y="105255"/>
                  <a:pt x="443126" y="105255"/>
                </a:cubicBezTo>
                <a:cubicBezTo>
                  <a:pt x="443980" y="105255"/>
                  <a:pt x="444728" y="105068"/>
                  <a:pt x="445369" y="104694"/>
                </a:cubicBezTo>
                <a:cubicBezTo>
                  <a:pt x="446490" y="104000"/>
                  <a:pt x="448653" y="102051"/>
                  <a:pt x="451857" y="98846"/>
                </a:cubicBezTo>
                <a:lnTo>
                  <a:pt x="451857" y="103332"/>
                </a:lnTo>
                <a:cubicBezTo>
                  <a:pt x="445876" y="111342"/>
                  <a:pt x="440162" y="115348"/>
                  <a:pt x="434715" y="115348"/>
                </a:cubicBezTo>
                <a:cubicBezTo>
                  <a:pt x="432099" y="115348"/>
                  <a:pt x="430016" y="114440"/>
                  <a:pt x="428467" y="112624"/>
                </a:cubicBezTo>
                <a:cubicBezTo>
                  <a:pt x="426919" y="110808"/>
                  <a:pt x="426118" y="107711"/>
                  <a:pt x="426064" y="103332"/>
                </a:cubicBezTo>
                <a:moveTo>
                  <a:pt x="426064" y="98080"/>
                </a:moveTo>
                <a:lnTo>
                  <a:pt x="426064" y="70250"/>
                </a:lnTo>
                <a:cubicBezTo>
                  <a:pt x="418000" y="73439"/>
                  <a:pt x="412794" y="75698"/>
                  <a:pt x="410444" y="77029"/>
                </a:cubicBezTo>
                <a:cubicBezTo>
                  <a:pt x="406225" y="79368"/>
                  <a:pt x="403208" y="81814"/>
                  <a:pt x="401393" y="84365"/>
                </a:cubicBezTo>
                <a:cubicBezTo>
                  <a:pt x="399577" y="86917"/>
                  <a:pt x="398669" y="89708"/>
                  <a:pt x="398669" y="92739"/>
                </a:cubicBezTo>
                <a:cubicBezTo>
                  <a:pt x="398669" y="96567"/>
                  <a:pt x="399817" y="99743"/>
                  <a:pt x="402113" y="102268"/>
                </a:cubicBezTo>
                <a:cubicBezTo>
                  <a:pt x="404410" y="104793"/>
                  <a:pt x="407053" y="106056"/>
                  <a:pt x="410044" y="106056"/>
                </a:cubicBezTo>
                <a:cubicBezTo>
                  <a:pt x="414102" y="106056"/>
                  <a:pt x="419442" y="103397"/>
                  <a:pt x="426064" y="98080"/>
                </a:cubicBezTo>
                <a:close/>
                <a:moveTo>
                  <a:pt x="478636" y="16341"/>
                </a:moveTo>
                <a:lnTo>
                  <a:pt x="478636" y="40532"/>
                </a:lnTo>
                <a:lnTo>
                  <a:pt x="495778" y="40532"/>
                </a:lnTo>
                <a:lnTo>
                  <a:pt x="495778" y="46139"/>
                </a:lnTo>
                <a:lnTo>
                  <a:pt x="478636" y="46139"/>
                </a:lnTo>
                <a:lnTo>
                  <a:pt x="478636" y="93655"/>
                </a:lnTo>
                <a:cubicBezTo>
                  <a:pt x="478636" y="98403"/>
                  <a:pt x="479317" y="101603"/>
                  <a:pt x="480678" y="103257"/>
                </a:cubicBezTo>
                <a:cubicBezTo>
                  <a:pt x="482040" y="104909"/>
                  <a:pt x="483789" y="105735"/>
                  <a:pt x="485925" y="105735"/>
                </a:cubicBezTo>
                <a:cubicBezTo>
                  <a:pt x="487687" y="105735"/>
                  <a:pt x="489396" y="105188"/>
                  <a:pt x="491052" y="104093"/>
                </a:cubicBezTo>
                <a:cubicBezTo>
                  <a:pt x="492707" y="102998"/>
                  <a:pt x="493989" y="101383"/>
                  <a:pt x="494897" y="99247"/>
                </a:cubicBezTo>
                <a:lnTo>
                  <a:pt x="498021" y="99247"/>
                </a:lnTo>
                <a:cubicBezTo>
                  <a:pt x="496152" y="104495"/>
                  <a:pt x="493508" y="108465"/>
                  <a:pt x="490091" y="111155"/>
                </a:cubicBezTo>
                <a:cubicBezTo>
                  <a:pt x="486673" y="113843"/>
                  <a:pt x="483148" y="115187"/>
                  <a:pt x="479517" y="115187"/>
                </a:cubicBezTo>
                <a:cubicBezTo>
                  <a:pt x="477061" y="115187"/>
                  <a:pt x="474657" y="114506"/>
                  <a:pt x="472308" y="113142"/>
                </a:cubicBezTo>
                <a:cubicBezTo>
                  <a:pt x="469958" y="111779"/>
                  <a:pt x="468223" y="109828"/>
                  <a:pt x="467101" y="107290"/>
                </a:cubicBezTo>
                <a:cubicBezTo>
                  <a:pt x="465980" y="104750"/>
                  <a:pt x="465419" y="100833"/>
                  <a:pt x="465419" y="95540"/>
                </a:cubicBezTo>
                <a:lnTo>
                  <a:pt x="465419" y="46139"/>
                </a:lnTo>
                <a:lnTo>
                  <a:pt x="453804" y="46139"/>
                </a:lnTo>
                <a:lnTo>
                  <a:pt x="453804" y="43496"/>
                </a:lnTo>
                <a:cubicBezTo>
                  <a:pt x="456741" y="42317"/>
                  <a:pt x="459745" y="40322"/>
                  <a:pt x="462816" y="37510"/>
                </a:cubicBezTo>
                <a:cubicBezTo>
                  <a:pt x="465886" y="34699"/>
                  <a:pt x="468623" y="31364"/>
                  <a:pt x="471026" y="27508"/>
                </a:cubicBezTo>
                <a:cubicBezTo>
                  <a:pt x="472254" y="25473"/>
                  <a:pt x="473963" y="21751"/>
                  <a:pt x="476153" y="16341"/>
                </a:cubicBezTo>
                <a:lnTo>
                  <a:pt x="478636" y="16341"/>
                </a:lnTo>
                <a:close/>
                <a:moveTo>
                  <a:pt x="515270" y="68247"/>
                </a:moveTo>
                <a:cubicBezTo>
                  <a:pt x="515217" y="79116"/>
                  <a:pt x="517860" y="87641"/>
                  <a:pt x="523200" y="93823"/>
                </a:cubicBezTo>
                <a:cubicBezTo>
                  <a:pt x="528540" y="100002"/>
                  <a:pt x="534815" y="103092"/>
                  <a:pt x="542024" y="103092"/>
                </a:cubicBezTo>
                <a:cubicBezTo>
                  <a:pt x="546830" y="103092"/>
                  <a:pt x="551009" y="101770"/>
                  <a:pt x="554560" y="99127"/>
                </a:cubicBezTo>
                <a:cubicBezTo>
                  <a:pt x="558112" y="96483"/>
                  <a:pt x="561089" y="91958"/>
                  <a:pt x="563492" y="85549"/>
                </a:cubicBezTo>
                <a:lnTo>
                  <a:pt x="565975" y="87151"/>
                </a:lnTo>
                <a:cubicBezTo>
                  <a:pt x="564854" y="94468"/>
                  <a:pt x="561596" y="101129"/>
                  <a:pt x="556202" y="107137"/>
                </a:cubicBezTo>
                <a:cubicBezTo>
                  <a:pt x="550809" y="113145"/>
                  <a:pt x="544054" y="116149"/>
                  <a:pt x="535937" y="116149"/>
                </a:cubicBezTo>
                <a:cubicBezTo>
                  <a:pt x="527125" y="116149"/>
                  <a:pt x="519582" y="112725"/>
                  <a:pt x="513308" y="105878"/>
                </a:cubicBezTo>
                <a:cubicBezTo>
                  <a:pt x="507033" y="99029"/>
                  <a:pt x="503896" y="89822"/>
                  <a:pt x="503896" y="78258"/>
                </a:cubicBezTo>
                <a:cubicBezTo>
                  <a:pt x="503896" y="65735"/>
                  <a:pt x="507113" y="55970"/>
                  <a:pt x="513548" y="48963"/>
                </a:cubicBezTo>
                <a:cubicBezTo>
                  <a:pt x="519983" y="41954"/>
                  <a:pt x="528060" y="38449"/>
                  <a:pt x="537779" y="38449"/>
                </a:cubicBezTo>
                <a:cubicBezTo>
                  <a:pt x="546003" y="38449"/>
                  <a:pt x="552758" y="41153"/>
                  <a:pt x="558045" y="46560"/>
                </a:cubicBezTo>
                <a:cubicBezTo>
                  <a:pt x="563332" y="51965"/>
                  <a:pt x="565975" y="59194"/>
                  <a:pt x="565975" y="68247"/>
                </a:cubicBezTo>
                <a:lnTo>
                  <a:pt x="515270" y="68247"/>
                </a:lnTo>
                <a:moveTo>
                  <a:pt x="515270" y="63601"/>
                </a:moveTo>
                <a:lnTo>
                  <a:pt x="549234" y="63601"/>
                </a:lnTo>
                <a:cubicBezTo>
                  <a:pt x="548967" y="58902"/>
                  <a:pt x="548406" y="55591"/>
                  <a:pt x="547551" y="53669"/>
                </a:cubicBezTo>
                <a:cubicBezTo>
                  <a:pt x="546216" y="50678"/>
                  <a:pt x="544227" y="48328"/>
                  <a:pt x="541584" y="46620"/>
                </a:cubicBezTo>
                <a:cubicBezTo>
                  <a:pt x="538940" y="44911"/>
                  <a:pt x="536177" y="44056"/>
                  <a:pt x="533293" y="44056"/>
                </a:cubicBezTo>
                <a:cubicBezTo>
                  <a:pt x="528861" y="44056"/>
                  <a:pt x="524896" y="45779"/>
                  <a:pt x="521398" y="49223"/>
                </a:cubicBezTo>
                <a:cubicBezTo>
                  <a:pt x="517900" y="52667"/>
                  <a:pt x="515858" y="57460"/>
                  <a:pt x="515270" y="63601"/>
                </a:cubicBezTo>
                <a:close/>
                <a:moveTo>
                  <a:pt x="658358" y="103332"/>
                </a:moveTo>
                <a:cubicBezTo>
                  <a:pt x="650828" y="109153"/>
                  <a:pt x="646102" y="112517"/>
                  <a:pt x="644180" y="113425"/>
                </a:cubicBezTo>
                <a:cubicBezTo>
                  <a:pt x="641296" y="114814"/>
                  <a:pt x="638226" y="115508"/>
                  <a:pt x="634968" y="115508"/>
                </a:cubicBezTo>
                <a:cubicBezTo>
                  <a:pt x="629895" y="115508"/>
                  <a:pt x="625716" y="113772"/>
                  <a:pt x="622432" y="110301"/>
                </a:cubicBezTo>
                <a:cubicBezTo>
                  <a:pt x="619148" y="106830"/>
                  <a:pt x="617506" y="102264"/>
                  <a:pt x="617506" y="96604"/>
                </a:cubicBezTo>
                <a:cubicBezTo>
                  <a:pt x="617506" y="93026"/>
                  <a:pt x="618307" y="89928"/>
                  <a:pt x="619909" y="87312"/>
                </a:cubicBezTo>
                <a:cubicBezTo>
                  <a:pt x="622098" y="83680"/>
                  <a:pt x="625903" y="80263"/>
                  <a:pt x="631323" y="77059"/>
                </a:cubicBezTo>
                <a:cubicBezTo>
                  <a:pt x="636744" y="73854"/>
                  <a:pt x="645755" y="69956"/>
                  <a:pt x="658358" y="65364"/>
                </a:cubicBezTo>
                <a:lnTo>
                  <a:pt x="658358" y="62480"/>
                </a:lnTo>
                <a:cubicBezTo>
                  <a:pt x="658358" y="55164"/>
                  <a:pt x="657197" y="50144"/>
                  <a:pt x="654874" y="47421"/>
                </a:cubicBezTo>
                <a:cubicBezTo>
                  <a:pt x="652551" y="44697"/>
                  <a:pt x="649173" y="43335"/>
                  <a:pt x="644741" y="43335"/>
                </a:cubicBezTo>
                <a:cubicBezTo>
                  <a:pt x="641376" y="43335"/>
                  <a:pt x="638706" y="44240"/>
                  <a:pt x="636730" y="46049"/>
                </a:cubicBezTo>
                <a:cubicBezTo>
                  <a:pt x="634701" y="47858"/>
                  <a:pt x="633686" y="49933"/>
                  <a:pt x="633686" y="52274"/>
                </a:cubicBezTo>
                <a:lnTo>
                  <a:pt x="633847" y="56903"/>
                </a:lnTo>
                <a:cubicBezTo>
                  <a:pt x="633847" y="59349"/>
                  <a:pt x="633219" y="61237"/>
                  <a:pt x="631964" y="62568"/>
                </a:cubicBezTo>
                <a:cubicBezTo>
                  <a:pt x="630709" y="63898"/>
                  <a:pt x="629067" y="64563"/>
                  <a:pt x="627038" y="64563"/>
                </a:cubicBezTo>
                <a:cubicBezTo>
                  <a:pt x="625062" y="64563"/>
                  <a:pt x="623447" y="63871"/>
                  <a:pt x="622192" y="62487"/>
                </a:cubicBezTo>
                <a:cubicBezTo>
                  <a:pt x="620937" y="61102"/>
                  <a:pt x="620309" y="59212"/>
                  <a:pt x="620309" y="56815"/>
                </a:cubicBezTo>
                <a:cubicBezTo>
                  <a:pt x="620309" y="52238"/>
                  <a:pt x="622659" y="48032"/>
                  <a:pt x="627358" y="44199"/>
                </a:cubicBezTo>
                <a:cubicBezTo>
                  <a:pt x="632058" y="40366"/>
                  <a:pt x="638653" y="38449"/>
                  <a:pt x="647144" y="38449"/>
                </a:cubicBezTo>
                <a:cubicBezTo>
                  <a:pt x="653659" y="38449"/>
                  <a:pt x="658999" y="39542"/>
                  <a:pt x="663164" y="41728"/>
                </a:cubicBezTo>
                <a:cubicBezTo>
                  <a:pt x="666315" y="43382"/>
                  <a:pt x="668638" y="45970"/>
                  <a:pt x="670133" y="49491"/>
                </a:cubicBezTo>
                <a:cubicBezTo>
                  <a:pt x="671094" y="51784"/>
                  <a:pt x="671575" y="56477"/>
                  <a:pt x="671575" y="63571"/>
                </a:cubicBezTo>
                <a:lnTo>
                  <a:pt x="671575" y="88453"/>
                </a:lnTo>
                <a:cubicBezTo>
                  <a:pt x="671575" y="95440"/>
                  <a:pt x="671708" y="99721"/>
                  <a:pt x="671975" y="101295"/>
                </a:cubicBezTo>
                <a:cubicBezTo>
                  <a:pt x="672242" y="102868"/>
                  <a:pt x="672683" y="103922"/>
                  <a:pt x="673297" y="104456"/>
                </a:cubicBezTo>
                <a:cubicBezTo>
                  <a:pt x="673911" y="104988"/>
                  <a:pt x="674619" y="105255"/>
                  <a:pt x="675420" y="105255"/>
                </a:cubicBezTo>
                <a:cubicBezTo>
                  <a:pt x="676274" y="105255"/>
                  <a:pt x="677022" y="105068"/>
                  <a:pt x="677663" y="104694"/>
                </a:cubicBezTo>
                <a:cubicBezTo>
                  <a:pt x="678784" y="104000"/>
                  <a:pt x="680947" y="102051"/>
                  <a:pt x="684151" y="98846"/>
                </a:cubicBezTo>
                <a:lnTo>
                  <a:pt x="684151" y="103332"/>
                </a:lnTo>
                <a:cubicBezTo>
                  <a:pt x="678170" y="111342"/>
                  <a:pt x="672456" y="115348"/>
                  <a:pt x="667009" y="115348"/>
                </a:cubicBezTo>
                <a:cubicBezTo>
                  <a:pt x="664392" y="115348"/>
                  <a:pt x="662310" y="114440"/>
                  <a:pt x="660761" y="112624"/>
                </a:cubicBezTo>
                <a:cubicBezTo>
                  <a:pt x="659212" y="110808"/>
                  <a:pt x="658411" y="107711"/>
                  <a:pt x="658358" y="103332"/>
                </a:cubicBezTo>
                <a:moveTo>
                  <a:pt x="658358" y="98080"/>
                </a:moveTo>
                <a:lnTo>
                  <a:pt x="658358" y="70250"/>
                </a:lnTo>
                <a:cubicBezTo>
                  <a:pt x="650294" y="73439"/>
                  <a:pt x="645088" y="75698"/>
                  <a:pt x="642738" y="77029"/>
                </a:cubicBezTo>
                <a:cubicBezTo>
                  <a:pt x="638519" y="79368"/>
                  <a:pt x="635502" y="81814"/>
                  <a:pt x="633686" y="84365"/>
                </a:cubicBezTo>
                <a:cubicBezTo>
                  <a:pt x="631871" y="86917"/>
                  <a:pt x="630963" y="89708"/>
                  <a:pt x="630963" y="92739"/>
                </a:cubicBezTo>
                <a:cubicBezTo>
                  <a:pt x="630963" y="96567"/>
                  <a:pt x="632111" y="99743"/>
                  <a:pt x="634407" y="102268"/>
                </a:cubicBezTo>
                <a:cubicBezTo>
                  <a:pt x="636704" y="104793"/>
                  <a:pt x="639347" y="106056"/>
                  <a:pt x="642338" y="106056"/>
                </a:cubicBezTo>
                <a:cubicBezTo>
                  <a:pt x="646396" y="106056"/>
                  <a:pt x="651736" y="103397"/>
                  <a:pt x="658358" y="98080"/>
                </a:cubicBezTo>
                <a:close/>
                <a:moveTo>
                  <a:pt x="711010" y="53989"/>
                </a:moveTo>
                <a:cubicBezTo>
                  <a:pt x="719608" y="43629"/>
                  <a:pt x="727805" y="38449"/>
                  <a:pt x="735602" y="38449"/>
                </a:cubicBezTo>
                <a:cubicBezTo>
                  <a:pt x="739607" y="38449"/>
                  <a:pt x="743051" y="39449"/>
                  <a:pt x="745935" y="41448"/>
                </a:cubicBezTo>
                <a:cubicBezTo>
                  <a:pt x="748819" y="43446"/>
                  <a:pt x="751115" y="46736"/>
                  <a:pt x="752824" y="51318"/>
                </a:cubicBezTo>
                <a:cubicBezTo>
                  <a:pt x="753998" y="54514"/>
                  <a:pt x="754586" y="59416"/>
                  <a:pt x="754586" y="66024"/>
                </a:cubicBezTo>
                <a:lnTo>
                  <a:pt x="754586" y="97274"/>
                </a:lnTo>
                <a:cubicBezTo>
                  <a:pt x="754586" y="101910"/>
                  <a:pt x="754960" y="105054"/>
                  <a:pt x="755707" y="106706"/>
                </a:cubicBezTo>
                <a:cubicBezTo>
                  <a:pt x="756295" y="108038"/>
                  <a:pt x="757243" y="109077"/>
                  <a:pt x="758551" y="109823"/>
                </a:cubicBezTo>
                <a:cubicBezTo>
                  <a:pt x="759859" y="110569"/>
                  <a:pt x="762276" y="110942"/>
                  <a:pt x="765800" y="110942"/>
                </a:cubicBezTo>
                <a:lnTo>
                  <a:pt x="765800" y="113906"/>
                </a:lnTo>
                <a:lnTo>
                  <a:pt x="729514" y="113906"/>
                </a:lnTo>
                <a:lnTo>
                  <a:pt x="729514" y="110942"/>
                </a:lnTo>
                <a:lnTo>
                  <a:pt x="731036" y="110942"/>
                </a:lnTo>
                <a:cubicBezTo>
                  <a:pt x="734453" y="110942"/>
                  <a:pt x="736843" y="110424"/>
                  <a:pt x="738205" y="109387"/>
                </a:cubicBezTo>
                <a:cubicBezTo>
                  <a:pt x="739567" y="108351"/>
                  <a:pt x="740515" y="106824"/>
                  <a:pt x="741049" y="104807"/>
                </a:cubicBezTo>
                <a:cubicBezTo>
                  <a:pt x="741262" y="104009"/>
                  <a:pt x="741369" y="101512"/>
                  <a:pt x="741369" y="97314"/>
                </a:cubicBezTo>
                <a:lnTo>
                  <a:pt x="741369" y="67429"/>
                </a:lnTo>
                <a:cubicBezTo>
                  <a:pt x="741369" y="60789"/>
                  <a:pt x="740501" y="55967"/>
                  <a:pt x="738766" y="52965"/>
                </a:cubicBezTo>
                <a:cubicBezTo>
                  <a:pt x="737030" y="49963"/>
                  <a:pt x="734106" y="48462"/>
                  <a:pt x="729994" y="48462"/>
                </a:cubicBezTo>
                <a:cubicBezTo>
                  <a:pt x="723640" y="48462"/>
                  <a:pt x="717312" y="51916"/>
                  <a:pt x="711010" y="58823"/>
                </a:cubicBezTo>
                <a:lnTo>
                  <a:pt x="711010" y="97314"/>
                </a:lnTo>
                <a:cubicBezTo>
                  <a:pt x="711010" y="102256"/>
                  <a:pt x="711304" y="105311"/>
                  <a:pt x="711891" y="106479"/>
                </a:cubicBezTo>
                <a:cubicBezTo>
                  <a:pt x="712639" y="108019"/>
                  <a:pt x="713667" y="109148"/>
                  <a:pt x="714975" y="109866"/>
                </a:cubicBezTo>
                <a:cubicBezTo>
                  <a:pt x="716284" y="110583"/>
                  <a:pt x="718940" y="110942"/>
                  <a:pt x="722945" y="110942"/>
                </a:cubicBezTo>
                <a:lnTo>
                  <a:pt x="722945" y="113906"/>
                </a:lnTo>
                <a:lnTo>
                  <a:pt x="686659" y="113906"/>
                </a:lnTo>
                <a:lnTo>
                  <a:pt x="686659" y="110942"/>
                </a:lnTo>
                <a:lnTo>
                  <a:pt x="688261" y="110942"/>
                </a:lnTo>
                <a:cubicBezTo>
                  <a:pt x="691999" y="110942"/>
                  <a:pt x="694522" y="109997"/>
                  <a:pt x="695831" y="108106"/>
                </a:cubicBezTo>
                <a:cubicBezTo>
                  <a:pt x="697139" y="106213"/>
                  <a:pt x="697793" y="102603"/>
                  <a:pt x="697793" y="97274"/>
                </a:cubicBezTo>
                <a:lnTo>
                  <a:pt x="697793" y="70100"/>
                </a:lnTo>
                <a:cubicBezTo>
                  <a:pt x="697793" y="61308"/>
                  <a:pt x="697593" y="55954"/>
                  <a:pt x="697192" y="54037"/>
                </a:cubicBezTo>
                <a:cubicBezTo>
                  <a:pt x="696792" y="52118"/>
                  <a:pt x="696178" y="50812"/>
                  <a:pt x="695350" y="50119"/>
                </a:cubicBezTo>
                <a:cubicBezTo>
                  <a:pt x="694522" y="49427"/>
                  <a:pt x="693414" y="49080"/>
                  <a:pt x="692026" y="49080"/>
                </a:cubicBezTo>
                <a:cubicBezTo>
                  <a:pt x="690531" y="49080"/>
                  <a:pt x="688742" y="49480"/>
                  <a:pt x="686659" y="50279"/>
                </a:cubicBezTo>
                <a:lnTo>
                  <a:pt x="685457" y="47401"/>
                </a:lnTo>
                <a:lnTo>
                  <a:pt x="707566" y="38449"/>
                </a:lnTo>
                <a:lnTo>
                  <a:pt x="711010" y="38449"/>
                </a:lnTo>
                <a:lnTo>
                  <a:pt x="711010" y="53989"/>
                </a:lnTo>
                <a:close/>
                <a:moveTo>
                  <a:pt x="819068" y="38449"/>
                </a:moveTo>
                <a:lnTo>
                  <a:pt x="819068" y="63281"/>
                </a:lnTo>
                <a:lnTo>
                  <a:pt x="816425" y="63281"/>
                </a:lnTo>
                <a:cubicBezTo>
                  <a:pt x="814396" y="55493"/>
                  <a:pt x="811792" y="50195"/>
                  <a:pt x="808615" y="47388"/>
                </a:cubicBezTo>
                <a:cubicBezTo>
                  <a:pt x="805438" y="44580"/>
                  <a:pt x="801392" y="43175"/>
                  <a:pt x="796479" y="43175"/>
                </a:cubicBezTo>
                <a:cubicBezTo>
                  <a:pt x="792741" y="43175"/>
                  <a:pt x="789724" y="44162"/>
                  <a:pt x="787428" y="46137"/>
                </a:cubicBezTo>
                <a:cubicBezTo>
                  <a:pt x="785132" y="48109"/>
                  <a:pt x="783983" y="50296"/>
                  <a:pt x="783983" y="52697"/>
                </a:cubicBezTo>
                <a:cubicBezTo>
                  <a:pt x="783983" y="55685"/>
                  <a:pt x="784838" y="58245"/>
                  <a:pt x="786547" y="60377"/>
                </a:cubicBezTo>
                <a:cubicBezTo>
                  <a:pt x="788202" y="62565"/>
                  <a:pt x="791566" y="64885"/>
                  <a:pt x="796640" y="67339"/>
                </a:cubicBezTo>
                <a:lnTo>
                  <a:pt x="808335" y="73021"/>
                </a:lnTo>
                <a:cubicBezTo>
                  <a:pt x="819175" y="78301"/>
                  <a:pt x="824595" y="85262"/>
                  <a:pt x="824595" y="93905"/>
                </a:cubicBezTo>
                <a:cubicBezTo>
                  <a:pt x="824595" y="100572"/>
                  <a:pt x="822072" y="105946"/>
                  <a:pt x="817026" y="110028"/>
                </a:cubicBezTo>
                <a:cubicBezTo>
                  <a:pt x="811979" y="114108"/>
                  <a:pt x="806332" y="116149"/>
                  <a:pt x="800084" y="116149"/>
                </a:cubicBezTo>
                <a:cubicBezTo>
                  <a:pt x="795598" y="116149"/>
                  <a:pt x="790472" y="115348"/>
                  <a:pt x="784704" y="113745"/>
                </a:cubicBezTo>
                <a:cubicBezTo>
                  <a:pt x="782942" y="113211"/>
                  <a:pt x="781500" y="112944"/>
                  <a:pt x="780379" y="112944"/>
                </a:cubicBezTo>
                <a:cubicBezTo>
                  <a:pt x="779151" y="112944"/>
                  <a:pt x="778189" y="113639"/>
                  <a:pt x="777495" y="115027"/>
                </a:cubicBezTo>
                <a:lnTo>
                  <a:pt x="774852" y="115027"/>
                </a:lnTo>
                <a:lnTo>
                  <a:pt x="774852" y="88754"/>
                </a:lnTo>
                <a:lnTo>
                  <a:pt x="777495" y="88754"/>
                </a:lnTo>
                <a:cubicBezTo>
                  <a:pt x="778990" y="96256"/>
                  <a:pt x="781847" y="101910"/>
                  <a:pt x="786066" y="105715"/>
                </a:cubicBezTo>
                <a:cubicBezTo>
                  <a:pt x="790285" y="109520"/>
                  <a:pt x="795011" y="111423"/>
                  <a:pt x="800244" y="111423"/>
                </a:cubicBezTo>
                <a:cubicBezTo>
                  <a:pt x="803929" y="111423"/>
                  <a:pt x="806933" y="110343"/>
                  <a:pt x="809256" y="108183"/>
                </a:cubicBezTo>
                <a:cubicBezTo>
                  <a:pt x="811579" y="106022"/>
                  <a:pt x="812740" y="103421"/>
                  <a:pt x="812740" y="100381"/>
                </a:cubicBezTo>
                <a:cubicBezTo>
                  <a:pt x="812740" y="96700"/>
                  <a:pt x="811445" y="93606"/>
                  <a:pt x="808855" y="91099"/>
                </a:cubicBezTo>
                <a:cubicBezTo>
                  <a:pt x="806265" y="88592"/>
                  <a:pt x="801099" y="85419"/>
                  <a:pt x="793355" y="81579"/>
                </a:cubicBezTo>
                <a:cubicBezTo>
                  <a:pt x="785612" y="77738"/>
                  <a:pt x="780539" y="74270"/>
                  <a:pt x="778136" y="71176"/>
                </a:cubicBezTo>
                <a:cubicBezTo>
                  <a:pt x="775733" y="68135"/>
                  <a:pt x="774531" y="64295"/>
                  <a:pt x="774531" y="59654"/>
                </a:cubicBezTo>
                <a:cubicBezTo>
                  <a:pt x="774531" y="53626"/>
                  <a:pt x="776601" y="48585"/>
                  <a:pt x="780739" y="44532"/>
                </a:cubicBezTo>
                <a:cubicBezTo>
                  <a:pt x="784878" y="40477"/>
                  <a:pt x="790231" y="38449"/>
                  <a:pt x="796800" y="38449"/>
                </a:cubicBezTo>
                <a:cubicBezTo>
                  <a:pt x="799683" y="38449"/>
                  <a:pt x="803181" y="39063"/>
                  <a:pt x="807293" y="40292"/>
                </a:cubicBezTo>
                <a:cubicBezTo>
                  <a:pt x="810017" y="41093"/>
                  <a:pt x="811832" y="41493"/>
                  <a:pt x="812740" y="41493"/>
                </a:cubicBezTo>
                <a:cubicBezTo>
                  <a:pt x="813595" y="41493"/>
                  <a:pt x="814262" y="41306"/>
                  <a:pt x="814743" y="40932"/>
                </a:cubicBezTo>
                <a:cubicBezTo>
                  <a:pt x="815223" y="40559"/>
                  <a:pt x="815784" y="39731"/>
                  <a:pt x="816425" y="38449"/>
                </a:cubicBezTo>
                <a:lnTo>
                  <a:pt x="819068" y="38449"/>
                </a:lnTo>
                <a:close/>
                <a:moveTo>
                  <a:pt x="831378" y="40532"/>
                </a:moveTo>
                <a:lnTo>
                  <a:pt x="862138" y="40532"/>
                </a:lnTo>
                <a:lnTo>
                  <a:pt x="862138" y="43496"/>
                </a:lnTo>
                <a:cubicBezTo>
                  <a:pt x="859307" y="43709"/>
                  <a:pt x="857452" y="44217"/>
                  <a:pt x="856571" y="45018"/>
                </a:cubicBezTo>
                <a:cubicBezTo>
                  <a:pt x="855689" y="45819"/>
                  <a:pt x="855249" y="46967"/>
                  <a:pt x="855249" y="48462"/>
                </a:cubicBezTo>
                <a:cubicBezTo>
                  <a:pt x="855249" y="50117"/>
                  <a:pt x="855703" y="52120"/>
                  <a:pt x="856611" y="54470"/>
                </a:cubicBezTo>
                <a:lnTo>
                  <a:pt x="872311" y="96684"/>
                </a:lnTo>
                <a:lnTo>
                  <a:pt x="888091" y="62320"/>
                </a:lnTo>
                <a:lnTo>
                  <a:pt x="883926" y="51506"/>
                </a:lnTo>
                <a:cubicBezTo>
                  <a:pt x="882644" y="48302"/>
                  <a:pt x="880962" y="46086"/>
                  <a:pt x="878879" y="44857"/>
                </a:cubicBezTo>
                <a:cubicBezTo>
                  <a:pt x="877704" y="44110"/>
                  <a:pt x="875515" y="43656"/>
                  <a:pt x="872311" y="43496"/>
                </a:cubicBezTo>
                <a:lnTo>
                  <a:pt x="872311" y="40532"/>
                </a:lnTo>
                <a:lnTo>
                  <a:pt x="907235" y="40532"/>
                </a:lnTo>
                <a:lnTo>
                  <a:pt x="907235" y="43496"/>
                </a:lnTo>
                <a:cubicBezTo>
                  <a:pt x="903390" y="43656"/>
                  <a:pt x="900667" y="44350"/>
                  <a:pt x="899065" y="45578"/>
                </a:cubicBezTo>
                <a:cubicBezTo>
                  <a:pt x="897997" y="46433"/>
                  <a:pt x="897463" y="47794"/>
                  <a:pt x="897463" y="49664"/>
                </a:cubicBezTo>
                <a:cubicBezTo>
                  <a:pt x="897463" y="50732"/>
                  <a:pt x="897677" y="51826"/>
                  <a:pt x="898104" y="52948"/>
                </a:cubicBezTo>
                <a:lnTo>
                  <a:pt x="914765" y="95082"/>
                </a:lnTo>
                <a:lnTo>
                  <a:pt x="930225" y="54470"/>
                </a:lnTo>
                <a:cubicBezTo>
                  <a:pt x="931293" y="51586"/>
                  <a:pt x="931827" y="49290"/>
                  <a:pt x="931827" y="47581"/>
                </a:cubicBezTo>
                <a:cubicBezTo>
                  <a:pt x="931827" y="46566"/>
                  <a:pt x="931306" y="45658"/>
                  <a:pt x="930265" y="44857"/>
                </a:cubicBezTo>
                <a:cubicBezTo>
                  <a:pt x="929224" y="44056"/>
                  <a:pt x="927181" y="43602"/>
                  <a:pt x="924137" y="43496"/>
                </a:cubicBezTo>
                <a:lnTo>
                  <a:pt x="924137" y="40532"/>
                </a:lnTo>
                <a:lnTo>
                  <a:pt x="947287" y="40532"/>
                </a:lnTo>
                <a:lnTo>
                  <a:pt x="947287" y="43496"/>
                </a:lnTo>
                <a:cubicBezTo>
                  <a:pt x="942641" y="44190"/>
                  <a:pt x="939223" y="47341"/>
                  <a:pt x="937034" y="52948"/>
                </a:cubicBezTo>
                <a:lnTo>
                  <a:pt x="912522" y="116149"/>
                </a:lnTo>
                <a:lnTo>
                  <a:pt x="909238" y="116149"/>
                </a:lnTo>
                <a:lnTo>
                  <a:pt x="890894" y="69289"/>
                </a:lnTo>
                <a:lnTo>
                  <a:pt x="869507" y="116149"/>
                </a:lnTo>
                <a:lnTo>
                  <a:pt x="866543" y="116149"/>
                </a:lnTo>
                <a:lnTo>
                  <a:pt x="842993" y="54470"/>
                </a:lnTo>
                <a:cubicBezTo>
                  <a:pt x="841445" y="50571"/>
                  <a:pt x="839923" y="47941"/>
                  <a:pt x="838427" y="46580"/>
                </a:cubicBezTo>
                <a:cubicBezTo>
                  <a:pt x="836932" y="45218"/>
                  <a:pt x="834582" y="44190"/>
                  <a:pt x="831378" y="43496"/>
                </a:cubicBezTo>
                <a:lnTo>
                  <a:pt x="831378" y="40532"/>
                </a:lnTo>
                <a:close/>
                <a:moveTo>
                  <a:pt x="966243" y="68247"/>
                </a:moveTo>
                <a:cubicBezTo>
                  <a:pt x="966190" y="79116"/>
                  <a:pt x="968833" y="87641"/>
                  <a:pt x="974173" y="93823"/>
                </a:cubicBezTo>
                <a:cubicBezTo>
                  <a:pt x="979514" y="100002"/>
                  <a:pt x="985788" y="103092"/>
                  <a:pt x="992998" y="103092"/>
                </a:cubicBezTo>
                <a:cubicBezTo>
                  <a:pt x="997804" y="103092"/>
                  <a:pt x="1001982" y="101770"/>
                  <a:pt x="1005534" y="99127"/>
                </a:cubicBezTo>
                <a:cubicBezTo>
                  <a:pt x="1009085" y="96483"/>
                  <a:pt x="1012062" y="91958"/>
                  <a:pt x="1014465" y="85549"/>
                </a:cubicBezTo>
                <a:lnTo>
                  <a:pt x="1016948" y="87151"/>
                </a:lnTo>
                <a:cubicBezTo>
                  <a:pt x="1015827" y="94468"/>
                  <a:pt x="1012569" y="101129"/>
                  <a:pt x="1007176" y="107137"/>
                </a:cubicBezTo>
                <a:cubicBezTo>
                  <a:pt x="1001782" y="113145"/>
                  <a:pt x="995027" y="116149"/>
                  <a:pt x="986910" y="116149"/>
                </a:cubicBezTo>
                <a:cubicBezTo>
                  <a:pt x="978098" y="116149"/>
                  <a:pt x="970556" y="112725"/>
                  <a:pt x="964281" y="105878"/>
                </a:cubicBezTo>
                <a:cubicBezTo>
                  <a:pt x="958006" y="99029"/>
                  <a:pt x="954869" y="89822"/>
                  <a:pt x="954869" y="78258"/>
                </a:cubicBezTo>
                <a:cubicBezTo>
                  <a:pt x="954869" y="65735"/>
                  <a:pt x="958086" y="55970"/>
                  <a:pt x="964521" y="48963"/>
                </a:cubicBezTo>
                <a:cubicBezTo>
                  <a:pt x="970956" y="41954"/>
                  <a:pt x="979033" y="38449"/>
                  <a:pt x="988752" y="38449"/>
                </a:cubicBezTo>
                <a:cubicBezTo>
                  <a:pt x="996976" y="38449"/>
                  <a:pt x="1003731" y="41153"/>
                  <a:pt x="1009018" y="46560"/>
                </a:cubicBezTo>
                <a:cubicBezTo>
                  <a:pt x="1014305" y="51965"/>
                  <a:pt x="1016948" y="59194"/>
                  <a:pt x="1016948" y="68247"/>
                </a:cubicBezTo>
                <a:lnTo>
                  <a:pt x="966243" y="68247"/>
                </a:lnTo>
                <a:moveTo>
                  <a:pt x="966243" y="63601"/>
                </a:moveTo>
                <a:lnTo>
                  <a:pt x="1000207" y="63601"/>
                </a:lnTo>
                <a:cubicBezTo>
                  <a:pt x="999940" y="58902"/>
                  <a:pt x="999379" y="55591"/>
                  <a:pt x="998525" y="53669"/>
                </a:cubicBezTo>
                <a:cubicBezTo>
                  <a:pt x="997190" y="50678"/>
                  <a:pt x="995200" y="48328"/>
                  <a:pt x="992557" y="46620"/>
                </a:cubicBezTo>
                <a:cubicBezTo>
                  <a:pt x="989914" y="44911"/>
                  <a:pt x="987150" y="44056"/>
                  <a:pt x="984266" y="44056"/>
                </a:cubicBezTo>
                <a:cubicBezTo>
                  <a:pt x="979834" y="44056"/>
                  <a:pt x="975869" y="45779"/>
                  <a:pt x="972371" y="49223"/>
                </a:cubicBezTo>
                <a:cubicBezTo>
                  <a:pt x="968873" y="52667"/>
                  <a:pt x="966831" y="57460"/>
                  <a:pt x="966243" y="63601"/>
                </a:cubicBezTo>
                <a:close/>
                <a:moveTo>
                  <a:pt x="1048213" y="38449"/>
                </a:moveTo>
                <a:lnTo>
                  <a:pt x="1048213" y="54950"/>
                </a:lnTo>
                <a:cubicBezTo>
                  <a:pt x="1054354" y="43950"/>
                  <a:pt x="1060656" y="38449"/>
                  <a:pt x="1067117" y="38449"/>
                </a:cubicBezTo>
                <a:cubicBezTo>
                  <a:pt x="1070054" y="38449"/>
                  <a:pt x="1072484" y="39344"/>
                  <a:pt x="1074406" y="41133"/>
                </a:cubicBezTo>
                <a:cubicBezTo>
                  <a:pt x="1076329" y="42922"/>
                  <a:pt x="1077290" y="44991"/>
                  <a:pt x="1077290" y="47341"/>
                </a:cubicBezTo>
                <a:cubicBezTo>
                  <a:pt x="1077290" y="49423"/>
                  <a:pt x="1076596" y="51185"/>
                  <a:pt x="1075207" y="52627"/>
                </a:cubicBezTo>
                <a:cubicBezTo>
                  <a:pt x="1073819" y="54069"/>
                  <a:pt x="1072164" y="54790"/>
                  <a:pt x="1070241" y="54790"/>
                </a:cubicBezTo>
                <a:cubicBezTo>
                  <a:pt x="1068372" y="54790"/>
                  <a:pt x="1066276" y="53869"/>
                  <a:pt x="1063953" y="52027"/>
                </a:cubicBezTo>
                <a:cubicBezTo>
                  <a:pt x="1061630" y="50184"/>
                  <a:pt x="1059908" y="49263"/>
                  <a:pt x="1058786" y="49263"/>
                </a:cubicBezTo>
                <a:cubicBezTo>
                  <a:pt x="1057825" y="49263"/>
                  <a:pt x="1056784" y="49795"/>
                  <a:pt x="1055662" y="50860"/>
                </a:cubicBezTo>
                <a:cubicBezTo>
                  <a:pt x="1053259" y="53045"/>
                  <a:pt x="1050776" y="56640"/>
                  <a:pt x="1048213" y="61646"/>
                </a:cubicBezTo>
                <a:lnTo>
                  <a:pt x="1048213" y="96721"/>
                </a:lnTo>
                <a:cubicBezTo>
                  <a:pt x="1048213" y="100768"/>
                  <a:pt x="1048720" y="103830"/>
                  <a:pt x="1049735" y="105908"/>
                </a:cubicBezTo>
                <a:cubicBezTo>
                  <a:pt x="1050429" y="107346"/>
                  <a:pt x="1051657" y="108546"/>
                  <a:pt x="1053420" y="109505"/>
                </a:cubicBezTo>
                <a:cubicBezTo>
                  <a:pt x="1055182" y="110463"/>
                  <a:pt x="1057718" y="110942"/>
                  <a:pt x="1061029" y="110942"/>
                </a:cubicBezTo>
                <a:lnTo>
                  <a:pt x="1061029" y="113906"/>
                </a:lnTo>
                <a:lnTo>
                  <a:pt x="1023461" y="113906"/>
                </a:lnTo>
                <a:lnTo>
                  <a:pt x="1023461" y="110942"/>
                </a:lnTo>
                <a:cubicBezTo>
                  <a:pt x="1027199" y="110942"/>
                  <a:pt x="1029976" y="110356"/>
                  <a:pt x="1031792" y="109185"/>
                </a:cubicBezTo>
                <a:cubicBezTo>
                  <a:pt x="1033127" y="108332"/>
                  <a:pt x="1034062" y="106973"/>
                  <a:pt x="1034596" y="105107"/>
                </a:cubicBezTo>
                <a:cubicBezTo>
                  <a:pt x="1034863" y="104201"/>
                  <a:pt x="1034996" y="101617"/>
                  <a:pt x="1034996" y="97355"/>
                </a:cubicBezTo>
                <a:lnTo>
                  <a:pt x="1034996" y="68981"/>
                </a:lnTo>
                <a:cubicBezTo>
                  <a:pt x="1034996" y="60455"/>
                  <a:pt x="1034823" y="55380"/>
                  <a:pt x="1034475" y="53756"/>
                </a:cubicBezTo>
                <a:cubicBezTo>
                  <a:pt x="1034128" y="52131"/>
                  <a:pt x="1033487" y="50945"/>
                  <a:pt x="1032553" y="50199"/>
                </a:cubicBezTo>
                <a:cubicBezTo>
                  <a:pt x="1031618" y="49453"/>
                  <a:pt x="1030457" y="49080"/>
                  <a:pt x="1029068" y="49080"/>
                </a:cubicBezTo>
                <a:cubicBezTo>
                  <a:pt x="1027413" y="49080"/>
                  <a:pt x="1025544" y="49480"/>
                  <a:pt x="1023461" y="50279"/>
                </a:cubicBezTo>
                <a:lnTo>
                  <a:pt x="1022660" y="47401"/>
                </a:lnTo>
                <a:lnTo>
                  <a:pt x="1044849" y="38449"/>
                </a:lnTo>
                <a:lnTo>
                  <a:pt x="1048213" y="38449"/>
                </a:lnTo>
                <a:close/>
                <a:moveTo>
                  <a:pt x="1128795" y="38449"/>
                </a:moveTo>
                <a:lnTo>
                  <a:pt x="1128795" y="63281"/>
                </a:lnTo>
                <a:lnTo>
                  <a:pt x="1126152" y="63281"/>
                </a:lnTo>
                <a:cubicBezTo>
                  <a:pt x="1124123" y="55493"/>
                  <a:pt x="1121519" y="50195"/>
                  <a:pt x="1118342" y="47388"/>
                </a:cubicBezTo>
                <a:cubicBezTo>
                  <a:pt x="1115165" y="44580"/>
                  <a:pt x="1111119" y="43175"/>
                  <a:pt x="1106206" y="43175"/>
                </a:cubicBezTo>
                <a:cubicBezTo>
                  <a:pt x="1102468" y="43175"/>
                  <a:pt x="1099451" y="44162"/>
                  <a:pt x="1097155" y="46137"/>
                </a:cubicBezTo>
                <a:cubicBezTo>
                  <a:pt x="1094859" y="48109"/>
                  <a:pt x="1093710" y="50296"/>
                  <a:pt x="1093710" y="52697"/>
                </a:cubicBezTo>
                <a:cubicBezTo>
                  <a:pt x="1093710" y="55685"/>
                  <a:pt x="1094565" y="58245"/>
                  <a:pt x="1096274" y="60377"/>
                </a:cubicBezTo>
                <a:cubicBezTo>
                  <a:pt x="1097929" y="62565"/>
                  <a:pt x="1101293" y="64885"/>
                  <a:pt x="1106367" y="67339"/>
                </a:cubicBezTo>
                <a:lnTo>
                  <a:pt x="1118062" y="73021"/>
                </a:lnTo>
                <a:cubicBezTo>
                  <a:pt x="1128902" y="78301"/>
                  <a:pt x="1134322" y="85262"/>
                  <a:pt x="1134322" y="93905"/>
                </a:cubicBezTo>
                <a:cubicBezTo>
                  <a:pt x="1134322" y="100572"/>
                  <a:pt x="1131799" y="105946"/>
                  <a:pt x="1126753" y="110028"/>
                </a:cubicBezTo>
                <a:cubicBezTo>
                  <a:pt x="1121706" y="114108"/>
                  <a:pt x="1116059" y="116149"/>
                  <a:pt x="1109811" y="116149"/>
                </a:cubicBezTo>
                <a:cubicBezTo>
                  <a:pt x="1105325" y="116149"/>
                  <a:pt x="1100199" y="115348"/>
                  <a:pt x="1094431" y="113745"/>
                </a:cubicBezTo>
                <a:cubicBezTo>
                  <a:pt x="1092669" y="113211"/>
                  <a:pt x="1091227" y="112944"/>
                  <a:pt x="1090106" y="112944"/>
                </a:cubicBezTo>
                <a:cubicBezTo>
                  <a:pt x="1088878" y="112944"/>
                  <a:pt x="1087916" y="113639"/>
                  <a:pt x="1087222" y="115027"/>
                </a:cubicBezTo>
                <a:lnTo>
                  <a:pt x="1084579" y="115027"/>
                </a:lnTo>
                <a:lnTo>
                  <a:pt x="1084579" y="88754"/>
                </a:lnTo>
                <a:lnTo>
                  <a:pt x="1087222" y="88754"/>
                </a:lnTo>
                <a:cubicBezTo>
                  <a:pt x="1088717" y="96256"/>
                  <a:pt x="1091574" y="101910"/>
                  <a:pt x="1095793" y="105715"/>
                </a:cubicBezTo>
                <a:cubicBezTo>
                  <a:pt x="1100012" y="109520"/>
                  <a:pt x="1104738" y="111423"/>
                  <a:pt x="1109971" y="111423"/>
                </a:cubicBezTo>
                <a:cubicBezTo>
                  <a:pt x="1113656" y="111423"/>
                  <a:pt x="1116660" y="110343"/>
                  <a:pt x="1118983" y="108183"/>
                </a:cubicBezTo>
                <a:cubicBezTo>
                  <a:pt x="1121306" y="106022"/>
                  <a:pt x="1122467" y="103421"/>
                  <a:pt x="1122467" y="100381"/>
                </a:cubicBezTo>
                <a:cubicBezTo>
                  <a:pt x="1122467" y="96700"/>
                  <a:pt x="1121172" y="93606"/>
                  <a:pt x="1118582" y="91099"/>
                </a:cubicBezTo>
                <a:cubicBezTo>
                  <a:pt x="1115992" y="88592"/>
                  <a:pt x="1110826" y="85419"/>
                  <a:pt x="1103082" y="81579"/>
                </a:cubicBezTo>
                <a:cubicBezTo>
                  <a:pt x="1095339" y="77738"/>
                  <a:pt x="1090266" y="74270"/>
                  <a:pt x="1087863" y="71176"/>
                </a:cubicBezTo>
                <a:cubicBezTo>
                  <a:pt x="1085460" y="68135"/>
                  <a:pt x="1084258" y="64295"/>
                  <a:pt x="1084258" y="59654"/>
                </a:cubicBezTo>
                <a:cubicBezTo>
                  <a:pt x="1084258" y="53626"/>
                  <a:pt x="1086328" y="48585"/>
                  <a:pt x="1090466" y="44532"/>
                </a:cubicBezTo>
                <a:cubicBezTo>
                  <a:pt x="1094605" y="40477"/>
                  <a:pt x="1099958" y="38449"/>
                  <a:pt x="1106527" y="38449"/>
                </a:cubicBezTo>
                <a:cubicBezTo>
                  <a:pt x="1109410" y="38449"/>
                  <a:pt x="1112908" y="39063"/>
                  <a:pt x="1117020" y="40292"/>
                </a:cubicBezTo>
                <a:cubicBezTo>
                  <a:pt x="1119744" y="41093"/>
                  <a:pt x="1121559" y="41493"/>
                  <a:pt x="1122467" y="41493"/>
                </a:cubicBezTo>
                <a:cubicBezTo>
                  <a:pt x="1123322" y="41493"/>
                  <a:pt x="1123989" y="41306"/>
                  <a:pt x="1124470" y="40932"/>
                </a:cubicBezTo>
                <a:cubicBezTo>
                  <a:pt x="1124950" y="40559"/>
                  <a:pt x="1125511" y="39731"/>
                  <a:pt x="1126152" y="38449"/>
                </a:cubicBezTo>
                <a:lnTo>
                  <a:pt x="1128795" y="38449"/>
                </a:lnTo>
                <a:close/>
                <a:moveTo>
                  <a:pt x="1227775" y="103332"/>
                </a:moveTo>
                <a:cubicBezTo>
                  <a:pt x="1220246" y="109153"/>
                  <a:pt x="1215520" y="112517"/>
                  <a:pt x="1213597" y="113425"/>
                </a:cubicBezTo>
                <a:cubicBezTo>
                  <a:pt x="1210714" y="114814"/>
                  <a:pt x="1207643" y="115508"/>
                  <a:pt x="1204386" y="115508"/>
                </a:cubicBezTo>
                <a:cubicBezTo>
                  <a:pt x="1199312" y="115508"/>
                  <a:pt x="1195134" y="113772"/>
                  <a:pt x="1191850" y="110301"/>
                </a:cubicBezTo>
                <a:cubicBezTo>
                  <a:pt x="1188565" y="106830"/>
                  <a:pt x="1186923" y="102264"/>
                  <a:pt x="1186923" y="96604"/>
                </a:cubicBezTo>
                <a:cubicBezTo>
                  <a:pt x="1186923" y="93026"/>
                  <a:pt x="1187724" y="89928"/>
                  <a:pt x="1189326" y="87312"/>
                </a:cubicBezTo>
                <a:cubicBezTo>
                  <a:pt x="1191516" y="83680"/>
                  <a:pt x="1195321" y="80263"/>
                  <a:pt x="1200741" y="77059"/>
                </a:cubicBezTo>
                <a:cubicBezTo>
                  <a:pt x="1206161" y="73854"/>
                  <a:pt x="1215173" y="69956"/>
                  <a:pt x="1227775" y="65364"/>
                </a:cubicBezTo>
                <a:lnTo>
                  <a:pt x="1227775" y="62480"/>
                </a:lnTo>
                <a:cubicBezTo>
                  <a:pt x="1227775" y="55164"/>
                  <a:pt x="1226614" y="50144"/>
                  <a:pt x="1224291" y="47421"/>
                </a:cubicBezTo>
                <a:cubicBezTo>
                  <a:pt x="1221968" y="44697"/>
                  <a:pt x="1218590" y="43335"/>
                  <a:pt x="1214158" y="43335"/>
                </a:cubicBezTo>
                <a:cubicBezTo>
                  <a:pt x="1210794" y="43335"/>
                  <a:pt x="1208124" y="44240"/>
                  <a:pt x="1206148" y="46049"/>
                </a:cubicBezTo>
                <a:cubicBezTo>
                  <a:pt x="1204119" y="47858"/>
                  <a:pt x="1203104" y="49933"/>
                  <a:pt x="1203104" y="52274"/>
                </a:cubicBezTo>
                <a:lnTo>
                  <a:pt x="1203264" y="56903"/>
                </a:lnTo>
                <a:cubicBezTo>
                  <a:pt x="1203264" y="59349"/>
                  <a:pt x="1202637" y="61237"/>
                  <a:pt x="1201382" y="62568"/>
                </a:cubicBezTo>
                <a:cubicBezTo>
                  <a:pt x="1200127" y="63898"/>
                  <a:pt x="1198485" y="64563"/>
                  <a:pt x="1196455" y="64563"/>
                </a:cubicBezTo>
                <a:cubicBezTo>
                  <a:pt x="1194480" y="64563"/>
                  <a:pt x="1192864" y="63871"/>
                  <a:pt x="1191609" y="62487"/>
                </a:cubicBezTo>
                <a:cubicBezTo>
                  <a:pt x="1190354" y="61102"/>
                  <a:pt x="1189727" y="59212"/>
                  <a:pt x="1189727" y="56815"/>
                </a:cubicBezTo>
                <a:cubicBezTo>
                  <a:pt x="1189727" y="52238"/>
                  <a:pt x="1192076" y="48032"/>
                  <a:pt x="1196776" y="44199"/>
                </a:cubicBezTo>
                <a:cubicBezTo>
                  <a:pt x="1201475" y="40366"/>
                  <a:pt x="1208070" y="38449"/>
                  <a:pt x="1216561" y="38449"/>
                </a:cubicBezTo>
                <a:cubicBezTo>
                  <a:pt x="1223076" y="38449"/>
                  <a:pt x="1228416" y="39542"/>
                  <a:pt x="1232582" y="41728"/>
                </a:cubicBezTo>
                <a:cubicBezTo>
                  <a:pt x="1235732" y="43382"/>
                  <a:pt x="1238055" y="45970"/>
                  <a:pt x="1239551" y="49491"/>
                </a:cubicBezTo>
                <a:cubicBezTo>
                  <a:pt x="1240512" y="51784"/>
                  <a:pt x="1240992" y="56477"/>
                  <a:pt x="1240992" y="63571"/>
                </a:cubicBezTo>
                <a:lnTo>
                  <a:pt x="1240992" y="88453"/>
                </a:lnTo>
                <a:cubicBezTo>
                  <a:pt x="1240992" y="95440"/>
                  <a:pt x="1241126" y="99721"/>
                  <a:pt x="1241393" y="101295"/>
                </a:cubicBezTo>
                <a:cubicBezTo>
                  <a:pt x="1241660" y="102868"/>
                  <a:pt x="1242100" y="103922"/>
                  <a:pt x="1242715" y="104456"/>
                </a:cubicBezTo>
                <a:cubicBezTo>
                  <a:pt x="1243329" y="104988"/>
                  <a:pt x="1244036" y="105255"/>
                  <a:pt x="1244837" y="105255"/>
                </a:cubicBezTo>
                <a:cubicBezTo>
                  <a:pt x="1245692" y="105255"/>
                  <a:pt x="1246439" y="105068"/>
                  <a:pt x="1247080" y="104694"/>
                </a:cubicBezTo>
                <a:cubicBezTo>
                  <a:pt x="1248202" y="104000"/>
                  <a:pt x="1250364" y="102051"/>
                  <a:pt x="1253568" y="98846"/>
                </a:cubicBezTo>
                <a:lnTo>
                  <a:pt x="1253568" y="103332"/>
                </a:lnTo>
                <a:cubicBezTo>
                  <a:pt x="1247587" y="111342"/>
                  <a:pt x="1241874" y="115348"/>
                  <a:pt x="1236427" y="115348"/>
                </a:cubicBezTo>
                <a:cubicBezTo>
                  <a:pt x="1233810" y="115348"/>
                  <a:pt x="1231727" y="114440"/>
                  <a:pt x="1230179" y="112624"/>
                </a:cubicBezTo>
                <a:cubicBezTo>
                  <a:pt x="1228630" y="110808"/>
                  <a:pt x="1227829" y="107711"/>
                  <a:pt x="1227775" y="103332"/>
                </a:cubicBezTo>
                <a:moveTo>
                  <a:pt x="1227775" y="98080"/>
                </a:moveTo>
                <a:lnTo>
                  <a:pt x="1227775" y="70250"/>
                </a:lnTo>
                <a:cubicBezTo>
                  <a:pt x="1219712" y="73439"/>
                  <a:pt x="1214505" y="75698"/>
                  <a:pt x="1212155" y="77029"/>
                </a:cubicBezTo>
                <a:cubicBezTo>
                  <a:pt x="1207937" y="79368"/>
                  <a:pt x="1204920" y="81814"/>
                  <a:pt x="1203104" y="84365"/>
                </a:cubicBezTo>
                <a:cubicBezTo>
                  <a:pt x="1201288" y="86917"/>
                  <a:pt x="1200380" y="89708"/>
                  <a:pt x="1200380" y="92739"/>
                </a:cubicBezTo>
                <a:cubicBezTo>
                  <a:pt x="1200380" y="96567"/>
                  <a:pt x="1201529" y="99743"/>
                  <a:pt x="1203825" y="102268"/>
                </a:cubicBezTo>
                <a:cubicBezTo>
                  <a:pt x="1206121" y="104793"/>
                  <a:pt x="1208764" y="106056"/>
                  <a:pt x="1211755" y="106056"/>
                </a:cubicBezTo>
                <a:cubicBezTo>
                  <a:pt x="1215813" y="106056"/>
                  <a:pt x="1221154" y="103397"/>
                  <a:pt x="1227775" y="98080"/>
                </a:cubicBezTo>
                <a:close/>
                <a:moveTo>
                  <a:pt x="1280428" y="53989"/>
                </a:moveTo>
                <a:cubicBezTo>
                  <a:pt x="1289025" y="43629"/>
                  <a:pt x="1297222" y="38449"/>
                  <a:pt x="1305019" y="38449"/>
                </a:cubicBezTo>
                <a:cubicBezTo>
                  <a:pt x="1309024" y="38449"/>
                  <a:pt x="1312469" y="39449"/>
                  <a:pt x="1315352" y="41448"/>
                </a:cubicBezTo>
                <a:cubicBezTo>
                  <a:pt x="1318236" y="43446"/>
                  <a:pt x="1320532" y="46736"/>
                  <a:pt x="1322241" y="51318"/>
                </a:cubicBezTo>
                <a:cubicBezTo>
                  <a:pt x="1323416" y="54514"/>
                  <a:pt x="1324003" y="59416"/>
                  <a:pt x="1324003" y="66024"/>
                </a:cubicBezTo>
                <a:lnTo>
                  <a:pt x="1324003" y="97274"/>
                </a:lnTo>
                <a:cubicBezTo>
                  <a:pt x="1324003" y="101910"/>
                  <a:pt x="1324377" y="105054"/>
                  <a:pt x="1325125" y="106706"/>
                </a:cubicBezTo>
                <a:cubicBezTo>
                  <a:pt x="1325712" y="108038"/>
                  <a:pt x="1326660" y="109077"/>
                  <a:pt x="1327968" y="109823"/>
                </a:cubicBezTo>
                <a:cubicBezTo>
                  <a:pt x="1329277" y="110569"/>
                  <a:pt x="1331693" y="110942"/>
                  <a:pt x="1335218" y="110942"/>
                </a:cubicBezTo>
                <a:lnTo>
                  <a:pt x="1335218" y="113906"/>
                </a:lnTo>
                <a:lnTo>
                  <a:pt x="1298931" y="113906"/>
                </a:lnTo>
                <a:lnTo>
                  <a:pt x="1298931" y="110942"/>
                </a:lnTo>
                <a:lnTo>
                  <a:pt x="1300453" y="110942"/>
                </a:lnTo>
                <a:cubicBezTo>
                  <a:pt x="1303871" y="110942"/>
                  <a:pt x="1306261" y="110424"/>
                  <a:pt x="1307622" y="109387"/>
                </a:cubicBezTo>
                <a:cubicBezTo>
                  <a:pt x="1308984" y="108351"/>
                  <a:pt x="1309932" y="106824"/>
                  <a:pt x="1310466" y="104807"/>
                </a:cubicBezTo>
                <a:cubicBezTo>
                  <a:pt x="1310680" y="104009"/>
                  <a:pt x="1310786" y="101512"/>
                  <a:pt x="1310786" y="97314"/>
                </a:cubicBezTo>
                <a:lnTo>
                  <a:pt x="1310786" y="67429"/>
                </a:lnTo>
                <a:cubicBezTo>
                  <a:pt x="1310786" y="60789"/>
                  <a:pt x="1309919" y="55967"/>
                  <a:pt x="1308183" y="52965"/>
                </a:cubicBezTo>
                <a:cubicBezTo>
                  <a:pt x="1306448" y="49963"/>
                  <a:pt x="1303524" y="48462"/>
                  <a:pt x="1299412" y="48462"/>
                </a:cubicBezTo>
                <a:cubicBezTo>
                  <a:pt x="1293057" y="48462"/>
                  <a:pt x="1286729" y="51916"/>
                  <a:pt x="1280428" y="58823"/>
                </a:cubicBezTo>
                <a:lnTo>
                  <a:pt x="1280428" y="97314"/>
                </a:lnTo>
                <a:cubicBezTo>
                  <a:pt x="1280428" y="102256"/>
                  <a:pt x="1280721" y="105311"/>
                  <a:pt x="1281309" y="106479"/>
                </a:cubicBezTo>
                <a:cubicBezTo>
                  <a:pt x="1282056" y="108019"/>
                  <a:pt x="1283084" y="109148"/>
                  <a:pt x="1284393" y="109866"/>
                </a:cubicBezTo>
                <a:cubicBezTo>
                  <a:pt x="1285701" y="110583"/>
                  <a:pt x="1288358" y="110942"/>
                  <a:pt x="1292363" y="110942"/>
                </a:cubicBezTo>
                <a:lnTo>
                  <a:pt x="1292363" y="113906"/>
                </a:lnTo>
                <a:lnTo>
                  <a:pt x="1256076" y="113906"/>
                </a:lnTo>
                <a:lnTo>
                  <a:pt x="1256076" y="110942"/>
                </a:lnTo>
                <a:lnTo>
                  <a:pt x="1257679" y="110942"/>
                </a:lnTo>
                <a:cubicBezTo>
                  <a:pt x="1261417" y="110942"/>
                  <a:pt x="1263940" y="109997"/>
                  <a:pt x="1265248" y="108106"/>
                </a:cubicBezTo>
                <a:cubicBezTo>
                  <a:pt x="1266557" y="106213"/>
                  <a:pt x="1267211" y="102603"/>
                  <a:pt x="1267211" y="97274"/>
                </a:cubicBezTo>
                <a:lnTo>
                  <a:pt x="1267211" y="70100"/>
                </a:lnTo>
                <a:cubicBezTo>
                  <a:pt x="1267211" y="61308"/>
                  <a:pt x="1267010" y="55954"/>
                  <a:pt x="1266610" y="54037"/>
                </a:cubicBezTo>
                <a:cubicBezTo>
                  <a:pt x="1266209" y="52118"/>
                  <a:pt x="1265595" y="50812"/>
                  <a:pt x="1264768" y="50119"/>
                </a:cubicBezTo>
                <a:cubicBezTo>
                  <a:pt x="1263940" y="49427"/>
                  <a:pt x="1262832" y="49080"/>
                  <a:pt x="1261443" y="49080"/>
                </a:cubicBezTo>
                <a:cubicBezTo>
                  <a:pt x="1259948" y="49080"/>
                  <a:pt x="1258159" y="49480"/>
                  <a:pt x="1256076" y="50279"/>
                </a:cubicBezTo>
                <a:lnTo>
                  <a:pt x="1254875" y="47401"/>
                </a:lnTo>
                <a:lnTo>
                  <a:pt x="1276983" y="38449"/>
                </a:lnTo>
                <a:lnTo>
                  <a:pt x="1280428" y="38449"/>
                </a:lnTo>
                <a:lnTo>
                  <a:pt x="1280428" y="53989"/>
                </a:lnTo>
                <a:close/>
                <a:moveTo>
                  <a:pt x="1392891" y="105655"/>
                </a:moveTo>
                <a:cubicBezTo>
                  <a:pt x="1389313" y="109393"/>
                  <a:pt x="1385815" y="112077"/>
                  <a:pt x="1382398" y="113705"/>
                </a:cubicBezTo>
                <a:cubicBezTo>
                  <a:pt x="1378980" y="115334"/>
                  <a:pt x="1375295" y="116149"/>
                  <a:pt x="1371344" y="116149"/>
                </a:cubicBezTo>
                <a:cubicBezTo>
                  <a:pt x="1363333" y="116149"/>
                  <a:pt x="1356338" y="112805"/>
                  <a:pt x="1350357" y="106118"/>
                </a:cubicBezTo>
                <a:cubicBezTo>
                  <a:pt x="1344376" y="99430"/>
                  <a:pt x="1341385" y="90835"/>
                  <a:pt x="1341385" y="80335"/>
                </a:cubicBezTo>
                <a:cubicBezTo>
                  <a:pt x="1341385" y="69837"/>
                  <a:pt x="1344696" y="60231"/>
                  <a:pt x="1351318" y="51518"/>
                </a:cubicBezTo>
                <a:cubicBezTo>
                  <a:pt x="1357940" y="42806"/>
                  <a:pt x="1366457" y="38449"/>
                  <a:pt x="1376871" y="38449"/>
                </a:cubicBezTo>
                <a:cubicBezTo>
                  <a:pt x="1383332" y="38449"/>
                  <a:pt x="1388672" y="40505"/>
                  <a:pt x="1392891" y="44617"/>
                </a:cubicBezTo>
                <a:lnTo>
                  <a:pt x="1392891" y="31050"/>
                </a:lnTo>
                <a:cubicBezTo>
                  <a:pt x="1392891" y="22631"/>
                  <a:pt x="1392691" y="17456"/>
                  <a:pt x="1392290" y="15525"/>
                </a:cubicBezTo>
                <a:cubicBezTo>
                  <a:pt x="1391890" y="13594"/>
                  <a:pt x="1391262" y="12281"/>
                  <a:pt x="1390408" y="11585"/>
                </a:cubicBezTo>
                <a:cubicBezTo>
                  <a:pt x="1389553" y="10887"/>
                  <a:pt x="1388485" y="10538"/>
                  <a:pt x="1387204" y="10538"/>
                </a:cubicBezTo>
                <a:cubicBezTo>
                  <a:pt x="1385815" y="10538"/>
                  <a:pt x="1383973" y="10967"/>
                  <a:pt x="1381677" y="11825"/>
                </a:cubicBezTo>
                <a:lnTo>
                  <a:pt x="1380635" y="9009"/>
                </a:lnTo>
                <a:lnTo>
                  <a:pt x="1402503" y="0"/>
                </a:lnTo>
                <a:lnTo>
                  <a:pt x="1406108" y="0"/>
                </a:lnTo>
                <a:lnTo>
                  <a:pt x="1406108" y="84829"/>
                </a:lnTo>
                <a:cubicBezTo>
                  <a:pt x="1406108" y="93426"/>
                  <a:pt x="1406308" y="98673"/>
                  <a:pt x="1406709" y="100569"/>
                </a:cubicBezTo>
                <a:cubicBezTo>
                  <a:pt x="1407109" y="102464"/>
                  <a:pt x="1407750" y="103786"/>
                  <a:pt x="1408631" y="104534"/>
                </a:cubicBezTo>
                <a:cubicBezTo>
                  <a:pt x="1409512" y="105281"/>
                  <a:pt x="1410540" y="105655"/>
                  <a:pt x="1411715" y="105655"/>
                </a:cubicBezTo>
                <a:cubicBezTo>
                  <a:pt x="1413157" y="105655"/>
                  <a:pt x="1415079" y="105201"/>
                  <a:pt x="1417483" y="104293"/>
                </a:cubicBezTo>
                <a:lnTo>
                  <a:pt x="1418364" y="107097"/>
                </a:lnTo>
                <a:lnTo>
                  <a:pt x="1396576" y="116149"/>
                </a:lnTo>
                <a:lnTo>
                  <a:pt x="1392891" y="116149"/>
                </a:lnTo>
                <a:lnTo>
                  <a:pt x="1392891" y="105655"/>
                </a:lnTo>
                <a:moveTo>
                  <a:pt x="1392891" y="100065"/>
                </a:moveTo>
                <a:lnTo>
                  <a:pt x="1392891" y="62352"/>
                </a:lnTo>
                <a:cubicBezTo>
                  <a:pt x="1392571" y="58729"/>
                  <a:pt x="1391609" y="55427"/>
                  <a:pt x="1390007" y="52445"/>
                </a:cubicBezTo>
                <a:cubicBezTo>
                  <a:pt x="1388405" y="49461"/>
                  <a:pt x="1386283" y="47210"/>
                  <a:pt x="1383639" y="45693"/>
                </a:cubicBezTo>
                <a:cubicBezTo>
                  <a:pt x="1380996" y="44175"/>
                  <a:pt x="1378419" y="43416"/>
                  <a:pt x="1375909" y="43416"/>
                </a:cubicBezTo>
                <a:cubicBezTo>
                  <a:pt x="1371210" y="43416"/>
                  <a:pt x="1367018" y="45520"/>
                  <a:pt x="1363333" y="49729"/>
                </a:cubicBezTo>
                <a:cubicBezTo>
                  <a:pt x="1358474" y="55267"/>
                  <a:pt x="1356044" y="63364"/>
                  <a:pt x="1356044" y="74017"/>
                </a:cubicBezTo>
                <a:cubicBezTo>
                  <a:pt x="1356044" y="84778"/>
                  <a:pt x="1358394" y="93021"/>
                  <a:pt x="1363093" y="98749"/>
                </a:cubicBezTo>
                <a:cubicBezTo>
                  <a:pt x="1367792" y="104474"/>
                  <a:pt x="1373026" y="107337"/>
                  <a:pt x="1378793" y="107337"/>
                </a:cubicBezTo>
                <a:cubicBezTo>
                  <a:pt x="1383653" y="107337"/>
                  <a:pt x="1388352" y="104913"/>
                  <a:pt x="1392891" y="100065"/>
                </a:cubicBezTo>
                <a:close/>
                <a:moveTo>
                  <a:pt x="1482766" y="0"/>
                </a:moveTo>
                <a:cubicBezTo>
                  <a:pt x="1485009" y="0"/>
                  <a:pt x="1486918" y="792"/>
                  <a:pt x="1488493" y="2376"/>
                </a:cubicBezTo>
                <a:cubicBezTo>
                  <a:pt x="1490069" y="3958"/>
                  <a:pt x="1490856" y="5876"/>
                  <a:pt x="1490856" y="8130"/>
                </a:cubicBezTo>
                <a:cubicBezTo>
                  <a:pt x="1490856" y="10385"/>
                  <a:pt x="1490069" y="12317"/>
                  <a:pt x="1488493" y="13928"/>
                </a:cubicBezTo>
                <a:cubicBezTo>
                  <a:pt x="1486918" y="15537"/>
                  <a:pt x="1485009" y="16341"/>
                  <a:pt x="1482766" y="16341"/>
                </a:cubicBezTo>
                <a:cubicBezTo>
                  <a:pt x="1480523" y="16341"/>
                  <a:pt x="1478601" y="15537"/>
                  <a:pt x="1476999" y="13928"/>
                </a:cubicBezTo>
                <a:cubicBezTo>
                  <a:pt x="1475397" y="12317"/>
                  <a:pt x="1474596" y="10385"/>
                  <a:pt x="1474596" y="8130"/>
                </a:cubicBezTo>
                <a:cubicBezTo>
                  <a:pt x="1474596" y="5876"/>
                  <a:pt x="1475383" y="3958"/>
                  <a:pt x="1476959" y="2376"/>
                </a:cubicBezTo>
                <a:cubicBezTo>
                  <a:pt x="1478534" y="792"/>
                  <a:pt x="1480470" y="0"/>
                  <a:pt x="1482766" y="0"/>
                </a:cubicBezTo>
                <a:moveTo>
                  <a:pt x="1489415" y="38449"/>
                </a:moveTo>
                <a:lnTo>
                  <a:pt x="1489415" y="97274"/>
                </a:lnTo>
                <a:cubicBezTo>
                  <a:pt x="1489415" y="101857"/>
                  <a:pt x="1489748" y="104908"/>
                  <a:pt x="1490416" y="106426"/>
                </a:cubicBezTo>
                <a:cubicBezTo>
                  <a:pt x="1491083" y="107945"/>
                  <a:pt x="1492071" y="109077"/>
                  <a:pt x="1493380" y="109823"/>
                </a:cubicBezTo>
                <a:cubicBezTo>
                  <a:pt x="1494688" y="110569"/>
                  <a:pt x="1497078" y="110942"/>
                  <a:pt x="1500549" y="110942"/>
                </a:cubicBezTo>
                <a:lnTo>
                  <a:pt x="1500549" y="113906"/>
                </a:lnTo>
                <a:lnTo>
                  <a:pt x="1464903" y="113906"/>
                </a:lnTo>
                <a:lnTo>
                  <a:pt x="1464903" y="110942"/>
                </a:lnTo>
                <a:cubicBezTo>
                  <a:pt x="1468481" y="110942"/>
                  <a:pt x="1470884" y="110596"/>
                  <a:pt x="1472112" y="109903"/>
                </a:cubicBezTo>
                <a:cubicBezTo>
                  <a:pt x="1473341" y="109211"/>
                  <a:pt x="1474315" y="108065"/>
                  <a:pt x="1475036" y="106466"/>
                </a:cubicBezTo>
                <a:cubicBezTo>
                  <a:pt x="1475757" y="104867"/>
                  <a:pt x="1476118" y="101804"/>
                  <a:pt x="1476118" y="97274"/>
                </a:cubicBezTo>
                <a:lnTo>
                  <a:pt x="1476118" y="69061"/>
                </a:lnTo>
                <a:cubicBezTo>
                  <a:pt x="1476118" y="61121"/>
                  <a:pt x="1475877" y="55979"/>
                  <a:pt x="1475397" y="53636"/>
                </a:cubicBezTo>
                <a:cubicBezTo>
                  <a:pt x="1475023" y="51931"/>
                  <a:pt x="1474435" y="50745"/>
                  <a:pt x="1473634" y="50079"/>
                </a:cubicBezTo>
                <a:cubicBezTo>
                  <a:pt x="1472833" y="49413"/>
                  <a:pt x="1471739" y="49080"/>
                  <a:pt x="1470350" y="49080"/>
                </a:cubicBezTo>
                <a:cubicBezTo>
                  <a:pt x="1468855" y="49080"/>
                  <a:pt x="1467039" y="49480"/>
                  <a:pt x="1464903" y="50279"/>
                </a:cubicBezTo>
                <a:lnTo>
                  <a:pt x="1463782" y="47401"/>
                </a:lnTo>
                <a:lnTo>
                  <a:pt x="1485890" y="38449"/>
                </a:lnTo>
                <a:lnTo>
                  <a:pt x="1489415" y="38449"/>
                </a:lnTo>
                <a:close/>
                <a:moveTo>
                  <a:pt x="1531496" y="54069"/>
                </a:moveTo>
                <a:cubicBezTo>
                  <a:pt x="1536836" y="48729"/>
                  <a:pt x="1539987" y="45658"/>
                  <a:pt x="1540948" y="44857"/>
                </a:cubicBezTo>
                <a:cubicBezTo>
                  <a:pt x="1543351" y="42828"/>
                  <a:pt x="1545941" y="41253"/>
                  <a:pt x="1548718" y="40131"/>
                </a:cubicBezTo>
                <a:cubicBezTo>
                  <a:pt x="1551495" y="39010"/>
                  <a:pt x="1554245" y="38449"/>
                  <a:pt x="1556969" y="38449"/>
                </a:cubicBezTo>
                <a:cubicBezTo>
                  <a:pt x="1561561" y="38449"/>
                  <a:pt x="1565513" y="39784"/>
                  <a:pt x="1568824" y="42454"/>
                </a:cubicBezTo>
                <a:cubicBezTo>
                  <a:pt x="1572135" y="45124"/>
                  <a:pt x="1574351" y="48996"/>
                  <a:pt x="1575472" y="54069"/>
                </a:cubicBezTo>
                <a:cubicBezTo>
                  <a:pt x="1580973" y="47661"/>
                  <a:pt x="1585619" y="43456"/>
                  <a:pt x="1589410" y="41453"/>
                </a:cubicBezTo>
                <a:cubicBezTo>
                  <a:pt x="1593202" y="39450"/>
                  <a:pt x="1597100" y="38449"/>
                  <a:pt x="1601105" y="38449"/>
                </a:cubicBezTo>
                <a:cubicBezTo>
                  <a:pt x="1605003" y="38449"/>
                  <a:pt x="1608461" y="39449"/>
                  <a:pt x="1611478" y="41448"/>
                </a:cubicBezTo>
                <a:cubicBezTo>
                  <a:pt x="1614496" y="43446"/>
                  <a:pt x="1616885" y="46709"/>
                  <a:pt x="1618647" y="51238"/>
                </a:cubicBezTo>
                <a:cubicBezTo>
                  <a:pt x="1619822" y="54329"/>
                  <a:pt x="1620410" y="59177"/>
                  <a:pt x="1620410" y="65784"/>
                </a:cubicBezTo>
                <a:lnTo>
                  <a:pt x="1620410" y="97274"/>
                </a:lnTo>
                <a:cubicBezTo>
                  <a:pt x="1620410" y="101857"/>
                  <a:pt x="1620757" y="105001"/>
                  <a:pt x="1621451" y="106706"/>
                </a:cubicBezTo>
                <a:cubicBezTo>
                  <a:pt x="1621985" y="107878"/>
                  <a:pt x="1622973" y="108877"/>
                  <a:pt x="1624415" y="109703"/>
                </a:cubicBezTo>
                <a:cubicBezTo>
                  <a:pt x="1625857" y="110529"/>
                  <a:pt x="1628206" y="110942"/>
                  <a:pt x="1631464" y="110942"/>
                </a:cubicBezTo>
                <a:lnTo>
                  <a:pt x="1631464" y="113906"/>
                </a:lnTo>
                <a:lnTo>
                  <a:pt x="1595258" y="113906"/>
                </a:lnTo>
                <a:lnTo>
                  <a:pt x="1595258" y="110942"/>
                </a:lnTo>
                <a:lnTo>
                  <a:pt x="1596780" y="110942"/>
                </a:lnTo>
                <a:cubicBezTo>
                  <a:pt x="1599930" y="110942"/>
                  <a:pt x="1602387" y="110331"/>
                  <a:pt x="1604149" y="109110"/>
                </a:cubicBezTo>
                <a:cubicBezTo>
                  <a:pt x="1605377" y="108258"/>
                  <a:pt x="1606258" y="106903"/>
                  <a:pt x="1606792" y="105044"/>
                </a:cubicBezTo>
                <a:cubicBezTo>
                  <a:pt x="1607006" y="104142"/>
                  <a:pt x="1607113" y="101565"/>
                  <a:pt x="1607113" y="97314"/>
                </a:cubicBezTo>
                <a:lnTo>
                  <a:pt x="1607113" y="65914"/>
                </a:lnTo>
                <a:cubicBezTo>
                  <a:pt x="1607113" y="59963"/>
                  <a:pt x="1606392" y="55766"/>
                  <a:pt x="1604950" y="53323"/>
                </a:cubicBezTo>
                <a:cubicBezTo>
                  <a:pt x="1602867" y="49922"/>
                  <a:pt x="1599530" y="48222"/>
                  <a:pt x="1594937" y="48222"/>
                </a:cubicBezTo>
                <a:cubicBezTo>
                  <a:pt x="1592107" y="48222"/>
                  <a:pt x="1589263" y="48926"/>
                  <a:pt x="1586406" y="50334"/>
                </a:cubicBezTo>
                <a:cubicBezTo>
                  <a:pt x="1583549" y="51741"/>
                  <a:pt x="1580092" y="54358"/>
                  <a:pt x="1576033" y="58184"/>
                </a:cubicBezTo>
                <a:lnTo>
                  <a:pt x="1575873" y="59061"/>
                </a:lnTo>
                <a:lnTo>
                  <a:pt x="1576033" y="62487"/>
                </a:lnTo>
                <a:lnTo>
                  <a:pt x="1576033" y="97314"/>
                </a:lnTo>
                <a:cubicBezTo>
                  <a:pt x="1576033" y="102309"/>
                  <a:pt x="1576313" y="105417"/>
                  <a:pt x="1576874" y="106639"/>
                </a:cubicBezTo>
                <a:cubicBezTo>
                  <a:pt x="1577435" y="107860"/>
                  <a:pt x="1578489" y="108883"/>
                  <a:pt x="1580038" y="109708"/>
                </a:cubicBezTo>
                <a:cubicBezTo>
                  <a:pt x="1581587" y="110531"/>
                  <a:pt x="1584230" y="110942"/>
                  <a:pt x="1587968" y="110942"/>
                </a:cubicBezTo>
                <a:lnTo>
                  <a:pt x="1587968" y="113906"/>
                </a:lnTo>
                <a:lnTo>
                  <a:pt x="1550881" y="113906"/>
                </a:lnTo>
                <a:lnTo>
                  <a:pt x="1550881" y="110942"/>
                </a:lnTo>
                <a:cubicBezTo>
                  <a:pt x="1554939" y="110942"/>
                  <a:pt x="1557730" y="110464"/>
                  <a:pt x="1559252" y="109508"/>
                </a:cubicBezTo>
                <a:cubicBezTo>
                  <a:pt x="1560773" y="108551"/>
                  <a:pt x="1561828" y="107117"/>
                  <a:pt x="1562416" y="105205"/>
                </a:cubicBezTo>
                <a:cubicBezTo>
                  <a:pt x="1562683" y="104300"/>
                  <a:pt x="1562816" y="101670"/>
                  <a:pt x="1562816" y="97314"/>
                </a:cubicBezTo>
                <a:lnTo>
                  <a:pt x="1562816" y="65914"/>
                </a:lnTo>
                <a:cubicBezTo>
                  <a:pt x="1562816" y="59963"/>
                  <a:pt x="1561935" y="55686"/>
                  <a:pt x="1560173" y="53083"/>
                </a:cubicBezTo>
                <a:cubicBezTo>
                  <a:pt x="1557823" y="49682"/>
                  <a:pt x="1554539" y="47981"/>
                  <a:pt x="1550320" y="47981"/>
                </a:cubicBezTo>
                <a:cubicBezTo>
                  <a:pt x="1547436" y="47981"/>
                  <a:pt x="1544579" y="48752"/>
                  <a:pt x="1541749" y="50292"/>
                </a:cubicBezTo>
                <a:cubicBezTo>
                  <a:pt x="1537317" y="52630"/>
                  <a:pt x="1533899" y="55260"/>
                  <a:pt x="1531496" y="58182"/>
                </a:cubicBezTo>
                <a:lnTo>
                  <a:pt x="1531496" y="97314"/>
                </a:lnTo>
                <a:cubicBezTo>
                  <a:pt x="1531496" y="102096"/>
                  <a:pt x="1531830" y="105204"/>
                  <a:pt x="1532497" y="106639"/>
                </a:cubicBezTo>
                <a:cubicBezTo>
                  <a:pt x="1533165" y="108072"/>
                  <a:pt x="1534153" y="109148"/>
                  <a:pt x="1535461" y="109866"/>
                </a:cubicBezTo>
                <a:cubicBezTo>
                  <a:pt x="1536769" y="110583"/>
                  <a:pt x="1539426" y="110942"/>
                  <a:pt x="1543431" y="110942"/>
                </a:cubicBezTo>
                <a:lnTo>
                  <a:pt x="1543431" y="113906"/>
                </a:lnTo>
                <a:lnTo>
                  <a:pt x="1507145" y="113906"/>
                </a:lnTo>
                <a:lnTo>
                  <a:pt x="1507145" y="110942"/>
                </a:lnTo>
                <a:cubicBezTo>
                  <a:pt x="1510509" y="110942"/>
                  <a:pt x="1512859" y="110582"/>
                  <a:pt x="1514194" y="109863"/>
                </a:cubicBezTo>
                <a:cubicBezTo>
                  <a:pt x="1515529" y="109144"/>
                  <a:pt x="1516544" y="107998"/>
                  <a:pt x="1517238" y="106426"/>
                </a:cubicBezTo>
                <a:cubicBezTo>
                  <a:pt x="1517932" y="104854"/>
                  <a:pt x="1518279" y="101804"/>
                  <a:pt x="1518279" y="97274"/>
                </a:cubicBezTo>
                <a:lnTo>
                  <a:pt x="1518279" y="69301"/>
                </a:lnTo>
                <a:cubicBezTo>
                  <a:pt x="1518279" y="61254"/>
                  <a:pt x="1518039" y="56059"/>
                  <a:pt x="1517558" y="53716"/>
                </a:cubicBezTo>
                <a:cubicBezTo>
                  <a:pt x="1517184" y="51957"/>
                  <a:pt x="1516597" y="50745"/>
                  <a:pt x="1515796" y="50079"/>
                </a:cubicBezTo>
                <a:cubicBezTo>
                  <a:pt x="1514995" y="49413"/>
                  <a:pt x="1513900" y="49080"/>
                  <a:pt x="1512512" y="49080"/>
                </a:cubicBezTo>
                <a:cubicBezTo>
                  <a:pt x="1511016" y="49080"/>
                  <a:pt x="1509228" y="49480"/>
                  <a:pt x="1507145" y="50279"/>
                </a:cubicBezTo>
                <a:lnTo>
                  <a:pt x="1505943" y="47401"/>
                </a:lnTo>
                <a:lnTo>
                  <a:pt x="1528052" y="38449"/>
                </a:lnTo>
                <a:lnTo>
                  <a:pt x="1531496" y="38449"/>
                </a:lnTo>
                <a:lnTo>
                  <a:pt x="1531496" y="54069"/>
                </a:lnTo>
                <a:close/>
                <a:moveTo>
                  <a:pt x="1632052" y="47749"/>
                </a:moveTo>
                <a:lnTo>
                  <a:pt x="1654641" y="38609"/>
                </a:lnTo>
                <a:lnTo>
                  <a:pt x="1657685" y="38609"/>
                </a:lnTo>
                <a:lnTo>
                  <a:pt x="1657685" y="55751"/>
                </a:lnTo>
                <a:cubicBezTo>
                  <a:pt x="1661477" y="49290"/>
                  <a:pt x="1665281" y="44791"/>
                  <a:pt x="1669100" y="42254"/>
                </a:cubicBezTo>
                <a:cubicBezTo>
                  <a:pt x="1672918" y="39717"/>
                  <a:pt x="1676936" y="38449"/>
                  <a:pt x="1681155" y="38449"/>
                </a:cubicBezTo>
                <a:cubicBezTo>
                  <a:pt x="1688524" y="38449"/>
                  <a:pt x="1694666" y="41330"/>
                  <a:pt x="1699579" y="47090"/>
                </a:cubicBezTo>
                <a:cubicBezTo>
                  <a:pt x="1705613" y="54133"/>
                  <a:pt x="1708630" y="63308"/>
                  <a:pt x="1708630" y="74618"/>
                </a:cubicBezTo>
                <a:cubicBezTo>
                  <a:pt x="1708630" y="87261"/>
                  <a:pt x="1704999" y="97717"/>
                  <a:pt x="1697736" y="105986"/>
                </a:cubicBezTo>
                <a:cubicBezTo>
                  <a:pt x="1691755" y="112761"/>
                  <a:pt x="1684226" y="116149"/>
                  <a:pt x="1675147" y="116149"/>
                </a:cubicBezTo>
                <a:cubicBezTo>
                  <a:pt x="1671196" y="116149"/>
                  <a:pt x="1667778" y="115588"/>
                  <a:pt x="1664894" y="114466"/>
                </a:cubicBezTo>
                <a:cubicBezTo>
                  <a:pt x="1662758" y="113665"/>
                  <a:pt x="1660355" y="112063"/>
                  <a:pt x="1657685" y="109660"/>
                </a:cubicBezTo>
                <a:lnTo>
                  <a:pt x="1657685" y="132009"/>
                </a:lnTo>
                <a:cubicBezTo>
                  <a:pt x="1657685" y="137029"/>
                  <a:pt x="1657992" y="140219"/>
                  <a:pt x="1658606" y="141581"/>
                </a:cubicBezTo>
                <a:cubicBezTo>
                  <a:pt x="1659220" y="142943"/>
                  <a:pt x="1660288" y="144024"/>
                  <a:pt x="1661810" y="144825"/>
                </a:cubicBezTo>
                <a:cubicBezTo>
                  <a:pt x="1663332" y="145626"/>
                  <a:pt x="1666096" y="146027"/>
                  <a:pt x="1670101" y="146027"/>
                </a:cubicBezTo>
                <a:lnTo>
                  <a:pt x="1670101" y="148991"/>
                </a:lnTo>
                <a:lnTo>
                  <a:pt x="1631652" y="148991"/>
                </a:lnTo>
                <a:lnTo>
                  <a:pt x="1631652" y="146027"/>
                </a:lnTo>
                <a:lnTo>
                  <a:pt x="1633654" y="146027"/>
                </a:lnTo>
                <a:cubicBezTo>
                  <a:pt x="1636591" y="146080"/>
                  <a:pt x="1639101" y="145519"/>
                  <a:pt x="1641184" y="144342"/>
                </a:cubicBezTo>
                <a:cubicBezTo>
                  <a:pt x="1642199" y="143755"/>
                  <a:pt x="1642986" y="142806"/>
                  <a:pt x="1643547" y="141496"/>
                </a:cubicBezTo>
                <a:cubicBezTo>
                  <a:pt x="1644108" y="140188"/>
                  <a:pt x="1644388" y="136862"/>
                  <a:pt x="1644388" y="131518"/>
                </a:cubicBezTo>
                <a:lnTo>
                  <a:pt x="1644388" y="62097"/>
                </a:lnTo>
                <a:cubicBezTo>
                  <a:pt x="1644388" y="57341"/>
                  <a:pt x="1644174" y="54322"/>
                  <a:pt x="1643747" y="53040"/>
                </a:cubicBezTo>
                <a:cubicBezTo>
                  <a:pt x="1643320" y="51757"/>
                  <a:pt x="1642639" y="50795"/>
                  <a:pt x="1641705" y="50154"/>
                </a:cubicBezTo>
                <a:cubicBezTo>
                  <a:pt x="1640770" y="49512"/>
                  <a:pt x="1639502" y="49190"/>
                  <a:pt x="1637900" y="49190"/>
                </a:cubicBezTo>
                <a:cubicBezTo>
                  <a:pt x="1636618" y="49190"/>
                  <a:pt x="1634989" y="49564"/>
                  <a:pt x="1633013" y="50312"/>
                </a:cubicBezTo>
                <a:lnTo>
                  <a:pt x="1632052" y="47749"/>
                </a:lnTo>
                <a:moveTo>
                  <a:pt x="1657685" y="60623"/>
                </a:moveTo>
                <a:lnTo>
                  <a:pt x="1657685" y="87983"/>
                </a:lnTo>
                <a:cubicBezTo>
                  <a:pt x="1657685" y="93903"/>
                  <a:pt x="1657925" y="97797"/>
                  <a:pt x="1658406" y="99662"/>
                </a:cubicBezTo>
                <a:cubicBezTo>
                  <a:pt x="1659154" y="102756"/>
                  <a:pt x="1660983" y="105477"/>
                  <a:pt x="1663893" y="107823"/>
                </a:cubicBezTo>
                <a:cubicBezTo>
                  <a:pt x="1666803" y="110169"/>
                  <a:pt x="1670475" y="111342"/>
                  <a:pt x="1674907" y="111342"/>
                </a:cubicBezTo>
                <a:cubicBezTo>
                  <a:pt x="1680247" y="111342"/>
                  <a:pt x="1684573" y="109262"/>
                  <a:pt x="1687884" y="105102"/>
                </a:cubicBezTo>
                <a:cubicBezTo>
                  <a:pt x="1692209" y="99663"/>
                  <a:pt x="1694372" y="92010"/>
                  <a:pt x="1694372" y="82143"/>
                </a:cubicBezTo>
                <a:cubicBezTo>
                  <a:pt x="1694372" y="70943"/>
                  <a:pt x="1691915" y="62331"/>
                  <a:pt x="1687002" y="56305"/>
                </a:cubicBezTo>
                <a:cubicBezTo>
                  <a:pt x="1683585" y="52144"/>
                  <a:pt x="1679526" y="50064"/>
                  <a:pt x="1674827" y="50064"/>
                </a:cubicBezTo>
                <a:cubicBezTo>
                  <a:pt x="1672264" y="50064"/>
                  <a:pt x="1669727" y="50704"/>
                  <a:pt x="1667217" y="51984"/>
                </a:cubicBezTo>
                <a:cubicBezTo>
                  <a:pt x="1665295" y="52944"/>
                  <a:pt x="1662117" y="55823"/>
                  <a:pt x="1657685" y="60623"/>
                </a:cubicBezTo>
                <a:close/>
                <a:moveTo>
                  <a:pt x="1740831" y="38449"/>
                </a:moveTo>
                <a:lnTo>
                  <a:pt x="1740831" y="54950"/>
                </a:lnTo>
                <a:cubicBezTo>
                  <a:pt x="1746972" y="43950"/>
                  <a:pt x="1753274" y="38449"/>
                  <a:pt x="1759735" y="38449"/>
                </a:cubicBezTo>
                <a:cubicBezTo>
                  <a:pt x="1762672" y="38449"/>
                  <a:pt x="1765102" y="39344"/>
                  <a:pt x="1767024" y="41133"/>
                </a:cubicBezTo>
                <a:cubicBezTo>
                  <a:pt x="1768947" y="42922"/>
                  <a:pt x="1769908" y="44991"/>
                  <a:pt x="1769908" y="47341"/>
                </a:cubicBezTo>
                <a:cubicBezTo>
                  <a:pt x="1769908" y="49423"/>
                  <a:pt x="1769214" y="51185"/>
                  <a:pt x="1767825" y="52627"/>
                </a:cubicBezTo>
                <a:cubicBezTo>
                  <a:pt x="1766437" y="54069"/>
                  <a:pt x="1764782" y="54790"/>
                  <a:pt x="1762859" y="54790"/>
                </a:cubicBezTo>
                <a:cubicBezTo>
                  <a:pt x="1760990" y="54790"/>
                  <a:pt x="1758894" y="53869"/>
                  <a:pt x="1756571" y="52027"/>
                </a:cubicBezTo>
                <a:cubicBezTo>
                  <a:pt x="1754248" y="50184"/>
                  <a:pt x="1752526" y="49263"/>
                  <a:pt x="1751404" y="49263"/>
                </a:cubicBezTo>
                <a:cubicBezTo>
                  <a:pt x="1750443" y="49263"/>
                  <a:pt x="1749402" y="49795"/>
                  <a:pt x="1748280" y="50860"/>
                </a:cubicBezTo>
                <a:cubicBezTo>
                  <a:pt x="1745877" y="53045"/>
                  <a:pt x="1743394" y="56640"/>
                  <a:pt x="1740831" y="61646"/>
                </a:cubicBezTo>
                <a:lnTo>
                  <a:pt x="1740831" y="96721"/>
                </a:lnTo>
                <a:cubicBezTo>
                  <a:pt x="1740831" y="100768"/>
                  <a:pt x="1741338" y="103830"/>
                  <a:pt x="1742353" y="105908"/>
                </a:cubicBezTo>
                <a:cubicBezTo>
                  <a:pt x="1743047" y="107346"/>
                  <a:pt x="1744275" y="108546"/>
                  <a:pt x="1746038" y="109505"/>
                </a:cubicBezTo>
                <a:cubicBezTo>
                  <a:pt x="1747800" y="110463"/>
                  <a:pt x="1750336" y="110942"/>
                  <a:pt x="1753647" y="110942"/>
                </a:cubicBezTo>
                <a:lnTo>
                  <a:pt x="1753647" y="113906"/>
                </a:lnTo>
                <a:lnTo>
                  <a:pt x="1716079" y="113906"/>
                </a:lnTo>
                <a:lnTo>
                  <a:pt x="1716079" y="110942"/>
                </a:lnTo>
                <a:cubicBezTo>
                  <a:pt x="1719817" y="110942"/>
                  <a:pt x="1722594" y="110356"/>
                  <a:pt x="1724410" y="109185"/>
                </a:cubicBezTo>
                <a:cubicBezTo>
                  <a:pt x="1725745" y="108332"/>
                  <a:pt x="1726680" y="106973"/>
                  <a:pt x="1727214" y="105107"/>
                </a:cubicBezTo>
                <a:cubicBezTo>
                  <a:pt x="1727481" y="104201"/>
                  <a:pt x="1727614" y="101617"/>
                  <a:pt x="1727614" y="97355"/>
                </a:cubicBezTo>
                <a:lnTo>
                  <a:pt x="1727614" y="68981"/>
                </a:lnTo>
                <a:cubicBezTo>
                  <a:pt x="1727614" y="60455"/>
                  <a:pt x="1727440" y="55380"/>
                  <a:pt x="1727093" y="53756"/>
                </a:cubicBezTo>
                <a:cubicBezTo>
                  <a:pt x="1726746" y="52131"/>
                  <a:pt x="1726105" y="50945"/>
                  <a:pt x="1725171" y="50199"/>
                </a:cubicBezTo>
                <a:cubicBezTo>
                  <a:pt x="1724236" y="49453"/>
                  <a:pt x="1723075" y="49080"/>
                  <a:pt x="1721686" y="49080"/>
                </a:cubicBezTo>
                <a:cubicBezTo>
                  <a:pt x="1720031" y="49080"/>
                  <a:pt x="1718162" y="49480"/>
                  <a:pt x="1716079" y="50279"/>
                </a:cubicBezTo>
                <a:lnTo>
                  <a:pt x="1715278" y="47401"/>
                </a:lnTo>
                <a:lnTo>
                  <a:pt x="1737467" y="38449"/>
                </a:lnTo>
                <a:lnTo>
                  <a:pt x="1740831" y="38449"/>
                </a:lnTo>
                <a:close/>
                <a:moveTo>
                  <a:pt x="1809879" y="38449"/>
                </a:moveTo>
                <a:cubicBezTo>
                  <a:pt x="1820986" y="38449"/>
                  <a:pt x="1829904" y="42664"/>
                  <a:pt x="1836633" y="51093"/>
                </a:cubicBezTo>
                <a:cubicBezTo>
                  <a:pt x="1842347" y="58294"/>
                  <a:pt x="1845204" y="66563"/>
                  <a:pt x="1845204" y="75900"/>
                </a:cubicBezTo>
                <a:cubicBezTo>
                  <a:pt x="1845204" y="82461"/>
                  <a:pt x="1843629" y="89103"/>
                  <a:pt x="1840478" y="95825"/>
                </a:cubicBezTo>
                <a:cubicBezTo>
                  <a:pt x="1837327" y="102545"/>
                  <a:pt x="1832988" y="107613"/>
                  <a:pt x="1827461" y="111027"/>
                </a:cubicBezTo>
                <a:cubicBezTo>
                  <a:pt x="1821934" y="114441"/>
                  <a:pt x="1815780" y="116149"/>
                  <a:pt x="1808998" y="116149"/>
                </a:cubicBezTo>
                <a:cubicBezTo>
                  <a:pt x="1797944" y="116149"/>
                  <a:pt x="1789159" y="111747"/>
                  <a:pt x="1782644" y="102944"/>
                </a:cubicBezTo>
                <a:cubicBezTo>
                  <a:pt x="1777144" y="95530"/>
                  <a:pt x="1774393" y="87208"/>
                  <a:pt x="1774393" y="77980"/>
                </a:cubicBezTo>
                <a:cubicBezTo>
                  <a:pt x="1774393" y="71258"/>
                  <a:pt x="1776062" y="64576"/>
                  <a:pt x="1779400" y="57934"/>
                </a:cubicBezTo>
                <a:cubicBezTo>
                  <a:pt x="1782737" y="51292"/>
                  <a:pt x="1787130" y="46384"/>
                  <a:pt x="1792577" y="43210"/>
                </a:cubicBezTo>
                <a:cubicBezTo>
                  <a:pt x="1798024" y="40036"/>
                  <a:pt x="1803791" y="38449"/>
                  <a:pt x="1809879" y="38449"/>
                </a:cubicBezTo>
                <a:moveTo>
                  <a:pt x="1807396" y="43736"/>
                </a:moveTo>
                <a:cubicBezTo>
                  <a:pt x="1804565" y="43736"/>
                  <a:pt x="1801722" y="44576"/>
                  <a:pt x="1798865" y="46257"/>
                </a:cubicBezTo>
                <a:cubicBezTo>
                  <a:pt x="1796008" y="47937"/>
                  <a:pt x="1793698" y="50884"/>
                  <a:pt x="1791936" y="55098"/>
                </a:cubicBezTo>
                <a:cubicBezTo>
                  <a:pt x="1790174" y="59312"/>
                  <a:pt x="1789292" y="64725"/>
                  <a:pt x="1789292" y="71339"/>
                </a:cubicBezTo>
                <a:cubicBezTo>
                  <a:pt x="1789292" y="82006"/>
                  <a:pt x="1791415" y="91207"/>
                  <a:pt x="1795661" y="98942"/>
                </a:cubicBezTo>
                <a:cubicBezTo>
                  <a:pt x="1799906" y="106675"/>
                  <a:pt x="1805500" y="110541"/>
                  <a:pt x="1812442" y="110541"/>
                </a:cubicBezTo>
                <a:cubicBezTo>
                  <a:pt x="1817622" y="110541"/>
                  <a:pt x="1821894" y="108408"/>
                  <a:pt x="1825258" y="104141"/>
                </a:cubicBezTo>
                <a:cubicBezTo>
                  <a:pt x="1828623" y="99874"/>
                  <a:pt x="1830305" y="92540"/>
                  <a:pt x="1830305" y="82140"/>
                </a:cubicBezTo>
                <a:cubicBezTo>
                  <a:pt x="1830305" y="69125"/>
                  <a:pt x="1827501" y="58884"/>
                  <a:pt x="1821894" y="51416"/>
                </a:cubicBezTo>
                <a:cubicBezTo>
                  <a:pt x="1818103" y="46296"/>
                  <a:pt x="1813270" y="43736"/>
                  <a:pt x="1807396" y="43736"/>
                </a:cubicBezTo>
                <a:close/>
                <a:moveTo>
                  <a:pt x="1852253" y="40532"/>
                </a:moveTo>
                <a:lnTo>
                  <a:pt x="1886777" y="40532"/>
                </a:lnTo>
                <a:lnTo>
                  <a:pt x="1886777" y="43496"/>
                </a:lnTo>
                <a:lnTo>
                  <a:pt x="1884534" y="43496"/>
                </a:lnTo>
                <a:cubicBezTo>
                  <a:pt x="1882452" y="43496"/>
                  <a:pt x="1880863" y="44003"/>
                  <a:pt x="1879768" y="45018"/>
                </a:cubicBezTo>
                <a:cubicBezTo>
                  <a:pt x="1878673" y="46032"/>
                  <a:pt x="1878126" y="47394"/>
                  <a:pt x="1878126" y="49103"/>
                </a:cubicBezTo>
                <a:cubicBezTo>
                  <a:pt x="1878126" y="50972"/>
                  <a:pt x="1878687" y="53188"/>
                  <a:pt x="1879808" y="55751"/>
                </a:cubicBezTo>
                <a:lnTo>
                  <a:pt x="1896870" y="96283"/>
                </a:lnTo>
                <a:lnTo>
                  <a:pt x="1914012" y="54229"/>
                </a:lnTo>
                <a:cubicBezTo>
                  <a:pt x="1915240" y="51239"/>
                  <a:pt x="1915854" y="48969"/>
                  <a:pt x="1915854" y="47421"/>
                </a:cubicBezTo>
                <a:cubicBezTo>
                  <a:pt x="1915854" y="46673"/>
                  <a:pt x="1915641" y="46059"/>
                  <a:pt x="1915213" y="45578"/>
                </a:cubicBezTo>
                <a:cubicBezTo>
                  <a:pt x="1914626" y="44777"/>
                  <a:pt x="1913878" y="44230"/>
                  <a:pt x="1912971" y="43936"/>
                </a:cubicBezTo>
                <a:cubicBezTo>
                  <a:pt x="1912063" y="43642"/>
                  <a:pt x="1910220" y="43496"/>
                  <a:pt x="1907444" y="43496"/>
                </a:cubicBezTo>
                <a:lnTo>
                  <a:pt x="1907444" y="40532"/>
                </a:lnTo>
                <a:lnTo>
                  <a:pt x="1931394" y="40532"/>
                </a:lnTo>
                <a:lnTo>
                  <a:pt x="1931394" y="43496"/>
                </a:lnTo>
                <a:cubicBezTo>
                  <a:pt x="1928617" y="43709"/>
                  <a:pt x="1926695" y="44270"/>
                  <a:pt x="1925627" y="45178"/>
                </a:cubicBezTo>
                <a:cubicBezTo>
                  <a:pt x="1923758" y="46780"/>
                  <a:pt x="1922076" y="49450"/>
                  <a:pt x="1920580" y="53188"/>
                </a:cubicBezTo>
                <a:lnTo>
                  <a:pt x="1894547" y="116149"/>
                </a:lnTo>
                <a:lnTo>
                  <a:pt x="1891263" y="116149"/>
                </a:lnTo>
                <a:lnTo>
                  <a:pt x="1865069" y="54229"/>
                </a:lnTo>
                <a:cubicBezTo>
                  <a:pt x="1863894" y="51346"/>
                  <a:pt x="1862773" y="49276"/>
                  <a:pt x="1861705" y="48021"/>
                </a:cubicBezTo>
                <a:cubicBezTo>
                  <a:pt x="1860637" y="46766"/>
                  <a:pt x="1859275" y="45712"/>
                  <a:pt x="1857620" y="44857"/>
                </a:cubicBezTo>
                <a:cubicBezTo>
                  <a:pt x="1856712" y="44377"/>
                  <a:pt x="1854923" y="43923"/>
                  <a:pt x="1852253" y="43496"/>
                </a:cubicBezTo>
                <a:lnTo>
                  <a:pt x="1852253" y="40532"/>
                </a:lnTo>
                <a:close/>
                <a:moveTo>
                  <a:pt x="1950378" y="68247"/>
                </a:moveTo>
                <a:cubicBezTo>
                  <a:pt x="1950325" y="79116"/>
                  <a:pt x="1952968" y="87641"/>
                  <a:pt x="1958308" y="93823"/>
                </a:cubicBezTo>
                <a:cubicBezTo>
                  <a:pt x="1963648" y="100002"/>
                  <a:pt x="1969923" y="103092"/>
                  <a:pt x="1977132" y="103092"/>
                </a:cubicBezTo>
                <a:cubicBezTo>
                  <a:pt x="1981938" y="103092"/>
                  <a:pt x="1986117" y="101770"/>
                  <a:pt x="1989668" y="99127"/>
                </a:cubicBezTo>
                <a:cubicBezTo>
                  <a:pt x="1993220" y="96483"/>
                  <a:pt x="1996197" y="91958"/>
                  <a:pt x="1998600" y="85549"/>
                </a:cubicBezTo>
                <a:lnTo>
                  <a:pt x="2001083" y="87151"/>
                </a:lnTo>
                <a:cubicBezTo>
                  <a:pt x="1999961" y="94468"/>
                  <a:pt x="1996704" y="101129"/>
                  <a:pt x="1991310" y="107137"/>
                </a:cubicBezTo>
                <a:cubicBezTo>
                  <a:pt x="1985917" y="113145"/>
                  <a:pt x="1979162" y="116149"/>
                  <a:pt x="1971044" y="116149"/>
                </a:cubicBezTo>
                <a:cubicBezTo>
                  <a:pt x="1962233" y="116149"/>
                  <a:pt x="1954690" y="112725"/>
                  <a:pt x="1948416" y="105878"/>
                </a:cubicBezTo>
                <a:cubicBezTo>
                  <a:pt x="1942141" y="99029"/>
                  <a:pt x="1939003" y="89822"/>
                  <a:pt x="1939003" y="78258"/>
                </a:cubicBezTo>
                <a:cubicBezTo>
                  <a:pt x="1939003" y="65735"/>
                  <a:pt x="1942221" y="55970"/>
                  <a:pt x="1948656" y="48963"/>
                </a:cubicBezTo>
                <a:cubicBezTo>
                  <a:pt x="1955091" y="41954"/>
                  <a:pt x="1963168" y="38449"/>
                  <a:pt x="1972887" y="38449"/>
                </a:cubicBezTo>
                <a:cubicBezTo>
                  <a:pt x="1981111" y="38449"/>
                  <a:pt x="1987866" y="41153"/>
                  <a:pt x="1993153" y="46560"/>
                </a:cubicBezTo>
                <a:cubicBezTo>
                  <a:pt x="1998440" y="51965"/>
                  <a:pt x="2001083" y="59194"/>
                  <a:pt x="2001083" y="68247"/>
                </a:cubicBezTo>
                <a:lnTo>
                  <a:pt x="1950378" y="68247"/>
                </a:lnTo>
                <a:moveTo>
                  <a:pt x="1950378" y="63601"/>
                </a:moveTo>
                <a:lnTo>
                  <a:pt x="1984341" y="63601"/>
                </a:lnTo>
                <a:cubicBezTo>
                  <a:pt x="1984074" y="58902"/>
                  <a:pt x="1983514" y="55591"/>
                  <a:pt x="1982659" y="53669"/>
                </a:cubicBezTo>
                <a:cubicBezTo>
                  <a:pt x="1981324" y="50678"/>
                  <a:pt x="1979335" y="48328"/>
                  <a:pt x="1976692" y="46620"/>
                </a:cubicBezTo>
                <a:cubicBezTo>
                  <a:pt x="1974048" y="44911"/>
                  <a:pt x="1971285" y="44056"/>
                  <a:pt x="1968401" y="44056"/>
                </a:cubicBezTo>
                <a:cubicBezTo>
                  <a:pt x="1963969" y="44056"/>
                  <a:pt x="1960004" y="45779"/>
                  <a:pt x="1956506" y="49223"/>
                </a:cubicBezTo>
                <a:cubicBezTo>
                  <a:pt x="1953008" y="52667"/>
                  <a:pt x="1950965" y="57460"/>
                  <a:pt x="1950378" y="63601"/>
                </a:cubicBezTo>
                <a:close/>
                <a:moveTo>
                  <a:pt x="2073200" y="16341"/>
                </a:moveTo>
                <a:lnTo>
                  <a:pt x="2073200" y="40532"/>
                </a:lnTo>
                <a:lnTo>
                  <a:pt x="2090342" y="40532"/>
                </a:lnTo>
                <a:lnTo>
                  <a:pt x="2090342" y="46139"/>
                </a:lnTo>
                <a:lnTo>
                  <a:pt x="2073200" y="46139"/>
                </a:lnTo>
                <a:lnTo>
                  <a:pt x="2073200" y="93655"/>
                </a:lnTo>
                <a:cubicBezTo>
                  <a:pt x="2073200" y="98403"/>
                  <a:pt x="2073881" y="101603"/>
                  <a:pt x="2075243" y="103257"/>
                </a:cubicBezTo>
                <a:cubicBezTo>
                  <a:pt x="2076604" y="104909"/>
                  <a:pt x="2078353" y="105735"/>
                  <a:pt x="2080489" y="105735"/>
                </a:cubicBezTo>
                <a:cubicBezTo>
                  <a:pt x="2082252" y="105735"/>
                  <a:pt x="2083960" y="105188"/>
                  <a:pt x="2085616" y="104093"/>
                </a:cubicBezTo>
                <a:cubicBezTo>
                  <a:pt x="2087271" y="102998"/>
                  <a:pt x="2088553" y="101383"/>
                  <a:pt x="2089461" y="99247"/>
                </a:cubicBezTo>
                <a:lnTo>
                  <a:pt x="2092585" y="99247"/>
                </a:lnTo>
                <a:cubicBezTo>
                  <a:pt x="2090716" y="104495"/>
                  <a:pt x="2088072" y="108465"/>
                  <a:pt x="2084655" y="111155"/>
                </a:cubicBezTo>
                <a:cubicBezTo>
                  <a:pt x="2081237" y="113843"/>
                  <a:pt x="2077712" y="115187"/>
                  <a:pt x="2074081" y="115187"/>
                </a:cubicBezTo>
                <a:cubicBezTo>
                  <a:pt x="2071625" y="115187"/>
                  <a:pt x="2069222" y="114506"/>
                  <a:pt x="2066872" y="113142"/>
                </a:cubicBezTo>
                <a:cubicBezTo>
                  <a:pt x="2064522" y="111779"/>
                  <a:pt x="2062787" y="109828"/>
                  <a:pt x="2061665" y="107290"/>
                </a:cubicBezTo>
                <a:cubicBezTo>
                  <a:pt x="2060544" y="104750"/>
                  <a:pt x="2059983" y="100833"/>
                  <a:pt x="2059983" y="95540"/>
                </a:cubicBezTo>
                <a:lnTo>
                  <a:pt x="2059983" y="46139"/>
                </a:lnTo>
                <a:lnTo>
                  <a:pt x="2048368" y="46139"/>
                </a:lnTo>
                <a:lnTo>
                  <a:pt x="2048368" y="43496"/>
                </a:lnTo>
                <a:cubicBezTo>
                  <a:pt x="2051305" y="42317"/>
                  <a:pt x="2054309" y="40322"/>
                  <a:pt x="2057380" y="37510"/>
                </a:cubicBezTo>
                <a:cubicBezTo>
                  <a:pt x="2060450" y="34699"/>
                  <a:pt x="2063187" y="31364"/>
                  <a:pt x="2065590" y="27508"/>
                </a:cubicBezTo>
                <a:cubicBezTo>
                  <a:pt x="2066819" y="25473"/>
                  <a:pt x="2068527" y="21751"/>
                  <a:pt x="2070717" y="16341"/>
                </a:cubicBezTo>
                <a:lnTo>
                  <a:pt x="2073200" y="16341"/>
                </a:lnTo>
                <a:close/>
                <a:moveTo>
                  <a:pt x="2119046" y="0"/>
                </a:moveTo>
                <a:lnTo>
                  <a:pt x="2119046" y="53749"/>
                </a:lnTo>
                <a:cubicBezTo>
                  <a:pt x="2124974" y="47234"/>
                  <a:pt x="2129673" y="43055"/>
                  <a:pt x="2133144" y="41213"/>
                </a:cubicBezTo>
                <a:cubicBezTo>
                  <a:pt x="2136615" y="39370"/>
                  <a:pt x="2140087" y="38449"/>
                  <a:pt x="2143558" y="38449"/>
                </a:cubicBezTo>
                <a:cubicBezTo>
                  <a:pt x="2147723" y="38449"/>
                  <a:pt x="2151301" y="39595"/>
                  <a:pt x="2154291" y="41886"/>
                </a:cubicBezTo>
                <a:cubicBezTo>
                  <a:pt x="2157282" y="44177"/>
                  <a:pt x="2159498" y="47774"/>
                  <a:pt x="2160940" y="52675"/>
                </a:cubicBezTo>
                <a:cubicBezTo>
                  <a:pt x="2161955" y="56086"/>
                  <a:pt x="2162462" y="62321"/>
                  <a:pt x="2162462" y="71379"/>
                </a:cubicBezTo>
                <a:lnTo>
                  <a:pt x="2162462" y="97274"/>
                </a:lnTo>
                <a:cubicBezTo>
                  <a:pt x="2162462" y="101910"/>
                  <a:pt x="2162836" y="105081"/>
                  <a:pt x="2163583" y="106787"/>
                </a:cubicBezTo>
                <a:cubicBezTo>
                  <a:pt x="2164117" y="108065"/>
                  <a:pt x="2165025" y="109077"/>
                  <a:pt x="2166307" y="109823"/>
                </a:cubicBezTo>
                <a:cubicBezTo>
                  <a:pt x="2167588" y="110569"/>
                  <a:pt x="2169938" y="110942"/>
                  <a:pt x="2173356" y="110942"/>
                </a:cubicBezTo>
                <a:lnTo>
                  <a:pt x="2173356" y="113906"/>
                </a:lnTo>
                <a:lnTo>
                  <a:pt x="2137310" y="113906"/>
                </a:lnTo>
                <a:lnTo>
                  <a:pt x="2137310" y="110942"/>
                </a:lnTo>
                <a:lnTo>
                  <a:pt x="2138992" y="110942"/>
                </a:lnTo>
                <a:cubicBezTo>
                  <a:pt x="2142410" y="110942"/>
                  <a:pt x="2144786" y="110421"/>
                  <a:pt x="2146121" y="109380"/>
                </a:cubicBezTo>
                <a:cubicBezTo>
                  <a:pt x="2147456" y="108339"/>
                  <a:pt x="2148391" y="106803"/>
                  <a:pt x="2148925" y="104774"/>
                </a:cubicBezTo>
                <a:cubicBezTo>
                  <a:pt x="2149085" y="103920"/>
                  <a:pt x="2149165" y="101410"/>
                  <a:pt x="2149165" y="97244"/>
                </a:cubicBezTo>
                <a:lnTo>
                  <a:pt x="2149165" y="71291"/>
                </a:lnTo>
                <a:cubicBezTo>
                  <a:pt x="2149165" y="63281"/>
                  <a:pt x="2148751" y="58021"/>
                  <a:pt x="2147923" y="55511"/>
                </a:cubicBezTo>
                <a:cubicBezTo>
                  <a:pt x="2147096" y="53001"/>
                  <a:pt x="2145774" y="51119"/>
                  <a:pt x="2143958" y="49864"/>
                </a:cubicBezTo>
                <a:cubicBezTo>
                  <a:pt x="2142143" y="48609"/>
                  <a:pt x="2139953" y="47981"/>
                  <a:pt x="2137390" y="47981"/>
                </a:cubicBezTo>
                <a:cubicBezTo>
                  <a:pt x="2134773" y="47981"/>
                  <a:pt x="2132050" y="48676"/>
                  <a:pt x="2129219" y="50064"/>
                </a:cubicBezTo>
                <a:cubicBezTo>
                  <a:pt x="2126389" y="51452"/>
                  <a:pt x="2122998" y="54256"/>
                  <a:pt x="2119046" y="58475"/>
                </a:cubicBezTo>
                <a:lnTo>
                  <a:pt x="2119046" y="97244"/>
                </a:lnTo>
                <a:cubicBezTo>
                  <a:pt x="2119046" y="102264"/>
                  <a:pt x="2119327" y="105388"/>
                  <a:pt x="2119887" y="106616"/>
                </a:cubicBezTo>
                <a:cubicBezTo>
                  <a:pt x="2120448" y="107845"/>
                  <a:pt x="2121489" y="108873"/>
                  <a:pt x="2123011" y="109700"/>
                </a:cubicBezTo>
                <a:cubicBezTo>
                  <a:pt x="2124533" y="110528"/>
                  <a:pt x="2127163" y="110942"/>
                  <a:pt x="2130901" y="110942"/>
                </a:cubicBezTo>
                <a:lnTo>
                  <a:pt x="2130901" y="113906"/>
                </a:lnTo>
                <a:lnTo>
                  <a:pt x="2094535" y="113906"/>
                </a:lnTo>
                <a:lnTo>
                  <a:pt x="2094535" y="110942"/>
                </a:lnTo>
                <a:cubicBezTo>
                  <a:pt x="2097792" y="110942"/>
                  <a:pt x="2100356" y="110435"/>
                  <a:pt x="2102225" y="109420"/>
                </a:cubicBezTo>
                <a:cubicBezTo>
                  <a:pt x="2103293" y="108888"/>
                  <a:pt x="2104147" y="107875"/>
                  <a:pt x="2104788" y="106381"/>
                </a:cubicBezTo>
                <a:cubicBezTo>
                  <a:pt x="2105429" y="104886"/>
                  <a:pt x="2105749" y="101844"/>
                  <a:pt x="2105749" y="97254"/>
                </a:cubicBezTo>
                <a:lnTo>
                  <a:pt x="2105749" y="30897"/>
                </a:lnTo>
                <a:cubicBezTo>
                  <a:pt x="2105749" y="22520"/>
                  <a:pt x="2105549" y="17371"/>
                  <a:pt x="2105149" y="15450"/>
                </a:cubicBezTo>
                <a:cubicBezTo>
                  <a:pt x="2104748" y="13527"/>
                  <a:pt x="2104134" y="12220"/>
                  <a:pt x="2103306" y="11527"/>
                </a:cubicBezTo>
                <a:cubicBezTo>
                  <a:pt x="2102478" y="10833"/>
                  <a:pt x="2101370" y="10486"/>
                  <a:pt x="2099982" y="10486"/>
                </a:cubicBezTo>
                <a:cubicBezTo>
                  <a:pt x="2098861" y="10486"/>
                  <a:pt x="2097045" y="10913"/>
                  <a:pt x="2094535" y="11768"/>
                </a:cubicBezTo>
                <a:lnTo>
                  <a:pt x="2093414" y="8964"/>
                </a:lnTo>
                <a:lnTo>
                  <a:pt x="2115362" y="0"/>
                </a:lnTo>
                <a:lnTo>
                  <a:pt x="2119046" y="0"/>
                </a:lnTo>
                <a:close/>
                <a:moveTo>
                  <a:pt x="2191860" y="68247"/>
                </a:moveTo>
                <a:cubicBezTo>
                  <a:pt x="2191806" y="79116"/>
                  <a:pt x="2194450" y="87641"/>
                  <a:pt x="2199790" y="93823"/>
                </a:cubicBezTo>
                <a:cubicBezTo>
                  <a:pt x="2205130" y="100002"/>
                  <a:pt x="2211405" y="103092"/>
                  <a:pt x="2218614" y="103092"/>
                </a:cubicBezTo>
                <a:cubicBezTo>
                  <a:pt x="2223420" y="103092"/>
                  <a:pt x="2227599" y="101770"/>
                  <a:pt x="2231150" y="99127"/>
                </a:cubicBezTo>
                <a:cubicBezTo>
                  <a:pt x="2234701" y="96483"/>
                  <a:pt x="2237678" y="91958"/>
                  <a:pt x="2240081" y="85549"/>
                </a:cubicBezTo>
                <a:lnTo>
                  <a:pt x="2242565" y="87151"/>
                </a:lnTo>
                <a:cubicBezTo>
                  <a:pt x="2241443" y="94468"/>
                  <a:pt x="2238186" y="101129"/>
                  <a:pt x="2232792" y="107137"/>
                </a:cubicBezTo>
                <a:cubicBezTo>
                  <a:pt x="2227398" y="113145"/>
                  <a:pt x="2220643" y="116149"/>
                  <a:pt x="2212526" y="116149"/>
                </a:cubicBezTo>
                <a:cubicBezTo>
                  <a:pt x="2203715" y="116149"/>
                  <a:pt x="2196172" y="112725"/>
                  <a:pt x="2189897" y="105878"/>
                </a:cubicBezTo>
                <a:cubicBezTo>
                  <a:pt x="2183622" y="99029"/>
                  <a:pt x="2180485" y="89822"/>
                  <a:pt x="2180485" y="78258"/>
                </a:cubicBezTo>
                <a:cubicBezTo>
                  <a:pt x="2180485" y="65735"/>
                  <a:pt x="2183703" y="55970"/>
                  <a:pt x="2190137" y="48963"/>
                </a:cubicBezTo>
                <a:cubicBezTo>
                  <a:pt x="2196572" y="41954"/>
                  <a:pt x="2204649" y="38449"/>
                  <a:pt x="2214368" y="38449"/>
                </a:cubicBezTo>
                <a:cubicBezTo>
                  <a:pt x="2222592" y="38449"/>
                  <a:pt x="2229348" y="41153"/>
                  <a:pt x="2234634" y="46560"/>
                </a:cubicBezTo>
                <a:cubicBezTo>
                  <a:pt x="2239921" y="51965"/>
                  <a:pt x="2242565" y="59194"/>
                  <a:pt x="2242565" y="68247"/>
                </a:cubicBezTo>
                <a:lnTo>
                  <a:pt x="2191860" y="68247"/>
                </a:lnTo>
                <a:moveTo>
                  <a:pt x="2191860" y="63601"/>
                </a:moveTo>
                <a:lnTo>
                  <a:pt x="2225823" y="63601"/>
                </a:lnTo>
                <a:cubicBezTo>
                  <a:pt x="2225556" y="58902"/>
                  <a:pt x="2224995" y="55591"/>
                  <a:pt x="2224141" y="53669"/>
                </a:cubicBezTo>
                <a:cubicBezTo>
                  <a:pt x="2222806" y="50678"/>
                  <a:pt x="2220817" y="48328"/>
                  <a:pt x="2218173" y="46620"/>
                </a:cubicBezTo>
                <a:cubicBezTo>
                  <a:pt x="2215530" y="44911"/>
                  <a:pt x="2212766" y="44056"/>
                  <a:pt x="2209883" y="44056"/>
                </a:cubicBezTo>
                <a:cubicBezTo>
                  <a:pt x="2205450" y="44056"/>
                  <a:pt x="2201485" y="45779"/>
                  <a:pt x="2197987" y="49223"/>
                </a:cubicBezTo>
                <a:cubicBezTo>
                  <a:pt x="2194490" y="52667"/>
                  <a:pt x="2192447" y="57460"/>
                  <a:pt x="2191860" y="6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Text prompts.">
            <a:extLst xmlns:a="http://schemas.openxmlformats.org/drawingml/2006/main">
              <a:ext uri="{FF2B5EF4-FFF2-40B4-BE49-F238E27FC236}">
                <a16:creationId xmlns:a16="http://schemas.microsoft.com/office/drawing/2014/main" id="{64D5C866-90A2-49AF-8EFD-AD0E61C9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610" y="3530926"/>
            <a:ext cx="567714" cy="132650"/>
          </a:xfrm>
          <a:custGeom xmlns:a="http://schemas.openxmlformats.org/drawingml/2006/main">
            <a:pathLst>
              <a:path w="567714" h="132650">
                <a:moveTo>
                  <a:pt x="401" y="31408"/>
                </a:moveTo>
                <a:lnTo>
                  <a:pt x="22989" y="22268"/>
                </a:lnTo>
                <a:lnTo>
                  <a:pt x="26033" y="22268"/>
                </a:lnTo>
                <a:lnTo>
                  <a:pt x="26033" y="39410"/>
                </a:lnTo>
                <a:cubicBezTo>
                  <a:pt x="29825" y="32949"/>
                  <a:pt x="33630" y="28450"/>
                  <a:pt x="37448" y="25913"/>
                </a:cubicBezTo>
                <a:cubicBezTo>
                  <a:pt x="41266" y="23377"/>
                  <a:pt x="45285" y="22108"/>
                  <a:pt x="49503" y="22108"/>
                </a:cubicBezTo>
                <a:cubicBezTo>
                  <a:pt x="56873" y="22108"/>
                  <a:pt x="63014" y="24989"/>
                  <a:pt x="67927" y="30749"/>
                </a:cubicBezTo>
                <a:cubicBezTo>
                  <a:pt x="73961" y="37792"/>
                  <a:pt x="76978" y="46968"/>
                  <a:pt x="76978" y="58277"/>
                </a:cubicBezTo>
                <a:cubicBezTo>
                  <a:pt x="76978" y="70920"/>
                  <a:pt x="73347" y="81376"/>
                  <a:pt x="66085" y="89645"/>
                </a:cubicBezTo>
                <a:cubicBezTo>
                  <a:pt x="60104" y="96420"/>
                  <a:pt x="52574" y="99808"/>
                  <a:pt x="43496" y="99808"/>
                </a:cubicBezTo>
                <a:cubicBezTo>
                  <a:pt x="39544" y="99808"/>
                  <a:pt x="36126" y="99247"/>
                  <a:pt x="33243" y="98126"/>
                </a:cubicBezTo>
                <a:cubicBezTo>
                  <a:pt x="31106" y="97324"/>
                  <a:pt x="28703" y="95722"/>
                  <a:pt x="26033" y="93319"/>
                </a:cubicBezTo>
                <a:lnTo>
                  <a:pt x="26033" y="115668"/>
                </a:lnTo>
                <a:cubicBezTo>
                  <a:pt x="26033" y="120688"/>
                  <a:pt x="26340" y="123878"/>
                  <a:pt x="26954" y="125240"/>
                </a:cubicBezTo>
                <a:cubicBezTo>
                  <a:pt x="27569" y="126602"/>
                  <a:pt x="28637" y="127683"/>
                  <a:pt x="30159" y="128484"/>
                </a:cubicBezTo>
                <a:cubicBezTo>
                  <a:pt x="31681" y="129285"/>
                  <a:pt x="34444" y="129686"/>
                  <a:pt x="38449" y="129686"/>
                </a:cubicBezTo>
                <a:lnTo>
                  <a:pt x="38449" y="132650"/>
                </a:lnTo>
                <a:lnTo>
                  <a:pt x="0" y="132650"/>
                </a:lnTo>
                <a:lnTo>
                  <a:pt x="0" y="129686"/>
                </a:lnTo>
                <a:lnTo>
                  <a:pt x="2003" y="129686"/>
                </a:lnTo>
                <a:cubicBezTo>
                  <a:pt x="4940" y="129739"/>
                  <a:pt x="7450" y="129178"/>
                  <a:pt x="9532" y="128001"/>
                </a:cubicBezTo>
                <a:cubicBezTo>
                  <a:pt x="10547" y="127414"/>
                  <a:pt x="11334" y="126465"/>
                  <a:pt x="11895" y="125155"/>
                </a:cubicBezTo>
                <a:cubicBezTo>
                  <a:pt x="12456" y="123847"/>
                  <a:pt x="12736" y="120521"/>
                  <a:pt x="12736" y="115177"/>
                </a:cubicBezTo>
                <a:lnTo>
                  <a:pt x="12736" y="45756"/>
                </a:lnTo>
                <a:cubicBezTo>
                  <a:pt x="12736" y="41000"/>
                  <a:pt x="12523" y="37981"/>
                  <a:pt x="12095" y="36699"/>
                </a:cubicBezTo>
                <a:cubicBezTo>
                  <a:pt x="11668" y="35416"/>
                  <a:pt x="10987" y="34454"/>
                  <a:pt x="10053" y="33813"/>
                </a:cubicBezTo>
                <a:cubicBezTo>
                  <a:pt x="9118" y="33171"/>
                  <a:pt x="7850" y="32850"/>
                  <a:pt x="6248" y="32850"/>
                </a:cubicBezTo>
                <a:cubicBezTo>
                  <a:pt x="4966" y="32850"/>
                  <a:pt x="3338" y="33223"/>
                  <a:pt x="1362" y="33971"/>
                </a:cubicBezTo>
                <a:lnTo>
                  <a:pt x="401" y="31408"/>
                </a:lnTo>
                <a:moveTo>
                  <a:pt x="26033" y="44282"/>
                </a:moveTo>
                <a:lnTo>
                  <a:pt x="26033" y="71642"/>
                </a:lnTo>
                <a:cubicBezTo>
                  <a:pt x="26033" y="77563"/>
                  <a:pt x="26274" y="81456"/>
                  <a:pt x="26754" y="83322"/>
                </a:cubicBezTo>
                <a:cubicBezTo>
                  <a:pt x="27502" y="86416"/>
                  <a:pt x="29331" y="89136"/>
                  <a:pt x="32241" y="91482"/>
                </a:cubicBezTo>
                <a:cubicBezTo>
                  <a:pt x="35152" y="93828"/>
                  <a:pt x="38823" y="95002"/>
                  <a:pt x="43255" y="95002"/>
                </a:cubicBezTo>
                <a:cubicBezTo>
                  <a:pt x="48595" y="95002"/>
                  <a:pt x="52921" y="92921"/>
                  <a:pt x="56232" y="88761"/>
                </a:cubicBezTo>
                <a:cubicBezTo>
                  <a:pt x="60557" y="83322"/>
                  <a:pt x="62720" y="75669"/>
                  <a:pt x="62720" y="65802"/>
                </a:cubicBezTo>
                <a:cubicBezTo>
                  <a:pt x="62720" y="54602"/>
                  <a:pt x="60264" y="45990"/>
                  <a:pt x="55351" y="39964"/>
                </a:cubicBezTo>
                <a:cubicBezTo>
                  <a:pt x="51933" y="35803"/>
                  <a:pt x="47875" y="33723"/>
                  <a:pt x="43175" y="33723"/>
                </a:cubicBezTo>
                <a:cubicBezTo>
                  <a:pt x="40612" y="33723"/>
                  <a:pt x="38075" y="34363"/>
                  <a:pt x="35565" y="35643"/>
                </a:cubicBezTo>
                <a:cubicBezTo>
                  <a:pt x="33643" y="36603"/>
                  <a:pt x="30466" y="39482"/>
                  <a:pt x="26033" y="44282"/>
                </a:cubicBezTo>
                <a:close/>
                <a:moveTo>
                  <a:pt x="109180" y="22108"/>
                </a:moveTo>
                <a:lnTo>
                  <a:pt x="109180" y="38609"/>
                </a:lnTo>
                <a:cubicBezTo>
                  <a:pt x="115321" y="27609"/>
                  <a:pt x="121622" y="22108"/>
                  <a:pt x="128084" y="22108"/>
                </a:cubicBezTo>
                <a:cubicBezTo>
                  <a:pt x="131021" y="22108"/>
                  <a:pt x="133451" y="23003"/>
                  <a:pt x="135373" y="24792"/>
                </a:cubicBezTo>
                <a:cubicBezTo>
                  <a:pt x="137296" y="26581"/>
                  <a:pt x="138257" y="28650"/>
                  <a:pt x="138257" y="31000"/>
                </a:cubicBezTo>
                <a:cubicBezTo>
                  <a:pt x="138257" y="33082"/>
                  <a:pt x="137563" y="34845"/>
                  <a:pt x="136174" y="36286"/>
                </a:cubicBezTo>
                <a:cubicBezTo>
                  <a:pt x="134786" y="37728"/>
                  <a:pt x="133130" y="38449"/>
                  <a:pt x="131208" y="38449"/>
                </a:cubicBezTo>
                <a:cubicBezTo>
                  <a:pt x="129339" y="38449"/>
                  <a:pt x="127243" y="37528"/>
                  <a:pt x="124920" y="35686"/>
                </a:cubicBezTo>
                <a:cubicBezTo>
                  <a:pt x="122597" y="33843"/>
                  <a:pt x="120875" y="32922"/>
                  <a:pt x="119753" y="32922"/>
                </a:cubicBezTo>
                <a:cubicBezTo>
                  <a:pt x="118792" y="32922"/>
                  <a:pt x="117751" y="33454"/>
                  <a:pt x="116629" y="34519"/>
                </a:cubicBezTo>
                <a:cubicBezTo>
                  <a:pt x="114226" y="36704"/>
                  <a:pt x="111743" y="40299"/>
                  <a:pt x="109180" y="45305"/>
                </a:cubicBezTo>
                <a:lnTo>
                  <a:pt x="109180" y="80380"/>
                </a:lnTo>
                <a:cubicBezTo>
                  <a:pt x="109180" y="84427"/>
                  <a:pt x="109687" y="87489"/>
                  <a:pt x="110702" y="89567"/>
                </a:cubicBezTo>
                <a:cubicBezTo>
                  <a:pt x="111396" y="91006"/>
                  <a:pt x="112624" y="92205"/>
                  <a:pt x="114386" y="93164"/>
                </a:cubicBezTo>
                <a:cubicBezTo>
                  <a:pt x="116148" y="94122"/>
                  <a:pt x="118685" y="94601"/>
                  <a:pt x="121996" y="94601"/>
                </a:cubicBezTo>
                <a:lnTo>
                  <a:pt x="121996" y="97565"/>
                </a:lnTo>
                <a:lnTo>
                  <a:pt x="84428" y="97565"/>
                </a:lnTo>
                <a:lnTo>
                  <a:pt x="84428" y="94601"/>
                </a:lnTo>
                <a:cubicBezTo>
                  <a:pt x="88166" y="94601"/>
                  <a:pt x="90943" y="94015"/>
                  <a:pt x="92759" y="92844"/>
                </a:cubicBezTo>
                <a:cubicBezTo>
                  <a:pt x="94094" y="91991"/>
                  <a:pt x="95028" y="90632"/>
                  <a:pt x="95562" y="88766"/>
                </a:cubicBezTo>
                <a:cubicBezTo>
                  <a:pt x="95829" y="87860"/>
                  <a:pt x="95963" y="85276"/>
                  <a:pt x="95963" y="81014"/>
                </a:cubicBezTo>
                <a:lnTo>
                  <a:pt x="95963" y="52640"/>
                </a:lnTo>
                <a:cubicBezTo>
                  <a:pt x="95963" y="44114"/>
                  <a:pt x="95789" y="39039"/>
                  <a:pt x="95442" y="37415"/>
                </a:cubicBezTo>
                <a:cubicBezTo>
                  <a:pt x="95095" y="35790"/>
                  <a:pt x="94454" y="34604"/>
                  <a:pt x="93520" y="33858"/>
                </a:cubicBezTo>
                <a:cubicBezTo>
                  <a:pt x="92585" y="33112"/>
                  <a:pt x="91424" y="32739"/>
                  <a:pt x="90035" y="32739"/>
                </a:cubicBezTo>
                <a:cubicBezTo>
                  <a:pt x="88380" y="32739"/>
                  <a:pt x="86511" y="33139"/>
                  <a:pt x="84428" y="33938"/>
                </a:cubicBezTo>
                <a:lnTo>
                  <a:pt x="83627" y="31060"/>
                </a:lnTo>
                <a:lnTo>
                  <a:pt x="105815" y="22108"/>
                </a:lnTo>
                <a:lnTo>
                  <a:pt x="109180" y="22108"/>
                </a:lnTo>
                <a:close/>
                <a:moveTo>
                  <a:pt x="178227" y="22108"/>
                </a:moveTo>
                <a:cubicBezTo>
                  <a:pt x="189335" y="22108"/>
                  <a:pt x="198253" y="26323"/>
                  <a:pt x="204981" y="34752"/>
                </a:cubicBezTo>
                <a:cubicBezTo>
                  <a:pt x="210695" y="41953"/>
                  <a:pt x="213552" y="50222"/>
                  <a:pt x="213552" y="59559"/>
                </a:cubicBezTo>
                <a:cubicBezTo>
                  <a:pt x="213552" y="66120"/>
                  <a:pt x="211977" y="72762"/>
                  <a:pt x="208826" y="79484"/>
                </a:cubicBezTo>
                <a:cubicBezTo>
                  <a:pt x="205676" y="86204"/>
                  <a:pt x="201337" y="91272"/>
                  <a:pt x="195810" y="94686"/>
                </a:cubicBezTo>
                <a:cubicBezTo>
                  <a:pt x="190283" y="98100"/>
                  <a:pt x="184128" y="99808"/>
                  <a:pt x="177346" y="99808"/>
                </a:cubicBezTo>
                <a:cubicBezTo>
                  <a:pt x="166292" y="99808"/>
                  <a:pt x="157507" y="95406"/>
                  <a:pt x="150992" y="86603"/>
                </a:cubicBezTo>
                <a:cubicBezTo>
                  <a:pt x="145492" y="79189"/>
                  <a:pt x="142742" y="70867"/>
                  <a:pt x="142742" y="61639"/>
                </a:cubicBezTo>
                <a:cubicBezTo>
                  <a:pt x="142742" y="54917"/>
                  <a:pt x="144411" y="48235"/>
                  <a:pt x="147748" y="41593"/>
                </a:cubicBezTo>
                <a:cubicBezTo>
                  <a:pt x="151086" y="34951"/>
                  <a:pt x="155478" y="30043"/>
                  <a:pt x="160925" y="26869"/>
                </a:cubicBezTo>
                <a:cubicBezTo>
                  <a:pt x="166372" y="23695"/>
                  <a:pt x="172139" y="22108"/>
                  <a:pt x="178227" y="22108"/>
                </a:cubicBezTo>
                <a:moveTo>
                  <a:pt x="175744" y="27395"/>
                </a:moveTo>
                <a:cubicBezTo>
                  <a:pt x="172914" y="27395"/>
                  <a:pt x="170070" y="28235"/>
                  <a:pt x="167213" y="29916"/>
                </a:cubicBezTo>
                <a:cubicBezTo>
                  <a:pt x="164356" y="31596"/>
                  <a:pt x="162046" y="34543"/>
                  <a:pt x="160284" y="38757"/>
                </a:cubicBezTo>
                <a:cubicBezTo>
                  <a:pt x="158522" y="42971"/>
                  <a:pt x="157641" y="48384"/>
                  <a:pt x="157641" y="54998"/>
                </a:cubicBezTo>
                <a:cubicBezTo>
                  <a:pt x="157641" y="65665"/>
                  <a:pt x="159763" y="74866"/>
                  <a:pt x="164009" y="82601"/>
                </a:cubicBezTo>
                <a:cubicBezTo>
                  <a:pt x="168254" y="90334"/>
                  <a:pt x="173848" y="94200"/>
                  <a:pt x="180790" y="94200"/>
                </a:cubicBezTo>
                <a:cubicBezTo>
                  <a:pt x="185970" y="94200"/>
                  <a:pt x="190242" y="92067"/>
                  <a:pt x="193607" y="87800"/>
                </a:cubicBezTo>
                <a:cubicBezTo>
                  <a:pt x="196971" y="83533"/>
                  <a:pt x="198653" y="76199"/>
                  <a:pt x="198653" y="65799"/>
                </a:cubicBezTo>
                <a:cubicBezTo>
                  <a:pt x="198653" y="52784"/>
                  <a:pt x="195850" y="42543"/>
                  <a:pt x="190242" y="35075"/>
                </a:cubicBezTo>
                <a:cubicBezTo>
                  <a:pt x="186451" y="29955"/>
                  <a:pt x="181618" y="27395"/>
                  <a:pt x="175744" y="27395"/>
                </a:cubicBezTo>
                <a:close/>
                <a:moveTo>
                  <a:pt x="246154" y="37728"/>
                </a:moveTo>
                <a:cubicBezTo>
                  <a:pt x="251494" y="32388"/>
                  <a:pt x="254645" y="29318"/>
                  <a:pt x="255606" y="28516"/>
                </a:cubicBezTo>
                <a:cubicBezTo>
                  <a:pt x="258009" y="26487"/>
                  <a:pt x="260599" y="24912"/>
                  <a:pt x="263376" y="23790"/>
                </a:cubicBezTo>
                <a:cubicBezTo>
                  <a:pt x="266153" y="22669"/>
                  <a:pt x="268903" y="22108"/>
                  <a:pt x="271626" y="22108"/>
                </a:cubicBezTo>
                <a:cubicBezTo>
                  <a:pt x="276219" y="22108"/>
                  <a:pt x="280171" y="23443"/>
                  <a:pt x="283482" y="26113"/>
                </a:cubicBezTo>
                <a:cubicBezTo>
                  <a:pt x="286793" y="28783"/>
                  <a:pt x="289009" y="32655"/>
                  <a:pt x="290130" y="37728"/>
                </a:cubicBezTo>
                <a:cubicBezTo>
                  <a:pt x="295631" y="31320"/>
                  <a:pt x="300276" y="27115"/>
                  <a:pt x="304068" y="25112"/>
                </a:cubicBezTo>
                <a:cubicBezTo>
                  <a:pt x="307860" y="23110"/>
                  <a:pt x="311758" y="22108"/>
                  <a:pt x="315763" y="22108"/>
                </a:cubicBezTo>
                <a:cubicBezTo>
                  <a:pt x="319661" y="22108"/>
                  <a:pt x="323119" y="23108"/>
                  <a:pt x="326136" y="25107"/>
                </a:cubicBezTo>
                <a:cubicBezTo>
                  <a:pt x="329153" y="27105"/>
                  <a:pt x="331543" y="30368"/>
                  <a:pt x="333305" y="34897"/>
                </a:cubicBezTo>
                <a:cubicBezTo>
                  <a:pt x="334480" y="37988"/>
                  <a:pt x="335068" y="42836"/>
                  <a:pt x="335068" y="49443"/>
                </a:cubicBezTo>
                <a:lnTo>
                  <a:pt x="335068" y="80934"/>
                </a:lnTo>
                <a:cubicBezTo>
                  <a:pt x="335068" y="85516"/>
                  <a:pt x="335415" y="88660"/>
                  <a:pt x="336109" y="90366"/>
                </a:cubicBezTo>
                <a:cubicBezTo>
                  <a:pt x="336643" y="91537"/>
                  <a:pt x="337631" y="92536"/>
                  <a:pt x="339073" y="93362"/>
                </a:cubicBezTo>
                <a:cubicBezTo>
                  <a:pt x="340515" y="94188"/>
                  <a:pt x="342864" y="94601"/>
                  <a:pt x="346122" y="94601"/>
                </a:cubicBezTo>
                <a:lnTo>
                  <a:pt x="346122" y="97565"/>
                </a:lnTo>
                <a:lnTo>
                  <a:pt x="309915" y="97565"/>
                </a:lnTo>
                <a:lnTo>
                  <a:pt x="309915" y="94601"/>
                </a:lnTo>
                <a:lnTo>
                  <a:pt x="311437" y="94601"/>
                </a:lnTo>
                <a:cubicBezTo>
                  <a:pt x="314588" y="94601"/>
                  <a:pt x="317045" y="93990"/>
                  <a:pt x="318807" y="92769"/>
                </a:cubicBezTo>
                <a:cubicBezTo>
                  <a:pt x="320035" y="91918"/>
                  <a:pt x="320916" y="90563"/>
                  <a:pt x="321450" y="88703"/>
                </a:cubicBezTo>
                <a:cubicBezTo>
                  <a:pt x="321664" y="87801"/>
                  <a:pt x="321771" y="85224"/>
                  <a:pt x="321771" y="80974"/>
                </a:cubicBezTo>
                <a:lnTo>
                  <a:pt x="321771" y="49573"/>
                </a:lnTo>
                <a:cubicBezTo>
                  <a:pt x="321771" y="43622"/>
                  <a:pt x="321050" y="39425"/>
                  <a:pt x="319608" y="36982"/>
                </a:cubicBezTo>
                <a:cubicBezTo>
                  <a:pt x="317525" y="33581"/>
                  <a:pt x="314188" y="31881"/>
                  <a:pt x="309595" y="31881"/>
                </a:cubicBezTo>
                <a:cubicBezTo>
                  <a:pt x="306765" y="31881"/>
                  <a:pt x="303921" y="32585"/>
                  <a:pt x="301064" y="33993"/>
                </a:cubicBezTo>
                <a:cubicBezTo>
                  <a:pt x="298207" y="35400"/>
                  <a:pt x="294749" y="38017"/>
                  <a:pt x="290691" y="41844"/>
                </a:cubicBezTo>
                <a:lnTo>
                  <a:pt x="290531" y="42720"/>
                </a:lnTo>
                <a:lnTo>
                  <a:pt x="290691" y="46147"/>
                </a:lnTo>
                <a:lnTo>
                  <a:pt x="290691" y="80974"/>
                </a:lnTo>
                <a:cubicBezTo>
                  <a:pt x="290691" y="85968"/>
                  <a:pt x="290971" y="89076"/>
                  <a:pt x="291532" y="90298"/>
                </a:cubicBezTo>
                <a:cubicBezTo>
                  <a:pt x="292093" y="91520"/>
                  <a:pt x="293147" y="92543"/>
                  <a:pt x="294696" y="93367"/>
                </a:cubicBezTo>
                <a:cubicBezTo>
                  <a:pt x="296245" y="94190"/>
                  <a:pt x="298888" y="94601"/>
                  <a:pt x="302626" y="94601"/>
                </a:cubicBezTo>
                <a:lnTo>
                  <a:pt x="302626" y="97565"/>
                </a:lnTo>
                <a:lnTo>
                  <a:pt x="265539" y="97565"/>
                </a:lnTo>
                <a:lnTo>
                  <a:pt x="265539" y="94601"/>
                </a:lnTo>
                <a:cubicBezTo>
                  <a:pt x="269597" y="94601"/>
                  <a:pt x="272387" y="94123"/>
                  <a:pt x="273909" y="93167"/>
                </a:cubicBezTo>
                <a:cubicBezTo>
                  <a:pt x="275431" y="92210"/>
                  <a:pt x="276486" y="90776"/>
                  <a:pt x="277073" y="88864"/>
                </a:cubicBezTo>
                <a:cubicBezTo>
                  <a:pt x="277340" y="87959"/>
                  <a:pt x="277474" y="85329"/>
                  <a:pt x="277474" y="80974"/>
                </a:cubicBezTo>
                <a:lnTo>
                  <a:pt x="277474" y="49573"/>
                </a:lnTo>
                <a:cubicBezTo>
                  <a:pt x="277474" y="43622"/>
                  <a:pt x="276593" y="39345"/>
                  <a:pt x="274831" y="36742"/>
                </a:cubicBezTo>
                <a:cubicBezTo>
                  <a:pt x="272481" y="33341"/>
                  <a:pt x="269197" y="31640"/>
                  <a:pt x="264978" y="31640"/>
                </a:cubicBezTo>
                <a:cubicBezTo>
                  <a:pt x="262094" y="31640"/>
                  <a:pt x="259237" y="32411"/>
                  <a:pt x="256407" y="33951"/>
                </a:cubicBezTo>
                <a:cubicBezTo>
                  <a:pt x="251975" y="36289"/>
                  <a:pt x="248557" y="38919"/>
                  <a:pt x="246154" y="41841"/>
                </a:cubicBezTo>
                <a:lnTo>
                  <a:pt x="246154" y="80974"/>
                </a:lnTo>
                <a:cubicBezTo>
                  <a:pt x="246154" y="85755"/>
                  <a:pt x="246488" y="88863"/>
                  <a:pt x="247155" y="90298"/>
                </a:cubicBezTo>
                <a:cubicBezTo>
                  <a:pt x="247823" y="91732"/>
                  <a:pt x="248811" y="92807"/>
                  <a:pt x="250119" y="93525"/>
                </a:cubicBezTo>
                <a:cubicBezTo>
                  <a:pt x="251427" y="94242"/>
                  <a:pt x="254084" y="94601"/>
                  <a:pt x="258089" y="94601"/>
                </a:cubicBezTo>
                <a:lnTo>
                  <a:pt x="258089" y="97565"/>
                </a:lnTo>
                <a:lnTo>
                  <a:pt x="221803" y="97565"/>
                </a:lnTo>
                <a:lnTo>
                  <a:pt x="221803" y="94601"/>
                </a:lnTo>
                <a:cubicBezTo>
                  <a:pt x="225167" y="94601"/>
                  <a:pt x="227517" y="94241"/>
                  <a:pt x="228852" y="93522"/>
                </a:cubicBezTo>
                <a:cubicBezTo>
                  <a:pt x="230187" y="92803"/>
                  <a:pt x="231201" y="91657"/>
                  <a:pt x="231896" y="90085"/>
                </a:cubicBezTo>
                <a:cubicBezTo>
                  <a:pt x="232590" y="88513"/>
                  <a:pt x="232937" y="85463"/>
                  <a:pt x="232937" y="80934"/>
                </a:cubicBezTo>
                <a:lnTo>
                  <a:pt x="232937" y="52960"/>
                </a:lnTo>
                <a:cubicBezTo>
                  <a:pt x="232937" y="44913"/>
                  <a:pt x="232697" y="39718"/>
                  <a:pt x="232216" y="37375"/>
                </a:cubicBezTo>
                <a:cubicBezTo>
                  <a:pt x="231842" y="35616"/>
                  <a:pt x="231255" y="34404"/>
                  <a:pt x="230454" y="33738"/>
                </a:cubicBezTo>
                <a:cubicBezTo>
                  <a:pt x="229653" y="33072"/>
                  <a:pt x="228558" y="32739"/>
                  <a:pt x="227170" y="32739"/>
                </a:cubicBezTo>
                <a:cubicBezTo>
                  <a:pt x="225674" y="32739"/>
                  <a:pt x="223885" y="33139"/>
                  <a:pt x="221803" y="33938"/>
                </a:cubicBezTo>
                <a:lnTo>
                  <a:pt x="220601" y="31060"/>
                </a:lnTo>
                <a:lnTo>
                  <a:pt x="242709" y="22108"/>
                </a:lnTo>
                <a:lnTo>
                  <a:pt x="246154" y="22108"/>
                </a:lnTo>
                <a:lnTo>
                  <a:pt x="246154" y="37728"/>
                </a:lnTo>
                <a:close/>
                <a:moveTo>
                  <a:pt x="346709" y="31408"/>
                </a:moveTo>
                <a:lnTo>
                  <a:pt x="369298" y="22268"/>
                </a:lnTo>
                <a:lnTo>
                  <a:pt x="372342" y="22268"/>
                </a:lnTo>
                <a:lnTo>
                  <a:pt x="372342" y="39410"/>
                </a:lnTo>
                <a:cubicBezTo>
                  <a:pt x="376134" y="32949"/>
                  <a:pt x="379938" y="28450"/>
                  <a:pt x="383757" y="25913"/>
                </a:cubicBezTo>
                <a:cubicBezTo>
                  <a:pt x="387575" y="23377"/>
                  <a:pt x="391593" y="22108"/>
                  <a:pt x="395812" y="22108"/>
                </a:cubicBezTo>
                <a:cubicBezTo>
                  <a:pt x="403181" y="22108"/>
                  <a:pt x="409323" y="24989"/>
                  <a:pt x="414236" y="30749"/>
                </a:cubicBezTo>
                <a:cubicBezTo>
                  <a:pt x="420270" y="37792"/>
                  <a:pt x="423287" y="46968"/>
                  <a:pt x="423287" y="58277"/>
                </a:cubicBezTo>
                <a:cubicBezTo>
                  <a:pt x="423287" y="70920"/>
                  <a:pt x="419656" y="81376"/>
                  <a:pt x="412393" y="89645"/>
                </a:cubicBezTo>
                <a:cubicBezTo>
                  <a:pt x="406412" y="96420"/>
                  <a:pt x="398883" y="99808"/>
                  <a:pt x="389804" y="99808"/>
                </a:cubicBezTo>
                <a:cubicBezTo>
                  <a:pt x="385853" y="99808"/>
                  <a:pt x="382435" y="99247"/>
                  <a:pt x="379551" y="98126"/>
                </a:cubicBezTo>
                <a:cubicBezTo>
                  <a:pt x="377415" y="97324"/>
                  <a:pt x="375012" y="95722"/>
                  <a:pt x="372342" y="93319"/>
                </a:cubicBezTo>
                <a:lnTo>
                  <a:pt x="372342" y="115668"/>
                </a:lnTo>
                <a:cubicBezTo>
                  <a:pt x="372342" y="120688"/>
                  <a:pt x="372649" y="123878"/>
                  <a:pt x="373263" y="125240"/>
                </a:cubicBezTo>
                <a:cubicBezTo>
                  <a:pt x="373877" y="126602"/>
                  <a:pt x="374945" y="127683"/>
                  <a:pt x="376467" y="128484"/>
                </a:cubicBezTo>
                <a:cubicBezTo>
                  <a:pt x="377989" y="129285"/>
                  <a:pt x="380753" y="129686"/>
                  <a:pt x="384758" y="129686"/>
                </a:cubicBezTo>
                <a:lnTo>
                  <a:pt x="384758" y="132650"/>
                </a:lnTo>
                <a:lnTo>
                  <a:pt x="346309" y="132650"/>
                </a:lnTo>
                <a:lnTo>
                  <a:pt x="346309" y="129686"/>
                </a:lnTo>
                <a:lnTo>
                  <a:pt x="348311" y="129686"/>
                </a:lnTo>
                <a:cubicBezTo>
                  <a:pt x="351248" y="129739"/>
                  <a:pt x="353758" y="129178"/>
                  <a:pt x="355841" y="128001"/>
                </a:cubicBezTo>
                <a:cubicBezTo>
                  <a:pt x="356856" y="127414"/>
                  <a:pt x="357643" y="126465"/>
                  <a:pt x="358204" y="125155"/>
                </a:cubicBezTo>
                <a:cubicBezTo>
                  <a:pt x="358765" y="123847"/>
                  <a:pt x="359045" y="120521"/>
                  <a:pt x="359045" y="115177"/>
                </a:cubicBezTo>
                <a:lnTo>
                  <a:pt x="359045" y="45756"/>
                </a:lnTo>
                <a:cubicBezTo>
                  <a:pt x="359045" y="41000"/>
                  <a:pt x="358831" y="37981"/>
                  <a:pt x="358404" y="36699"/>
                </a:cubicBezTo>
                <a:cubicBezTo>
                  <a:pt x="357977" y="35416"/>
                  <a:pt x="357296" y="34454"/>
                  <a:pt x="356362" y="33813"/>
                </a:cubicBezTo>
                <a:cubicBezTo>
                  <a:pt x="355427" y="33171"/>
                  <a:pt x="354159" y="32850"/>
                  <a:pt x="352557" y="32850"/>
                </a:cubicBezTo>
                <a:cubicBezTo>
                  <a:pt x="351275" y="32850"/>
                  <a:pt x="349646" y="33223"/>
                  <a:pt x="347670" y="33971"/>
                </a:cubicBezTo>
                <a:lnTo>
                  <a:pt x="346709" y="31408"/>
                </a:lnTo>
                <a:moveTo>
                  <a:pt x="372342" y="44282"/>
                </a:moveTo>
                <a:lnTo>
                  <a:pt x="372342" y="71642"/>
                </a:lnTo>
                <a:cubicBezTo>
                  <a:pt x="372342" y="77563"/>
                  <a:pt x="372582" y="81456"/>
                  <a:pt x="373063" y="83322"/>
                </a:cubicBezTo>
                <a:cubicBezTo>
                  <a:pt x="373811" y="86416"/>
                  <a:pt x="375640" y="89136"/>
                  <a:pt x="378550" y="91482"/>
                </a:cubicBezTo>
                <a:cubicBezTo>
                  <a:pt x="381460" y="93828"/>
                  <a:pt x="385132" y="95002"/>
                  <a:pt x="389564" y="95002"/>
                </a:cubicBezTo>
                <a:cubicBezTo>
                  <a:pt x="394904" y="95002"/>
                  <a:pt x="399230" y="92921"/>
                  <a:pt x="402541" y="88761"/>
                </a:cubicBezTo>
                <a:cubicBezTo>
                  <a:pt x="406866" y="83322"/>
                  <a:pt x="409029" y="75669"/>
                  <a:pt x="409029" y="65802"/>
                </a:cubicBezTo>
                <a:cubicBezTo>
                  <a:pt x="409029" y="54602"/>
                  <a:pt x="406572" y="45990"/>
                  <a:pt x="401660" y="39964"/>
                </a:cubicBezTo>
                <a:cubicBezTo>
                  <a:pt x="398242" y="35803"/>
                  <a:pt x="394183" y="33723"/>
                  <a:pt x="389484" y="33723"/>
                </a:cubicBezTo>
                <a:cubicBezTo>
                  <a:pt x="386921" y="33723"/>
                  <a:pt x="384384" y="34363"/>
                  <a:pt x="381874" y="35643"/>
                </a:cubicBezTo>
                <a:cubicBezTo>
                  <a:pt x="379952" y="36603"/>
                  <a:pt x="376774" y="39482"/>
                  <a:pt x="372342" y="44282"/>
                </a:cubicBezTo>
                <a:close/>
                <a:moveTo>
                  <a:pt x="455328" y="0"/>
                </a:moveTo>
                <a:lnTo>
                  <a:pt x="455328" y="24191"/>
                </a:lnTo>
                <a:lnTo>
                  <a:pt x="472470" y="24191"/>
                </a:lnTo>
                <a:lnTo>
                  <a:pt x="472470" y="29798"/>
                </a:lnTo>
                <a:lnTo>
                  <a:pt x="455328" y="29798"/>
                </a:lnTo>
                <a:lnTo>
                  <a:pt x="455328" y="77314"/>
                </a:lnTo>
                <a:cubicBezTo>
                  <a:pt x="455328" y="82062"/>
                  <a:pt x="456009" y="85262"/>
                  <a:pt x="457371" y="86916"/>
                </a:cubicBezTo>
                <a:cubicBezTo>
                  <a:pt x="458732" y="88568"/>
                  <a:pt x="460481" y="89394"/>
                  <a:pt x="462617" y="89394"/>
                </a:cubicBezTo>
                <a:cubicBezTo>
                  <a:pt x="464380" y="89394"/>
                  <a:pt x="466088" y="88847"/>
                  <a:pt x="467744" y="87752"/>
                </a:cubicBezTo>
                <a:cubicBezTo>
                  <a:pt x="469399" y="86658"/>
                  <a:pt x="470681" y="85042"/>
                  <a:pt x="471589" y="82906"/>
                </a:cubicBezTo>
                <a:lnTo>
                  <a:pt x="474713" y="82906"/>
                </a:lnTo>
                <a:cubicBezTo>
                  <a:pt x="472844" y="88154"/>
                  <a:pt x="470200" y="92124"/>
                  <a:pt x="466783" y="94814"/>
                </a:cubicBezTo>
                <a:cubicBezTo>
                  <a:pt x="463365" y="97502"/>
                  <a:pt x="459841" y="98846"/>
                  <a:pt x="456209" y="98846"/>
                </a:cubicBezTo>
                <a:cubicBezTo>
                  <a:pt x="453753" y="98846"/>
                  <a:pt x="451350" y="98165"/>
                  <a:pt x="449000" y="96801"/>
                </a:cubicBezTo>
                <a:cubicBezTo>
                  <a:pt x="446650" y="95438"/>
                  <a:pt x="444915" y="93487"/>
                  <a:pt x="443793" y="90949"/>
                </a:cubicBezTo>
                <a:cubicBezTo>
                  <a:pt x="442672" y="88409"/>
                  <a:pt x="442111" y="84492"/>
                  <a:pt x="442111" y="79199"/>
                </a:cubicBezTo>
                <a:lnTo>
                  <a:pt x="442111" y="29798"/>
                </a:lnTo>
                <a:lnTo>
                  <a:pt x="430496" y="29798"/>
                </a:lnTo>
                <a:lnTo>
                  <a:pt x="430496" y="27155"/>
                </a:lnTo>
                <a:cubicBezTo>
                  <a:pt x="433433" y="25977"/>
                  <a:pt x="436437" y="23982"/>
                  <a:pt x="439508" y="21170"/>
                </a:cubicBezTo>
                <a:cubicBezTo>
                  <a:pt x="442578" y="18358"/>
                  <a:pt x="445315" y="15023"/>
                  <a:pt x="447718" y="11167"/>
                </a:cubicBezTo>
                <a:cubicBezTo>
                  <a:pt x="448947" y="9133"/>
                  <a:pt x="450655" y="5410"/>
                  <a:pt x="452845" y="0"/>
                </a:cubicBezTo>
                <a:lnTo>
                  <a:pt x="455328" y="0"/>
                </a:lnTo>
                <a:close/>
                <a:moveTo>
                  <a:pt x="527047" y="22108"/>
                </a:moveTo>
                <a:lnTo>
                  <a:pt x="527047" y="46940"/>
                </a:lnTo>
                <a:lnTo>
                  <a:pt x="524404" y="46940"/>
                </a:lnTo>
                <a:cubicBezTo>
                  <a:pt x="522375" y="39152"/>
                  <a:pt x="519771" y="33854"/>
                  <a:pt x="516594" y="31047"/>
                </a:cubicBezTo>
                <a:cubicBezTo>
                  <a:pt x="513417" y="28239"/>
                  <a:pt x="509372" y="26834"/>
                  <a:pt x="504459" y="26834"/>
                </a:cubicBezTo>
                <a:cubicBezTo>
                  <a:pt x="500720" y="26834"/>
                  <a:pt x="497703" y="27821"/>
                  <a:pt x="495407" y="29796"/>
                </a:cubicBezTo>
                <a:cubicBezTo>
                  <a:pt x="493111" y="31768"/>
                  <a:pt x="491963" y="33955"/>
                  <a:pt x="491963" y="36357"/>
                </a:cubicBezTo>
                <a:cubicBezTo>
                  <a:pt x="491963" y="39344"/>
                  <a:pt x="492817" y="41904"/>
                  <a:pt x="494526" y="44036"/>
                </a:cubicBezTo>
                <a:cubicBezTo>
                  <a:pt x="496181" y="46224"/>
                  <a:pt x="499546" y="48545"/>
                  <a:pt x="504619" y="50998"/>
                </a:cubicBezTo>
                <a:lnTo>
                  <a:pt x="516314" y="56680"/>
                </a:lnTo>
                <a:cubicBezTo>
                  <a:pt x="527154" y="61960"/>
                  <a:pt x="532575" y="68921"/>
                  <a:pt x="532575" y="77564"/>
                </a:cubicBezTo>
                <a:cubicBezTo>
                  <a:pt x="532575" y="84231"/>
                  <a:pt x="530051" y="89605"/>
                  <a:pt x="525005" y="93687"/>
                </a:cubicBezTo>
                <a:cubicBezTo>
                  <a:pt x="519958" y="97768"/>
                  <a:pt x="514311" y="99808"/>
                  <a:pt x="508063" y="99808"/>
                </a:cubicBezTo>
                <a:cubicBezTo>
                  <a:pt x="503577" y="99808"/>
                  <a:pt x="498451" y="99007"/>
                  <a:pt x="492683" y="97405"/>
                </a:cubicBezTo>
                <a:cubicBezTo>
                  <a:pt x="490921" y="96871"/>
                  <a:pt x="489479" y="96604"/>
                  <a:pt x="488358" y="96604"/>
                </a:cubicBezTo>
                <a:cubicBezTo>
                  <a:pt x="487130" y="96604"/>
                  <a:pt x="486168" y="97298"/>
                  <a:pt x="485474" y="98686"/>
                </a:cubicBezTo>
                <a:lnTo>
                  <a:pt x="482831" y="98686"/>
                </a:lnTo>
                <a:lnTo>
                  <a:pt x="482831" y="72413"/>
                </a:lnTo>
                <a:lnTo>
                  <a:pt x="485474" y="72413"/>
                </a:lnTo>
                <a:cubicBezTo>
                  <a:pt x="486970" y="79916"/>
                  <a:pt x="489827" y="85569"/>
                  <a:pt x="494045" y="89374"/>
                </a:cubicBezTo>
                <a:cubicBezTo>
                  <a:pt x="498264" y="93179"/>
                  <a:pt x="502990" y="95082"/>
                  <a:pt x="508223" y="95082"/>
                </a:cubicBezTo>
                <a:cubicBezTo>
                  <a:pt x="511908" y="95082"/>
                  <a:pt x="514912" y="94002"/>
                  <a:pt x="517235" y="91842"/>
                </a:cubicBezTo>
                <a:cubicBezTo>
                  <a:pt x="519558" y="89681"/>
                  <a:pt x="520719" y="87081"/>
                  <a:pt x="520719" y="84040"/>
                </a:cubicBezTo>
                <a:cubicBezTo>
                  <a:pt x="520719" y="80359"/>
                  <a:pt x="519424" y="77265"/>
                  <a:pt x="516834" y="74758"/>
                </a:cubicBezTo>
                <a:cubicBezTo>
                  <a:pt x="514244" y="72252"/>
                  <a:pt x="509078" y="69078"/>
                  <a:pt x="501335" y="65238"/>
                </a:cubicBezTo>
                <a:cubicBezTo>
                  <a:pt x="493591" y="61397"/>
                  <a:pt x="488518" y="57929"/>
                  <a:pt x="486115" y="54835"/>
                </a:cubicBezTo>
                <a:cubicBezTo>
                  <a:pt x="483712" y="51795"/>
                  <a:pt x="482510" y="47954"/>
                  <a:pt x="482510" y="43313"/>
                </a:cubicBezTo>
                <a:cubicBezTo>
                  <a:pt x="482510" y="37285"/>
                  <a:pt x="484580" y="32245"/>
                  <a:pt x="488718" y="28191"/>
                </a:cubicBezTo>
                <a:cubicBezTo>
                  <a:pt x="492857" y="24136"/>
                  <a:pt x="498211" y="22108"/>
                  <a:pt x="504779" y="22108"/>
                </a:cubicBezTo>
                <a:cubicBezTo>
                  <a:pt x="507663" y="22108"/>
                  <a:pt x="511160" y="22722"/>
                  <a:pt x="515272" y="23951"/>
                </a:cubicBezTo>
                <a:cubicBezTo>
                  <a:pt x="517996" y="24752"/>
                  <a:pt x="519812" y="25152"/>
                  <a:pt x="520719" y="25152"/>
                </a:cubicBezTo>
                <a:cubicBezTo>
                  <a:pt x="521574" y="25152"/>
                  <a:pt x="522241" y="24965"/>
                  <a:pt x="522722" y="24591"/>
                </a:cubicBezTo>
                <a:cubicBezTo>
                  <a:pt x="523203" y="24218"/>
                  <a:pt x="523763" y="23390"/>
                  <a:pt x="524404" y="22108"/>
                </a:cubicBezTo>
                <a:lnTo>
                  <a:pt x="527047" y="22108"/>
                </a:lnTo>
                <a:close/>
                <a:moveTo>
                  <a:pt x="558822" y="82025"/>
                </a:moveTo>
                <a:cubicBezTo>
                  <a:pt x="561332" y="82025"/>
                  <a:pt x="563442" y="82893"/>
                  <a:pt x="565151" y="84628"/>
                </a:cubicBezTo>
                <a:cubicBezTo>
                  <a:pt x="566859" y="86364"/>
                  <a:pt x="567714" y="88460"/>
                  <a:pt x="567714" y="90916"/>
                </a:cubicBezTo>
                <a:cubicBezTo>
                  <a:pt x="567714" y="93373"/>
                  <a:pt x="566846" y="95469"/>
                  <a:pt x="565110" y="97204"/>
                </a:cubicBezTo>
                <a:cubicBezTo>
                  <a:pt x="563375" y="98940"/>
                  <a:pt x="561279" y="99808"/>
                  <a:pt x="558822" y="99808"/>
                </a:cubicBezTo>
                <a:cubicBezTo>
                  <a:pt x="556366" y="99808"/>
                  <a:pt x="554270" y="98940"/>
                  <a:pt x="552534" y="97204"/>
                </a:cubicBezTo>
                <a:cubicBezTo>
                  <a:pt x="550799" y="95469"/>
                  <a:pt x="549931" y="93373"/>
                  <a:pt x="549931" y="90916"/>
                </a:cubicBezTo>
                <a:cubicBezTo>
                  <a:pt x="549931" y="88406"/>
                  <a:pt x="550799" y="86297"/>
                  <a:pt x="552534" y="84588"/>
                </a:cubicBezTo>
                <a:cubicBezTo>
                  <a:pt x="554270" y="82879"/>
                  <a:pt x="556366" y="82025"/>
                  <a:pt x="558822" y="820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c1a904c714c26"/>
          <a:stretch xmlns:a="http://schemas.openxmlformats.org/drawingml/2006/main"/>
        </p:blipFill>
        <p:spPr>
          <a:xfrm xmlns:a="http://schemas.openxmlformats.org/drawingml/2006/main">
            <a:off x="2026661" y="4277000"/>
            <a:ext cx="489586" cy="489586"/>
          </a:xfrm>
          <a:prstGeom xmlns:a="http://schemas.openxmlformats.org/drawingml/2006/main" prst="rect">
            <a:avLst/>
          </a:prstGeom>
        </p:spPr>
      </p:pic>
      <p:sp>
        <p:nvSpPr>
          <p:cNvPr id="352" name="Text Begin">
            <a:extLst xmlns:a="http://schemas.openxmlformats.org/drawingml/2006/main">
              <a:ext uri="{FF2B5EF4-FFF2-40B4-BE49-F238E27FC236}">
                <a16:creationId xmlns:a16="http://schemas.microsoft.com/office/drawing/2014/main" id="{83A57572-6799-4DFC-921F-44F9D7ED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6" y="1264787"/>
            <a:ext cx="491095" cy="183034"/>
          </a:xfrm>
          <a:custGeom xmlns:a="http://schemas.openxmlformats.org/drawingml/2006/main">
            <a:pathLst>
              <a:path w="491095" h="183034">
                <a:moveTo>
                  <a:pt x="86911" y="66785"/>
                </a:moveTo>
                <a:cubicBezTo>
                  <a:pt x="99794" y="69789"/>
                  <a:pt x="108839" y="73427"/>
                  <a:pt x="114046" y="77699"/>
                </a:cubicBezTo>
                <a:cubicBezTo>
                  <a:pt x="121522" y="83774"/>
                  <a:pt x="125260" y="91651"/>
                  <a:pt x="125260" y="101330"/>
                </a:cubicBezTo>
                <a:cubicBezTo>
                  <a:pt x="125260" y="111543"/>
                  <a:pt x="121155" y="119987"/>
                  <a:pt x="112944" y="126662"/>
                </a:cubicBezTo>
                <a:cubicBezTo>
                  <a:pt x="102865" y="134739"/>
                  <a:pt x="88213" y="138778"/>
                  <a:pt x="68988" y="138778"/>
                </a:cubicBezTo>
                <a:lnTo>
                  <a:pt x="0" y="138778"/>
                </a:lnTo>
                <a:lnTo>
                  <a:pt x="0" y="135173"/>
                </a:lnTo>
                <a:cubicBezTo>
                  <a:pt x="6275" y="135173"/>
                  <a:pt x="10530" y="134586"/>
                  <a:pt x="12766" y="133411"/>
                </a:cubicBezTo>
                <a:cubicBezTo>
                  <a:pt x="15003" y="132237"/>
                  <a:pt x="16571" y="130711"/>
                  <a:pt x="17472" y="128834"/>
                </a:cubicBezTo>
                <a:cubicBezTo>
                  <a:pt x="18374" y="126956"/>
                  <a:pt x="18824" y="122327"/>
                  <a:pt x="18824" y="114947"/>
                </a:cubicBezTo>
                <a:lnTo>
                  <a:pt x="18824" y="26834"/>
                </a:lnTo>
                <a:cubicBezTo>
                  <a:pt x="18824" y="19454"/>
                  <a:pt x="18374" y="14809"/>
                  <a:pt x="17472" y="12898"/>
                </a:cubicBezTo>
                <a:cubicBezTo>
                  <a:pt x="16571" y="10985"/>
                  <a:pt x="14986" y="9459"/>
                  <a:pt x="12716" y="8320"/>
                </a:cubicBezTo>
                <a:cubicBezTo>
                  <a:pt x="10447" y="7179"/>
                  <a:pt x="6208" y="6608"/>
                  <a:pt x="0" y="6608"/>
                </a:cubicBezTo>
                <a:lnTo>
                  <a:pt x="0" y="3004"/>
                </a:lnTo>
                <a:lnTo>
                  <a:pt x="65083" y="3004"/>
                </a:lnTo>
                <a:cubicBezTo>
                  <a:pt x="80636" y="3004"/>
                  <a:pt x="91651" y="4389"/>
                  <a:pt x="98126" y="7159"/>
                </a:cubicBezTo>
                <a:cubicBezTo>
                  <a:pt x="104600" y="9929"/>
                  <a:pt x="109707" y="14068"/>
                  <a:pt x="113445" y="19575"/>
                </a:cubicBezTo>
                <a:cubicBezTo>
                  <a:pt x="117183" y="25082"/>
                  <a:pt x="119052" y="30940"/>
                  <a:pt x="119052" y="37148"/>
                </a:cubicBezTo>
                <a:cubicBezTo>
                  <a:pt x="119052" y="43689"/>
                  <a:pt x="116683" y="49513"/>
                  <a:pt x="111943" y="54620"/>
                </a:cubicBezTo>
                <a:cubicBezTo>
                  <a:pt x="107204" y="59726"/>
                  <a:pt x="98860" y="63782"/>
                  <a:pt x="86911" y="66785"/>
                </a:cubicBezTo>
                <a:moveTo>
                  <a:pt x="50465" y="64082"/>
                </a:moveTo>
                <a:cubicBezTo>
                  <a:pt x="59943" y="64082"/>
                  <a:pt x="66936" y="63014"/>
                  <a:pt x="71441" y="60878"/>
                </a:cubicBezTo>
                <a:cubicBezTo>
                  <a:pt x="75947" y="58742"/>
                  <a:pt x="79402" y="55738"/>
                  <a:pt x="81805" y="51866"/>
                </a:cubicBezTo>
                <a:cubicBezTo>
                  <a:pt x="84208" y="47995"/>
                  <a:pt x="85409" y="43055"/>
                  <a:pt x="85409" y="37047"/>
                </a:cubicBezTo>
                <a:cubicBezTo>
                  <a:pt x="85409" y="31040"/>
                  <a:pt x="84224" y="26117"/>
                  <a:pt x="81855" y="22278"/>
                </a:cubicBezTo>
                <a:cubicBezTo>
                  <a:pt x="79485" y="18440"/>
                  <a:pt x="76097" y="15520"/>
                  <a:pt x="71692" y="13517"/>
                </a:cubicBezTo>
                <a:cubicBezTo>
                  <a:pt x="67286" y="11515"/>
                  <a:pt x="60210" y="10547"/>
                  <a:pt x="50465" y="10614"/>
                </a:cubicBezTo>
                <a:lnTo>
                  <a:pt x="50465" y="64082"/>
                </a:lnTo>
                <a:moveTo>
                  <a:pt x="50465" y="71892"/>
                </a:moveTo>
                <a:lnTo>
                  <a:pt x="50465" y="115448"/>
                </a:lnTo>
                <a:lnTo>
                  <a:pt x="50364" y="120391"/>
                </a:lnTo>
                <a:cubicBezTo>
                  <a:pt x="50364" y="123950"/>
                  <a:pt x="51282" y="126636"/>
                  <a:pt x="53118" y="128449"/>
                </a:cubicBezTo>
                <a:cubicBezTo>
                  <a:pt x="54954" y="130261"/>
                  <a:pt x="57674" y="131168"/>
                  <a:pt x="61278" y="131168"/>
                </a:cubicBezTo>
                <a:cubicBezTo>
                  <a:pt x="66619" y="131168"/>
                  <a:pt x="71542" y="129987"/>
                  <a:pt x="76047" y="127626"/>
                </a:cubicBezTo>
                <a:cubicBezTo>
                  <a:pt x="80553" y="125264"/>
                  <a:pt x="84007" y="121838"/>
                  <a:pt x="86411" y="117347"/>
                </a:cubicBezTo>
                <a:cubicBezTo>
                  <a:pt x="88814" y="112856"/>
                  <a:pt x="90015" y="107849"/>
                  <a:pt x="90015" y="102328"/>
                </a:cubicBezTo>
                <a:cubicBezTo>
                  <a:pt x="90015" y="96009"/>
                  <a:pt x="88547" y="90338"/>
                  <a:pt x="85610" y="85315"/>
                </a:cubicBezTo>
                <a:cubicBezTo>
                  <a:pt x="82672" y="80292"/>
                  <a:pt x="78634" y="76783"/>
                  <a:pt x="73494" y="74786"/>
                </a:cubicBezTo>
                <a:cubicBezTo>
                  <a:pt x="68354" y="72790"/>
                  <a:pt x="60678" y="71825"/>
                  <a:pt x="50465" y="71892"/>
                </a:cubicBezTo>
                <a:close/>
                <a:moveTo>
                  <a:pt x="218681" y="88513"/>
                </a:moveTo>
                <a:lnTo>
                  <a:pt x="167316" y="88513"/>
                </a:lnTo>
                <a:cubicBezTo>
                  <a:pt x="167916" y="100962"/>
                  <a:pt x="171221" y="110801"/>
                  <a:pt x="177228" y="118029"/>
                </a:cubicBezTo>
                <a:cubicBezTo>
                  <a:pt x="181834" y="123584"/>
                  <a:pt x="187375" y="126362"/>
                  <a:pt x="193850" y="126362"/>
                </a:cubicBezTo>
                <a:cubicBezTo>
                  <a:pt x="197855" y="126362"/>
                  <a:pt x="201493" y="125244"/>
                  <a:pt x="204764" y="123007"/>
                </a:cubicBezTo>
                <a:cubicBezTo>
                  <a:pt x="208034" y="120771"/>
                  <a:pt x="211539" y="116749"/>
                  <a:pt x="215277" y="110942"/>
                </a:cubicBezTo>
                <a:lnTo>
                  <a:pt x="218681" y="113145"/>
                </a:lnTo>
                <a:cubicBezTo>
                  <a:pt x="213608" y="123491"/>
                  <a:pt x="208001" y="130817"/>
                  <a:pt x="201860" y="135123"/>
                </a:cubicBezTo>
                <a:cubicBezTo>
                  <a:pt x="195719" y="139428"/>
                  <a:pt x="188610" y="141581"/>
                  <a:pt x="180533" y="141581"/>
                </a:cubicBezTo>
                <a:cubicBezTo>
                  <a:pt x="166648" y="141581"/>
                  <a:pt x="156135" y="136236"/>
                  <a:pt x="148992" y="125545"/>
                </a:cubicBezTo>
                <a:cubicBezTo>
                  <a:pt x="143251" y="116926"/>
                  <a:pt x="140381" y="106235"/>
                  <a:pt x="140381" y="93473"/>
                </a:cubicBezTo>
                <a:cubicBezTo>
                  <a:pt x="140381" y="77836"/>
                  <a:pt x="144603" y="65391"/>
                  <a:pt x="153047" y="56137"/>
                </a:cubicBezTo>
                <a:cubicBezTo>
                  <a:pt x="161491" y="46882"/>
                  <a:pt x="171387" y="42254"/>
                  <a:pt x="182735" y="42254"/>
                </a:cubicBezTo>
                <a:cubicBezTo>
                  <a:pt x="192214" y="42254"/>
                  <a:pt x="200441" y="46142"/>
                  <a:pt x="207417" y="53919"/>
                </a:cubicBezTo>
                <a:cubicBezTo>
                  <a:pt x="214392" y="61696"/>
                  <a:pt x="218147" y="73227"/>
                  <a:pt x="218681" y="88513"/>
                </a:cubicBezTo>
                <a:moveTo>
                  <a:pt x="194050" y="81905"/>
                </a:moveTo>
                <a:cubicBezTo>
                  <a:pt x="194050" y="71158"/>
                  <a:pt x="193466" y="63782"/>
                  <a:pt x="192298" y="59776"/>
                </a:cubicBezTo>
                <a:cubicBezTo>
                  <a:pt x="191129" y="55771"/>
                  <a:pt x="189310" y="52734"/>
                  <a:pt x="186841" y="50665"/>
                </a:cubicBezTo>
                <a:cubicBezTo>
                  <a:pt x="185439" y="49463"/>
                  <a:pt x="183570" y="48862"/>
                  <a:pt x="181233" y="48862"/>
                </a:cubicBezTo>
                <a:cubicBezTo>
                  <a:pt x="177762" y="48862"/>
                  <a:pt x="174925" y="50565"/>
                  <a:pt x="172723" y="53969"/>
                </a:cubicBezTo>
                <a:cubicBezTo>
                  <a:pt x="168784" y="59910"/>
                  <a:pt x="166815" y="68054"/>
                  <a:pt x="166815" y="78400"/>
                </a:cubicBezTo>
                <a:lnTo>
                  <a:pt x="166815" y="81905"/>
                </a:lnTo>
                <a:lnTo>
                  <a:pt x="194050" y="81905"/>
                </a:lnTo>
                <a:close/>
                <a:moveTo>
                  <a:pt x="290504" y="46259"/>
                </a:moveTo>
                <a:lnTo>
                  <a:pt x="322045" y="46259"/>
                </a:lnTo>
                <a:lnTo>
                  <a:pt x="322045" y="57273"/>
                </a:lnTo>
                <a:lnTo>
                  <a:pt x="304122" y="57273"/>
                </a:lnTo>
                <a:cubicBezTo>
                  <a:pt x="307393" y="60544"/>
                  <a:pt x="309662" y="63515"/>
                  <a:pt x="310931" y="66185"/>
                </a:cubicBezTo>
                <a:cubicBezTo>
                  <a:pt x="312533" y="69789"/>
                  <a:pt x="313334" y="73561"/>
                  <a:pt x="313334" y="77499"/>
                </a:cubicBezTo>
                <a:cubicBezTo>
                  <a:pt x="313334" y="84174"/>
                  <a:pt x="311481" y="89965"/>
                  <a:pt x="307776" y="94871"/>
                </a:cubicBezTo>
                <a:cubicBezTo>
                  <a:pt x="304072" y="99778"/>
                  <a:pt x="299032" y="103616"/>
                  <a:pt x="292657" y="106386"/>
                </a:cubicBezTo>
                <a:cubicBezTo>
                  <a:pt x="286282" y="109156"/>
                  <a:pt x="280625" y="110541"/>
                  <a:pt x="275685" y="110541"/>
                </a:cubicBezTo>
                <a:cubicBezTo>
                  <a:pt x="275285" y="110541"/>
                  <a:pt x="271280" y="110375"/>
                  <a:pt x="263670" y="110041"/>
                </a:cubicBezTo>
                <a:cubicBezTo>
                  <a:pt x="260666" y="110041"/>
                  <a:pt x="258146" y="111020"/>
                  <a:pt x="256110" y="112979"/>
                </a:cubicBezTo>
                <a:cubicBezTo>
                  <a:pt x="254074" y="114938"/>
                  <a:pt x="253056" y="117277"/>
                  <a:pt x="253056" y="119997"/>
                </a:cubicBezTo>
                <a:cubicBezTo>
                  <a:pt x="253056" y="122388"/>
                  <a:pt x="253974" y="124347"/>
                  <a:pt x="255810" y="125873"/>
                </a:cubicBezTo>
                <a:cubicBezTo>
                  <a:pt x="257646" y="127400"/>
                  <a:pt x="260633" y="128164"/>
                  <a:pt x="264771" y="128164"/>
                </a:cubicBezTo>
                <a:lnTo>
                  <a:pt x="282094" y="127964"/>
                </a:lnTo>
                <a:cubicBezTo>
                  <a:pt x="296112" y="127964"/>
                  <a:pt x="305757" y="129502"/>
                  <a:pt x="311031" y="132579"/>
                </a:cubicBezTo>
                <a:cubicBezTo>
                  <a:pt x="318574" y="136857"/>
                  <a:pt x="322345" y="143444"/>
                  <a:pt x="322345" y="152339"/>
                </a:cubicBezTo>
                <a:cubicBezTo>
                  <a:pt x="322345" y="158023"/>
                  <a:pt x="320610" y="163189"/>
                  <a:pt x="317138" y="167837"/>
                </a:cubicBezTo>
                <a:cubicBezTo>
                  <a:pt x="313667" y="172484"/>
                  <a:pt x="309095" y="175911"/>
                  <a:pt x="303421" y="178118"/>
                </a:cubicBezTo>
                <a:cubicBezTo>
                  <a:pt x="294810" y="181396"/>
                  <a:pt x="284897" y="183034"/>
                  <a:pt x="273683" y="183034"/>
                </a:cubicBezTo>
                <a:cubicBezTo>
                  <a:pt x="265272" y="183034"/>
                  <a:pt x="257596" y="182216"/>
                  <a:pt x="250653" y="180581"/>
                </a:cubicBezTo>
                <a:cubicBezTo>
                  <a:pt x="243711" y="178946"/>
                  <a:pt x="238738" y="176675"/>
                  <a:pt x="235734" y="173769"/>
                </a:cubicBezTo>
                <a:cubicBezTo>
                  <a:pt x="232730" y="170865"/>
                  <a:pt x="231229" y="167810"/>
                  <a:pt x="231229" y="164604"/>
                </a:cubicBezTo>
                <a:cubicBezTo>
                  <a:pt x="231229" y="161534"/>
                  <a:pt x="232380" y="158779"/>
                  <a:pt x="234683" y="156341"/>
                </a:cubicBezTo>
                <a:cubicBezTo>
                  <a:pt x="236986" y="153904"/>
                  <a:pt x="241275" y="151852"/>
                  <a:pt x="247549" y="150183"/>
                </a:cubicBezTo>
                <a:cubicBezTo>
                  <a:pt x="238872" y="145911"/>
                  <a:pt x="234533" y="139971"/>
                  <a:pt x="234533" y="132363"/>
                </a:cubicBezTo>
                <a:cubicBezTo>
                  <a:pt x="234533" y="127757"/>
                  <a:pt x="236302" y="123286"/>
                  <a:pt x="239840" y="118949"/>
                </a:cubicBezTo>
                <a:cubicBezTo>
                  <a:pt x="243377" y="114610"/>
                  <a:pt x="248985" y="110839"/>
                  <a:pt x="256661" y="107635"/>
                </a:cubicBezTo>
                <a:cubicBezTo>
                  <a:pt x="247716" y="104360"/>
                  <a:pt x="241241" y="100048"/>
                  <a:pt x="237236" y="94699"/>
                </a:cubicBezTo>
                <a:cubicBezTo>
                  <a:pt x="233231" y="89351"/>
                  <a:pt x="231229" y="83167"/>
                  <a:pt x="231229" y="76147"/>
                </a:cubicBezTo>
                <a:cubicBezTo>
                  <a:pt x="231229" y="66990"/>
                  <a:pt x="234967" y="59052"/>
                  <a:pt x="242443" y="52333"/>
                </a:cubicBezTo>
                <a:cubicBezTo>
                  <a:pt x="249919" y="45614"/>
                  <a:pt x="259531" y="42254"/>
                  <a:pt x="271280" y="42254"/>
                </a:cubicBezTo>
                <a:cubicBezTo>
                  <a:pt x="277488" y="42254"/>
                  <a:pt x="283896" y="43589"/>
                  <a:pt x="290504" y="46259"/>
                </a:cubicBezTo>
                <a:moveTo>
                  <a:pt x="273182" y="48662"/>
                </a:moveTo>
                <a:cubicBezTo>
                  <a:pt x="269311" y="48662"/>
                  <a:pt x="266040" y="50612"/>
                  <a:pt x="263370" y="54510"/>
                </a:cubicBezTo>
                <a:cubicBezTo>
                  <a:pt x="260700" y="58407"/>
                  <a:pt x="259365" y="66486"/>
                  <a:pt x="259365" y="78748"/>
                </a:cubicBezTo>
                <a:cubicBezTo>
                  <a:pt x="259365" y="88675"/>
                  <a:pt x="260683" y="95488"/>
                  <a:pt x="263320" y="99186"/>
                </a:cubicBezTo>
                <a:cubicBezTo>
                  <a:pt x="265956" y="102885"/>
                  <a:pt x="269077" y="104734"/>
                  <a:pt x="272682" y="104734"/>
                </a:cubicBezTo>
                <a:cubicBezTo>
                  <a:pt x="276687" y="104734"/>
                  <a:pt x="280024" y="102901"/>
                  <a:pt x="282694" y="99236"/>
                </a:cubicBezTo>
                <a:cubicBezTo>
                  <a:pt x="285364" y="95571"/>
                  <a:pt x="286700" y="88441"/>
                  <a:pt x="286700" y="77846"/>
                </a:cubicBezTo>
                <a:cubicBezTo>
                  <a:pt x="286700" y="65921"/>
                  <a:pt x="285198" y="57792"/>
                  <a:pt x="282194" y="53459"/>
                </a:cubicBezTo>
                <a:cubicBezTo>
                  <a:pt x="280058" y="50261"/>
                  <a:pt x="277054" y="48662"/>
                  <a:pt x="273182" y="48662"/>
                </a:cubicBezTo>
                <a:moveTo>
                  <a:pt x="267275" y="152595"/>
                </a:moveTo>
                <a:cubicBezTo>
                  <a:pt x="260466" y="152595"/>
                  <a:pt x="255960" y="153160"/>
                  <a:pt x="253757" y="154291"/>
                </a:cubicBezTo>
                <a:cubicBezTo>
                  <a:pt x="249953" y="156350"/>
                  <a:pt x="248050" y="159141"/>
                  <a:pt x="248050" y="162664"/>
                </a:cubicBezTo>
                <a:cubicBezTo>
                  <a:pt x="248050" y="166054"/>
                  <a:pt x="250019" y="169128"/>
                  <a:pt x="253958" y="171885"/>
                </a:cubicBezTo>
                <a:cubicBezTo>
                  <a:pt x="257896" y="174645"/>
                  <a:pt x="265305" y="176025"/>
                  <a:pt x="276186" y="176025"/>
                </a:cubicBezTo>
                <a:cubicBezTo>
                  <a:pt x="285465" y="176025"/>
                  <a:pt x="292757" y="174795"/>
                  <a:pt x="298064" y="172336"/>
                </a:cubicBezTo>
                <a:cubicBezTo>
                  <a:pt x="303371" y="169877"/>
                  <a:pt x="306024" y="166420"/>
                  <a:pt x="306024" y="161967"/>
                </a:cubicBezTo>
                <a:cubicBezTo>
                  <a:pt x="306024" y="160306"/>
                  <a:pt x="305524" y="158911"/>
                  <a:pt x="304522" y="157780"/>
                </a:cubicBezTo>
                <a:cubicBezTo>
                  <a:pt x="302720" y="155786"/>
                  <a:pt x="300000" y="154423"/>
                  <a:pt x="296362" y="153690"/>
                </a:cubicBezTo>
                <a:cubicBezTo>
                  <a:pt x="292724" y="152960"/>
                  <a:pt x="283028" y="152595"/>
                  <a:pt x="267275" y="152595"/>
                </a:cubicBezTo>
                <a:close/>
                <a:moveTo>
                  <a:pt x="355488" y="0"/>
                </a:moveTo>
                <a:cubicBezTo>
                  <a:pt x="359826" y="0"/>
                  <a:pt x="363498" y="1524"/>
                  <a:pt x="366502" y="4571"/>
                </a:cubicBezTo>
                <a:cubicBezTo>
                  <a:pt x="369505" y="7617"/>
                  <a:pt x="371007" y="11283"/>
                  <a:pt x="371007" y="15570"/>
                </a:cubicBezTo>
                <a:cubicBezTo>
                  <a:pt x="371007" y="19857"/>
                  <a:pt x="369489" y="23507"/>
                  <a:pt x="366452" y="26521"/>
                </a:cubicBezTo>
                <a:cubicBezTo>
                  <a:pt x="363414" y="29534"/>
                  <a:pt x="359760" y="31040"/>
                  <a:pt x="355488" y="31040"/>
                </a:cubicBezTo>
                <a:cubicBezTo>
                  <a:pt x="351215" y="31040"/>
                  <a:pt x="347577" y="29534"/>
                  <a:pt x="344574" y="26521"/>
                </a:cubicBezTo>
                <a:cubicBezTo>
                  <a:pt x="341570" y="23507"/>
                  <a:pt x="340068" y="19857"/>
                  <a:pt x="340068" y="15570"/>
                </a:cubicBezTo>
                <a:cubicBezTo>
                  <a:pt x="340068" y="11283"/>
                  <a:pt x="341570" y="7617"/>
                  <a:pt x="344574" y="4571"/>
                </a:cubicBezTo>
                <a:cubicBezTo>
                  <a:pt x="347577" y="1524"/>
                  <a:pt x="351215" y="0"/>
                  <a:pt x="355488" y="0"/>
                </a:cubicBezTo>
                <a:moveTo>
                  <a:pt x="369505" y="45058"/>
                </a:moveTo>
                <a:lnTo>
                  <a:pt x="369505" y="119353"/>
                </a:lnTo>
                <a:cubicBezTo>
                  <a:pt x="369505" y="125961"/>
                  <a:pt x="370273" y="130183"/>
                  <a:pt x="371808" y="132019"/>
                </a:cubicBezTo>
                <a:cubicBezTo>
                  <a:pt x="373344" y="133855"/>
                  <a:pt x="376348" y="134906"/>
                  <a:pt x="380820" y="135173"/>
                </a:cubicBezTo>
                <a:lnTo>
                  <a:pt x="380820" y="138778"/>
                </a:lnTo>
                <a:lnTo>
                  <a:pt x="330255" y="138778"/>
                </a:lnTo>
                <a:lnTo>
                  <a:pt x="330255" y="135173"/>
                </a:lnTo>
                <a:cubicBezTo>
                  <a:pt x="334394" y="135039"/>
                  <a:pt x="337464" y="133838"/>
                  <a:pt x="339467" y="131568"/>
                </a:cubicBezTo>
                <a:cubicBezTo>
                  <a:pt x="340802" y="130033"/>
                  <a:pt x="341470" y="125961"/>
                  <a:pt x="341470" y="119353"/>
                </a:cubicBezTo>
                <a:lnTo>
                  <a:pt x="341470" y="64683"/>
                </a:lnTo>
                <a:cubicBezTo>
                  <a:pt x="341470" y="57991"/>
                  <a:pt x="340702" y="53716"/>
                  <a:pt x="339167" y="51857"/>
                </a:cubicBezTo>
                <a:cubicBezTo>
                  <a:pt x="337631" y="49998"/>
                  <a:pt x="334661" y="48933"/>
                  <a:pt x="330255" y="48662"/>
                </a:cubicBezTo>
                <a:lnTo>
                  <a:pt x="330255" y="45058"/>
                </a:lnTo>
                <a:lnTo>
                  <a:pt x="369505" y="45058"/>
                </a:lnTo>
                <a:close/>
                <a:moveTo>
                  <a:pt x="428215" y="45058"/>
                </a:moveTo>
                <a:lnTo>
                  <a:pt x="428215" y="57273"/>
                </a:lnTo>
                <a:cubicBezTo>
                  <a:pt x="433021" y="52031"/>
                  <a:pt x="437627" y="48218"/>
                  <a:pt x="442033" y="45834"/>
                </a:cubicBezTo>
                <a:cubicBezTo>
                  <a:pt x="446438" y="43447"/>
                  <a:pt x="451178" y="42254"/>
                  <a:pt x="456251" y="42254"/>
                </a:cubicBezTo>
                <a:cubicBezTo>
                  <a:pt x="462325" y="42254"/>
                  <a:pt x="467365" y="43942"/>
                  <a:pt x="471370" y="47317"/>
                </a:cubicBezTo>
                <a:cubicBezTo>
                  <a:pt x="475375" y="50692"/>
                  <a:pt x="478045" y="54886"/>
                  <a:pt x="479380" y="59898"/>
                </a:cubicBezTo>
                <a:cubicBezTo>
                  <a:pt x="480448" y="63710"/>
                  <a:pt x="480982" y="71029"/>
                  <a:pt x="480982" y="81858"/>
                </a:cubicBezTo>
                <a:lnTo>
                  <a:pt x="480982" y="118351"/>
                </a:lnTo>
                <a:cubicBezTo>
                  <a:pt x="480982" y="125561"/>
                  <a:pt x="481633" y="130050"/>
                  <a:pt x="482935" y="131819"/>
                </a:cubicBezTo>
                <a:cubicBezTo>
                  <a:pt x="484237" y="133588"/>
                  <a:pt x="486957" y="134706"/>
                  <a:pt x="491095" y="135173"/>
                </a:cubicBezTo>
                <a:lnTo>
                  <a:pt x="491095" y="138778"/>
                </a:lnTo>
                <a:lnTo>
                  <a:pt x="443735" y="138778"/>
                </a:lnTo>
                <a:lnTo>
                  <a:pt x="443735" y="135173"/>
                </a:lnTo>
                <a:cubicBezTo>
                  <a:pt x="447273" y="134706"/>
                  <a:pt x="449809" y="133237"/>
                  <a:pt x="451345" y="130767"/>
                </a:cubicBezTo>
                <a:cubicBezTo>
                  <a:pt x="452413" y="129098"/>
                  <a:pt x="452947" y="124960"/>
                  <a:pt x="452947" y="118351"/>
                </a:cubicBezTo>
                <a:lnTo>
                  <a:pt x="452947" y="76698"/>
                </a:lnTo>
                <a:cubicBezTo>
                  <a:pt x="452947" y="69022"/>
                  <a:pt x="452646" y="64182"/>
                  <a:pt x="452045" y="62180"/>
                </a:cubicBezTo>
                <a:cubicBezTo>
                  <a:pt x="451445" y="60177"/>
                  <a:pt x="450427" y="58625"/>
                  <a:pt x="448992" y="57524"/>
                </a:cubicBezTo>
                <a:cubicBezTo>
                  <a:pt x="447556" y="56422"/>
                  <a:pt x="445971" y="55871"/>
                  <a:pt x="444235" y="55871"/>
                </a:cubicBezTo>
                <a:cubicBezTo>
                  <a:pt x="438495" y="55871"/>
                  <a:pt x="433155" y="60010"/>
                  <a:pt x="428215" y="68287"/>
                </a:cubicBezTo>
                <a:lnTo>
                  <a:pt x="428215" y="118351"/>
                </a:lnTo>
                <a:cubicBezTo>
                  <a:pt x="428215" y="125360"/>
                  <a:pt x="428866" y="129799"/>
                  <a:pt x="430167" y="131668"/>
                </a:cubicBezTo>
                <a:cubicBezTo>
                  <a:pt x="431469" y="133537"/>
                  <a:pt x="433889" y="134706"/>
                  <a:pt x="437427" y="135173"/>
                </a:cubicBezTo>
                <a:lnTo>
                  <a:pt x="437427" y="138778"/>
                </a:lnTo>
                <a:lnTo>
                  <a:pt x="390066" y="138778"/>
                </a:lnTo>
                <a:lnTo>
                  <a:pt x="390066" y="135173"/>
                </a:lnTo>
                <a:cubicBezTo>
                  <a:pt x="394005" y="134772"/>
                  <a:pt x="396808" y="133504"/>
                  <a:pt x="398477" y="131368"/>
                </a:cubicBezTo>
                <a:cubicBezTo>
                  <a:pt x="399612" y="129899"/>
                  <a:pt x="400179" y="125561"/>
                  <a:pt x="400179" y="118351"/>
                </a:cubicBezTo>
                <a:lnTo>
                  <a:pt x="400179" y="65484"/>
                </a:lnTo>
                <a:cubicBezTo>
                  <a:pt x="400179" y="58323"/>
                  <a:pt x="399528" y="53864"/>
                  <a:pt x="398227" y="52107"/>
                </a:cubicBezTo>
                <a:cubicBezTo>
                  <a:pt x="396925" y="50351"/>
                  <a:pt x="394205" y="49203"/>
                  <a:pt x="390066" y="48662"/>
                </a:cubicBezTo>
                <a:lnTo>
                  <a:pt x="390066" y="45058"/>
                </a:lnTo>
                <a:lnTo>
                  <a:pt x="428215" y="45058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B9BB9-E767-4A6D-86DF-892FDA96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0" y="1572741"/>
            <a:ext cx="461390" cy="338353"/>
          </a:xfrm>
          <a:custGeom xmlns:a="http://schemas.openxmlformats.org/drawingml/2006/main">
            <a:pathLst>
              <a:path w="461390" h="338353">
                <a:moveTo>
                  <a:pt x="0" y="225569"/>
                </a:moveTo>
                <a:lnTo>
                  <a:pt x="0" y="112784"/>
                </a:lnTo>
                <a:lnTo>
                  <a:pt x="256328" y="112784"/>
                </a:lnTo>
                <a:lnTo>
                  <a:pt x="256328" y="0"/>
                </a:lnTo>
                <a:lnTo>
                  <a:pt x="461390" y="169176"/>
                </a:lnTo>
                <a:lnTo>
                  <a:pt x="256328" y="338353"/>
                </a:lnTo>
                <a:lnTo>
                  <a:pt x="256328" y="225569"/>
                </a:lnTo>
                <a:lnTo>
                  <a:pt x="0" y="225569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E4E07-F457-4C12-B1DC-031EED09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0" y="1572741"/>
            <a:ext cx="461390" cy="338353"/>
          </a:xfrm>
          <a:custGeom xmlns:a="http://schemas.openxmlformats.org/drawingml/2006/main">
            <a:pathLst>
              <a:path w="461390" h="338353" fill="none">
                <a:moveTo>
                  <a:pt x="0" y="225569"/>
                </a:moveTo>
                <a:lnTo>
                  <a:pt x="0" y="112784"/>
                </a:lnTo>
                <a:lnTo>
                  <a:pt x="256328" y="112784"/>
                </a:lnTo>
                <a:lnTo>
                  <a:pt x="256328" y="0"/>
                </a:lnTo>
                <a:lnTo>
                  <a:pt x="461390" y="169176"/>
                </a:lnTo>
                <a:lnTo>
                  <a:pt x="256328" y="338353"/>
                </a:lnTo>
                <a:lnTo>
                  <a:pt x="256328" y="225569"/>
                </a:lnTo>
                <a:lnTo>
                  <a:pt x="0" y="22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CAFFD-4DBC-4595-8113-7C0D95FB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823" y="4430819"/>
            <a:ext cx="329706" cy="440641"/>
          </a:xfrm>
          <a:custGeom xmlns:a="http://schemas.openxmlformats.org/drawingml/2006/main">
            <a:pathLst>
              <a:path w="329706" h="440641">
                <a:moveTo>
                  <a:pt x="63216" y="194703"/>
                </a:moveTo>
                <a:lnTo>
                  <a:pt x="64826" y="195889"/>
                </a:lnTo>
                <a:lnTo>
                  <a:pt x="66506" y="196922"/>
                </a:lnTo>
                <a:lnTo>
                  <a:pt x="65542" y="185366"/>
                </a:lnTo>
                <a:lnTo>
                  <a:pt x="65247" y="174101"/>
                </a:lnTo>
                <a:lnTo>
                  <a:pt x="65613" y="163124"/>
                </a:lnTo>
                <a:lnTo>
                  <a:pt x="66631" y="152438"/>
                </a:lnTo>
                <a:lnTo>
                  <a:pt x="68296" y="142043"/>
                </a:lnTo>
                <a:lnTo>
                  <a:pt x="70599" y="131937"/>
                </a:lnTo>
                <a:lnTo>
                  <a:pt x="73533" y="122123"/>
                </a:lnTo>
                <a:lnTo>
                  <a:pt x="77090" y="112599"/>
                </a:lnTo>
                <a:lnTo>
                  <a:pt x="81263" y="103367"/>
                </a:lnTo>
                <a:lnTo>
                  <a:pt x="86045" y="94426"/>
                </a:lnTo>
                <a:lnTo>
                  <a:pt x="91428" y="85777"/>
                </a:lnTo>
                <a:lnTo>
                  <a:pt x="97404" y="77420"/>
                </a:lnTo>
                <a:lnTo>
                  <a:pt x="103967" y="69355"/>
                </a:lnTo>
                <a:lnTo>
                  <a:pt x="111108" y="61582"/>
                </a:lnTo>
                <a:lnTo>
                  <a:pt x="118820" y="54103"/>
                </a:lnTo>
                <a:lnTo>
                  <a:pt x="127096" y="46916"/>
                </a:lnTo>
                <a:lnTo>
                  <a:pt x="135928" y="40023"/>
                </a:lnTo>
                <a:lnTo>
                  <a:pt x="145309" y="33423"/>
                </a:lnTo>
                <a:lnTo>
                  <a:pt x="155232" y="27116"/>
                </a:lnTo>
                <a:lnTo>
                  <a:pt x="165688" y="21104"/>
                </a:lnTo>
                <a:lnTo>
                  <a:pt x="176671" y="15386"/>
                </a:lnTo>
                <a:lnTo>
                  <a:pt x="188173" y="9963"/>
                </a:lnTo>
                <a:lnTo>
                  <a:pt x="200186" y="4834"/>
                </a:lnTo>
                <a:lnTo>
                  <a:pt x="212703" y="0"/>
                </a:lnTo>
                <a:lnTo>
                  <a:pt x="205794" y="10219"/>
                </a:lnTo>
                <a:lnTo>
                  <a:pt x="200619" y="20504"/>
                </a:lnTo>
                <a:lnTo>
                  <a:pt x="197051" y="30850"/>
                </a:lnTo>
                <a:lnTo>
                  <a:pt x="194968" y="41254"/>
                </a:lnTo>
                <a:lnTo>
                  <a:pt x="194242" y="51710"/>
                </a:lnTo>
                <a:lnTo>
                  <a:pt x="194751" y="62213"/>
                </a:lnTo>
                <a:lnTo>
                  <a:pt x="196368" y="72761"/>
                </a:lnTo>
                <a:lnTo>
                  <a:pt x="198969" y="83347"/>
                </a:lnTo>
                <a:lnTo>
                  <a:pt x="202428" y="93968"/>
                </a:lnTo>
                <a:lnTo>
                  <a:pt x="206622" y="104618"/>
                </a:lnTo>
                <a:lnTo>
                  <a:pt x="211424" y="115294"/>
                </a:lnTo>
                <a:lnTo>
                  <a:pt x="216710" y="125991"/>
                </a:lnTo>
                <a:lnTo>
                  <a:pt x="222356" y="136704"/>
                </a:lnTo>
                <a:lnTo>
                  <a:pt x="228235" y="147428"/>
                </a:lnTo>
                <a:lnTo>
                  <a:pt x="234224" y="158160"/>
                </a:lnTo>
                <a:lnTo>
                  <a:pt x="240197" y="168895"/>
                </a:lnTo>
                <a:lnTo>
                  <a:pt x="246029" y="179627"/>
                </a:lnTo>
                <a:lnTo>
                  <a:pt x="251595" y="190354"/>
                </a:lnTo>
                <a:lnTo>
                  <a:pt x="256771" y="201069"/>
                </a:lnTo>
                <a:lnTo>
                  <a:pt x="261431" y="211769"/>
                </a:lnTo>
                <a:lnTo>
                  <a:pt x="265451" y="222448"/>
                </a:lnTo>
                <a:lnTo>
                  <a:pt x="268706" y="233104"/>
                </a:lnTo>
                <a:lnTo>
                  <a:pt x="271070" y="243730"/>
                </a:lnTo>
                <a:lnTo>
                  <a:pt x="272419" y="254323"/>
                </a:lnTo>
                <a:lnTo>
                  <a:pt x="274257" y="251071"/>
                </a:lnTo>
                <a:lnTo>
                  <a:pt x="276027" y="247730"/>
                </a:lnTo>
                <a:lnTo>
                  <a:pt x="277730" y="244296"/>
                </a:lnTo>
                <a:lnTo>
                  <a:pt x="279365" y="240769"/>
                </a:lnTo>
                <a:lnTo>
                  <a:pt x="280932" y="237147"/>
                </a:lnTo>
                <a:lnTo>
                  <a:pt x="282431" y="233430"/>
                </a:lnTo>
                <a:lnTo>
                  <a:pt x="283861" y="229616"/>
                </a:lnTo>
                <a:lnTo>
                  <a:pt x="285223" y="225703"/>
                </a:lnTo>
                <a:lnTo>
                  <a:pt x="286517" y="221691"/>
                </a:lnTo>
                <a:lnTo>
                  <a:pt x="287741" y="217578"/>
                </a:lnTo>
                <a:lnTo>
                  <a:pt x="288897" y="213362"/>
                </a:lnTo>
                <a:lnTo>
                  <a:pt x="289983" y="209043"/>
                </a:lnTo>
                <a:lnTo>
                  <a:pt x="291001" y="204619"/>
                </a:lnTo>
                <a:lnTo>
                  <a:pt x="291949" y="200089"/>
                </a:lnTo>
                <a:lnTo>
                  <a:pt x="292827" y="195452"/>
                </a:lnTo>
                <a:lnTo>
                  <a:pt x="293636" y="190706"/>
                </a:lnTo>
                <a:lnTo>
                  <a:pt x="294375" y="185850"/>
                </a:lnTo>
                <a:lnTo>
                  <a:pt x="295043" y="180882"/>
                </a:lnTo>
                <a:lnTo>
                  <a:pt x="295642" y="175802"/>
                </a:lnTo>
                <a:lnTo>
                  <a:pt x="296170" y="170609"/>
                </a:lnTo>
                <a:lnTo>
                  <a:pt x="296628" y="165300"/>
                </a:lnTo>
                <a:lnTo>
                  <a:pt x="297016" y="159874"/>
                </a:lnTo>
                <a:lnTo>
                  <a:pt x="297332" y="154331"/>
                </a:lnTo>
                <a:lnTo>
                  <a:pt x="297577" y="148669"/>
                </a:lnTo>
                <a:lnTo>
                  <a:pt x="306423" y="164122"/>
                </a:lnTo>
                <a:lnTo>
                  <a:pt x="313825" y="180242"/>
                </a:lnTo>
                <a:lnTo>
                  <a:pt x="319798" y="196896"/>
                </a:lnTo>
                <a:lnTo>
                  <a:pt x="324357" y="213955"/>
                </a:lnTo>
                <a:lnTo>
                  <a:pt x="327518" y="231286"/>
                </a:lnTo>
                <a:lnTo>
                  <a:pt x="329296" y="248759"/>
                </a:lnTo>
                <a:lnTo>
                  <a:pt x="329706" y="266242"/>
                </a:lnTo>
                <a:lnTo>
                  <a:pt x="328763" y="283605"/>
                </a:lnTo>
                <a:lnTo>
                  <a:pt x="326483" y="300717"/>
                </a:lnTo>
                <a:lnTo>
                  <a:pt x="322880" y="317446"/>
                </a:lnTo>
                <a:lnTo>
                  <a:pt x="317971" y="333661"/>
                </a:lnTo>
                <a:lnTo>
                  <a:pt x="311769" y="349232"/>
                </a:lnTo>
                <a:lnTo>
                  <a:pt x="304291" y="364027"/>
                </a:lnTo>
                <a:lnTo>
                  <a:pt x="295551" y="377915"/>
                </a:lnTo>
                <a:lnTo>
                  <a:pt x="285566" y="390764"/>
                </a:lnTo>
                <a:lnTo>
                  <a:pt x="274349" y="402445"/>
                </a:lnTo>
                <a:lnTo>
                  <a:pt x="261916" y="412826"/>
                </a:lnTo>
                <a:lnTo>
                  <a:pt x="248283" y="421776"/>
                </a:lnTo>
                <a:lnTo>
                  <a:pt x="233464" y="429163"/>
                </a:lnTo>
                <a:lnTo>
                  <a:pt x="217476" y="434857"/>
                </a:lnTo>
                <a:lnTo>
                  <a:pt x="200332" y="438727"/>
                </a:lnTo>
                <a:lnTo>
                  <a:pt x="182049" y="440641"/>
                </a:lnTo>
                <a:lnTo>
                  <a:pt x="162641" y="440468"/>
                </a:lnTo>
                <a:lnTo>
                  <a:pt x="142124" y="438078"/>
                </a:lnTo>
                <a:lnTo>
                  <a:pt x="140193" y="437743"/>
                </a:lnTo>
                <a:lnTo>
                  <a:pt x="138268" y="437384"/>
                </a:lnTo>
                <a:lnTo>
                  <a:pt x="136349" y="437000"/>
                </a:lnTo>
                <a:lnTo>
                  <a:pt x="134438" y="436592"/>
                </a:lnTo>
                <a:lnTo>
                  <a:pt x="132534" y="436159"/>
                </a:lnTo>
                <a:lnTo>
                  <a:pt x="130637" y="435702"/>
                </a:lnTo>
                <a:lnTo>
                  <a:pt x="128749" y="435221"/>
                </a:lnTo>
                <a:lnTo>
                  <a:pt x="126868" y="434715"/>
                </a:lnTo>
                <a:lnTo>
                  <a:pt x="124997" y="434184"/>
                </a:lnTo>
                <a:lnTo>
                  <a:pt x="123134" y="433629"/>
                </a:lnTo>
                <a:lnTo>
                  <a:pt x="121280" y="433050"/>
                </a:lnTo>
                <a:lnTo>
                  <a:pt x="119436" y="432445"/>
                </a:lnTo>
                <a:lnTo>
                  <a:pt x="117601" y="431816"/>
                </a:lnTo>
                <a:lnTo>
                  <a:pt x="115777" y="431163"/>
                </a:lnTo>
                <a:lnTo>
                  <a:pt x="113964" y="430484"/>
                </a:lnTo>
                <a:lnTo>
                  <a:pt x="112161" y="429781"/>
                </a:lnTo>
                <a:lnTo>
                  <a:pt x="110369" y="429053"/>
                </a:lnTo>
                <a:lnTo>
                  <a:pt x="108589" y="428301"/>
                </a:lnTo>
                <a:lnTo>
                  <a:pt x="106821" y="427523"/>
                </a:lnTo>
                <a:lnTo>
                  <a:pt x="105065" y="426721"/>
                </a:lnTo>
                <a:lnTo>
                  <a:pt x="103321" y="425893"/>
                </a:lnTo>
                <a:lnTo>
                  <a:pt x="101590" y="425041"/>
                </a:lnTo>
                <a:lnTo>
                  <a:pt x="99872" y="424164"/>
                </a:lnTo>
                <a:lnTo>
                  <a:pt x="98168" y="423261"/>
                </a:lnTo>
                <a:lnTo>
                  <a:pt x="90615" y="418945"/>
                </a:lnTo>
                <a:lnTo>
                  <a:pt x="83324" y="414243"/>
                </a:lnTo>
                <a:lnTo>
                  <a:pt x="76302" y="409172"/>
                </a:lnTo>
                <a:lnTo>
                  <a:pt x="69554" y="403751"/>
                </a:lnTo>
                <a:lnTo>
                  <a:pt x="63084" y="397999"/>
                </a:lnTo>
                <a:lnTo>
                  <a:pt x="56898" y="391933"/>
                </a:lnTo>
                <a:lnTo>
                  <a:pt x="51001" y="385573"/>
                </a:lnTo>
                <a:lnTo>
                  <a:pt x="45399" y="378935"/>
                </a:lnTo>
                <a:lnTo>
                  <a:pt x="40095" y="372039"/>
                </a:lnTo>
                <a:lnTo>
                  <a:pt x="35097" y="364902"/>
                </a:lnTo>
                <a:lnTo>
                  <a:pt x="30408" y="357543"/>
                </a:lnTo>
                <a:lnTo>
                  <a:pt x="26034" y="349981"/>
                </a:lnTo>
                <a:lnTo>
                  <a:pt x="21980" y="342233"/>
                </a:lnTo>
                <a:lnTo>
                  <a:pt x="18252" y="334317"/>
                </a:lnTo>
                <a:lnTo>
                  <a:pt x="14854" y="326253"/>
                </a:lnTo>
                <a:lnTo>
                  <a:pt x="11792" y="318058"/>
                </a:lnTo>
                <a:lnTo>
                  <a:pt x="9070" y="309750"/>
                </a:lnTo>
                <a:lnTo>
                  <a:pt x="6695" y="301348"/>
                </a:lnTo>
                <a:lnTo>
                  <a:pt x="4671" y="292871"/>
                </a:lnTo>
                <a:lnTo>
                  <a:pt x="3003" y="284335"/>
                </a:lnTo>
                <a:lnTo>
                  <a:pt x="1697" y="275760"/>
                </a:lnTo>
                <a:lnTo>
                  <a:pt x="758" y="267164"/>
                </a:lnTo>
                <a:lnTo>
                  <a:pt x="190" y="258565"/>
                </a:lnTo>
                <a:lnTo>
                  <a:pt x="0" y="249982"/>
                </a:lnTo>
                <a:lnTo>
                  <a:pt x="96" y="244544"/>
                </a:lnTo>
                <a:lnTo>
                  <a:pt x="380" y="239157"/>
                </a:lnTo>
                <a:lnTo>
                  <a:pt x="847" y="233822"/>
                </a:lnTo>
                <a:lnTo>
                  <a:pt x="1491" y="228540"/>
                </a:lnTo>
                <a:lnTo>
                  <a:pt x="2305" y="223313"/>
                </a:lnTo>
                <a:lnTo>
                  <a:pt x="3286" y="218142"/>
                </a:lnTo>
                <a:lnTo>
                  <a:pt x="4425" y="213029"/>
                </a:lnTo>
                <a:lnTo>
                  <a:pt x="5719" y="207974"/>
                </a:lnTo>
                <a:lnTo>
                  <a:pt x="7161" y="202980"/>
                </a:lnTo>
                <a:lnTo>
                  <a:pt x="8746" y="198048"/>
                </a:lnTo>
                <a:lnTo>
                  <a:pt x="10467" y="193179"/>
                </a:lnTo>
                <a:lnTo>
                  <a:pt x="12320" y="188374"/>
                </a:lnTo>
                <a:lnTo>
                  <a:pt x="14298" y="183636"/>
                </a:lnTo>
                <a:lnTo>
                  <a:pt x="16396" y="178965"/>
                </a:lnTo>
                <a:lnTo>
                  <a:pt x="18608" y="174364"/>
                </a:lnTo>
                <a:lnTo>
                  <a:pt x="20928" y="169833"/>
                </a:lnTo>
                <a:lnTo>
                  <a:pt x="23351" y="165374"/>
                </a:lnTo>
                <a:lnTo>
                  <a:pt x="25871" y="160988"/>
                </a:lnTo>
                <a:lnTo>
                  <a:pt x="28482" y="156676"/>
                </a:lnTo>
                <a:lnTo>
                  <a:pt x="31178" y="152441"/>
                </a:lnTo>
                <a:lnTo>
                  <a:pt x="33955" y="148284"/>
                </a:lnTo>
                <a:lnTo>
                  <a:pt x="36805" y="144206"/>
                </a:lnTo>
                <a:lnTo>
                  <a:pt x="39724" y="140208"/>
                </a:lnTo>
                <a:lnTo>
                  <a:pt x="42705" y="136292"/>
                </a:lnTo>
                <a:lnTo>
                  <a:pt x="43126" y="140045"/>
                </a:lnTo>
                <a:lnTo>
                  <a:pt x="43587" y="143714"/>
                </a:lnTo>
                <a:lnTo>
                  <a:pt x="44088" y="147297"/>
                </a:lnTo>
                <a:lnTo>
                  <a:pt x="44632" y="150791"/>
                </a:lnTo>
                <a:lnTo>
                  <a:pt x="45219" y="154191"/>
                </a:lnTo>
                <a:lnTo>
                  <a:pt x="45851" y="157495"/>
                </a:lnTo>
                <a:lnTo>
                  <a:pt x="46529" y="160699"/>
                </a:lnTo>
                <a:lnTo>
                  <a:pt x="47255" y="163802"/>
                </a:lnTo>
                <a:lnTo>
                  <a:pt x="48031" y="166798"/>
                </a:lnTo>
                <a:lnTo>
                  <a:pt x="48857" y="169686"/>
                </a:lnTo>
                <a:lnTo>
                  <a:pt x="49734" y="172462"/>
                </a:lnTo>
                <a:lnTo>
                  <a:pt x="50665" y="175123"/>
                </a:lnTo>
                <a:lnTo>
                  <a:pt x="51651" y="177665"/>
                </a:lnTo>
                <a:lnTo>
                  <a:pt x="52693" y="180086"/>
                </a:lnTo>
                <a:lnTo>
                  <a:pt x="53792" y="182382"/>
                </a:lnTo>
                <a:lnTo>
                  <a:pt x="54951" y="184551"/>
                </a:lnTo>
                <a:lnTo>
                  <a:pt x="56169" y="186589"/>
                </a:lnTo>
                <a:lnTo>
                  <a:pt x="57450" y="188492"/>
                </a:lnTo>
                <a:lnTo>
                  <a:pt x="58793" y="190259"/>
                </a:lnTo>
                <a:lnTo>
                  <a:pt x="60201" y="191885"/>
                </a:lnTo>
                <a:lnTo>
                  <a:pt x="61675" y="193367"/>
                </a:lnTo>
                <a:lnTo>
                  <a:pt x="63216" y="194703"/>
                </a:lnTo>
                <a:close/>
              </a:path>
            </a:pathLst>
          </a:custGeom>
          <a:solidFill xmlns:a="http://schemas.openxmlformats.org/drawingml/2006/main">
            <a:srgbClr val="EC6F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C5DD7-B277-4E7C-8B87-9D17D7E2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327" y="4619704"/>
            <a:ext cx="178675" cy="251563"/>
          </a:xfrm>
          <a:custGeom xmlns:a="http://schemas.openxmlformats.org/drawingml/2006/main">
            <a:pathLst>
              <a:path w="178675" h="251563">
                <a:moveTo>
                  <a:pt x="43531" y="141867"/>
                </a:moveTo>
                <a:lnTo>
                  <a:pt x="44589" y="142659"/>
                </a:lnTo>
                <a:lnTo>
                  <a:pt x="45535" y="143252"/>
                </a:lnTo>
                <a:lnTo>
                  <a:pt x="43469" y="137485"/>
                </a:lnTo>
                <a:lnTo>
                  <a:pt x="41620" y="131462"/>
                </a:lnTo>
                <a:lnTo>
                  <a:pt x="40000" y="125216"/>
                </a:lnTo>
                <a:lnTo>
                  <a:pt x="38620" y="118778"/>
                </a:lnTo>
                <a:lnTo>
                  <a:pt x="37492" y="112183"/>
                </a:lnTo>
                <a:lnTo>
                  <a:pt x="36628" y="105461"/>
                </a:lnTo>
                <a:lnTo>
                  <a:pt x="36038" y="98646"/>
                </a:lnTo>
                <a:lnTo>
                  <a:pt x="35735" y="91770"/>
                </a:lnTo>
                <a:lnTo>
                  <a:pt x="35729" y="84866"/>
                </a:lnTo>
                <a:lnTo>
                  <a:pt x="36033" y="77965"/>
                </a:lnTo>
                <a:lnTo>
                  <a:pt x="36658" y="71102"/>
                </a:lnTo>
                <a:lnTo>
                  <a:pt x="37615" y="64307"/>
                </a:lnTo>
                <a:lnTo>
                  <a:pt x="38915" y="57614"/>
                </a:lnTo>
                <a:lnTo>
                  <a:pt x="40571" y="51056"/>
                </a:lnTo>
                <a:lnTo>
                  <a:pt x="42594" y="44664"/>
                </a:lnTo>
                <a:lnTo>
                  <a:pt x="44995" y="38471"/>
                </a:lnTo>
                <a:lnTo>
                  <a:pt x="47785" y="32510"/>
                </a:lnTo>
                <a:lnTo>
                  <a:pt x="50977" y="26813"/>
                </a:lnTo>
                <a:lnTo>
                  <a:pt x="54582" y="21412"/>
                </a:lnTo>
                <a:lnTo>
                  <a:pt x="58611" y="16341"/>
                </a:lnTo>
                <a:lnTo>
                  <a:pt x="63075" y="11632"/>
                </a:lnTo>
                <a:lnTo>
                  <a:pt x="67987" y="7317"/>
                </a:lnTo>
                <a:lnTo>
                  <a:pt x="73358" y="3429"/>
                </a:lnTo>
                <a:lnTo>
                  <a:pt x="79198" y="0"/>
                </a:lnTo>
                <a:lnTo>
                  <a:pt x="79655" y="10080"/>
                </a:lnTo>
                <a:lnTo>
                  <a:pt x="80885" y="19466"/>
                </a:lnTo>
                <a:lnTo>
                  <a:pt x="82811" y="28223"/>
                </a:lnTo>
                <a:lnTo>
                  <a:pt x="85354" y="36419"/>
                </a:lnTo>
                <a:lnTo>
                  <a:pt x="88437" y="44117"/>
                </a:lnTo>
                <a:lnTo>
                  <a:pt x="91983" y="51385"/>
                </a:lnTo>
                <a:lnTo>
                  <a:pt x="95913" y="58287"/>
                </a:lnTo>
                <a:lnTo>
                  <a:pt x="100151" y="64890"/>
                </a:lnTo>
                <a:lnTo>
                  <a:pt x="104618" y="71259"/>
                </a:lnTo>
                <a:lnTo>
                  <a:pt x="109237" y="77460"/>
                </a:lnTo>
                <a:lnTo>
                  <a:pt x="113930" y="83559"/>
                </a:lnTo>
                <a:lnTo>
                  <a:pt x="118620" y="89622"/>
                </a:lnTo>
                <a:lnTo>
                  <a:pt x="123229" y="95714"/>
                </a:lnTo>
                <a:lnTo>
                  <a:pt x="127680" y="101901"/>
                </a:lnTo>
                <a:lnTo>
                  <a:pt x="131894" y="108249"/>
                </a:lnTo>
                <a:lnTo>
                  <a:pt x="135794" y="114823"/>
                </a:lnTo>
                <a:lnTo>
                  <a:pt x="139303" y="121690"/>
                </a:lnTo>
                <a:lnTo>
                  <a:pt x="142343" y="128915"/>
                </a:lnTo>
                <a:lnTo>
                  <a:pt x="144836" y="136564"/>
                </a:lnTo>
                <a:lnTo>
                  <a:pt x="146705" y="144703"/>
                </a:lnTo>
                <a:lnTo>
                  <a:pt x="147871" y="153397"/>
                </a:lnTo>
                <a:lnTo>
                  <a:pt x="148258" y="162712"/>
                </a:lnTo>
                <a:lnTo>
                  <a:pt x="147788" y="172714"/>
                </a:lnTo>
                <a:lnTo>
                  <a:pt x="146383" y="183468"/>
                </a:lnTo>
                <a:lnTo>
                  <a:pt x="148098" y="181428"/>
                </a:lnTo>
                <a:lnTo>
                  <a:pt x="149741" y="179296"/>
                </a:lnTo>
                <a:lnTo>
                  <a:pt x="151313" y="177077"/>
                </a:lnTo>
                <a:lnTo>
                  <a:pt x="152815" y="174778"/>
                </a:lnTo>
                <a:lnTo>
                  <a:pt x="154246" y="172405"/>
                </a:lnTo>
                <a:lnTo>
                  <a:pt x="155607" y="169965"/>
                </a:lnTo>
                <a:lnTo>
                  <a:pt x="156899" y="167464"/>
                </a:lnTo>
                <a:lnTo>
                  <a:pt x="158122" y="164910"/>
                </a:lnTo>
                <a:lnTo>
                  <a:pt x="159276" y="162308"/>
                </a:lnTo>
                <a:lnTo>
                  <a:pt x="160363" y="159664"/>
                </a:lnTo>
                <a:lnTo>
                  <a:pt x="161382" y="156986"/>
                </a:lnTo>
                <a:lnTo>
                  <a:pt x="162335" y="154279"/>
                </a:lnTo>
                <a:lnTo>
                  <a:pt x="163221" y="151550"/>
                </a:lnTo>
                <a:lnTo>
                  <a:pt x="164041" y="148806"/>
                </a:lnTo>
                <a:lnTo>
                  <a:pt x="164795" y="146053"/>
                </a:lnTo>
                <a:lnTo>
                  <a:pt x="165485" y="143298"/>
                </a:lnTo>
                <a:lnTo>
                  <a:pt x="166110" y="140547"/>
                </a:lnTo>
                <a:lnTo>
                  <a:pt x="166671" y="137806"/>
                </a:lnTo>
                <a:lnTo>
                  <a:pt x="167168" y="135082"/>
                </a:lnTo>
                <a:lnTo>
                  <a:pt x="167602" y="132381"/>
                </a:lnTo>
                <a:lnTo>
                  <a:pt x="167974" y="129710"/>
                </a:lnTo>
                <a:lnTo>
                  <a:pt x="168284" y="127076"/>
                </a:lnTo>
                <a:lnTo>
                  <a:pt x="168531" y="124484"/>
                </a:lnTo>
                <a:lnTo>
                  <a:pt x="168718" y="121941"/>
                </a:lnTo>
                <a:lnTo>
                  <a:pt x="171292" y="128273"/>
                </a:lnTo>
                <a:lnTo>
                  <a:pt x="173464" y="134494"/>
                </a:lnTo>
                <a:lnTo>
                  <a:pt x="175244" y="140601"/>
                </a:lnTo>
                <a:lnTo>
                  <a:pt x="176644" y="146587"/>
                </a:lnTo>
                <a:lnTo>
                  <a:pt x="177675" y="152451"/>
                </a:lnTo>
                <a:lnTo>
                  <a:pt x="178349" y="158186"/>
                </a:lnTo>
                <a:lnTo>
                  <a:pt x="178675" y="163789"/>
                </a:lnTo>
                <a:lnTo>
                  <a:pt x="178665" y="169256"/>
                </a:lnTo>
                <a:lnTo>
                  <a:pt x="178330" y="174582"/>
                </a:lnTo>
                <a:lnTo>
                  <a:pt x="177681" y="179764"/>
                </a:lnTo>
                <a:lnTo>
                  <a:pt x="176729" y="184796"/>
                </a:lnTo>
                <a:lnTo>
                  <a:pt x="175486" y="189675"/>
                </a:lnTo>
                <a:lnTo>
                  <a:pt x="173961" y="194396"/>
                </a:lnTo>
                <a:lnTo>
                  <a:pt x="172167" y="198955"/>
                </a:lnTo>
                <a:lnTo>
                  <a:pt x="170114" y="203348"/>
                </a:lnTo>
                <a:lnTo>
                  <a:pt x="167813" y="207570"/>
                </a:lnTo>
                <a:lnTo>
                  <a:pt x="165275" y="211618"/>
                </a:lnTo>
                <a:lnTo>
                  <a:pt x="162512" y="215486"/>
                </a:lnTo>
                <a:lnTo>
                  <a:pt x="159534" y="219171"/>
                </a:lnTo>
                <a:lnTo>
                  <a:pt x="156352" y="222669"/>
                </a:lnTo>
                <a:lnTo>
                  <a:pt x="152978" y="225975"/>
                </a:lnTo>
                <a:lnTo>
                  <a:pt x="149421" y="229085"/>
                </a:lnTo>
                <a:lnTo>
                  <a:pt x="145695" y="231994"/>
                </a:lnTo>
                <a:lnTo>
                  <a:pt x="141809" y="234699"/>
                </a:lnTo>
                <a:lnTo>
                  <a:pt x="129840" y="241630"/>
                </a:lnTo>
                <a:lnTo>
                  <a:pt x="118065" y="246673"/>
                </a:lnTo>
                <a:lnTo>
                  <a:pt x="106538" y="249938"/>
                </a:lnTo>
                <a:lnTo>
                  <a:pt x="95312" y="251532"/>
                </a:lnTo>
                <a:lnTo>
                  <a:pt x="84443" y="251563"/>
                </a:lnTo>
                <a:lnTo>
                  <a:pt x="73985" y="250141"/>
                </a:lnTo>
                <a:lnTo>
                  <a:pt x="63991" y="247373"/>
                </a:lnTo>
                <a:lnTo>
                  <a:pt x="54515" y="243367"/>
                </a:lnTo>
                <a:lnTo>
                  <a:pt x="45612" y="238233"/>
                </a:lnTo>
                <a:lnTo>
                  <a:pt x="37337" y="232077"/>
                </a:lnTo>
                <a:lnTo>
                  <a:pt x="29742" y="225010"/>
                </a:lnTo>
                <a:lnTo>
                  <a:pt x="22882" y="217138"/>
                </a:lnTo>
                <a:lnTo>
                  <a:pt x="16812" y="208570"/>
                </a:lnTo>
                <a:lnTo>
                  <a:pt x="11585" y="199414"/>
                </a:lnTo>
                <a:lnTo>
                  <a:pt x="7256" y="189780"/>
                </a:lnTo>
                <a:lnTo>
                  <a:pt x="3879" y="179774"/>
                </a:lnTo>
                <a:lnTo>
                  <a:pt x="1508" y="169506"/>
                </a:lnTo>
                <a:lnTo>
                  <a:pt x="197" y="159084"/>
                </a:lnTo>
                <a:lnTo>
                  <a:pt x="0" y="148616"/>
                </a:lnTo>
                <a:lnTo>
                  <a:pt x="972" y="138210"/>
                </a:lnTo>
                <a:lnTo>
                  <a:pt x="3166" y="127974"/>
                </a:lnTo>
                <a:lnTo>
                  <a:pt x="6636" y="118018"/>
                </a:lnTo>
                <a:lnTo>
                  <a:pt x="11438" y="108449"/>
                </a:lnTo>
                <a:lnTo>
                  <a:pt x="17625" y="99376"/>
                </a:lnTo>
                <a:lnTo>
                  <a:pt x="17923" y="101382"/>
                </a:lnTo>
                <a:lnTo>
                  <a:pt x="18391" y="103465"/>
                </a:lnTo>
                <a:lnTo>
                  <a:pt x="19016" y="105612"/>
                </a:lnTo>
                <a:lnTo>
                  <a:pt x="19784" y="107810"/>
                </a:lnTo>
                <a:lnTo>
                  <a:pt x="20682" y="110047"/>
                </a:lnTo>
                <a:lnTo>
                  <a:pt x="21699" y="112310"/>
                </a:lnTo>
                <a:lnTo>
                  <a:pt x="22821" y="114587"/>
                </a:lnTo>
                <a:lnTo>
                  <a:pt x="24035" y="116866"/>
                </a:lnTo>
                <a:lnTo>
                  <a:pt x="25328" y="119133"/>
                </a:lnTo>
                <a:lnTo>
                  <a:pt x="26688" y="121376"/>
                </a:lnTo>
                <a:lnTo>
                  <a:pt x="28101" y="123582"/>
                </a:lnTo>
                <a:lnTo>
                  <a:pt x="29556" y="125740"/>
                </a:lnTo>
                <a:lnTo>
                  <a:pt x="31039" y="127836"/>
                </a:lnTo>
                <a:lnTo>
                  <a:pt x="32537" y="129858"/>
                </a:lnTo>
                <a:lnTo>
                  <a:pt x="34037" y="131794"/>
                </a:lnTo>
                <a:lnTo>
                  <a:pt x="35527" y="133630"/>
                </a:lnTo>
                <a:lnTo>
                  <a:pt x="36994" y="135355"/>
                </a:lnTo>
                <a:lnTo>
                  <a:pt x="38425" y="136956"/>
                </a:lnTo>
                <a:lnTo>
                  <a:pt x="39807" y="138420"/>
                </a:lnTo>
                <a:lnTo>
                  <a:pt x="41127" y="139735"/>
                </a:lnTo>
                <a:lnTo>
                  <a:pt x="42373" y="140888"/>
                </a:lnTo>
                <a:lnTo>
                  <a:pt x="43531" y="141867"/>
                </a:lnTo>
                <a:close/>
              </a:path>
            </a:pathLst>
          </a:custGeom>
          <a:solidFill xmlns:a="http://schemas.openxmlformats.org/drawingml/2006/main">
            <a:srgbClr val="FAD1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A2FAA-4261-434E-B7EF-D3E1F07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491" y="5709895"/>
            <a:ext cx="329706" cy="440641"/>
          </a:xfrm>
          <a:custGeom xmlns:a="http://schemas.openxmlformats.org/drawingml/2006/main">
            <a:pathLst>
              <a:path w="329706" h="440641">
                <a:moveTo>
                  <a:pt x="63216" y="194703"/>
                </a:moveTo>
                <a:lnTo>
                  <a:pt x="64826" y="195889"/>
                </a:lnTo>
                <a:lnTo>
                  <a:pt x="66505" y="196922"/>
                </a:lnTo>
                <a:lnTo>
                  <a:pt x="65542" y="185366"/>
                </a:lnTo>
                <a:lnTo>
                  <a:pt x="65247" y="174101"/>
                </a:lnTo>
                <a:lnTo>
                  <a:pt x="65613" y="163124"/>
                </a:lnTo>
                <a:lnTo>
                  <a:pt x="66631" y="152438"/>
                </a:lnTo>
                <a:lnTo>
                  <a:pt x="68296" y="142043"/>
                </a:lnTo>
                <a:lnTo>
                  <a:pt x="70599" y="131937"/>
                </a:lnTo>
                <a:lnTo>
                  <a:pt x="73533" y="122123"/>
                </a:lnTo>
                <a:lnTo>
                  <a:pt x="77090" y="112599"/>
                </a:lnTo>
                <a:lnTo>
                  <a:pt x="81263" y="103367"/>
                </a:lnTo>
                <a:lnTo>
                  <a:pt x="86045" y="94426"/>
                </a:lnTo>
                <a:lnTo>
                  <a:pt x="91428" y="85777"/>
                </a:lnTo>
                <a:lnTo>
                  <a:pt x="97404" y="77420"/>
                </a:lnTo>
                <a:lnTo>
                  <a:pt x="103966" y="69355"/>
                </a:lnTo>
                <a:lnTo>
                  <a:pt x="111108" y="61582"/>
                </a:lnTo>
                <a:lnTo>
                  <a:pt x="118820" y="54103"/>
                </a:lnTo>
                <a:lnTo>
                  <a:pt x="127096" y="46916"/>
                </a:lnTo>
                <a:lnTo>
                  <a:pt x="135928" y="40023"/>
                </a:lnTo>
                <a:lnTo>
                  <a:pt x="145309" y="33423"/>
                </a:lnTo>
                <a:lnTo>
                  <a:pt x="155232" y="27116"/>
                </a:lnTo>
                <a:lnTo>
                  <a:pt x="165688" y="21104"/>
                </a:lnTo>
                <a:lnTo>
                  <a:pt x="176671" y="15386"/>
                </a:lnTo>
                <a:lnTo>
                  <a:pt x="188173" y="9963"/>
                </a:lnTo>
                <a:lnTo>
                  <a:pt x="200186" y="4834"/>
                </a:lnTo>
                <a:lnTo>
                  <a:pt x="212703" y="0"/>
                </a:lnTo>
                <a:lnTo>
                  <a:pt x="205794" y="10219"/>
                </a:lnTo>
                <a:lnTo>
                  <a:pt x="200618" y="20504"/>
                </a:lnTo>
                <a:lnTo>
                  <a:pt x="197051" y="30850"/>
                </a:lnTo>
                <a:lnTo>
                  <a:pt x="194967" y="41254"/>
                </a:lnTo>
                <a:lnTo>
                  <a:pt x="194242" y="51710"/>
                </a:lnTo>
                <a:lnTo>
                  <a:pt x="194751" y="62213"/>
                </a:lnTo>
                <a:lnTo>
                  <a:pt x="196368" y="72761"/>
                </a:lnTo>
                <a:lnTo>
                  <a:pt x="198968" y="83347"/>
                </a:lnTo>
                <a:lnTo>
                  <a:pt x="202428" y="93968"/>
                </a:lnTo>
                <a:lnTo>
                  <a:pt x="206621" y="104618"/>
                </a:lnTo>
                <a:lnTo>
                  <a:pt x="211424" y="115294"/>
                </a:lnTo>
                <a:lnTo>
                  <a:pt x="216710" y="125991"/>
                </a:lnTo>
                <a:lnTo>
                  <a:pt x="222355" y="136704"/>
                </a:lnTo>
                <a:lnTo>
                  <a:pt x="228235" y="147428"/>
                </a:lnTo>
                <a:lnTo>
                  <a:pt x="234223" y="158160"/>
                </a:lnTo>
                <a:lnTo>
                  <a:pt x="240196" y="168895"/>
                </a:lnTo>
                <a:lnTo>
                  <a:pt x="246028" y="179627"/>
                </a:lnTo>
                <a:lnTo>
                  <a:pt x="251595" y="190354"/>
                </a:lnTo>
                <a:lnTo>
                  <a:pt x="256771" y="201069"/>
                </a:lnTo>
                <a:lnTo>
                  <a:pt x="261431" y="211769"/>
                </a:lnTo>
                <a:lnTo>
                  <a:pt x="265451" y="222448"/>
                </a:lnTo>
                <a:lnTo>
                  <a:pt x="268706" y="233104"/>
                </a:lnTo>
                <a:lnTo>
                  <a:pt x="271070" y="243730"/>
                </a:lnTo>
                <a:lnTo>
                  <a:pt x="272419" y="254323"/>
                </a:lnTo>
                <a:lnTo>
                  <a:pt x="274257" y="251071"/>
                </a:lnTo>
                <a:lnTo>
                  <a:pt x="276027" y="247730"/>
                </a:lnTo>
                <a:lnTo>
                  <a:pt x="277730" y="244296"/>
                </a:lnTo>
                <a:lnTo>
                  <a:pt x="279365" y="240769"/>
                </a:lnTo>
                <a:lnTo>
                  <a:pt x="280932" y="237147"/>
                </a:lnTo>
                <a:lnTo>
                  <a:pt x="282430" y="233430"/>
                </a:lnTo>
                <a:lnTo>
                  <a:pt x="283861" y="229616"/>
                </a:lnTo>
                <a:lnTo>
                  <a:pt x="285223" y="225703"/>
                </a:lnTo>
                <a:lnTo>
                  <a:pt x="286516" y="221691"/>
                </a:lnTo>
                <a:lnTo>
                  <a:pt x="287741" y="217578"/>
                </a:lnTo>
                <a:lnTo>
                  <a:pt x="288897" y="213362"/>
                </a:lnTo>
                <a:lnTo>
                  <a:pt x="289983" y="209043"/>
                </a:lnTo>
                <a:lnTo>
                  <a:pt x="291000" y="204619"/>
                </a:lnTo>
                <a:lnTo>
                  <a:pt x="291948" y="200089"/>
                </a:lnTo>
                <a:lnTo>
                  <a:pt x="292827" y="195452"/>
                </a:lnTo>
                <a:lnTo>
                  <a:pt x="293636" y="190706"/>
                </a:lnTo>
                <a:lnTo>
                  <a:pt x="294374" y="185850"/>
                </a:lnTo>
                <a:lnTo>
                  <a:pt x="295043" y="180882"/>
                </a:lnTo>
                <a:lnTo>
                  <a:pt x="295642" y="175802"/>
                </a:lnTo>
                <a:lnTo>
                  <a:pt x="296170" y="170609"/>
                </a:lnTo>
                <a:lnTo>
                  <a:pt x="296628" y="165300"/>
                </a:lnTo>
                <a:lnTo>
                  <a:pt x="297015" y="159874"/>
                </a:lnTo>
                <a:lnTo>
                  <a:pt x="297332" y="154331"/>
                </a:lnTo>
                <a:lnTo>
                  <a:pt x="297577" y="148669"/>
                </a:lnTo>
                <a:lnTo>
                  <a:pt x="306423" y="164122"/>
                </a:lnTo>
                <a:lnTo>
                  <a:pt x="313825" y="180242"/>
                </a:lnTo>
                <a:lnTo>
                  <a:pt x="319798" y="196896"/>
                </a:lnTo>
                <a:lnTo>
                  <a:pt x="324357" y="213955"/>
                </a:lnTo>
                <a:lnTo>
                  <a:pt x="327518" y="231286"/>
                </a:lnTo>
                <a:lnTo>
                  <a:pt x="329296" y="248759"/>
                </a:lnTo>
                <a:lnTo>
                  <a:pt x="329706" y="266242"/>
                </a:lnTo>
                <a:lnTo>
                  <a:pt x="328763" y="283605"/>
                </a:lnTo>
                <a:lnTo>
                  <a:pt x="326483" y="300717"/>
                </a:lnTo>
                <a:lnTo>
                  <a:pt x="322880" y="317446"/>
                </a:lnTo>
                <a:lnTo>
                  <a:pt x="317971" y="333661"/>
                </a:lnTo>
                <a:lnTo>
                  <a:pt x="311769" y="349232"/>
                </a:lnTo>
                <a:lnTo>
                  <a:pt x="304291" y="364027"/>
                </a:lnTo>
                <a:lnTo>
                  <a:pt x="295551" y="377915"/>
                </a:lnTo>
                <a:lnTo>
                  <a:pt x="285565" y="390764"/>
                </a:lnTo>
                <a:lnTo>
                  <a:pt x="274348" y="402445"/>
                </a:lnTo>
                <a:lnTo>
                  <a:pt x="261916" y="412826"/>
                </a:lnTo>
                <a:lnTo>
                  <a:pt x="248283" y="421776"/>
                </a:lnTo>
                <a:lnTo>
                  <a:pt x="233464" y="429163"/>
                </a:lnTo>
                <a:lnTo>
                  <a:pt x="217475" y="434857"/>
                </a:lnTo>
                <a:lnTo>
                  <a:pt x="200332" y="438727"/>
                </a:lnTo>
                <a:lnTo>
                  <a:pt x="182049" y="440641"/>
                </a:lnTo>
                <a:lnTo>
                  <a:pt x="162641" y="440468"/>
                </a:lnTo>
                <a:lnTo>
                  <a:pt x="142124" y="438078"/>
                </a:lnTo>
                <a:lnTo>
                  <a:pt x="140193" y="437743"/>
                </a:lnTo>
                <a:lnTo>
                  <a:pt x="138268" y="437384"/>
                </a:lnTo>
                <a:lnTo>
                  <a:pt x="136349" y="437000"/>
                </a:lnTo>
                <a:lnTo>
                  <a:pt x="134438" y="436592"/>
                </a:lnTo>
                <a:lnTo>
                  <a:pt x="132534" y="436159"/>
                </a:lnTo>
                <a:lnTo>
                  <a:pt x="130637" y="435702"/>
                </a:lnTo>
                <a:lnTo>
                  <a:pt x="128749" y="435221"/>
                </a:lnTo>
                <a:lnTo>
                  <a:pt x="126868" y="434715"/>
                </a:lnTo>
                <a:lnTo>
                  <a:pt x="124996" y="434184"/>
                </a:lnTo>
                <a:lnTo>
                  <a:pt x="123133" y="433629"/>
                </a:lnTo>
                <a:lnTo>
                  <a:pt x="121280" y="433050"/>
                </a:lnTo>
                <a:lnTo>
                  <a:pt x="119436" y="432445"/>
                </a:lnTo>
                <a:lnTo>
                  <a:pt x="117601" y="431816"/>
                </a:lnTo>
                <a:lnTo>
                  <a:pt x="115777" y="431163"/>
                </a:lnTo>
                <a:lnTo>
                  <a:pt x="113964" y="430484"/>
                </a:lnTo>
                <a:lnTo>
                  <a:pt x="112161" y="429781"/>
                </a:lnTo>
                <a:lnTo>
                  <a:pt x="110369" y="429053"/>
                </a:lnTo>
                <a:lnTo>
                  <a:pt x="108589" y="428301"/>
                </a:lnTo>
                <a:lnTo>
                  <a:pt x="106821" y="427523"/>
                </a:lnTo>
                <a:lnTo>
                  <a:pt x="105065" y="426721"/>
                </a:lnTo>
                <a:lnTo>
                  <a:pt x="103321" y="425893"/>
                </a:lnTo>
                <a:lnTo>
                  <a:pt x="101590" y="425041"/>
                </a:lnTo>
                <a:lnTo>
                  <a:pt x="99872" y="424164"/>
                </a:lnTo>
                <a:lnTo>
                  <a:pt x="98168" y="423261"/>
                </a:lnTo>
                <a:lnTo>
                  <a:pt x="90614" y="418945"/>
                </a:lnTo>
                <a:lnTo>
                  <a:pt x="83324" y="414243"/>
                </a:lnTo>
                <a:lnTo>
                  <a:pt x="76302" y="409172"/>
                </a:lnTo>
                <a:lnTo>
                  <a:pt x="69554" y="403751"/>
                </a:lnTo>
                <a:lnTo>
                  <a:pt x="63084" y="397999"/>
                </a:lnTo>
                <a:lnTo>
                  <a:pt x="56898" y="391933"/>
                </a:lnTo>
                <a:lnTo>
                  <a:pt x="51001" y="385573"/>
                </a:lnTo>
                <a:lnTo>
                  <a:pt x="45398" y="378935"/>
                </a:lnTo>
                <a:lnTo>
                  <a:pt x="40095" y="372039"/>
                </a:lnTo>
                <a:lnTo>
                  <a:pt x="35097" y="364902"/>
                </a:lnTo>
                <a:lnTo>
                  <a:pt x="30408" y="357543"/>
                </a:lnTo>
                <a:lnTo>
                  <a:pt x="26034" y="349981"/>
                </a:lnTo>
                <a:lnTo>
                  <a:pt x="21980" y="342233"/>
                </a:lnTo>
                <a:lnTo>
                  <a:pt x="18252" y="334317"/>
                </a:lnTo>
                <a:lnTo>
                  <a:pt x="14854" y="326253"/>
                </a:lnTo>
                <a:lnTo>
                  <a:pt x="11792" y="318058"/>
                </a:lnTo>
                <a:lnTo>
                  <a:pt x="9070" y="309750"/>
                </a:lnTo>
                <a:lnTo>
                  <a:pt x="6695" y="301348"/>
                </a:lnTo>
                <a:lnTo>
                  <a:pt x="4671" y="292871"/>
                </a:lnTo>
                <a:lnTo>
                  <a:pt x="3003" y="284335"/>
                </a:lnTo>
                <a:lnTo>
                  <a:pt x="1697" y="275760"/>
                </a:lnTo>
                <a:lnTo>
                  <a:pt x="758" y="267164"/>
                </a:lnTo>
                <a:lnTo>
                  <a:pt x="190" y="258565"/>
                </a:lnTo>
                <a:lnTo>
                  <a:pt x="0" y="249982"/>
                </a:lnTo>
                <a:lnTo>
                  <a:pt x="96" y="244544"/>
                </a:lnTo>
                <a:lnTo>
                  <a:pt x="380" y="239157"/>
                </a:lnTo>
                <a:lnTo>
                  <a:pt x="847" y="233822"/>
                </a:lnTo>
                <a:lnTo>
                  <a:pt x="1491" y="228540"/>
                </a:lnTo>
                <a:lnTo>
                  <a:pt x="2305" y="223313"/>
                </a:lnTo>
                <a:lnTo>
                  <a:pt x="3286" y="218142"/>
                </a:lnTo>
                <a:lnTo>
                  <a:pt x="4425" y="213029"/>
                </a:lnTo>
                <a:lnTo>
                  <a:pt x="5719" y="207974"/>
                </a:lnTo>
                <a:lnTo>
                  <a:pt x="7161" y="202980"/>
                </a:lnTo>
                <a:lnTo>
                  <a:pt x="8746" y="198048"/>
                </a:lnTo>
                <a:lnTo>
                  <a:pt x="10467" y="193179"/>
                </a:lnTo>
                <a:lnTo>
                  <a:pt x="12320" y="188374"/>
                </a:lnTo>
                <a:lnTo>
                  <a:pt x="14298" y="183636"/>
                </a:lnTo>
                <a:lnTo>
                  <a:pt x="16396" y="178965"/>
                </a:lnTo>
                <a:lnTo>
                  <a:pt x="18608" y="174364"/>
                </a:lnTo>
                <a:lnTo>
                  <a:pt x="20928" y="169833"/>
                </a:lnTo>
                <a:lnTo>
                  <a:pt x="23351" y="165374"/>
                </a:lnTo>
                <a:lnTo>
                  <a:pt x="25871" y="160988"/>
                </a:lnTo>
                <a:lnTo>
                  <a:pt x="28482" y="156676"/>
                </a:lnTo>
                <a:lnTo>
                  <a:pt x="31178" y="152441"/>
                </a:lnTo>
                <a:lnTo>
                  <a:pt x="33955" y="148284"/>
                </a:lnTo>
                <a:lnTo>
                  <a:pt x="36805" y="144206"/>
                </a:lnTo>
                <a:lnTo>
                  <a:pt x="39724" y="140208"/>
                </a:lnTo>
                <a:lnTo>
                  <a:pt x="42705" y="136292"/>
                </a:lnTo>
                <a:lnTo>
                  <a:pt x="43126" y="140045"/>
                </a:lnTo>
                <a:lnTo>
                  <a:pt x="43587" y="143714"/>
                </a:lnTo>
                <a:lnTo>
                  <a:pt x="44088" y="147297"/>
                </a:lnTo>
                <a:lnTo>
                  <a:pt x="44632" y="150791"/>
                </a:lnTo>
                <a:lnTo>
                  <a:pt x="45219" y="154191"/>
                </a:lnTo>
                <a:lnTo>
                  <a:pt x="45851" y="157495"/>
                </a:lnTo>
                <a:lnTo>
                  <a:pt x="46529" y="160699"/>
                </a:lnTo>
                <a:lnTo>
                  <a:pt x="47255" y="163802"/>
                </a:lnTo>
                <a:lnTo>
                  <a:pt x="48031" y="166798"/>
                </a:lnTo>
                <a:lnTo>
                  <a:pt x="48857" y="169686"/>
                </a:lnTo>
                <a:lnTo>
                  <a:pt x="49734" y="172462"/>
                </a:lnTo>
                <a:lnTo>
                  <a:pt x="50665" y="175123"/>
                </a:lnTo>
                <a:lnTo>
                  <a:pt x="51651" y="177665"/>
                </a:lnTo>
                <a:lnTo>
                  <a:pt x="52693" y="180086"/>
                </a:lnTo>
                <a:lnTo>
                  <a:pt x="53792" y="182382"/>
                </a:lnTo>
                <a:lnTo>
                  <a:pt x="54951" y="184551"/>
                </a:lnTo>
                <a:lnTo>
                  <a:pt x="56169" y="186589"/>
                </a:lnTo>
                <a:lnTo>
                  <a:pt x="57450" y="188492"/>
                </a:lnTo>
                <a:lnTo>
                  <a:pt x="58793" y="190259"/>
                </a:lnTo>
                <a:lnTo>
                  <a:pt x="60201" y="191885"/>
                </a:lnTo>
                <a:lnTo>
                  <a:pt x="61675" y="193367"/>
                </a:lnTo>
                <a:lnTo>
                  <a:pt x="63216" y="194703"/>
                </a:lnTo>
                <a:close/>
              </a:path>
            </a:pathLst>
          </a:custGeom>
          <a:solidFill xmlns:a="http://schemas.openxmlformats.org/drawingml/2006/main">
            <a:srgbClr val="EC6F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C3AB1-A99B-46C8-91FF-6C7D8C45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996" y="5898780"/>
            <a:ext cx="178675" cy="251563"/>
          </a:xfrm>
          <a:custGeom xmlns:a="http://schemas.openxmlformats.org/drawingml/2006/main">
            <a:pathLst>
              <a:path w="178675" h="251563">
                <a:moveTo>
                  <a:pt x="43531" y="141867"/>
                </a:moveTo>
                <a:lnTo>
                  <a:pt x="44589" y="142659"/>
                </a:lnTo>
                <a:lnTo>
                  <a:pt x="45535" y="143252"/>
                </a:lnTo>
                <a:lnTo>
                  <a:pt x="43469" y="137485"/>
                </a:lnTo>
                <a:lnTo>
                  <a:pt x="41620" y="131462"/>
                </a:lnTo>
                <a:lnTo>
                  <a:pt x="40000" y="125216"/>
                </a:lnTo>
                <a:lnTo>
                  <a:pt x="38620" y="118778"/>
                </a:lnTo>
                <a:lnTo>
                  <a:pt x="37492" y="112183"/>
                </a:lnTo>
                <a:lnTo>
                  <a:pt x="36628" y="105461"/>
                </a:lnTo>
                <a:lnTo>
                  <a:pt x="36038" y="98646"/>
                </a:lnTo>
                <a:lnTo>
                  <a:pt x="35735" y="91770"/>
                </a:lnTo>
                <a:lnTo>
                  <a:pt x="35729" y="84866"/>
                </a:lnTo>
                <a:lnTo>
                  <a:pt x="36033" y="77965"/>
                </a:lnTo>
                <a:lnTo>
                  <a:pt x="36658" y="71102"/>
                </a:lnTo>
                <a:lnTo>
                  <a:pt x="37615" y="64307"/>
                </a:lnTo>
                <a:lnTo>
                  <a:pt x="38915" y="57614"/>
                </a:lnTo>
                <a:lnTo>
                  <a:pt x="40571" y="51056"/>
                </a:lnTo>
                <a:lnTo>
                  <a:pt x="42594" y="44664"/>
                </a:lnTo>
                <a:lnTo>
                  <a:pt x="44995" y="38471"/>
                </a:lnTo>
                <a:lnTo>
                  <a:pt x="47785" y="32510"/>
                </a:lnTo>
                <a:lnTo>
                  <a:pt x="50977" y="26813"/>
                </a:lnTo>
                <a:lnTo>
                  <a:pt x="54582" y="21412"/>
                </a:lnTo>
                <a:lnTo>
                  <a:pt x="58611" y="16341"/>
                </a:lnTo>
                <a:lnTo>
                  <a:pt x="63075" y="11632"/>
                </a:lnTo>
                <a:lnTo>
                  <a:pt x="67987" y="7317"/>
                </a:lnTo>
                <a:lnTo>
                  <a:pt x="73358" y="3429"/>
                </a:lnTo>
                <a:lnTo>
                  <a:pt x="79198" y="0"/>
                </a:lnTo>
                <a:lnTo>
                  <a:pt x="79655" y="10080"/>
                </a:lnTo>
                <a:lnTo>
                  <a:pt x="80885" y="19466"/>
                </a:lnTo>
                <a:lnTo>
                  <a:pt x="82811" y="28223"/>
                </a:lnTo>
                <a:lnTo>
                  <a:pt x="85354" y="36419"/>
                </a:lnTo>
                <a:lnTo>
                  <a:pt x="88437" y="44117"/>
                </a:lnTo>
                <a:lnTo>
                  <a:pt x="91983" y="51385"/>
                </a:lnTo>
                <a:lnTo>
                  <a:pt x="95913" y="58287"/>
                </a:lnTo>
                <a:lnTo>
                  <a:pt x="100150" y="64890"/>
                </a:lnTo>
                <a:lnTo>
                  <a:pt x="104618" y="71259"/>
                </a:lnTo>
                <a:lnTo>
                  <a:pt x="109237" y="77460"/>
                </a:lnTo>
                <a:lnTo>
                  <a:pt x="113930" y="83559"/>
                </a:lnTo>
                <a:lnTo>
                  <a:pt x="118620" y="89622"/>
                </a:lnTo>
                <a:lnTo>
                  <a:pt x="123229" y="95714"/>
                </a:lnTo>
                <a:lnTo>
                  <a:pt x="127680" y="101901"/>
                </a:lnTo>
                <a:lnTo>
                  <a:pt x="131894" y="108249"/>
                </a:lnTo>
                <a:lnTo>
                  <a:pt x="135794" y="114823"/>
                </a:lnTo>
                <a:lnTo>
                  <a:pt x="139303" y="121690"/>
                </a:lnTo>
                <a:lnTo>
                  <a:pt x="142343" y="128915"/>
                </a:lnTo>
                <a:lnTo>
                  <a:pt x="144836" y="136564"/>
                </a:lnTo>
                <a:lnTo>
                  <a:pt x="146705" y="144703"/>
                </a:lnTo>
                <a:lnTo>
                  <a:pt x="147871" y="153397"/>
                </a:lnTo>
                <a:lnTo>
                  <a:pt x="148258" y="162712"/>
                </a:lnTo>
                <a:lnTo>
                  <a:pt x="147788" y="172714"/>
                </a:lnTo>
                <a:lnTo>
                  <a:pt x="146383" y="183468"/>
                </a:lnTo>
                <a:lnTo>
                  <a:pt x="148098" y="181428"/>
                </a:lnTo>
                <a:lnTo>
                  <a:pt x="149741" y="179296"/>
                </a:lnTo>
                <a:lnTo>
                  <a:pt x="151313" y="177077"/>
                </a:lnTo>
                <a:lnTo>
                  <a:pt x="152815" y="174778"/>
                </a:lnTo>
                <a:lnTo>
                  <a:pt x="154246" y="172405"/>
                </a:lnTo>
                <a:lnTo>
                  <a:pt x="155607" y="169965"/>
                </a:lnTo>
                <a:lnTo>
                  <a:pt x="156899" y="167464"/>
                </a:lnTo>
                <a:lnTo>
                  <a:pt x="158122" y="164910"/>
                </a:lnTo>
                <a:lnTo>
                  <a:pt x="159276" y="162308"/>
                </a:lnTo>
                <a:lnTo>
                  <a:pt x="160363" y="159664"/>
                </a:lnTo>
                <a:lnTo>
                  <a:pt x="161382" y="156986"/>
                </a:lnTo>
                <a:lnTo>
                  <a:pt x="162335" y="154279"/>
                </a:lnTo>
                <a:lnTo>
                  <a:pt x="163221" y="151550"/>
                </a:lnTo>
                <a:lnTo>
                  <a:pt x="164041" y="148806"/>
                </a:lnTo>
                <a:lnTo>
                  <a:pt x="164795" y="146053"/>
                </a:lnTo>
                <a:lnTo>
                  <a:pt x="165485" y="143298"/>
                </a:lnTo>
                <a:lnTo>
                  <a:pt x="166110" y="140547"/>
                </a:lnTo>
                <a:lnTo>
                  <a:pt x="166670" y="137806"/>
                </a:lnTo>
                <a:lnTo>
                  <a:pt x="167168" y="135082"/>
                </a:lnTo>
                <a:lnTo>
                  <a:pt x="167602" y="132381"/>
                </a:lnTo>
                <a:lnTo>
                  <a:pt x="167974" y="129710"/>
                </a:lnTo>
                <a:lnTo>
                  <a:pt x="168283" y="127076"/>
                </a:lnTo>
                <a:lnTo>
                  <a:pt x="168531" y="124484"/>
                </a:lnTo>
                <a:lnTo>
                  <a:pt x="168718" y="121941"/>
                </a:lnTo>
                <a:lnTo>
                  <a:pt x="171292" y="128273"/>
                </a:lnTo>
                <a:lnTo>
                  <a:pt x="173463" y="134494"/>
                </a:lnTo>
                <a:lnTo>
                  <a:pt x="175244" y="140601"/>
                </a:lnTo>
                <a:lnTo>
                  <a:pt x="176644" y="146587"/>
                </a:lnTo>
                <a:lnTo>
                  <a:pt x="177675" y="152451"/>
                </a:lnTo>
                <a:lnTo>
                  <a:pt x="178348" y="158186"/>
                </a:lnTo>
                <a:lnTo>
                  <a:pt x="178675" y="163789"/>
                </a:lnTo>
                <a:lnTo>
                  <a:pt x="178665" y="169256"/>
                </a:lnTo>
                <a:lnTo>
                  <a:pt x="178330" y="174582"/>
                </a:lnTo>
                <a:lnTo>
                  <a:pt x="177681" y="179764"/>
                </a:lnTo>
                <a:lnTo>
                  <a:pt x="176729" y="184796"/>
                </a:lnTo>
                <a:lnTo>
                  <a:pt x="175486" y="189675"/>
                </a:lnTo>
                <a:lnTo>
                  <a:pt x="173961" y="194396"/>
                </a:lnTo>
                <a:lnTo>
                  <a:pt x="172167" y="198955"/>
                </a:lnTo>
                <a:lnTo>
                  <a:pt x="170114" y="203348"/>
                </a:lnTo>
                <a:lnTo>
                  <a:pt x="167813" y="207570"/>
                </a:lnTo>
                <a:lnTo>
                  <a:pt x="165275" y="211618"/>
                </a:lnTo>
                <a:lnTo>
                  <a:pt x="162512" y="215486"/>
                </a:lnTo>
                <a:lnTo>
                  <a:pt x="159534" y="219171"/>
                </a:lnTo>
                <a:lnTo>
                  <a:pt x="156352" y="222669"/>
                </a:lnTo>
                <a:lnTo>
                  <a:pt x="152977" y="225975"/>
                </a:lnTo>
                <a:lnTo>
                  <a:pt x="149421" y="229085"/>
                </a:lnTo>
                <a:lnTo>
                  <a:pt x="145695" y="231994"/>
                </a:lnTo>
                <a:lnTo>
                  <a:pt x="141809" y="234699"/>
                </a:lnTo>
                <a:lnTo>
                  <a:pt x="129840" y="241630"/>
                </a:lnTo>
                <a:lnTo>
                  <a:pt x="118065" y="246673"/>
                </a:lnTo>
                <a:lnTo>
                  <a:pt x="106537" y="249938"/>
                </a:lnTo>
                <a:lnTo>
                  <a:pt x="95312" y="251532"/>
                </a:lnTo>
                <a:lnTo>
                  <a:pt x="84443" y="251563"/>
                </a:lnTo>
                <a:lnTo>
                  <a:pt x="73985" y="250141"/>
                </a:lnTo>
                <a:lnTo>
                  <a:pt x="63991" y="247373"/>
                </a:lnTo>
                <a:lnTo>
                  <a:pt x="54515" y="243367"/>
                </a:lnTo>
                <a:lnTo>
                  <a:pt x="45612" y="238233"/>
                </a:lnTo>
                <a:lnTo>
                  <a:pt x="37337" y="232077"/>
                </a:lnTo>
                <a:lnTo>
                  <a:pt x="29742" y="225010"/>
                </a:lnTo>
                <a:lnTo>
                  <a:pt x="22882" y="217138"/>
                </a:lnTo>
                <a:lnTo>
                  <a:pt x="16812" y="208570"/>
                </a:lnTo>
                <a:lnTo>
                  <a:pt x="11585" y="199414"/>
                </a:lnTo>
                <a:lnTo>
                  <a:pt x="7256" y="189780"/>
                </a:lnTo>
                <a:lnTo>
                  <a:pt x="3879" y="179774"/>
                </a:lnTo>
                <a:lnTo>
                  <a:pt x="1508" y="169506"/>
                </a:lnTo>
                <a:lnTo>
                  <a:pt x="197" y="159084"/>
                </a:lnTo>
                <a:lnTo>
                  <a:pt x="0" y="148616"/>
                </a:lnTo>
                <a:lnTo>
                  <a:pt x="972" y="138210"/>
                </a:lnTo>
                <a:lnTo>
                  <a:pt x="3166" y="127974"/>
                </a:lnTo>
                <a:lnTo>
                  <a:pt x="6636" y="118018"/>
                </a:lnTo>
                <a:lnTo>
                  <a:pt x="11438" y="108449"/>
                </a:lnTo>
                <a:lnTo>
                  <a:pt x="17625" y="99376"/>
                </a:lnTo>
                <a:lnTo>
                  <a:pt x="17923" y="101382"/>
                </a:lnTo>
                <a:lnTo>
                  <a:pt x="18391" y="103465"/>
                </a:lnTo>
                <a:lnTo>
                  <a:pt x="19016" y="105612"/>
                </a:lnTo>
                <a:lnTo>
                  <a:pt x="19784" y="107810"/>
                </a:lnTo>
                <a:lnTo>
                  <a:pt x="20682" y="110047"/>
                </a:lnTo>
                <a:lnTo>
                  <a:pt x="21699" y="112310"/>
                </a:lnTo>
                <a:lnTo>
                  <a:pt x="22821" y="114587"/>
                </a:lnTo>
                <a:lnTo>
                  <a:pt x="24035" y="116866"/>
                </a:lnTo>
                <a:lnTo>
                  <a:pt x="25328" y="119133"/>
                </a:lnTo>
                <a:lnTo>
                  <a:pt x="26688" y="121376"/>
                </a:lnTo>
                <a:lnTo>
                  <a:pt x="28101" y="123582"/>
                </a:lnTo>
                <a:lnTo>
                  <a:pt x="29556" y="125740"/>
                </a:lnTo>
                <a:lnTo>
                  <a:pt x="31039" y="127836"/>
                </a:lnTo>
                <a:lnTo>
                  <a:pt x="32537" y="129858"/>
                </a:lnTo>
                <a:lnTo>
                  <a:pt x="34037" y="131794"/>
                </a:lnTo>
                <a:lnTo>
                  <a:pt x="35527" y="133630"/>
                </a:lnTo>
                <a:lnTo>
                  <a:pt x="36994" y="135355"/>
                </a:lnTo>
                <a:lnTo>
                  <a:pt x="38425" y="136956"/>
                </a:lnTo>
                <a:lnTo>
                  <a:pt x="39807" y="138420"/>
                </a:lnTo>
                <a:lnTo>
                  <a:pt x="41127" y="139735"/>
                </a:lnTo>
                <a:lnTo>
                  <a:pt x="42373" y="140888"/>
                </a:lnTo>
                <a:lnTo>
                  <a:pt x="43531" y="141867"/>
                </a:lnTo>
                <a:close/>
              </a:path>
            </a:pathLst>
          </a:custGeom>
          <a:solidFill xmlns:a="http://schemas.openxmlformats.org/drawingml/2006/main">
            <a:srgbClr val="FAD15C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c964a18b04aa4"/>
          <a:stretch xmlns:a="http://schemas.openxmlformats.org/drawingml/2006/main"/>
        </p:blipFill>
        <p:spPr>
          <a:xfrm xmlns:a="http://schemas.openxmlformats.org/drawingml/2006/main">
            <a:off x="11374938" y="4301403"/>
            <a:ext cx="284524" cy="284524"/>
          </a:xfrm>
          <a:prstGeom xmlns:a="http://schemas.openxmlformats.org/drawingml/2006/main" prst="rect">
            <a:avLst/>
          </a:prstGeom>
        </p:spPr>
      </p:pic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E071E-3CC7-430A-88B6-1229BC1A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7608" y="4300077"/>
            <a:ext cx="176335" cy="235702"/>
          </a:xfrm>
          <a:custGeom xmlns:a="http://schemas.openxmlformats.org/drawingml/2006/main">
            <a:pathLst>
              <a:path w="176335" h="235702">
                <a:moveTo>
                  <a:pt x="33809" y="104148"/>
                </a:moveTo>
                <a:lnTo>
                  <a:pt x="34670" y="104782"/>
                </a:lnTo>
                <a:lnTo>
                  <a:pt x="35569" y="105335"/>
                </a:lnTo>
                <a:lnTo>
                  <a:pt x="35054" y="99154"/>
                </a:lnTo>
                <a:lnTo>
                  <a:pt x="34896" y="93128"/>
                </a:lnTo>
                <a:lnTo>
                  <a:pt x="35091" y="87256"/>
                </a:lnTo>
                <a:lnTo>
                  <a:pt x="35636" y="81540"/>
                </a:lnTo>
                <a:lnTo>
                  <a:pt x="36526" y="75980"/>
                </a:lnTo>
                <a:lnTo>
                  <a:pt x="37758" y="70574"/>
                </a:lnTo>
                <a:lnTo>
                  <a:pt x="39327" y="65324"/>
                </a:lnTo>
                <a:lnTo>
                  <a:pt x="41230" y="60230"/>
                </a:lnTo>
                <a:lnTo>
                  <a:pt x="43462" y="55292"/>
                </a:lnTo>
                <a:lnTo>
                  <a:pt x="46019" y="50509"/>
                </a:lnTo>
                <a:lnTo>
                  <a:pt x="48898" y="45883"/>
                </a:lnTo>
                <a:lnTo>
                  <a:pt x="52094" y="41412"/>
                </a:lnTo>
                <a:lnTo>
                  <a:pt x="55604" y="37098"/>
                </a:lnTo>
                <a:lnTo>
                  <a:pt x="59423" y="32941"/>
                </a:lnTo>
                <a:lnTo>
                  <a:pt x="63548" y="28940"/>
                </a:lnTo>
                <a:lnTo>
                  <a:pt x="67974" y="25096"/>
                </a:lnTo>
                <a:lnTo>
                  <a:pt x="72698" y="21408"/>
                </a:lnTo>
                <a:lnTo>
                  <a:pt x="77715" y="17878"/>
                </a:lnTo>
                <a:lnTo>
                  <a:pt x="83022" y="14505"/>
                </a:lnTo>
                <a:lnTo>
                  <a:pt x="88614" y="11289"/>
                </a:lnTo>
                <a:lnTo>
                  <a:pt x="94488" y="8230"/>
                </a:lnTo>
                <a:lnTo>
                  <a:pt x="100640" y="5329"/>
                </a:lnTo>
                <a:lnTo>
                  <a:pt x="107065" y="2586"/>
                </a:lnTo>
                <a:lnTo>
                  <a:pt x="113759" y="0"/>
                </a:lnTo>
                <a:lnTo>
                  <a:pt x="110064" y="5466"/>
                </a:lnTo>
                <a:lnTo>
                  <a:pt x="107296" y="10968"/>
                </a:lnTo>
                <a:lnTo>
                  <a:pt x="105388" y="16502"/>
                </a:lnTo>
                <a:lnTo>
                  <a:pt x="104274" y="22067"/>
                </a:lnTo>
                <a:lnTo>
                  <a:pt x="103886" y="27660"/>
                </a:lnTo>
                <a:lnTo>
                  <a:pt x="104158" y="33278"/>
                </a:lnTo>
                <a:lnTo>
                  <a:pt x="105023" y="38920"/>
                </a:lnTo>
                <a:lnTo>
                  <a:pt x="106413" y="44583"/>
                </a:lnTo>
                <a:lnTo>
                  <a:pt x="108264" y="50264"/>
                </a:lnTo>
                <a:lnTo>
                  <a:pt x="110507" y="55961"/>
                </a:lnTo>
                <a:lnTo>
                  <a:pt x="113075" y="61672"/>
                </a:lnTo>
                <a:lnTo>
                  <a:pt x="115902" y="67393"/>
                </a:lnTo>
                <a:lnTo>
                  <a:pt x="118921" y="73124"/>
                </a:lnTo>
                <a:lnTo>
                  <a:pt x="122066" y="78860"/>
                </a:lnTo>
                <a:lnTo>
                  <a:pt x="125269" y="84601"/>
                </a:lnTo>
                <a:lnTo>
                  <a:pt x="128463" y="90343"/>
                </a:lnTo>
                <a:lnTo>
                  <a:pt x="131582" y="96084"/>
                </a:lnTo>
                <a:lnTo>
                  <a:pt x="134560" y="101821"/>
                </a:lnTo>
                <a:lnTo>
                  <a:pt x="137328" y="107553"/>
                </a:lnTo>
                <a:lnTo>
                  <a:pt x="139820" y="113276"/>
                </a:lnTo>
                <a:lnTo>
                  <a:pt x="141970" y="118989"/>
                </a:lnTo>
                <a:lnTo>
                  <a:pt x="143711" y="124689"/>
                </a:lnTo>
                <a:lnTo>
                  <a:pt x="144975" y="130373"/>
                </a:lnTo>
                <a:lnTo>
                  <a:pt x="145697" y="136039"/>
                </a:lnTo>
                <a:lnTo>
                  <a:pt x="146680" y="134300"/>
                </a:lnTo>
                <a:lnTo>
                  <a:pt x="147627" y="132512"/>
                </a:lnTo>
                <a:lnTo>
                  <a:pt x="148537" y="130675"/>
                </a:lnTo>
                <a:lnTo>
                  <a:pt x="149412" y="128789"/>
                </a:lnTo>
                <a:lnTo>
                  <a:pt x="150250" y="126852"/>
                </a:lnTo>
                <a:lnTo>
                  <a:pt x="151051" y="124863"/>
                </a:lnTo>
                <a:lnTo>
                  <a:pt x="151816" y="122823"/>
                </a:lnTo>
                <a:lnTo>
                  <a:pt x="152545" y="120730"/>
                </a:lnTo>
                <a:lnTo>
                  <a:pt x="153236" y="118584"/>
                </a:lnTo>
                <a:lnTo>
                  <a:pt x="153891" y="116384"/>
                </a:lnTo>
                <a:lnTo>
                  <a:pt x="154509" y="114129"/>
                </a:lnTo>
                <a:lnTo>
                  <a:pt x="155091" y="111819"/>
                </a:lnTo>
                <a:lnTo>
                  <a:pt x="155635" y="109452"/>
                </a:lnTo>
                <a:lnTo>
                  <a:pt x="156142" y="107029"/>
                </a:lnTo>
                <a:lnTo>
                  <a:pt x="156611" y="104549"/>
                </a:lnTo>
                <a:lnTo>
                  <a:pt x="157044" y="102010"/>
                </a:lnTo>
                <a:lnTo>
                  <a:pt x="157439" y="99412"/>
                </a:lnTo>
                <a:lnTo>
                  <a:pt x="157797" y="96755"/>
                </a:lnTo>
                <a:lnTo>
                  <a:pt x="158117" y="94038"/>
                </a:lnTo>
                <a:lnTo>
                  <a:pt x="158400" y="91260"/>
                </a:lnTo>
                <a:lnTo>
                  <a:pt x="158644" y="88420"/>
                </a:lnTo>
                <a:lnTo>
                  <a:pt x="158852" y="85518"/>
                </a:lnTo>
                <a:lnTo>
                  <a:pt x="159021" y="82553"/>
                </a:lnTo>
                <a:lnTo>
                  <a:pt x="159152" y="79524"/>
                </a:lnTo>
                <a:lnTo>
                  <a:pt x="163883" y="87790"/>
                </a:lnTo>
                <a:lnTo>
                  <a:pt x="167842" y="96413"/>
                </a:lnTo>
                <a:lnTo>
                  <a:pt x="171036" y="105321"/>
                </a:lnTo>
                <a:lnTo>
                  <a:pt x="173475" y="114446"/>
                </a:lnTo>
                <a:lnTo>
                  <a:pt x="175165" y="123716"/>
                </a:lnTo>
                <a:lnTo>
                  <a:pt x="176116" y="133063"/>
                </a:lnTo>
                <a:lnTo>
                  <a:pt x="176335" y="142415"/>
                </a:lnTo>
                <a:lnTo>
                  <a:pt x="175831" y="151702"/>
                </a:lnTo>
                <a:lnTo>
                  <a:pt x="174612" y="160855"/>
                </a:lnTo>
                <a:lnTo>
                  <a:pt x="172685" y="169804"/>
                </a:lnTo>
                <a:lnTo>
                  <a:pt x="170059" y="178478"/>
                </a:lnTo>
                <a:lnTo>
                  <a:pt x="166742" y="186806"/>
                </a:lnTo>
                <a:lnTo>
                  <a:pt x="162743" y="194720"/>
                </a:lnTo>
                <a:lnTo>
                  <a:pt x="158069" y="202149"/>
                </a:lnTo>
                <a:lnTo>
                  <a:pt x="152728" y="209023"/>
                </a:lnTo>
                <a:lnTo>
                  <a:pt x="146729" y="215271"/>
                </a:lnTo>
                <a:lnTo>
                  <a:pt x="140079" y="220824"/>
                </a:lnTo>
                <a:lnTo>
                  <a:pt x="132788" y="225611"/>
                </a:lnTo>
                <a:lnTo>
                  <a:pt x="124863" y="229562"/>
                </a:lnTo>
                <a:lnTo>
                  <a:pt x="116312" y="232608"/>
                </a:lnTo>
                <a:lnTo>
                  <a:pt x="107143" y="234678"/>
                </a:lnTo>
                <a:lnTo>
                  <a:pt x="97364" y="235702"/>
                </a:lnTo>
                <a:lnTo>
                  <a:pt x="86985" y="235609"/>
                </a:lnTo>
                <a:lnTo>
                  <a:pt x="76011" y="234331"/>
                </a:lnTo>
                <a:lnTo>
                  <a:pt x="74979" y="234152"/>
                </a:lnTo>
                <a:lnTo>
                  <a:pt x="73949" y="233959"/>
                </a:lnTo>
                <a:lnTo>
                  <a:pt x="72923" y="233754"/>
                </a:lnTo>
                <a:lnTo>
                  <a:pt x="71901" y="233536"/>
                </a:lnTo>
                <a:lnTo>
                  <a:pt x="70882" y="233305"/>
                </a:lnTo>
                <a:lnTo>
                  <a:pt x="69868" y="233060"/>
                </a:lnTo>
                <a:lnTo>
                  <a:pt x="68858" y="232803"/>
                </a:lnTo>
                <a:lnTo>
                  <a:pt x="67852" y="232532"/>
                </a:lnTo>
                <a:lnTo>
                  <a:pt x="66851" y="232248"/>
                </a:lnTo>
                <a:lnTo>
                  <a:pt x="65855" y="231951"/>
                </a:lnTo>
                <a:lnTo>
                  <a:pt x="64864" y="231641"/>
                </a:lnTo>
                <a:lnTo>
                  <a:pt x="63877" y="231318"/>
                </a:lnTo>
                <a:lnTo>
                  <a:pt x="62896" y="230982"/>
                </a:lnTo>
                <a:lnTo>
                  <a:pt x="61921" y="230632"/>
                </a:lnTo>
                <a:lnTo>
                  <a:pt x="60951" y="230269"/>
                </a:lnTo>
                <a:lnTo>
                  <a:pt x="59986" y="229893"/>
                </a:lnTo>
                <a:lnTo>
                  <a:pt x="59028" y="229504"/>
                </a:lnTo>
                <a:lnTo>
                  <a:pt x="58076" y="229101"/>
                </a:lnTo>
                <a:lnTo>
                  <a:pt x="57130" y="228685"/>
                </a:lnTo>
                <a:lnTo>
                  <a:pt x="56191" y="228256"/>
                </a:lnTo>
                <a:lnTo>
                  <a:pt x="55259" y="227813"/>
                </a:lnTo>
                <a:lnTo>
                  <a:pt x="54333" y="227357"/>
                </a:lnTo>
                <a:lnTo>
                  <a:pt x="53414" y="226888"/>
                </a:lnTo>
                <a:lnTo>
                  <a:pt x="52503" y="226405"/>
                </a:lnTo>
                <a:lnTo>
                  <a:pt x="48463" y="224097"/>
                </a:lnTo>
                <a:lnTo>
                  <a:pt x="44564" y="221581"/>
                </a:lnTo>
                <a:lnTo>
                  <a:pt x="40808" y="218869"/>
                </a:lnTo>
                <a:lnTo>
                  <a:pt x="37199" y="215969"/>
                </a:lnTo>
                <a:lnTo>
                  <a:pt x="33739" y="212892"/>
                </a:lnTo>
                <a:lnTo>
                  <a:pt x="30430" y="209648"/>
                </a:lnTo>
                <a:lnTo>
                  <a:pt x="27277" y="206245"/>
                </a:lnTo>
                <a:lnTo>
                  <a:pt x="24280" y="202695"/>
                </a:lnTo>
                <a:lnTo>
                  <a:pt x="21444" y="199006"/>
                </a:lnTo>
                <a:lnTo>
                  <a:pt x="18771" y="195189"/>
                </a:lnTo>
                <a:lnTo>
                  <a:pt x="16263" y="191252"/>
                </a:lnTo>
                <a:lnTo>
                  <a:pt x="13924" y="187207"/>
                </a:lnTo>
                <a:lnTo>
                  <a:pt x="11755" y="183063"/>
                </a:lnTo>
                <a:lnTo>
                  <a:pt x="9761" y="178829"/>
                </a:lnTo>
                <a:lnTo>
                  <a:pt x="7944" y="174515"/>
                </a:lnTo>
                <a:lnTo>
                  <a:pt x="6306" y="170131"/>
                </a:lnTo>
                <a:lnTo>
                  <a:pt x="4851" y="165687"/>
                </a:lnTo>
                <a:lnTo>
                  <a:pt x="3581" y="161193"/>
                </a:lnTo>
                <a:lnTo>
                  <a:pt x="2498" y="156658"/>
                </a:lnTo>
                <a:lnTo>
                  <a:pt x="1606" y="152093"/>
                </a:lnTo>
                <a:lnTo>
                  <a:pt x="907" y="147506"/>
                </a:lnTo>
                <a:lnTo>
                  <a:pt x="405" y="142908"/>
                </a:lnTo>
                <a:lnTo>
                  <a:pt x="102" y="138308"/>
                </a:lnTo>
                <a:lnTo>
                  <a:pt x="0" y="133723"/>
                </a:lnTo>
                <a:lnTo>
                  <a:pt x="0" y="133709"/>
                </a:lnTo>
                <a:lnTo>
                  <a:pt x="51" y="130808"/>
                </a:lnTo>
                <a:lnTo>
                  <a:pt x="203" y="127927"/>
                </a:lnTo>
                <a:lnTo>
                  <a:pt x="453" y="125073"/>
                </a:lnTo>
                <a:lnTo>
                  <a:pt x="797" y="122248"/>
                </a:lnTo>
                <a:lnTo>
                  <a:pt x="1233" y="119452"/>
                </a:lnTo>
                <a:lnTo>
                  <a:pt x="1757" y="116686"/>
                </a:lnTo>
                <a:lnTo>
                  <a:pt x="2367" y="113950"/>
                </a:lnTo>
                <a:lnTo>
                  <a:pt x="3059" y="111247"/>
                </a:lnTo>
                <a:lnTo>
                  <a:pt x="3830" y="108575"/>
                </a:lnTo>
                <a:lnTo>
                  <a:pt x="4677" y="105937"/>
                </a:lnTo>
                <a:lnTo>
                  <a:pt x="5598" y="103332"/>
                </a:lnTo>
                <a:lnTo>
                  <a:pt x="6589" y="100763"/>
                </a:lnTo>
                <a:lnTo>
                  <a:pt x="7647" y="98228"/>
                </a:lnTo>
                <a:lnTo>
                  <a:pt x="8769" y="95730"/>
                </a:lnTo>
                <a:lnTo>
                  <a:pt x="9952" y="93268"/>
                </a:lnTo>
                <a:lnTo>
                  <a:pt x="11193" y="90845"/>
                </a:lnTo>
                <a:lnTo>
                  <a:pt x="12489" y="88459"/>
                </a:lnTo>
                <a:lnTo>
                  <a:pt x="13836" y="86113"/>
                </a:lnTo>
                <a:lnTo>
                  <a:pt x="15233" y="83807"/>
                </a:lnTo>
                <a:lnTo>
                  <a:pt x="16675" y="81542"/>
                </a:lnTo>
                <a:lnTo>
                  <a:pt x="18160" y="79318"/>
                </a:lnTo>
                <a:lnTo>
                  <a:pt x="19684" y="77137"/>
                </a:lnTo>
                <a:lnTo>
                  <a:pt x="21245" y="74998"/>
                </a:lnTo>
                <a:lnTo>
                  <a:pt x="22840" y="72903"/>
                </a:lnTo>
                <a:lnTo>
                  <a:pt x="23065" y="74911"/>
                </a:lnTo>
                <a:lnTo>
                  <a:pt x="23311" y="76874"/>
                </a:lnTo>
                <a:lnTo>
                  <a:pt x="23579" y="78790"/>
                </a:lnTo>
                <a:lnTo>
                  <a:pt x="23870" y="80659"/>
                </a:lnTo>
                <a:lnTo>
                  <a:pt x="24184" y="82478"/>
                </a:lnTo>
                <a:lnTo>
                  <a:pt x="24522" y="84245"/>
                </a:lnTo>
                <a:lnTo>
                  <a:pt x="24885" y="85959"/>
                </a:lnTo>
                <a:lnTo>
                  <a:pt x="25273" y="87619"/>
                </a:lnTo>
                <a:lnTo>
                  <a:pt x="25688" y="89222"/>
                </a:lnTo>
                <a:lnTo>
                  <a:pt x="26130" y="90766"/>
                </a:lnTo>
                <a:lnTo>
                  <a:pt x="26599" y="92251"/>
                </a:lnTo>
                <a:lnTo>
                  <a:pt x="27097" y="93674"/>
                </a:lnTo>
                <a:lnTo>
                  <a:pt x="27624" y="95034"/>
                </a:lnTo>
                <a:lnTo>
                  <a:pt x="28181" y="96329"/>
                </a:lnTo>
                <a:lnTo>
                  <a:pt x="28769" y="97558"/>
                </a:lnTo>
                <a:lnTo>
                  <a:pt x="29389" y="98718"/>
                </a:lnTo>
                <a:lnTo>
                  <a:pt x="30041" y="99808"/>
                </a:lnTo>
                <a:lnTo>
                  <a:pt x="30725" y="100826"/>
                </a:lnTo>
                <a:lnTo>
                  <a:pt x="31444" y="101771"/>
                </a:lnTo>
                <a:lnTo>
                  <a:pt x="32197" y="102641"/>
                </a:lnTo>
                <a:lnTo>
                  <a:pt x="32985" y="103433"/>
                </a:lnTo>
                <a:lnTo>
                  <a:pt x="33809" y="104148"/>
                </a:lnTo>
                <a:close/>
              </a:path>
            </a:pathLst>
          </a:custGeom>
          <a:solidFill xmlns:a="http://schemas.openxmlformats.org/drawingml/2006/main">
            <a:srgbClr val="EC6F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8C9FBD-E5C0-4CD8-8376-242E859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990" y="4401113"/>
            <a:ext cx="95560" cy="134563"/>
          </a:xfrm>
          <a:custGeom xmlns:a="http://schemas.openxmlformats.org/drawingml/2006/main">
            <a:pathLst>
              <a:path w="95560" h="134563">
                <a:moveTo>
                  <a:pt x="23282" y="75886"/>
                </a:moveTo>
                <a:lnTo>
                  <a:pt x="23848" y="76309"/>
                </a:lnTo>
                <a:lnTo>
                  <a:pt x="24353" y="76626"/>
                </a:lnTo>
                <a:lnTo>
                  <a:pt x="23248" y="73542"/>
                </a:lnTo>
                <a:lnTo>
                  <a:pt x="22259" y="70320"/>
                </a:lnTo>
                <a:lnTo>
                  <a:pt x="21393" y="66979"/>
                </a:lnTo>
                <a:lnTo>
                  <a:pt x="20655" y="63535"/>
                </a:lnTo>
                <a:lnTo>
                  <a:pt x="20052" y="60007"/>
                </a:lnTo>
                <a:lnTo>
                  <a:pt x="19590" y="56412"/>
                </a:lnTo>
                <a:lnTo>
                  <a:pt x="19274" y="52766"/>
                </a:lnTo>
                <a:lnTo>
                  <a:pt x="19112" y="49088"/>
                </a:lnTo>
                <a:lnTo>
                  <a:pt x="19109" y="45395"/>
                </a:lnTo>
                <a:lnTo>
                  <a:pt x="19272" y="41704"/>
                </a:lnTo>
                <a:lnTo>
                  <a:pt x="19606" y="38033"/>
                </a:lnTo>
                <a:lnTo>
                  <a:pt x="20117" y="34398"/>
                </a:lnTo>
                <a:lnTo>
                  <a:pt x="20813" y="30818"/>
                </a:lnTo>
                <a:lnTo>
                  <a:pt x="21699" y="27310"/>
                </a:lnTo>
                <a:lnTo>
                  <a:pt x="22780" y="23891"/>
                </a:lnTo>
                <a:lnTo>
                  <a:pt x="24064" y="20578"/>
                </a:lnTo>
                <a:lnTo>
                  <a:pt x="25557" y="17390"/>
                </a:lnTo>
                <a:lnTo>
                  <a:pt x="27264" y="14342"/>
                </a:lnTo>
                <a:lnTo>
                  <a:pt x="29192" y="11454"/>
                </a:lnTo>
                <a:lnTo>
                  <a:pt x="31347" y="8741"/>
                </a:lnTo>
                <a:lnTo>
                  <a:pt x="33734" y="6222"/>
                </a:lnTo>
                <a:lnTo>
                  <a:pt x="36361" y="3914"/>
                </a:lnTo>
                <a:lnTo>
                  <a:pt x="39234" y="1834"/>
                </a:lnTo>
                <a:lnTo>
                  <a:pt x="42357" y="0"/>
                </a:lnTo>
                <a:lnTo>
                  <a:pt x="42602" y="5392"/>
                </a:lnTo>
                <a:lnTo>
                  <a:pt x="43260" y="10412"/>
                </a:lnTo>
                <a:lnTo>
                  <a:pt x="44289" y="15097"/>
                </a:lnTo>
                <a:lnTo>
                  <a:pt x="45649" y="19481"/>
                </a:lnTo>
                <a:lnTo>
                  <a:pt x="47298" y="23599"/>
                </a:lnTo>
                <a:lnTo>
                  <a:pt x="49195" y="27486"/>
                </a:lnTo>
                <a:lnTo>
                  <a:pt x="51297" y="31178"/>
                </a:lnTo>
                <a:lnTo>
                  <a:pt x="53563" y="34710"/>
                </a:lnTo>
                <a:lnTo>
                  <a:pt x="55952" y="38117"/>
                </a:lnTo>
                <a:lnTo>
                  <a:pt x="58423" y="41434"/>
                </a:lnTo>
                <a:lnTo>
                  <a:pt x="60933" y="44696"/>
                </a:lnTo>
                <a:lnTo>
                  <a:pt x="63441" y="47939"/>
                </a:lnTo>
                <a:lnTo>
                  <a:pt x="65906" y="51198"/>
                </a:lnTo>
                <a:lnTo>
                  <a:pt x="68286" y="54508"/>
                </a:lnTo>
                <a:lnTo>
                  <a:pt x="70540" y="57903"/>
                </a:lnTo>
                <a:lnTo>
                  <a:pt x="72626" y="61420"/>
                </a:lnTo>
                <a:lnTo>
                  <a:pt x="74503" y="65093"/>
                </a:lnTo>
                <a:lnTo>
                  <a:pt x="76129" y="68958"/>
                </a:lnTo>
                <a:lnTo>
                  <a:pt x="77462" y="73049"/>
                </a:lnTo>
                <a:lnTo>
                  <a:pt x="78462" y="77402"/>
                </a:lnTo>
                <a:lnTo>
                  <a:pt x="79086" y="82053"/>
                </a:lnTo>
                <a:lnTo>
                  <a:pt x="79292" y="87036"/>
                </a:lnTo>
                <a:lnTo>
                  <a:pt x="79041" y="92386"/>
                </a:lnTo>
                <a:lnTo>
                  <a:pt x="78289" y="98138"/>
                </a:lnTo>
                <a:lnTo>
                  <a:pt x="79207" y="97047"/>
                </a:lnTo>
                <a:lnTo>
                  <a:pt x="80086" y="95907"/>
                </a:lnTo>
                <a:lnTo>
                  <a:pt x="80926" y="94720"/>
                </a:lnTo>
                <a:lnTo>
                  <a:pt x="81729" y="93490"/>
                </a:lnTo>
                <a:lnTo>
                  <a:pt x="82495" y="92220"/>
                </a:lnTo>
                <a:lnTo>
                  <a:pt x="83223" y="90915"/>
                </a:lnTo>
                <a:lnTo>
                  <a:pt x="83914" y="89578"/>
                </a:lnTo>
                <a:lnTo>
                  <a:pt x="84568" y="88211"/>
                </a:lnTo>
                <a:lnTo>
                  <a:pt x="85185" y="86819"/>
                </a:lnTo>
                <a:lnTo>
                  <a:pt x="85766" y="85405"/>
                </a:lnTo>
                <a:lnTo>
                  <a:pt x="86312" y="83973"/>
                </a:lnTo>
                <a:lnTo>
                  <a:pt x="86821" y="82525"/>
                </a:lnTo>
                <a:lnTo>
                  <a:pt x="87295" y="81065"/>
                </a:lnTo>
                <a:lnTo>
                  <a:pt x="87733" y="79598"/>
                </a:lnTo>
                <a:lnTo>
                  <a:pt x="88137" y="78125"/>
                </a:lnTo>
                <a:lnTo>
                  <a:pt x="88506" y="76651"/>
                </a:lnTo>
                <a:lnTo>
                  <a:pt x="88840" y="75179"/>
                </a:lnTo>
                <a:lnTo>
                  <a:pt x="89140" y="73713"/>
                </a:lnTo>
                <a:lnTo>
                  <a:pt x="89406" y="72256"/>
                </a:lnTo>
                <a:lnTo>
                  <a:pt x="89638" y="70812"/>
                </a:lnTo>
                <a:lnTo>
                  <a:pt x="89837" y="69383"/>
                </a:lnTo>
                <a:lnTo>
                  <a:pt x="90002" y="67974"/>
                </a:lnTo>
                <a:lnTo>
                  <a:pt x="90135" y="66587"/>
                </a:lnTo>
                <a:lnTo>
                  <a:pt x="90235" y="65227"/>
                </a:lnTo>
                <a:lnTo>
                  <a:pt x="91611" y="68614"/>
                </a:lnTo>
                <a:lnTo>
                  <a:pt x="92773" y="71942"/>
                </a:lnTo>
                <a:lnTo>
                  <a:pt x="93725" y="75208"/>
                </a:lnTo>
                <a:lnTo>
                  <a:pt x="94474" y="78411"/>
                </a:lnTo>
                <a:lnTo>
                  <a:pt x="95026" y="81547"/>
                </a:lnTo>
                <a:lnTo>
                  <a:pt x="95386" y="84615"/>
                </a:lnTo>
                <a:lnTo>
                  <a:pt x="95560" y="87612"/>
                </a:lnTo>
                <a:lnTo>
                  <a:pt x="95555" y="90536"/>
                </a:lnTo>
                <a:lnTo>
                  <a:pt x="95376" y="93385"/>
                </a:lnTo>
                <a:lnTo>
                  <a:pt x="95029" y="96157"/>
                </a:lnTo>
                <a:lnTo>
                  <a:pt x="94520" y="98849"/>
                </a:lnTo>
                <a:lnTo>
                  <a:pt x="93854" y="101458"/>
                </a:lnTo>
                <a:lnTo>
                  <a:pt x="93039" y="103984"/>
                </a:lnTo>
                <a:lnTo>
                  <a:pt x="92079" y="106422"/>
                </a:lnTo>
                <a:lnTo>
                  <a:pt x="90981" y="108772"/>
                </a:lnTo>
                <a:lnTo>
                  <a:pt x="89751" y="111031"/>
                </a:lnTo>
                <a:lnTo>
                  <a:pt x="88394" y="113196"/>
                </a:lnTo>
                <a:lnTo>
                  <a:pt x="86916" y="115265"/>
                </a:lnTo>
                <a:lnTo>
                  <a:pt x="85323" y="117236"/>
                </a:lnTo>
                <a:lnTo>
                  <a:pt x="83621" y="119107"/>
                </a:lnTo>
                <a:lnTo>
                  <a:pt x="81816" y="120875"/>
                </a:lnTo>
                <a:lnTo>
                  <a:pt x="79915" y="122539"/>
                </a:lnTo>
                <a:lnTo>
                  <a:pt x="77921" y="124095"/>
                </a:lnTo>
                <a:lnTo>
                  <a:pt x="75843" y="125542"/>
                </a:lnTo>
                <a:lnTo>
                  <a:pt x="69442" y="129249"/>
                </a:lnTo>
                <a:lnTo>
                  <a:pt x="63144" y="131947"/>
                </a:lnTo>
                <a:lnTo>
                  <a:pt x="56979" y="133693"/>
                </a:lnTo>
                <a:lnTo>
                  <a:pt x="50976" y="134546"/>
                </a:lnTo>
                <a:lnTo>
                  <a:pt x="45163" y="134563"/>
                </a:lnTo>
                <a:lnTo>
                  <a:pt x="39569" y="133802"/>
                </a:lnTo>
                <a:lnTo>
                  <a:pt x="34224" y="132321"/>
                </a:lnTo>
                <a:lnTo>
                  <a:pt x="29156" y="130179"/>
                </a:lnTo>
                <a:lnTo>
                  <a:pt x="24395" y="127432"/>
                </a:lnTo>
                <a:lnTo>
                  <a:pt x="19969" y="124140"/>
                </a:lnTo>
                <a:lnTo>
                  <a:pt x="15907" y="120359"/>
                </a:lnTo>
                <a:lnTo>
                  <a:pt x="12238" y="116148"/>
                </a:lnTo>
                <a:lnTo>
                  <a:pt x="8992" y="111565"/>
                </a:lnTo>
                <a:lnTo>
                  <a:pt x="6196" y="106668"/>
                </a:lnTo>
                <a:lnTo>
                  <a:pt x="3881" y="101515"/>
                </a:lnTo>
                <a:lnTo>
                  <a:pt x="2075" y="96163"/>
                </a:lnTo>
                <a:lnTo>
                  <a:pt x="807" y="90670"/>
                </a:lnTo>
                <a:lnTo>
                  <a:pt x="105" y="85095"/>
                </a:lnTo>
                <a:lnTo>
                  <a:pt x="0" y="79496"/>
                </a:lnTo>
                <a:lnTo>
                  <a:pt x="520" y="73929"/>
                </a:lnTo>
                <a:lnTo>
                  <a:pt x="1693" y="68454"/>
                </a:lnTo>
                <a:lnTo>
                  <a:pt x="3549" y="63129"/>
                </a:lnTo>
                <a:lnTo>
                  <a:pt x="6117" y="58010"/>
                </a:lnTo>
                <a:lnTo>
                  <a:pt x="9426" y="53157"/>
                </a:lnTo>
                <a:lnTo>
                  <a:pt x="9586" y="54230"/>
                </a:lnTo>
                <a:lnTo>
                  <a:pt x="9836" y="55344"/>
                </a:lnTo>
                <a:lnTo>
                  <a:pt x="10170" y="56493"/>
                </a:lnTo>
                <a:lnTo>
                  <a:pt x="10581" y="57668"/>
                </a:lnTo>
                <a:lnTo>
                  <a:pt x="11062" y="58865"/>
                </a:lnTo>
                <a:lnTo>
                  <a:pt x="11605" y="60076"/>
                </a:lnTo>
                <a:lnTo>
                  <a:pt x="12205" y="61294"/>
                </a:lnTo>
                <a:lnTo>
                  <a:pt x="12854" y="62512"/>
                </a:lnTo>
                <a:lnTo>
                  <a:pt x="13546" y="63725"/>
                </a:lnTo>
                <a:lnTo>
                  <a:pt x="14273" y="64925"/>
                </a:lnTo>
                <a:lnTo>
                  <a:pt x="15029" y="66105"/>
                </a:lnTo>
                <a:lnTo>
                  <a:pt x="15807" y="67259"/>
                </a:lnTo>
                <a:lnTo>
                  <a:pt x="16600" y="68380"/>
                </a:lnTo>
                <a:lnTo>
                  <a:pt x="17401" y="69462"/>
                </a:lnTo>
                <a:lnTo>
                  <a:pt x="18204" y="70497"/>
                </a:lnTo>
                <a:lnTo>
                  <a:pt x="19001" y="71480"/>
                </a:lnTo>
                <a:lnTo>
                  <a:pt x="19785" y="72402"/>
                </a:lnTo>
                <a:lnTo>
                  <a:pt x="20551" y="73259"/>
                </a:lnTo>
                <a:lnTo>
                  <a:pt x="21290" y="74042"/>
                </a:lnTo>
                <a:lnTo>
                  <a:pt x="21996" y="74745"/>
                </a:lnTo>
                <a:lnTo>
                  <a:pt x="22662" y="75362"/>
                </a:lnTo>
                <a:lnTo>
                  <a:pt x="23282" y="75886"/>
                </a:lnTo>
                <a:close/>
              </a:path>
            </a:pathLst>
          </a:custGeom>
          <a:solidFill xmlns:a="http://schemas.openxmlformats.org/drawingml/2006/main">
            <a:srgbClr val="FAD15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Text Ad">
            <a:extLst xmlns:a="http://schemas.openxmlformats.org/drawingml/2006/main">
              <a:ext uri="{FF2B5EF4-FFF2-40B4-BE49-F238E27FC236}">
                <a16:creationId xmlns:a16="http://schemas.microsoft.com/office/drawing/2014/main" id="{80224A5F-C77E-4DCE-80FA-2E9E3472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356" y="4365594"/>
            <a:ext cx="199588" cy="116149"/>
          </a:xfrm>
          <a:custGeom xmlns:a="http://schemas.openxmlformats.org/drawingml/2006/main">
            <a:pathLst>
              <a:path w="199588" h="116149">
                <a:moveTo>
                  <a:pt x="73774" y="77539"/>
                </a:moveTo>
                <a:lnTo>
                  <a:pt x="31721" y="77539"/>
                </a:lnTo>
                <a:lnTo>
                  <a:pt x="24351" y="94681"/>
                </a:lnTo>
                <a:cubicBezTo>
                  <a:pt x="22535" y="98900"/>
                  <a:pt x="21628" y="102051"/>
                  <a:pt x="21628" y="104133"/>
                </a:cubicBezTo>
                <a:cubicBezTo>
                  <a:pt x="21628" y="105789"/>
                  <a:pt x="22415" y="107244"/>
                  <a:pt x="23991" y="108499"/>
                </a:cubicBezTo>
                <a:cubicBezTo>
                  <a:pt x="25566" y="109754"/>
                  <a:pt x="28970" y="110568"/>
                  <a:pt x="34204" y="110942"/>
                </a:cubicBezTo>
                <a:lnTo>
                  <a:pt x="34204" y="113906"/>
                </a:lnTo>
                <a:lnTo>
                  <a:pt x="0" y="113906"/>
                </a:lnTo>
                <a:lnTo>
                  <a:pt x="0" y="110942"/>
                </a:lnTo>
                <a:cubicBezTo>
                  <a:pt x="4539" y="110141"/>
                  <a:pt x="7476" y="109100"/>
                  <a:pt x="8811" y="107820"/>
                </a:cubicBezTo>
                <a:cubicBezTo>
                  <a:pt x="11535" y="105259"/>
                  <a:pt x="14552" y="100056"/>
                  <a:pt x="17863" y="92213"/>
                </a:cubicBezTo>
                <a:lnTo>
                  <a:pt x="56072" y="2884"/>
                </a:lnTo>
                <a:lnTo>
                  <a:pt x="58875" y="2884"/>
                </a:lnTo>
                <a:lnTo>
                  <a:pt x="96684" y="93172"/>
                </a:lnTo>
                <a:cubicBezTo>
                  <a:pt x="99728" y="100429"/>
                  <a:pt x="102491" y="105139"/>
                  <a:pt x="104974" y="107300"/>
                </a:cubicBezTo>
                <a:cubicBezTo>
                  <a:pt x="107457" y="109461"/>
                  <a:pt x="110915" y="110675"/>
                  <a:pt x="115348" y="110942"/>
                </a:cubicBezTo>
                <a:lnTo>
                  <a:pt x="115348" y="113906"/>
                </a:lnTo>
                <a:lnTo>
                  <a:pt x="72493" y="113906"/>
                </a:lnTo>
                <a:lnTo>
                  <a:pt x="72493" y="110942"/>
                </a:lnTo>
                <a:cubicBezTo>
                  <a:pt x="76818" y="110728"/>
                  <a:pt x="79742" y="110007"/>
                  <a:pt x="81264" y="108779"/>
                </a:cubicBezTo>
                <a:cubicBezTo>
                  <a:pt x="82786" y="107551"/>
                  <a:pt x="83547" y="106056"/>
                  <a:pt x="83547" y="104293"/>
                </a:cubicBezTo>
                <a:cubicBezTo>
                  <a:pt x="83547" y="101944"/>
                  <a:pt x="82479" y="98232"/>
                  <a:pt x="80343" y="93159"/>
                </a:cubicBezTo>
                <a:lnTo>
                  <a:pt x="73774" y="77539"/>
                </a:lnTo>
                <a:moveTo>
                  <a:pt x="71531" y="71612"/>
                </a:moveTo>
                <a:lnTo>
                  <a:pt x="53108" y="27778"/>
                </a:lnTo>
                <a:lnTo>
                  <a:pt x="34204" y="71612"/>
                </a:lnTo>
                <a:lnTo>
                  <a:pt x="71531" y="71612"/>
                </a:lnTo>
                <a:close/>
                <a:moveTo>
                  <a:pt x="174115" y="105655"/>
                </a:moveTo>
                <a:cubicBezTo>
                  <a:pt x="170537" y="109393"/>
                  <a:pt x="167039" y="112077"/>
                  <a:pt x="163622" y="113705"/>
                </a:cubicBezTo>
                <a:cubicBezTo>
                  <a:pt x="160204" y="115334"/>
                  <a:pt x="156519" y="116149"/>
                  <a:pt x="152568" y="116149"/>
                </a:cubicBezTo>
                <a:cubicBezTo>
                  <a:pt x="144557" y="116149"/>
                  <a:pt x="137562" y="112805"/>
                  <a:pt x="131581" y="106118"/>
                </a:cubicBezTo>
                <a:cubicBezTo>
                  <a:pt x="125600" y="99430"/>
                  <a:pt x="122609" y="90835"/>
                  <a:pt x="122609" y="80335"/>
                </a:cubicBezTo>
                <a:cubicBezTo>
                  <a:pt x="122609" y="69837"/>
                  <a:pt x="125920" y="60231"/>
                  <a:pt x="132542" y="51518"/>
                </a:cubicBezTo>
                <a:cubicBezTo>
                  <a:pt x="139164" y="42806"/>
                  <a:pt x="147681" y="38449"/>
                  <a:pt x="158095" y="38449"/>
                </a:cubicBezTo>
                <a:cubicBezTo>
                  <a:pt x="164556" y="38449"/>
                  <a:pt x="169896" y="40505"/>
                  <a:pt x="174115" y="44617"/>
                </a:cubicBezTo>
                <a:lnTo>
                  <a:pt x="174115" y="31050"/>
                </a:lnTo>
                <a:cubicBezTo>
                  <a:pt x="174115" y="22631"/>
                  <a:pt x="173915" y="17456"/>
                  <a:pt x="173514" y="15525"/>
                </a:cubicBezTo>
                <a:cubicBezTo>
                  <a:pt x="173114" y="13594"/>
                  <a:pt x="172486" y="12281"/>
                  <a:pt x="171632" y="11585"/>
                </a:cubicBezTo>
                <a:cubicBezTo>
                  <a:pt x="170778" y="10887"/>
                  <a:pt x="169710" y="10538"/>
                  <a:pt x="168428" y="10538"/>
                </a:cubicBezTo>
                <a:cubicBezTo>
                  <a:pt x="167039" y="10538"/>
                  <a:pt x="165197" y="10967"/>
                  <a:pt x="162901" y="11825"/>
                </a:cubicBezTo>
                <a:lnTo>
                  <a:pt x="161859" y="9009"/>
                </a:lnTo>
                <a:lnTo>
                  <a:pt x="183727" y="0"/>
                </a:lnTo>
                <a:lnTo>
                  <a:pt x="187332" y="0"/>
                </a:lnTo>
                <a:lnTo>
                  <a:pt x="187332" y="84829"/>
                </a:lnTo>
                <a:cubicBezTo>
                  <a:pt x="187332" y="93426"/>
                  <a:pt x="187532" y="98673"/>
                  <a:pt x="187933" y="100569"/>
                </a:cubicBezTo>
                <a:cubicBezTo>
                  <a:pt x="188333" y="102464"/>
                  <a:pt x="188974" y="103786"/>
                  <a:pt x="189855" y="104534"/>
                </a:cubicBezTo>
                <a:cubicBezTo>
                  <a:pt x="190736" y="105281"/>
                  <a:pt x="191764" y="105655"/>
                  <a:pt x="192939" y="105655"/>
                </a:cubicBezTo>
                <a:cubicBezTo>
                  <a:pt x="194381" y="105655"/>
                  <a:pt x="196304" y="105201"/>
                  <a:pt x="198707" y="104293"/>
                </a:cubicBezTo>
                <a:lnTo>
                  <a:pt x="199588" y="107097"/>
                </a:lnTo>
                <a:lnTo>
                  <a:pt x="177800" y="116149"/>
                </a:lnTo>
                <a:lnTo>
                  <a:pt x="174115" y="116149"/>
                </a:lnTo>
                <a:lnTo>
                  <a:pt x="174115" y="105655"/>
                </a:lnTo>
                <a:moveTo>
                  <a:pt x="174115" y="100065"/>
                </a:moveTo>
                <a:lnTo>
                  <a:pt x="174115" y="62352"/>
                </a:lnTo>
                <a:cubicBezTo>
                  <a:pt x="173795" y="58729"/>
                  <a:pt x="172834" y="55427"/>
                  <a:pt x="171231" y="52445"/>
                </a:cubicBezTo>
                <a:cubicBezTo>
                  <a:pt x="169629" y="49461"/>
                  <a:pt x="167507" y="47210"/>
                  <a:pt x="164863" y="45693"/>
                </a:cubicBezTo>
                <a:cubicBezTo>
                  <a:pt x="162220" y="44175"/>
                  <a:pt x="159643" y="43416"/>
                  <a:pt x="157133" y="43416"/>
                </a:cubicBezTo>
                <a:cubicBezTo>
                  <a:pt x="152434" y="43416"/>
                  <a:pt x="148242" y="45520"/>
                  <a:pt x="144557" y="49729"/>
                </a:cubicBezTo>
                <a:cubicBezTo>
                  <a:pt x="139698" y="55267"/>
                  <a:pt x="137268" y="63364"/>
                  <a:pt x="137268" y="74017"/>
                </a:cubicBezTo>
                <a:cubicBezTo>
                  <a:pt x="137268" y="84778"/>
                  <a:pt x="139618" y="93021"/>
                  <a:pt x="144317" y="98749"/>
                </a:cubicBezTo>
                <a:cubicBezTo>
                  <a:pt x="149016" y="104474"/>
                  <a:pt x="154250" y="107337"/>
                  <a:pt x="160017" y="107337"/>
                </a:cubicBezTo>
                <a:cubicBezTo>
                  <a:pt x="164877" y="107337"/>
                  <a:pt x="169576" y="104913"/>
                  <a:pt x="174115" y="1000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Text justable">
            <a:extLst xmlns:a="http://schemas.openxmlformats.org/drawingml/2006/main">
              <a:ext uri="{FF2B5EF4-FFF2-40B4-BE49-F238E27FC236}">
                <a16:creationId xmlns:a16="http://schemas.microsoft.com/office/drawing/2014/main" id="{C1C93A34-CEEF-4E60-A19C-7DC8E003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967" y="4365594"/>
            <a:ext cx="518264" cy="149311"/>
          </a:xfrm>
          <a:custGeom xmlns:a="http://schemas.openxmlformats.org/drawingml/2006/main">
            <a:pathLst>
              <a:path w="518264" h="149311">
                <a:moveTo>
                  <a:pt x="36286" y="0"/>
                </a:moveTo>
                <a:cubicBezTo>
                  <a:pt x="38583" y="0"/>
                  <a:pt x="40532" y="798"/>
                  <a:pt x="42134" y="2393"/>
                </a:cubicBezTo>
                <a:cubicBezTo>
                  <a:pt x="43736" y="3987"/>
                  <a:pt x="44537" y="5926"/>
                  <a:pt x="44537" y="8211"/>
                </a:cubicBezTo>
                <a:cubicBezTo>
                  <a:pt x="44537" y="10442"/>
                  <a:pt x="43736" y="12355"/>
                  <a:pt x="42134" y="13950"/>
                </a:cubicBezTo>
                <a:cubicBezTo>
                  <a:pt x="40532" y="15544"/>
                  <a:pt x="38583" y="16341"/>
                  <a:pt x="36286" y="16341"/>
                </a:cubicBezTo>
                <a:cubicBezTo>
                  <a:pt x="34044" y="16341"/>
                  <a:pt x="32121" y="15544"/>
                  <a:pt x="30519" y="13950"/>
                </a:cubicBezTo>
                <a:cubicBezTo>
                  <a:pt x="28917" y="12355"/>
                  <a:pt x="28116" y="10442"/>
                  <a:pt x="28116" y="8211"/>
                </a:cubicBezTo>
                <a:cubicBezTo>
                  <a:pt x="28116" y="5926"/>
                  <a:pt x="28917" y="3987"/>
                  <a:pt x="30519" y="2393"/>
                </a:cubicBezTo>
                <a:cubicBezTo>
                  <a:pt x="32121" y="798"/>
                  <a:pt x="34044" y="0"/>
                  <a:pt x="36286" y="0"/>
                </a:cubicBezTo>
                <a:moveTo>
                  <a:pt x="43175" y="38449"/>
                </a:moveTo>
                <a:lnTo>
                  <a:pt x="43175" y="112251"/>
                </a:lnTo>
                <a:cubicBezTo>
                  <a:pt x="43175" y="124790"/>
                  <a:pt x="40505" y="134102"/>
                  <a:pt x="35165" y="140184"/>
                </a:cubicBezTo>
                <a:cubicBezTo>
                  <a:pt x="29825" y="146269"/>
                  <a:pt x="22883" y="149311"/>
                  <a:pt x="14338" y="149311"/>
                </a:cubicBezTo>
                <a:cubicBezTo>
                  <a:pt x="9479" y="149311"/>
                  <a:pt x="5874" y="148430"/>
                  <a:pt x="3525" y="146668"/>
                </a:cubicBezTo>
                <a:cubicBezTo>
                  <a:pt x="1175" y="144905"/>
                  <a:pt x="0" y="143090"/>
                  <a:pt x="0" y="141221"/>
                </a:cubicBezTo>
                <a:cubicBezTo>
                  <a:pt x="0" y="139352"/>
                  <a:pt x="654" y="137750"/>
                  <a:pt x="1963" y="136414"/>
                </a:cubicBezTo>
                <a:cubicBezTo>
                  <a:pt x="3271" y="135079"/>
                  <a:pt x="4806" y="134412"/>
                  <a:pt x="6568" y="134412"/>
                </a:cubicBezTo>
                <a:cubicBezTo>
                  <a:pt x="7957" y="134412"/>
                  <a:pt x="9372" y="134759"/>
                  <a:pt x="10814" y="135453"/>
                </a:cubicBezTo>
                <a:cubicBezTo>
                  <a:pt x="11722" y="135827"/>
                  <a:pt x="13471" y="137175"/>
                  <a:pt x="16061" y="139498"/>
                </a:cubicBezTo>
                <a:cubicBezTo>
                  <a:pt x="18651" y="141821"/>
                  <a:pt x="20827" y="142983"/>
                  <a:pt x="22589" y="142983"/>
                </a:cubicBezTo>
                <a:cubicBezTo>
                  <a:pt x="23871" y="142983"/>
                  <a:pt x="25125" y="142489"/>
                  <a:pt x="26354" y="141501"/>
                </a:cubicBezTo>
                <a:cubicBezTo>
                  <a:pt x="27582" y="140515"/>
                  <a:pt x="28490" y="138861"/>
                  <a:pt x="29077" y="136540"/>
                </a:cubicBezTo>
                <a:cubicBezTo>
                  <a:pt x="29665" y="134218"/>
                  <a:pt x="29958" y="129189"/>
                  <a:pt x="29958" y="121453"/>
                </a:cubicBezTo>
                <a:lnTo>
                  <a:pt x="29958" y="69266"/>
                </a:lnTo>
                <a:cubicBezTo>
                  <a:pt x="29958" y="61207"/>
                  <a:pt x="29718" y="56031"/>
                  <a:pt x="29237" y="53736"/>
                </a:cubicBezTo>
                <a:cubicBezTo>
                  <a:pt x="28864" y="51976"/>
                  <a:pt x="28276" y="50762"/>
                  <a:pt x="27475" y="50097"/>
                </a:cubicBezTo>
                <a:cubicBezTo>
                  <a:pt x="26674" y="49429"/>
                  <a:pt x="25579" y="49095"/>
                  <a:pt x="24191" y="49095"/>
                </a:cubicBezTo>
                <a:cubicBezTo>
                  <a:pt x="22696" y="49095"/>
                  <a:pt x="20880" y="49495"/>
                  <a:pt x="18744" y="50294"/>
                </a:cubicBezTo>
                <a:lnTo>
                  <a:pt x="17623" y="47413"/>
                </a:lnTo>
                <a:lnTo>
                  <a:pt x="39731" y="38449"/>
                </a:lnTo>
                <a:lnTo>
                  <a:pt x="43175" y="38449"/>
                </a:lnTo>
                <a:close/>
                <a:moveTo>
                  <a:pt x="127631" y="40532"/>
                </a:moveTo>
                <a:lnTo>
                  <a:pt x="127631" y="84989"/>
                </a:lnTo>
                <a:cubicBezTo>
                  <a:pt x="127631" y="93480"/>
                  <a:pt x="127831" y="98673"/>
                  <a:pt x="128232" y="100569"/>
                </a:cubicBezTo>
                <a:cubicBezTo>
                  <a:pt x="128632" y="102464"/>
                  <a:pt x="129273" y="103786"/>
                  <a:pt x="130154" y="104534"/>
                </a:cubicBezTo>
                <a:cubicBezTo>
                  <a:pt x="131035" y="105281"/>
                  <a:pt x="132063" y="105655"/>
                  <a:pt x="133238" y="105655"/>
                </a:cubicBezTo>
                <a:cubicBezTo>
                  <a:pt x="134894" y="105655"/>
                  <a:pt x="136763" y="105201"/>
                  <a:pt x="138845" y="104293"/>
                </a:cubicBezTo>
                <a:lnTo>
                  <a:pt x="139967" y="107097"/>
                </a:lnTo>
                <a:lnTo>
                  <a:pt x="118019" y="116149"/>
                </a:lnTo>
                <a:lnTo>
                  <a:pt x="114414" y="116149"/>
                </a:lnTo>
                <a:lnTo>
                  <a:pt x="114414" y="100609"/>
                </a:lnTo>
                <a:cubicBezTo>
                  <a:pt x="108113" y="107444"/>
                  <a:pt x="103306" y="111743"/>
                  <a:pt x="99996" y="113505"/>
                </a:cubicBezTo>
                <a:cubicBezTo>
                  <a:pt x="96685" y="115267"/>
                  <a:pt x="93187" y="116149"/>
                  <a:pt x="89502" y="116149"/>
                </a:cubicBezTo>
                <a:cubicBezTo>
                  <a:pt x="85390" y="116149"/>
                  <a:pt x="81826" y="114960"/>
                  <a:pt x="78808" y="112584"/>
                </a:cubicBezTo>
                <a:cubicBezTo>
                  <a:pt x="75791" y="110208"/>
                  <a:pt x="73695" y="107150"/>
                  <a:pt x="72520" y="103412"/>
                </a:cubicBezTo>
                <a:cubicBezTo>
                  <a:pt x="71346" y="99674"/>
                  <a:pt x="70758" y="94387"/>
                  <a:pt x="70758" y="87552"/>
                </a:cubicBezTo>
                <a:lnTo>
                  <a:pt x="70758" y="54790"/>
                </a:lnTo>
                <a:cubicBezTo>
                  <a:pt x="70758" y="51319"/>
                  <a:pt x="70384" y="48916"/>
                  <a:pt x="69637" y="47581"/>
                </a:cubicBezTo>
                <a:cubicBezTo>
                  <a:pt x="68889" y="46246"/>
                  <a:pt x="67781" y="45218"/>
                  <a:pt x="66312" y="44497"/>
                </a:cubicBezTo>
                <a:cubicBezTo>
                  <a:pt x="64844" y="43776"/>
                  <a:pt x="62187" y="43442"/>
                  <a:pt x="58342" y="43496"/>
                </a:cubicBezTo>
                <a:lnTo>
                  <a:pt x="58342" y="40532"/>
                </a:lnTo>
                <a:lnTo>
                  <a:pt x="84055" y="40532"/>
                </a:lnTo>
                <a:lnTo>
                  <a:pt x="84055" y="89515"/>
                </a:lnTo>
                <a:cubicBezTo>
                  <a:pt x="84055" y="96333"/>
                  <a:pt x="85243" y="100808"/>
                  <a:pt x="87620" y="102939"/>
                </a:cubicBezTo>
                <a:cubicBezTo>
                  <a:pt x="89996" y="105070"/>
                  <a:pt x="92866" y="106136"/>
                  <a:pt x="96231" y="106136"/>
                </a:cubicBezTo>
                <a:cubicBezTo>
                  <a:pt x="98527" y="106136"/>
                  <a:pt x="101130" y="105417"/>
                  <a:pt x="104041" y="103978"/>
                </a:cubicBezTo>
                <a:cubicBezTo>
                  <a:pt x="106951" y="102539"/>
                  <a:pt x="110409" y="99797"/>
                  <a:pt x="114414" y="95750"/>
                </a:cubicBezTo>
                <a:lnTo>
                  <a:pt x="114414" y="54282"/>
                </a:lnTo>
                <a:cubicBezTo>
                  <a:pt x="114414" y="50127"/>
                  <a:pt x="113653" y="47317"/>
                  <a:pt x="112131" y="45854"/>
                </a:cubicBezTo>
                <a:cubicBezTo>
                  <a:pt x="110609" y="44388"/>
                  <a:pt x="107445" y="43602"/>
                  <a:pt x="102639" y="43496"/>
                </a:cubicBezTo>
                <a:lnTo>
                  <a:pt x="102639" y="40532"/>
                </a:lnTo>
                <a:lnTo>
                  <a:pt x="127631" y="40532"/>
                </a:lnTo>
                <a:close/>
                <a:moveTo>
                  <a:pt x="192754" y="38449"/>
                </a:moveTo>
                <a:lnTo>
                  <a:pt x="192754" y="63281"/>
                </a:lnTo>
                <a:lnTo>
                  <a:pt x="190111" y="63281"/>
                </a:lnTo>
                <a:cubicBezTo>
                  <a:pt x="188081" y="55493"/>
                  <a:pt x="185478" y="50195"/>
                  <a:pt x="182301" y="47388"/>
                </a:cubicBezTo>
                <a:cubicBezTo>
                  <a:pt x="179123" y="44580"/>
                  <a:pt x="175078" y="43175"/>
                  <a:pt x="170165" y="43175"/>
                </a:cubicBezTo>
                <a:cubicBezTo>
                  <a:pt x="166427" y="43175"/>
                  <a:pt x="163410" y="44162"/>
                  <a:pt x="161114" y="46137"/>
                </a:cubicBezTo>
                <a:cubicBezTo>
                  <a:pt x="158817" y="48109"/>
                  <a:pt x="157669" y="50296"/>
                  <a:pt x="157669" y="52697"/>
                </a:cubicBezTo>
                <a:cubicBezTo>
                  <a:pt x="157669" y="55685"/>
                  <a:pt x="158524" y="58245"/>
                  <a:pt x="160233" y="60377"/>
                </a:cubicBezTo>
                <a:cubicBezTo>
                  <a:pt x="161888" y="62565"/>
                  <a:pt x="165252" y="64885"/>
                  <a:pt x="170325" y="67339"/>
                </a:cubicBezTo>
                <a:lnTo>
                  <a:pt x="182020" y="73021"/>
                </a:lnTo>
                <a:cubicBezTo>
                  <a:pt x="192861" y="78301"/>
                  <a:pt x="198281" y="85262"/>
                  <a:pt x="198281" y="93905"/>
                </a:cubicBezTo>
                <a:cubicBezTo>
                  <a:pt x="198281" y="100572"/>
                  <a:pt x="195758" y="105946"/>
                  <a:pt x="190711" y="110028"/>
                </a:cubicBezTo>
                <a:cubicBezTo>
                  <a:pt x="185665" y="114108"/>
                  <a:pt x="180018" y="116149"/>
                  <a:pt x="173770" y="116149"/>
                </a:cubicBezTo>
                <a:cubicBezTo>
                  <a:pt x="169284" y="116149"/>
                  <a:pt x="164158" y="115348"/>
                  <a:pt x="158390" y="113745"/>
                </a:cubicBezTo>
                <a:cubicBezTo>
                  <a:pt x="156628" y="113211"/>
                  <a:pt x="155186" y="112944"/>
                  <a:pt x="154065" y="112944"/>
                </a:cubicBezTo>
                <a:cubicBezTo>
                  <a:pt x="152836" y="112944"/>
                  <a:pt x="151875" y="113639"/>
                  <a:pt x="151181" y="115027"/>
                </a:cubicBezTo>
                <a:lnTo>
                  <a:pt x="148538" y="115027"/>
                </a:lnTo>
                <a:lnTo>
                  <a:pt x="148538" y="88754"/>
                </a:lnTo>
                <a:lnTo>
                  <a:pt x="151181" y="88754"/>
                </a:lnTo>
                <a:cubicBezTo>
                  <a:pt x="152676" y="96256"/>
                  <a:pt x="155533" y="101910"/>
                  <a:pt x="159752" y="105715"/>
                </a:cubicBezTo>
                <a:cubicBezTo>
                  <a:pt x="163971" y="109520"/>
                  <a:pt x="168697" y="111423"/>
                  <a:pt x="173930" y="111423"/>
                </a:cubicBezTo>
                <a:cubicBezTo>
                  <a:pt x="177615" y="111423"/>
                  <a:pt x="180619" y="110343"/>
                  <a:pt x="182942" y="108183"/>
                </a:cubicBezTo>
                <a:cubicBezTo>
                  <a:pt x="185265" y="106022"/>
                  <a:pt x="186426" y="103421"/>
                  <a:pt x="186426" y="100381"/>
                </a:cubicBezTo>
                <a:cubicBezTo>
                  <a:pt x="186426" y="96700"/>
                  <a:pt x="185131" y="93606"/>
                  <a:pt x="182541" y="91099"/>
                </a:cubicBezTo>
                <a:cubicBezTo>
                  <a:pt x="179951" y="88592"/>
                  <a:pt x="174784" y="85419"/>
                  <a:pt x="167041" y="81579"/>
                </a:cubicBezTo>
                <a:cubicBezTo>
                  <a:pt x="159298" y="77738"/>
                  <a:pt x="154225" y="74270"/>
                  <a:pt x="151822" y="71176"/>
                </a:cubicBezTo>
                <a:cubicBezTo>
                  <a:pt x="149419" y="68135"/>
                  <a:pt x="148217" y="64295"/>
                  <a:pt x="148217" y="59654"/>
                </a:cubicBezTo>
                <a:cubicBezTo>
                  <a:pt x="148217" y="53626"/>
                  <a:pt x="150286" y="48585"/>
                  <a:pt x="154425" y="44532"/>
                </a:cubicBezTo>
                <a:cubicBezTo>
                  <a:pt x="158564" y="40477"/>
                  <a:pt x="163917" y="38449"/>
                  <a:pt x="170486" y="38449"/>
                </a:cubicBezTo>
                <a:cubicBezTo>
                  <a:pt x="173369" y="38449"/>
                  <a:pt x="176867" y="39063"/>
                  <a:pt x="180979" y="40292"/>
                </a:cubicBezTo>
                <a:cubicBezTo>
                  <a:pt x="183703" y="41093"/>
                  <a:pt x="185518" y="41493"/>
                  <a:pt x="186426" y="41493"/>
                </a:cubicBezTo>
                <a:cubicBezTo>
                  <a:pt x="187280" y="41493"/>
                  <a:pt x="187948" y="41306"/>
                  <a:pt x="188429" y="40932"/>
                </a:cubicBezTo>
                <a:cubicBezTo>
                  <a:pt x="188909" y="40559"/>
                  <a:pt x="189470" y="39731"/>
                  <a:pt x="190111" y="38449"/>
                </a:cubicBezTo>
                <a:lnTo>
                  <a:pt x="192754" y="38449"/>
                </a:lnTo>
                <a:close/>
                <a:moveTo>
                  <a:pt x="230456" y="16341"/>
                </a:moveTo>
                <a:lnTo>
                  <a:pt x="230456" y="40532"/>
                </a:lnTo>
                <a:lnTo>
                  <a:pt x="247598" y="40532"/>
                </a:lnTo>
                <a:lnTo>
                  <a:pt x="247598" y="46139"/>
                </a:lnTo>
                <a:lnTo>
                  <a:pt x="230456" y="46139"/>
                </a:lnTo>
                <a:lnTo>
                  <a:pt x="230456" y="93655"/>
                </a:lnTo>
                <a:cubicBezTo>
                  <a:pt x="230456" y="98403"/>
                  <a:pt x="231137" y="101603"/>
                  <a:pt x="232498" y="103257"/>
                </a:cubicBezTo>
                <a:cubicBezTo>
                  <a:pt x="233860" y="104909"/>
                  <a:pt x="235609" y="105735"/>
                  <a:pt x="237745" y="105735"/>
                </a:cubicBezTo>
                <a:cubicBezTo>
                  <a:pt x="239507" y="105735"/>
                  <a:pt x="241216" y="105188"/>
                  <a:pt x="242872" y="104093"/>
                </a:cubicBezTo>
                <a:cubicBezTo>
                  <a:pt x="244527" y="102998"/>
                  <a:pt x="245809" y="101383"/>
                  <a:pt x="246717" y="99247"/>
                </a:cubicBezTo>
                <a:lnTo>
                  <a:pt x="249841" y="99247"/>
                </a:lnTo>
                <a:cubicBezTo>
                  <a:pt x="247972" y="104495"/>
                  <a:pt x="245328" y="108465"/>
                  <a:pt x="241910" y="111155"/>
                </a:cubicBezTo>
                <a:cubicBezTo>
                  <a:pt x="238493" y="113843"/>
                  <a:pt x="234968" y="115187"/>
                  <a:pt x="231337" y="115187"/>
                </a:cubicBezTo>
                <a:cubicBezTo>
                  <a:pt x="228880" y="115187"/>
                  <a:pt x="226477" y="114506"/>
                  <a:pt x="224128" y="113142"/>
                </a:cubicBezTo>
                <a:cubicBezTo>
                  <a:pt x="221778" y="111779"/>
                  <a:pt x="220043" y="109828"/>
                  <a:pt x="218921" y="107290"/>
                </a:cubicBezTo>
                <a:cubicBezTo>
                  <a:pt x="217800" y="104750"/>
                  <a:pt x="217239" y="100833"/>
                  <a:pt x="217239" y="95540"/>
                </a:cubicBezTo>
                <a:lnTo>
                  <a:pt x="217239" y="46139"/>
                </a:lnTo>
                <a:lnTo>
                  <a:pt x="205624" y="46139"/>
                </a:lnTo>
                <a:lnTo>
                  <a:pt x="205624" y="43496"/>
                </a:lnTo>
                <a:cubicBezTo>
                  <a:pt x="208561" y="42317"/>
                  <a:pt x="211565" y="40322"/>
                  <a:pt x="214636" y="37510"/>
                </a:cubicBezTo>
                <a:cubicBezTo>
                  <a:pt x="217706" y="34699"/>
                  <a:pt x="220443" y="31364"/>
                  <a:pt x="222846" y="27508"/>
                </a:cubicBezTo>
                <a:cubicBezTo>
                  <a:pt x="224074" y="25473"/>
                  <a:pt x="225783" y="21751"/>
                  <a:pt x="227973" y="16341"/>
                </a:cubicBezTo>
                <a:lnTo>
                  <a:pt x="230456" y="16341"/>
                </a:lnTo>
                <a:close/>
                <a:moveTo>
                  <a:pt x="296328" y="103332"/>
                </a:moveTo>
                <a:cubicBezTo>
                  <a:pt x="288798" y="109153"/>
                  <a:pt x="284072" y="112517"/>
                  <a:pt x="282150" y="113425"/>
                </a:cubicBezTo>
                <a:cubicBezTo>
                  <a:pt x="279266" y="114814"/>
                  <a:pt x="276195" y="115508"/>
                  <a:pt x="272938" y="115508"/>
                </a:cubicBezTo>
                <a:cubicBezTo>
                  <a:pt x="267865" y="115508"/>
                  <a:pt x="263686" y="113772"/>
                  <a:pt x="260402" y="110301"/>
                </a:cubicBezTo>
                <a:cubicBezTo>
                  <a:pt x="257118" y="106830"/>
                  <a:pt x="255475" y="102264"/>
                  <a:pt x="255475" y="96604"/>
                </a:cubicBezTo>
                <a:cubicBezTo>
                  <a:pt x="255475" y="93026"/>
                  <a:pt x="256277" y="89928"/>
                  <a:pt x="257879" y="87312"/>
                </a:cubicBezTo>
                <a:cubicBezTo>
                  <a:pt x="260068" y="83680"/>
                  <a:pt x="263873" y="80263"/>
                  <a:pt x="269293" y="77059"/>
                </a:cubicBezTo>
                <a:cubicBezTo>
                  <a:pt x="274713" y="73854"/>
                  <a:pt x="283725" y="69956"/>
                  <a:pt x="296328" y="65364"/>
                </a:cubicBezTo>
                <a:lnTo>
                  <a:pt x="296328" y="62480"/>
                </a:lnTo>
                <a:cubicBezTo>
                  <a:pt x="296328" y="55164"/>
                  <a:pt x="295166" y="50144"/>
                  <a:pt x="292843" y="47421"/>
                </a:cubicBezTo>
                <a:cubicBezTo>
                  <a:pt x="290520" y="44697"/>
                  <a:pt x="287143" y="43335"/>
                  <a:pt x="282710" y="43335"/>
                </a:cubicBezTo>
                <a:cubicBezTo>
                  <a:pt x="279346" y="43335"/>
                  <a:pt x="276676" y="44240"/>
                  <a:pt x="274700" y="46049"/>
                </a:cubicBezTo>
                <a:cubicBezTo>
                  <a:pt x="272671" y="47858"/>
                  <a:pt x="271656" y="49933"/>
                  <a:pt x="271656" y="52274"/>
                </a:cubicBezTo>
                <a:lnTo>
                  <a:pt x="271816" y="56903"/>
                </a:lnTo>
                <a:cubicBezTo>
                  <a:pt x="271816" y="59349"/>
                  <a:pt x="271189" y="61237"/>
                  <a:pt x="269934" y="62568"/>
                </a:cubicBezTo>
                <a:cubicBezTo>
                  <a:pt x="268679" y="63898"/>
                  <a:pt x="267037" y="64563"/>
                  <a:pt x="265008" y="64563"/>
                </a:cubicBezTo>
                <a:cubicBezTo>
                  <a:pt x="263032" y="64563"/>
                  <a:pt x="261416" y="63871"/>
                  <a:pt x="260161" y="62487"/>
                </a:cubicBezTo>
                <a:cubicBezTo>
                  <a:pt x="258907" y="61102"/>
                  <a:pt x="258279" y="59212"/>
                  <a:pt x="258279" y="56815"/>
                </a:cubicBezTo>
                <a:cubicBezTo>
                  <a:pt x="258279" y="52238"/>
                  <a:pt x="260629" y="48032"/>
                  <a:pt x="265328" y="44199"/>
                </a:cubicBezTo>
                <a:cubicBezTo>
                  <a:pt x="270027" y="40366"/>
                  <a:pt x="276623" y="38449"/>
                  <a:pt x="285113" y="38449"/>
                </a:cubicBezTo>
                <a:cubicBezTo>
                  <a:pt x="291628" y="38449"/>
                  <a:pt x="296969" y="39542"/>
                  <a:pt x="301134" y="41728"/>
                </a:cubicBezTo>
                <a:cubicBezTo>
                  <a:pt x="304285" y="43382"/>
                  <a:pt x="306608" y="45970"/>
                  <a:pt x="308103" y="49491"/>
                </a:cubicBezTo>
                <a:cubicBezTo>
                  <a:pt x="309064" y="51784"/>
                  <a:pt x="309545" y="56477"/>
                  <a:pt x="309545" y="63571"/>
                </a:cubicBezTo>
                <a:lnTo>
                  <a:pt x="309545" y="88453"/>
                </a:lnTo>
                <a:cubicBezTo>
                  <a:pt x="309545" y="95440"/>
                  <a:pt x="309678" y="99721"/>
                  <a:pt x="309945" y="101295"/>
                </a:cubicBezTo>
                <a:cubicBezTo>
                  <a:pt x="310212" y="102868"/>
                  <a:pt x="310653" y="103922"/>
                  <a:pt x="311267" y="104456"/>
                </a:cubicBezTo>
                <a:cubicBezTo>
                  <a:pt x="311881" y="104988"/>
                  <a:pt x="312589" y="105255"/>
                  <a:pt x="313390" y="105255"/>
                </a:cubicBezTo>
                <a:cubicBezTo>
                  <a:pt x="314244" y="105255"/>
                  <a:pt x="314992" y="105068"/>
                  <a:pt x="315632" y="104694"/>
                </a:cubicBezTo>
                <a:cubicBezTo>
                  <a:pt x="316754" y="104000"/>
                  <a:pt x="318917" y="102051"/>
                  <a:pt x="322121" y="98846"/>
                </a:cubicBezTo>
                <a:lnTo>
                  <a:pt x="322121" y="103332"/>
                </a:lnTo>
                <a:cubicBezTo>
                  <a:pt x="316140" y="111342"/>
                  <a:pt x="310426" y="115348"/>
                  <a:pt x="304979" y="115348"/>
                </a:cubicBezTo>
                <a:cubicBezTo>
                  <a:pt x="302362" y="115348"/>
                  <a:pt x="300279" y="114440"/>
                  <a:pt x="298731" y="112624"/>
                </a:cubicBezTo>
                <a:cubicBezTo>
                  <a:pt x="297182" y="110808"/>
                  <a:pt x="296381" y="107711"/>
                  <a:pt x="296328" y="103332"/>
                </a:cubicBezTo>
                <a:moveTo>
                  <a:pt x="296328" y="98080"/>
                </a:moveTo>
                <a:lnTo>
                  <a:pt x="296328" y="70250"/>
                </a:lnTo>
                <a:cubicBezTo>
                  <a:pt x="288264" y="73439"/>
                  <a:pt x="283057" y="75698"/>
                  <a:pt x="280708" y="77029"/>
                </a:cubicBezTo>
                <a:cubicBezTo>
                  <a:pt x="276489" y="79368"/>
                  <a:pt x="273472" y="81814"/>
                  <a:pt x="271656" y="84365"/>
                </a:cubicBezTo>
                <a:cubicBezTo>
                  <a:pt x="269841" y="86917"/>
                  <a:pt x="268933" y="89708"/>
                  <a:pt x="268933" y="92739"/>
                </a:cubicBezTo>
                <a:cubicBezTo>
                  <a:pt x="268933" y="96567"/>
                  <a:pt x="270081" y="99743"/>
                  <a:pt x="272377" y="102268"/>
                </a:cubicBezTo>
                <a:cubicBezTo>
                  <a:pt x="274673" y="104793"/>
                  <a:pt x="277317" y="106056"/>
                  <a:pt x="280307" y="106056"/>
                </a:cubicBezTo>
                <a:cubicBezTo>
                  <a:pt x="284366" y="106056"/>
                  <a:pt x="289706" y="103397"/>
                  <a:pt x="296328" y="98080"/>
                </a:cubicBezTo>
                <a:close/>
                <a:moveTo>
                  <a:pt x="347698" y="53268"/>
                </a:moveTo>
                <a:cubicBezTo>
                  <a:pt x="354801" y="43389"/>
                  <a:pt x="362464" y="38449"/>
                  <a:pt x="370688" y="38449"/>
                </a:cubicBezTo>
                <a:cubicBezTo>
                  <a:pt x="378217" y="38449"/>
                  <a:pt x="384786" y="41663"/>
                  <a:pt x="390393" y="48092"/>
                </a:cubicBezTo>
                <a:cubicBezTo>
                  <a:pt x="396000" y="54520"/>
                  <a:pt x="398804" y="63308"/>
                  <a:pt x="398804" y="74458"/>
                </a:cubicBezTo>
                <a:cubicBezTo>
                  <a:pt x="398804" y="87474"/>
                  <a:pt x="394478" y="97957"/>
                  <a:pt x="385827" y="105905"/>
                </a:cubicBezTo>
                <a:cubicBezTo>
                  <a:pt x="378404" y="112734"/>
                  <a:pt x="370127" y="116149"/>
                  <a:pt x="360995" y="116149"/>
                </a:cubicBezTo>
                <a:cubicBezTo>
                  <a:pt x="356723" y="116149"/>
                  <a:pt x="352384" y="115374"/>
                  <a:pt x="347979" y="113826"/>
                </a:cubicBezTo>
                <a:cubicBezTo>
                  <a:pt x="343573" y="112277"/>
                  <a:pt x="339074" y="109954"/>
                  <a:pt x="334481" y="106857"/>
                </a:cubicBezTo>
                <a:lnTo>
                  <a:pt x="334481" y="30839"/>
                </a:lnTo>
                <a:cubicBezTo>
                  <a:pt x="334481" y="22509"/>
                  <a:pt x="334281" y="17382"/>
                  <a:pt x="333881" y="15460"/>
                </a:cubicBezTo>
                <a:cubicBezTo>
                  <a:pt x="333480" y="13537"/>
                  <a:pt x="332853" y="12229"/>
                  <a:pt x="331998" y="11535"/>
                </a:cubicBezTo>
                <a:cubicBezTo>
                  <a:pt x="331144" y="10841"/>
                  <a:pt x="330076" y="10493"/>
                  <a:pt x="328794" y="10493"/>
                </a:cubicBezTo>
                <a:cubicBezTo>
                  <a:pt x="327299" y="10493"/>
                  <a:pt x="325430" y="10921"/>
                  <a:pt x="323187" y="11775"/>
                </a:cubicBezTo>
                <a:lnTo>
                  <a:pt x="322065" y="8971"/>
                </a:lnTo>
                <a:lnTo>
                  <a:pt x="344094" y="0"/>
                </a:lnTo>
                <a:lnTo>
                  <a:pt x="347698" y="0"/>
                </a:lnTo>
                <a:lnTo>
                  <a:pt x="347698" y="53268"/>
                </a:lnTo>
                <a:moveTo>
                  <a:pt x="347698" y="58372"/>
                </a:moveTo>
                <a:lnTo>
                  <a:pt x="347698" y="102153"/>
                </a:lnTo>
                <a:cubicBezTo>
                  <a:pt x="350422" y="104815"/>
                  <a:pt x="353239" y="106825"/>
                  <a:pt x="356149" y="108183"/>
                </a:cubicBezTo>
                <a:cubicBezTo>
                  <a:pt x="359059" y="109542"/>
                  <a:pt x="362037" y="110221"/>
                  <a:pt x="365080" y="110221"/>
                </a:cubicBezTo>
                <a:cubicBezTo>
                  <a:pt x="369940" y="110221"/>
                  <a:pt x="374466" y="107558"/>
                  <a:pt x="378658" y="102233"/>
                </a:cubicBezTo>
                <a:cubicBezTo>
                  <a:pt x="382850" y="96906"/>
                  <a:pt x="384946" y="89157"/>
                  <a:pt x="384946" y="78984"/>
                </a:cubicBezTo>
                <a:cubicBezTo>
                  <a:pt x="384946" y="69610"/>
                  <a:pt x="382850" y="62406"/>
                  <a:pt x="378658" y="57373"/>
                </a:cubicBezTo>
                <a:cubicBezTo>
                  <a:pt x="374466" y="52340"/>
                  <a:pt x="369700" y="49824"/>
                  <a:pt x="364360" y="49824"/>
                </a:cubicBezTo>
                <a:cubicBezTo>
                  <a:pt x="361529" y="49824"/>
                  <a:pt x="358699" y="50543"/>
                  <a:pt x="355869" y="51981"/>
                </a:cubicBezTo>
                <a:cubicBezTo>
                  <a:pt x="353733" y="53046"/>
                  <a:pt x="351009" y="55176"/>
                  <a:pt x="347698" y="58372"/>
                </a:cubicBezTo>
                <a:close/>
                <a:moveTo>
                  <a:pt x="434850" y="0"/>
                </a:moveTo>
                <a:lnTo>
                  <a:pt x="434850" y="97254"/>
                </a:lnTo>
                <a:cubicBezTo>
                  <a:pt x="434850" y="101844"/>
                  <a:pt x="435183" y="104886"/>
                  <a:pt x="435851" y="106381"/>
                </a:cubicBezTo>
                <a:cubicBezTo>
                  <a:pt x="436518" y="107875"/>
                  <a:pt x="437546" y="109009"/>
                  <a:pt x="438935" y="109783"/>
                </a:cubicBezTo>
                <a:cubicBezTo>
                  <a:pt x="440323" y="110556"/>
                  <a:pt x="442913" y="110942"/>
                  <a:pt x="446705" y="110942"/>
                </a:cubicBezTo>
                <a:lnTo>
                  <a:pt x="446705" y="113906"/>
                </a:lnTo>
                <a:lnTo>
                  <a:pt x="410739" y="113906"/>
                </a:lnTo>
                <a:lnTo>
                  <a:pt x="410739" y="110942"/>
                </a:lnTo>
                <a:cubicBezTo>
                  <a:pt x="414103" y="110942"/>
                  <a:pt x="416399" y="110596"/>
                  <a:pt x="417628" y="109903"/>
                </a:cubicBezTo>
                <a:cubicBezTo>
                  <a:pt x="418856" y="109209"/>
                  <a:pt x="419817" y="108062"/>
                  <a:pt x="420511" y="106461"/>
                </a:cubicBezTo>
                <a:cubicBezTo>
                  <a:pt x="421205" y="104859"/>
                  <a:pt x="421553" y="101790"/>
                  <a:pt x="421553" y="97254"/>
                </a:cubicBezTo>
                <a:lnTo>
                  <a:pt x="421553" y="30657"/>
                </a:lnTo>
                <a:cubicBezTo>
                  <a:pt x="421553" y="22386"/>
                  <a:pt x="421366" y="17304"/>
                  <a:pt x="420992" y="15410"/>
                </a:cubicBezTo>
                <a:cubicBezTo>
                  <a:pt x="420618" y="13514"/>
                  <a:pt x="420017" y="12220"/>
                  <a:pt x="419190" y="11527"/>
                </a:cubicBezTo>
                <a:cubicBezTo>
                  <a:pt x="418362" y="10833"/>
                  <a:pt x="417307" y="10486"/>
                  <a:pt x="416026" y="10486"/>
                </a:cubicBezTo>
                <a:cubicBezTo>
                  <a:pt x="414637" y="10486"/>
                  <a:pt x="412875" y="10913"/>
                  <a:pt x="410739" y="11768"/>
                </a:cubicBezTo>
                <a:lnTo>
                  <a:pt x="409377" y="8964"/>
                </a:lnTo>
                <a:lnTo>
                  <a:pt x="431245" y="0"/>
                </a:lnTo>
                <a:lnTo>
                  <a:pt x="434850" y="0"/>
                </a:lnTo>
                <a:close/>
                <a:moveTo>
                  <a:pt x="467559" y="68247"/>
                </a:moveTo>
                <a:cubicBezTo>
                  <a:pt x="467506" y="79116"/>
                  <a:pt x="470149" y="87641"/>
                  <a:pt x="475489" y="93823"/>
                </a:cubicBezTo>
                <a:cubicBezTo>
                  <a:pt x="480829" y="100002"/>
                  <a:pt x="487104" y="103092"/>
                  <a:pt x="494313" y="103092"/>
                </a:cubicBezTo>
                <a:cubicBezTo>
                  <a:pt x="499119" y="103092"/>
                  <a:pt x="503298" y="101770"/>
                  <a:pt x="506849" y="99127"/>
                </a:cubicBezTo>
                <a:cubicBezTo>
                  <a:pt x="510401" y="96483"/>
                  <a:pt x="513378" y="91958"/>
                  <a:pt x="515781" y="85549"/>
                </a:cubicBezTo>
                <a:lnTo>
                  <a:pt x="518264" y="87151"/>
                </a:lnTo>
                <a:cubicBezTo>
                  <a:pt x="517143" y="94468"/>
                  <a:pt x="513885" y="101129"/>
                  <a:pt x="508491" y="107137"/>
                </a:cubicBezTo>
                <a:cubicBezTo>
                  <a:pt x="503098" y="113145"/>
                  <a:pt x="496343" y="116149"/>
                  <a:pt x="488226" y="116149"/>
                </a:cubicBezTo>
                <a:cubicBezTo>
                  <a:pt x="479414" y="116149"/>
                  <a:pt x="471871" y="112725"/>
                  <a:pt x="465597" y="105878"/>
                </a:cubicBezTo>
                <a:cubicBezTo>
                  <a:pt x="459322" y="99029"/>
                  <a:pt x="456185" y="89822"/>
                  <a:pt x="456185" y="78258"/>
                </a:cubicBezTo>
                <a:cubicBezTo>
                  <a:pt x="456185" y="65735"/>
                  <a:pt x="459402" y="55970"/>
                  <a:pt x="465837" y="48963"/>
                </a:cubicBezTo>
                <a:cubicBezTo>
                  <a:pt x="472272" y="41954"/>
                  <a:pt x="480349" y="38449"/>
                  <a:pt x="490068" y="38449"/>
                </a:cubicBezTo>
                <a:cubicBezTo>
                  <a:pt x="498292" y="38449"/>
                  <a:pt x="505047" y="41153"/>
                  <a:pt x="510334" y="46560"/>
                </a:cubicBezTo>
                <a:cubicBezTo>
                  <a:pt x="515621" y="51965"/>
                  <a:pt x="518264" y="59194"/>
                  <a:pt x="518264" y="68247"/>
                </a:cubicBezTo>
                <a:lnTo>
                  <a:pt x="467559" y="68247"/>
                </a:lnTo>
                <a:moveTo>
                  <a:pt x="467559" y="63601"/>
                </a:moveTo>
                <a:lnTo>
                  <a:pt x="501523" y="63601"/>
                </a:lnTo>
                <a:cubicBezTo>
                  <a:pt x="501256" y="58902"/>
                  <a:pt x="500695" y="55591"/>
                  <a:pt x="499840" y="53669"/>
                </a:cubicBezTo>
                <a:cubicBezTo>
                  <a:pt x="498505" y="50678"/>
                  <a:pt x="496516" y="48328"/>
                  <a:pt x="493873" y="46620"/>
                </a:cubicBezTo>
                <a:cubicBezTo>
                  <a:pt x="491229" y="44911"/>
                  <a:pt x="488466" y="44056"/>
                  <a:pt x="485582" y="44056"/>
                </a:cubicBezTo>
                <a:cubicBezTo>
                  <a:pt x="481150" y="44056"/>
                  <a:pt x="477185" y="45779"/>
                  <a:pt x="473687" y="49223"/>
                </a:cubicBezTo>
                <a:cubicBezTo>
                  <a:pt x="470189" y="52667"/>
                  <a:pt x="468147" y="57460"/>
                  <a:pt x="467559" y="6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Text Static">
            <a:extLst xmlns:a="http://schemas.openxmlformats.org/drawingml/2006/main">
              <a:ext uri="{FF2B5EF4-FFF2-40B4-BE49-F238E27FC236}">
                <a16:creationId xmlns:a16="http://schemas.microsoft.com/office/drawing/2014/main" id="{78DDFA29-B463-4A26-8CD3-F4590104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6175" y="4375847"/>
            <a:ext cx="358061" cy="116309"/>
          </a:xfrm>
          <a:custGeom xmlns:a="http://schemas.openxmlformats.org/drawingml/2006/main">
            <a:pathLst>
              <a:path w="358061" h="116309">
                <a:moveTo>
                  <a:pt x="64963" y="2884"/>
                </a:moveTo>
                <a:lnTo>
                  <a:pt x="64963" y="40372"/>
                </a:lnTo>
                <a:lnTo>
                  <a:pt x="61999" y="40372"/>
                </a:lnTo>
                <a:cubicBezTo>
                  <a:pt x="61038" y="33162"/>
                  <a:pt x="59316" y="27422"/>
                  <a:pt x="56833" y="23150"/>
                </a:cubicBezTo>
                <a:cubicBezTo>
                  <a:pt x="54350" y="18877"/>
                  <a:pt x="50812" y="15486"/>
                  <a:pt x="46219" y="12977"/>
                </a:cubicBezTo>
                <a:cubicBezTo>
                  <a:pt x="41627" y="10467"/>
                  <a:pt x="36874" y="9212"/>
                  <a:pt x="31961" y="9212"/>
                </a:cubicBezTo>
                <a:cubicBezTo>
                  <a:pt x="26407" y="9212"/>
                  <a:pt x="21815" y="10906"/>
                  <a:pt x="18183" y="14296"/>
                </a:cubicBezTo>
                <a:cubicBezTo>
                  <a:pt x="14552" y="17683"/>
                  <a:pt x="12736" y="21538"/>
                  <a:pt x="12736" y="25861"/>
                </a:cubicBezTo>
                <a:cubicBezTo>
                  <a:pt x="12736" y="29170"/>
                  <a:pt x="13884" y="32185"/>
                  <a:pt x="16181" y="34905"/>
                </a:cubicBezTo>
                <a:cubicBezTo>
                  <a:pt x="19492" y="38908"/>
                  <a:pt x="27368" y="44245"/>
                  <a:pt x="39811" y="50915"/>
                </a:cubicBezTo>
                <a:cubicBezTo>
                  <a:pt x="49957" y="56357"/>
                  <a:pt x="56886" y="60532"/>
                  <a:pt x="60598" y="63441"/>
                </a:cubicBezTo>
                <a:cubicBezTo>
                  <a:pt x="64309" y="66348"/>
                  <a:pt x="67166" y="69777"/>
                  <a:pt x="69168" y="73727"/>
                </a:cubicBezTo>
                <a:cubicBezTo>
                  <a:pt x="71171" y="77675"/>
                  <a:pt x="72172" y="81810"/>
                  <a:pt x="72172" y="86133"/>
                </a:cubicBezTo>
                <a:cubicBezTo>
                  <a:pt x="72172" y="94350"/>
                  <a:pt x="68982" y="101434"/>
                  <a:pt x="62600" y="107385"/>
                </a:cubicBezTo>
                <a:cubicBezTo>
                  <a:pt x="56219" y="113334"/>
                  <a:pt x="48008" y="116309"/>
                  <a:pt x="37969" y="116309"/>
                </a:cubicBezTo>
                <a:cubicBezTo>
                  <a:pt x="34818" y="116309"/>
                  <a:pt x="31854" y="116072"/>
                  <a:pt x="29077" y="115598"/>
                </a:cubicBezTo>
                <a:cubicBezTo>
                  <a:pt x="27422" y="115334"/>
                  <a:pt x="23991" y="114372"/>
                  <a:pt x="18784" y="112712"/>
                </a:cubicBezTo>
                <a:cubicBezTo>
                  <a:pt x="13577" y="111051"/>
                  <a:pt x="10280" y="110221"/>
                  <a:pt x="8891" y="110221"/>
                </a:cubicBezTo>
                <a:cubicBezTo>
                  <a:pt x="7556" y="110221"/>
                  <a:pt x="6502" y="110616"/>
                  <a:pt x="5727" y="111408"/>
                </a:cubicBezTo>
                <a:cubicBezTo>
                  <a:pt x="4953" y="112199"/>
                  <a:pt x="4379" y="113832"/>
                  <a:pt x="4005" y="116309"/>
                </a:cubicBezTo>
                <a:lnTo>
                  <a:pt x="1041" y="116309"/>
                </a:lnTo>
                <a:lnTo>
                  <a:pt x="1041" y="79141"/>
                </a:lnTo>
                <a:lnTo>
                  <a:pt x="4005" y="79141"/>
                </a:lnTo>
                <a:cubicBezTo>
                  <a:pt x="5394" y="86938"/>
                  <a:pt x="7263" y="92772"/>
                  <a:pt x="9612" y="96644"/>
                </a:cubicBezTo>
                <a:cubicBezTo>
                  <a:pt x="11962" y="100515"/>
                  <a:pt x="15553" y="103733"/>
                  <a:pt x="20386" y="106296"/>
                </a:cubicBezTo>
                <a:cubicBezTo>
                  <a:pt x="25219" y="108859"/>
                  <a:pt x="30519" y="110141"/>
                  <a:pt x="36286" y="110141"/>
                </a:cubicBezTo>
                <a:cubicBezTo>
                  <a:pt x="42962" y="110141"/>
                  <a:pt x="48235" y="108380"/>
                  <a:pt x="52107" y="104859"/>
                </a:cubicBezTo>
                <a:cubicBezTo>
                  <a:pt x="55978" y="101336"/>
                  <a:pt x="57914" y="97173"/>
                  <a:pt x="57914" y="92371"/>
                </a:cubicBezTo>
                <a:cubicBezTo>
                  <a:pt x="57914" y="89702"/>
                  <a:pt x="57180" y="87008"/>
                  <a:pt x="55711" y="84288"/>
                </a:cubicBezTo>
                <a:cubicBezTo>
                  <a:pt x="54243" y="81566"/>
                  <a:pt x="51960" y="79031"/>
                  <a:pt x="48863" y="76683"/>
                </a:cubicBezTo>
                <a:cubicBezTo>
                  <a:pt x="46780" y="75083"/>
                  <a:pt x="41093" y="71681"/>
                  <a:pt x="31801" y="66478"/>
                </a:cubicBezTo>
                <a:cubicBezTo>
                  <a:pt x="22509" y="61274"/>
                  <a:pt x="15900" y="57126"/>
                  <a:pt x="11975" y="54032"/>
                </a:cubicBezTo>
                <a:cubicBezTo>
                  <a:pt x="8050" y="50936"/>
                  <a:pt x="5073" y="47521"/>
                  <a:pt x="3044" y="43786"/>
                </a:cubicBezTo>
                <a:cubicBezTo>
                  <a:pt x="1015" y="40050"/>
                  <a:pt x="0" y="35940"/>
                  <a:pt x="0" y="31458"/>
                </a:cubicBezTo>
                <a:cubicBezTo>
                  <a:pt x="0" y="23668"/>
                  <a:pt x="2990" y="16958"/>
                  <a:pt x="8971" y="11329"/>
                </a:cubicBezTo>
                <a:cubicBezTo>
                  <a:pt x="14952" y="5699"/>
                  <a:pt x="22562" y="2884"/>
                  <a:pt x="31801" y="2884"/>
                </a:cubicBezTo>
                <a:cubicBezTo>
                  <a:pt x="37568" y="2884"/>
                  <a:pt x="43683" y="4299"/>
                  <a:pt x="50144" y="7129"/>
                </a:cubicBezTo>
                <a:cubicBezTo>
                  <a:pt x="53135" y="8464"/>
                  <a:pt x="55244" y="9132"/>
                  <a:pt x="56472" y="9132"/>
                </a:cubicBezTo>
                <a:cubicBezTo>
                  <a:pt x="57861" y="9132"/>
                  <a:pt x="58995" y="8718"/>
                  <a:pt x="59877" y="7890"/>
                </a:cubicBezTo>
                <a:cubicBezTo>
                  <a:pt x="60758" y="7062"/>
                  <a:pt x="61465" y="5394"/>
                  <a:pt x="61999" y="2884"/>
                </a:cubicBezTo>
                <a:lnTo>
                  <a:pt x="64963" y="2884"/>
                </a:lnTo>
                <a:close/>
                <a:moveTo>
                  <a:pt x="107392" y="16341"/>
                </a:moveTo>
                <a:lnTo>
                  <a:pt x="107392" y="40532"/>
                </a:lnTo>
                <a:lnTo>
                  <a:pt x="124534" y="40532"/>
                </a:lnTo>
                <a:lnTo>
                  <a:pt x="124534" y="46139"/>
                </a:lnTo>
                <a:lnTo>
                  <a:pt x="107392" y="46139"/>
                </a:lnTo>
                <a:lnTo>
                  <a:pt x="107392" y="93655"/>
                </a:lnTo>
                <a:cubicBezTo>
                  <a:pt x="107392" y="98403"/>
                  <a:pt x="108073" y="101603"/>
                  <a:pt x="109435" y="103257"/>
                </a:cubicBezTo>
                <a:cubicBezTo>
                  <a:pt x="110797" y="104909"/>
                  <a:pt x="112546" y="105735"/>
                  <a:pt x="114682" y="105735"/>
                </a:cubicBezTo>
                <a:cubicBezTo>
                  <a:pt x="116444" y="105735"/>
                  <a:pt x="118153" y="105188"/>
                  <a:pt x="119808" y="104093"/>
                </a:cubicBezTo>
                <a:cubicBezTo>
                  <a:pt x="121464" y="102998"/>
                  <a:pt x="122745" y="101383"/>
                  <a:pt x="123653" y="99247"/>
                </a:cubicBezTo>
                <a:lnTo>
                  <a:pt x="126777" y="99247"/>
                </a:lnTo>
                <a:cubicBezTo>
                  <a:pt x="124908" y="104495"/>
                  <a:pt x="122265" y="108465"/>
                  <a:pt x="118847" y="111155"/>
                </a:cubicBezTo>
                <a:cubicBezTo>
                  <a:pt x="115429" y="113843"/>
                  <a:pt x="111905" y="115187"/>
                  <a:pt x="108274" y="115187"/>
                </a:cubicBezTo>
                <a:cubicBezTo>
                  <a:pt x="105817" y="115187"/>
                  <a:pt x="103414" y="114506"/>
                  <a:pt x="101064" y="113142"/>
                </a:cubicBezTo>
                <a:cubicBezTo>
                  <a:pt x="98715" y="111779"/>
                  <a:pt x="96979" y="109828"/>
                  <a:pt x="95858" y="107290"/>
                </a:cubicBezTo>
                <a:cubicBezTo>
                  <a:pt x="94736" y="104750"/>
                  <a:pt x="94175" y="100833"/>
                  <a:pt x="94175" y="95540"/>
                </a:cubicBezTo>
                <a:lnTo>
                  <a:pt x="94175" y="46139"/>
                </a:lnTo>
                <a:lnTo>
                  <a:pt x="82561" y="46139"/>
                </a:lnTo>
                <a:lnTo>
                  <a:pt x="82561" y="43496"/>
                </a:lnTo>
                <a:cubicBezTo>
                  <a:pt x="85498" y="42317"/>
                  <a:pt x="88502" y="40322"/>
                  <a:pt x="91572" y="37510"/>
                </a:cubicBezTo>
                <a:cubicBezTo>
                  <a:pt x="94643" y="34699"/>
                  <a:pt x="97380" y="31364"/>
                  <a:pt x="99783" y="27508"/>
                </a:cubicBezTo>
                <a:cubicBezTo>
                  <a:pt x="101011" y="25473"/>
                  <a:pt x="102720" y="21751"/>
                  <a:pt x="104909" y="16341"/>
                </a:cubicBezTo>
                <a:lnTo>
                  <a:pt x="107392" y="16341"/>
                </a:lnTo>
                <a:close/>
                <a:moveTo>
                  <a:pt x="173264" y="103332"/>
                </a:moveTo>
                <a:cubicBezTo>
                  <a:pt x="165735" y="109153"/>
                  <a:pt x="161009" y="112517"/>
                  <a:pt x="159086" y="113425"/>
                </a:cubicBezTo>
                <a:cubicBezTo>
                  <a:pt x="156202" y="114814"/>
                  <a:pt x="153132" y="115508"/>
                  <a:pt x="149874" y="115508"/>
                </a:cubicBezTo>
                <a:cubicBezTo>
                  <a:pt x="144801" y="115508"/>
                  <a:pt x="140623" y="113772"/>
                  <a:pt x="137338" y="110301"/>
                </a:cubicBezTo>
                <a:cubicBezTo>
                  <a:pt x="134054" y="106830"/>
                  <a:pt x="132412" y="102264"/>
                  <a:pt x="132412" y="96604"/>
                </a:cubicBezTo>
                <a:cubicBezTo>
                  <a:pt x="132412" y="93026"/>
                  <a:pt x="133213" y="89928"/>
                  <a:pt x="134815" y="87312"/>
                </a:cubicBezTo>
                <a:cubicBezTo>
                  <a:pt x="137005" y="83680"/>
                  <a:pt x="140809" y="80263"/>
                  <a:pt x="146230" y="77059"/>
                </a:cubicBezTo>
                <a:cubicBezTo>
                  <a:pt x="151650" y="73854"/>
                  <a:pt x="160662" y="69956"/>
                  <a:pt x="173264" y="65364"/>
                </a:cubicBezTo>
                <a:lnTo>
                  <a:pt x="173264" y="62480"/>
                </a:lnTo>
                <a:cubicBezTo>
                  <a:pt x="173264" y="55164"/>
                  <a:pt x="172103" y="50144"/>
                  <a:pt x="169780" y="47421"/>
                </a:cubicBezTo>
                <a:cubicBezTo>
                  <a:pt x="167457" y="44697"/>
                  <a:pt x="164079" y="43335"/>
                  <a:pt x="159647" y="43335"/>
                </a:cubicBezTo>
                <a:cubicBezTo>
                  <a:pt x="156283" y="43335"/>
                  <a:pt x="153612" y="44240"/>
                  <a:pt x="151637" y="46049"/>
                </a:cubicBezTo>
                <a:cubicBezTo>
                  <a:pt x="149607" y="47858"/>
                  <a:pt x="148593" y="49933"/>
                  <a:pt x="148593" y="52274"/>
                </a:cubicBezTo>
                <a:lnTo>
                  <a:pt x="148753" y="56903"/>
                </a:lnTo>
                <a:cubicBezTo>
                  <a:pt x="148753" y="59349"/>
                  <a:pt x="148125" y="61237"/>
                  <a:pt x="146871" y="62568"/>
                </a:cubicBezTo>
                <a:cubicBezTo>
                  <a:pt x="145616" y="63898"/>
                  <a:pt x="143973" y="64563"/>
                  <a:pt x="141944" y="64563"/>
                </a:cubicBezTo>
                <a:cubicBezTo>
                  <a:pt x="139968" y="64563"/>
                  <a:pt x="138353" y="63871"/>
                  <a:pt x="137098" y="62487"/>
                </a:cubicBezTo>
                <a:cubicBezTo>
                  <a:pt x="135843" y="61102"/>
                  <a:pt x="135216" y="59212"/>
                  <a:pt x="135216" y="56815"/>
                </a:cubicBezTo>
                <a:cubicBezTo>
                  <a:pt x="135216" y="52238"/>
                  <a:pt x="137565" y="48032"/>
                  <a:pt x="142265" y="44199"/>
                </a:cubicBezTo>
                <a:cubicBezTo>
                  <a:pt x="146964" y="40366"/>
                  <a:pt x="153559" y="38449"/>
                  <a:pt x="162050" y="38449"/>
                </a:cubicBezTo>
                <a:cubicBezTo>
                  <a:pt x="168565" y="38449"/>
                  <a:pt x="173905" y="39542"/>
                  <a:pt x="178070" y="41728"/>
                </a:cubicBezTo>
                <a:cubicBezTo>
                  <a:pt x="181221" y="43382"/>
                  <a:pt x="183544" y="45970"/>
                  <a:pt x="185039" y="49491"/>
                </a:cubicBezTo>
                <a:cubicBezTo>
                  <a:pt x="186001" y="51784"/>
                  <a:pt x="186481" y="56477"/>
                  <a:pt x="186481" y="63571"/>
                </a:cubicBezTo>
                <a:lnTo>
                  <a:pt x="186481" y="88453"/>
                </a:lnTo>
                <a:cubicBezTo>
                  <a:pt x="186481" y="95440"/>
                  <a:pt x="186615" y="99721"/>
                  <a:pt x="186882" y="101295"/>
                </a:cubicBezTo>
                <a:cubicBezTo>
                  <a:pt x="187149" y="102868"/>
                  <a:pt x="187589" y="103922"/>
                  <a:pt x="188203" y="104456"/>
                </a:cubicBezTo>
                <a:cubicBezTo>
                  <a:pt x="188818" y="104988"/>
                  <a:pt x="189525" y="105255"/>
                  <a:pt x="190326" y="105255"/>
                </a:cubicBezTo>
                <a:cubicBezTo>
                  <a:pt x="191181" y="105255"/>
                  <a:pt x="191928" y="105068"/>
                  <a:pt x="192569" y="104694"/>
                </a:cubicBezTo>
                <a:cubicBezTo>
                  <a:pt x="193690" y="104000"/>
                  <a:pt x="195853" y="102051"/>
                  <a:pt x="199057" y="98846"/>
                </a:cubicBezTo>
                <a:lnTo>
                  <a:pt x="199057" y="103332"/>
                </a:lnTo>
                <a:cubicBezTo>
                  <a:pt x="193076" y="111342"/>
                  <a:pt x="187362" y="115348"/>
                  <a:pt x="181915" y="115348"/>
                </a:cubicBezTo>
                <a:cubicBezTo>
                  <a:pt x="179299" y="115348"/>
                  <a:pt x="177216" y="114440"/>
                  <a:pt x="175667" y="112624"/>
                </a:cubicBezTo>
                <a:cubicBezTo>
                  <a:pt x="174119" y="110808"/>
                  <a:pt x="173318" y="107711"/>
                  <a:pt x="173264" y="103332"/>
                </a:cubicBezTo>
                <a:moveTo>
                  <a:pt x="173264" y="98080"/>
                </a:moveTo>
                <a:lnTo>
                  <a:pt x="173264" y="70250"/>
                </a:lnTo>
                <a:cubicBezTo>
                  <a:pt x="165201" y="73439"/>
                  <a:pt x="159994" y="75698"/>
                  <a:pt x="157644" y="77029"/>
                </a:cubicBezTo>
                <a:cubicBezTo>
                  <a:pt x="153426" y="79368"/>
                  <a:pt x="150408" y="81814"/>
                  <a:pt x="148593" y="84365"/>
                </a:cubicBezTo>
                <a:cubicBezTo>
                  <a:pt x="146777" y="86917"/>
                  <a:pt x="145869" y="89708"/>
                  <a:pt x="145869" y="92739"/>
                </a:cubicBezTo>
                <a:cubicBezTo>
                  <a:pt x="145869" y="96567"/>
                  <a:pt x="147017" y="99743"/>
                  <a:pt x="149314" y="102268"/>
                </a:cubicBezTo>
                <a:cubicBezTo>
                  <a:pt x="151610" y="104793"/>
                  <a:pt x="154253" y="106056"/>
                  <a:pt x="157244" y="106056"/>
                </a:cubicBezTo>
                <a:cubicBezTo>
                  <a:pt x="161302" y="106056"/>
                  <a:pt x="166642" y="103397"/>
                  <a:pt x="173264" y="98080"/>
                </a:cubicBezTo>
                <a:close/>
                <a:moveTo>
                  <a:pt x="225836" y="16341"/>
                </a:moveTo>
                <a:lnTo>
                  <a:pt x="225836" y="40532"/>
                </a:lnTo>
                <a:lnTo>
                  <a:pt x="242978" y="40532"/>
                </a:lnTo>
                <a:lnTo>
                  <a:pt x="242978" y="46139"/>
                </a:lnTo>
                <a:lnTo>
                  <a:pt x="225836" y="46139"/>
                </a:lnTo>
                <a:lnTo>
                  <a:pt x="225836" y="93655"/>
                </a:lnTo>
                <a:cubicBezTo>
                  <a:pt x="225836" y="98403"/>
                  <a:pt x="226517" y="101603"/>
                  <a:pt x="227879" y="103257"/>
                </a:cubicBezTo>
                <a:cubicBezTo>
                  <a:pt x="229241" y="104909"/>
                  <a:pt x="230990" y="105735"/>
                  <a:pt x="233126" y="105735"/>
                </a:cubicBezTo>
                <a:cubicBezTo>
                  <a:pt x="234888" y="105735"/>
                  <a:pt x="236597" y="105188"/>
                  <a:pt x="238252" y="104093"/>
                </a:cubicBezTo>
                <a:cubicBezTo>
                  <a:pt x="239908" y="102998"/>
                  <a:pt x="241189" y="101383"/>
                  <a:pt x="242097" y="99247"/>
                </a:cubicBezTo>
                <a:lnTo>
                  <a:pt x="245221" y="99247"/>
                </a:lnTo>
                <a:cubicBezTo>
                  <a:pt x="243352" y="104495"/>
                  <a:pt x="240709" y="108465"/>
                  <a:pt x="237291" y="111155"/>
                </a:cubicBezTo>
                <a:cubicBezTo>
                  <a:pt x="233873" y="113843"/>
                  <a:pt x="230349" y="115187"/>
                  <a:pt x="226717" y="115187"/>
                </a:cubicBezTo>
                <a:cubicBezTo>
                  <a:pt x="224261" y="115187"/>
                  <a:pt x="221858" y="114506"/>
                  <a:pt x="219508" y="113142"/>
                </a:cubicBezTo>
                <a:cubicBezTo>
                  <a:pt x="217159" y="111779"/>
                  <a:pt x="215423" y="109828"/>
                  <a:pt x="214302" y="107290"/>
                </a:cubicBezTo>
                <a:cubicBezTo>
                  <a:pt x="213180" y="104750"/>
                  <a:pt x="212619" y="100833"/>
                  <a:pt x="212619" y="95540"/>
                </a:cubicBezTo>
                <a:lnTo>
                  <a:pt x="212619" y="46139"/>
                </a:lnTo>
                <a:lnTo>
                  <a:pt x="201005" y="46139"/>
                </a:lnTo>
                <a:lnTo>
                  <a:pt x="201005" y="43496"/>
                </a:lnTo>
                <a:cubicBezTo>
                  <a:pt x="203942" y="42317"/>
                  <a:pt x="206945" y="40322"/>
                  <a:pt x="210016" y="37510"/>
                </a:cubicBezTo>
                <a:cubicBezTo>
                  <a:pt x="213087" y="34699"/>
                  <a:pt x="215824" y="31364"/>
                  <a:pt x="218227" y="27508"/>
                </a:cubicBezTo>
                <a:cubicBezTo>
                  <a:pt x="219455" y="25473"/>
                  <a:pt x="221164" y="21751"/>
                  <a:pt x="223353" y="16341"/>
                </a:cubicBezTo>
                <a:lnTo>
                  <a:pt x="225836" y="16341"/>
                </a:lnTo>
                <a:close/>
                <a:moveTo>
                  <a:pt x="268799" y="0"/>
                </a:moveTo>
                <a:cubicBezTo>
                  <a:pt x="271042" y="0"/>
                  <a:pt x="272951" y="792"/>
                  <a:pt x="274526" y="2376"/>
                </a:cubicBezTo>
                <a:cubicBezTo>
                  <a:pt x="276102" y="3958"/>
                  <a:pt x="276889" y="5876"/>
                  <a:pt x="276889" y="8130"/>
                </a:cubicBezTo>
                <a:cubicBezTo>
                  <a:pt x="276889" y="10385"/>
                  <a:pt x="276102" y="12317"/>
                  <a:pt x="274526" y="13928"/>
                </a:cubicBezTo>
                <a:cubicBezTo>
                  <a:pt x="272951" y="15537"/>
                  <a:pt x="271042" y="16341"/>
                  <a:pt x="268799" y="16341"/>
                </a:cubicBezTo>
                <a:cubicBezTo>
                  <a:pt x="266556" y="16341"/>
                  <a:pt x="264634" y="15537"/>
                  <a:pt x="263032" y="13928"/>
                </a:cubicBezTo>
                <a:cubicBezTo>
                  <a:pt x="261430" y="12317"/>
                  <a:pt x="260628" y="10385"/>
                  <a:pt x="260628" y="8130"/>
                </a:cubicBezTo>
                <a:cubicBezTo>
                  <a:pt x="260628" y="5876"/>
                  <a:pt x="261416" y="3958"/>
                  <a:pt x="262992" y="2376"/>
                </a:cubicBezTo>
                <a:cubicBezTo>
                  <a:pt x="264567" y="792"/>
                  <a:pt x="266503" y="0"/>
                  <a:pt x="268799" y="0"/>
                </a:cubicBezTo>
                <a:moveTo>
                  <a:pt x="275447" y="38449"/>
                </a:moveTo>
                <a:lnTo>
                  <a:pt x="275447" y="97274"/>
                </a:lnTo>
                <a:cubicBezTo>
                  <a:pt x="275447" y="101857"/>
                  <a:pt x="275781" y="104908"/>
                  <a:pt x="276449" y="106426"/>
                </a:cubicBezTo>
                <a:cubicBezTo>
                  <a:pt x="277116" y="107945"/>
                  <a:pt x="278104" y="109077"/>
                  <a:pt x="279413" y="109823"/>
                </a:cubicBezTo>
                <a:cubicBezTo>
                  <a:pt x="280721" y="110569"/>
                  <a:pt x="283111" y="110942"/>
                  <a:pt x="286582" y="110942"/>
                </a:cubicBezTo>
                <a:lnTo>
                  <a:pt x="286582" y="113906"/>
                </a:lnTo>
                <a:lnTo>
                  <a:pt x="250936" y="113906"/>
                </a:lnTo>
                <a:lnTo>
                  <a:pt x="250936" y="110942"/>
                </a:lnTo>
                <a:cubicBezTo>
                  <a:pt x="254514" y="110942"/>
                  <a:pt x="256917" y="110596"/>
                  <a:pt x="258145" y="109903"/>
                </a:cubicBezTo>
                <a:cubicBezTo>
                  <a:pt x="259374" y="109211"/>
                  <a:pt x="260348" y="108065"/>
                  <a:pt x="261069" y="106466"/>
                </a:cubicBezTo>
                <a:cubicBezTo>
                  <a:pt x="261790" y="104867"/>
                  <a:pt x="262150" y="101804"/>
                  <a:pt x="262150" y="97274"/>
                </a:cubicBezTo>
                <a:lnTo>
                  <a:pt x="262150" y="69061"/>
                </a:lnTo>
                <a:cubicBezTo>
                  <a:pt x="262150" y="61121"/>
                  <a:pt x="261910" y="55979"/>
                  <a:pt x="261430" y="53636"/>
                </a:cubicBezTo>
                <a:cubicBezTo>
                  <a:pt x="261056" y="51931"/>
                  <a:pt x="260468" y="50745"/>
                  <a:pt x="259667" y="50079"/>
                </a:cubicBezTo>
                <a:cubicBezTo>
                  <a:pt x="258866" y="49413"/>
                  <a:pt x="257771" y="49080"/>
                  <a:pt x="256383" y="49080"/>
                </a:cubicBezTo>
                <a:cubicBezTo>
                  <a:pt x="254888" y="49080"/>
                  <a:pt x="253072" y="49480"/>
                  <a:pt x="250936" y="50279"/>
                </a:cubicBezTo>
                <a:lnTo>
                  <a:pt x="249815" y="47401"/>
                </a:lnTo>
                <a:lnTo>
                  <a:pt x="271923" y="38449"/>
                </a:lnTo>
                <a:lnTo>
                  <a:pt x="275447" y="38449"/>
                </a:lnTo>
                <a:close/>
                <a:moveTo>
                  <a:pt x="358061" y="86030"/>
                </a:moveTo>
                <a:cubicBezTo>
                  <a:pt x="356085" y="95696"/>
                  <a:pt x="352213" y="103132"/>
                  <a:pt x="346446" y="108339"/>
                </a:cubicBezTo>
                <a:cubicBezTo>
                  <a:pt x="340679" y="113545"/>
                  <a:pt x="334297" y="116149"/>
                  <a:pt x="327301" y="116149"/>
                </a:cubicBezTo>
                <a:cubicBezTo>
                  <a:pt x="318971" y="116149"/>
                  <a:pt x="311708" y="112655"/>
                  <a:pt x="305514" y="105668"/>
                </a:cubicBezTo>
                <a:cubicBezTo>
                  <a:pt x="299319" y="98679"/>
                  <a:pt x="296222" y="89236"/>
                  <a:pt x="296222" y="77339"/>
                </a:cubicBezTo>
                <a:cubicBezTo>
                  <a:pt x="296222" y="65816"/>
                  <a:pt x="299653" y="56454"/>
                  <a:pt x="306515" y="49253"/>
                </a:cubicBezTo>
                <a:cubicBezTo>
                  <a:pt x="313377" y="42050"/>
                  <a:pt x="321614" y="38449"/>
                  <a:pt x="331226" y="38449"/>
                </a:cubicBezTo>
                <a:cubicBezTo>
                  <a:pt x="338436" y="38449"/>
                  <a:pt x="344363" y="40352"/>
                  <a:pt x="349009" y="44159"/>
                </a:cubicBezTo>
                <a:cubicBezTo>
                  <a:pt x="353655" y="47964"/>
                  <a:pt x="355978" y="51916"/>
                  <a:pt x="355978" y="56014"/>
                </a:cubicBezTo>
                <a:cubicBezTo>
                  <a:pt x="355978" y="58037"/>
                  <a:pt x="355324" y="59674"/>
                  <a:pt x="354016" y="60925"/>
                </a:cubicBezTo>
                <a:cubicBezTo>
                  <a:pt x="352707" y="62175"/>
                  <a:pt x="350878" y="62800"/>
                  <a:pt x="348529" y="62800"/>
                </a:cubicBezTo>
                <a:cubicBezTo>
                  <a:pt x="345378" y="62800"/>
                  <a:pt x="343001" y="61786"/>
                  <a:pt x="341399" y="59756"/>
                </a:cubicBezTo>
                <a:cubicBezTo>
                  <a:pt x="340492" y="58635"/>
                  <a:pt x="339891" y="56499"/>
                  <a:pt x="339597" y="53348"/>
                </a:cubicBezTo>
                <a:cubicBezTo>
                  <a:pt x="339303" y="50198"/>
                  <a:pt x="338222" y="47794"/>
                  <a:pt x="336353" y="46139"/>
                </a:cubicBezTo>
                <a:cubicBezTo>
                  <a:pt x="334484" y="44537"/>
                  <a:pt x="331894" y="43736"/>
                  <a:pt x="328583" y="43736"/>
                </a:cubicBezTo>
                <a:cubicBezTo>
                  <a:pt x="323243" y="43736"/>
                  <a:pt x="318944" y="45712"/>
                  <a:pt x="315687" y="49664"/>
                </a:cubicBezTo>
                <a:cubicBezTo>
                  <a:pt x="311361" y="54897"/>
                  <a:pt x="309198" y="61812"/>
                  <a:pt x="309198" y="70410"/>
                </a:cubicBezTo>
                <a:cubicBezTo>
                  <a:pt x="309198" y="79168"/>
                  <a:pt x="311348" y="86898"/>
                  <a:pt x="315647" y="93600"/>
                </a:cubicBezTo>
                <a:cubicBezTo>
                  <a:pt x="319945" y="100302"/>
                  <a:pt x="325753" y="103653"/>
                  <a:pt x="333069" y="103653"/>
                </a:cubicBezTo>
                <a:cubicBezTo>
                  <a:pt x="338302" y="103653"/>
                  <a:pt x="343001" y="101864"/>
                  <a:pt x="347167" y="98286"/>
                </a:cubicBezTo>
                <a:cubicBezTo>
                  <a:pt x="350104" y="95829"/>
                  <a:pt x="352961" y="91370"/>
                  <a:pt x="355738" y="84909"/>
                </a:cubicBezTo>
                <a:lnTo>
                  <a:pt x="358061" y="86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Text Formaloop:">
            <a:extLst xmlns:a="http://schemas.openxmlformats.org/drawingml/2006/main">
              <a:ext uri="{FF2B5EF4-FFF2-40B4-BE49-F238E27FC236}">
                <a16:creationId xmlns:a16="http://schemas.microsoft.com/office/drawing/2014/main" id="{74DD3ADE-81E6-4C9C-B7D1-EC9525F1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193" y="4719486"/>
            <a:ext cx="893676" cy="143704"/>
          </a:xfrm>
          <a:custGeom xmlns:a="http://schemas.openxmlformats.org/drawingml/2006/main">
            <a:pathLst>
              <a:path w="893676" h="143704">
                <a:moveTo>
                  <a:pt x="41413" y="6248"/>
                </a:moveTo>
                <a:lnTo>
                  <a:pt x="41413" y="50785"/>
                </a:lnTo>
                <a:lnTo>
                  <a:pt x="44537" y="50785"/>
                </a:lnTo>
                <a:cubicBezTo>
                  <a:pt x="49343" y="50785"/>
                  <a:pt x="53268" y="50062"/>
                  <a:pt x="56312" y="48615"/>
                </a:cubicBezTo>
                <a:cubicBezTo>
                  <a:pt x="59356" y="47168"/>
                  <a:pt x="61933" y="44730"/>
                  <a:pt x="64042" y="41300"/>
                </a:cubicBezTo>
                <a:cubicBezTo>
                  <a:pt x="66151" y="37871"/>
                  <a:pt x="67526" y="33236"/>
                  <a:pt x="68167" y="27395"/>
                </a:cubicBezTo>
                <a:lnTo>
                  <a:pt x="70971" y="27395"/>
                </a:lnTo>
                <a:lnTo>
                  <a:pt x="70971" y="82025"/>
                </a:lnTo>
                <a:lnTo>
                  <a:pt x="68167" y="82025"/>
                </a:lnTo>
                <a:cubicBezTo>
                  <a:pt x="67153" y="71718"/>
                  <a:pt x="64389" y="64923"/>
                  <a:pt x="59877" y="61639"/>
                </a:cubicBezTo>
                <a:cubicBezTo>
                  <a:pt x="55364" y="58355"/>
                  <a:pt x="50251" y="56713"/>
                  <a:pt x="44537" y="56713"/>
                </a:cubicBezTo>
                <a:lnTo>
                  <a:pt x="41413" y="56713"/>
                </a:lnTo>
                <a:lnTo>
                  <a:pt x="41413" y="90035"/>
                </a:lnTo>
                <a:cubicBezTo>
                  <a:pt x="41413" y="95617"/>
                  <a:pt x="41720" y="99107"/>
                  <a:pt x="42334" y="100504"/>
                </a:cubicBezTo>
                <a:cubicBezTo>
                  <a:pt x="42948" y="101899"/>
                  <a:pt x="44150" y="103119"/>
                  <a:pt x="45939" y="104166"/>
                </a:cubicBezTo>
                <a:cubicBezTo>
                  <a:pt x="47728" y="105212"/>
                  <a:pt x="50144" y="105735"/>
                  <a:pt x="53188" y="105735"/>
                </a:cubicBezTo>
                <a:lnTo>
                  <a:pt x="56793" y="105735"/>
                </a:lnTo>
                <a:lnTo>
                  <a:pt x="56793" y="108619"/>
                </a:lnTo>
                <a:lnTo>
                  <a:pt x="0" y="108619"/>
                </a:lnTo>
                <a:lnTo>
                  <a:pt x="0" y="105735"/>
                </a:lnTo>
                <a:lnTo>
                  <a:pt x="3605" y="105735"/>
                </a:lnTo>
                <a:cubicBezTo>
                  <a:pt x="6755" y="105735"/>
                  <a:pt x="9292" y="105172"/>
                  <a:pt x="11214" y="104046"/>
                </a:cubicBezTo>
                <a:cubicBezTo>
                  <a:pt x="12603" y="103293"/>
                  <a:pt x="13671" y="102005"/>
                  <a:pt x="14418" y="100181"/>
                </a:cubicBezTo>
                <a:cubicBezTo>
                  <a:pt x="15006" y="98892"/>
                  <a:pt x="15300" y="95511"/>
                  <a:pt x="15300" y="90035"/>
                </a:cubicBezTo>
                <a:lnTo>
                  <a:pt x="15300" y="18584"/>
                </a:lnTo>
                <a:cubicBezTo>
                  <a:pt x="15300" y="13002"/>
                  <a:pt x="15006" y="9513"/>
                  <a:pt x="14418" y="8118"/>
                </a:cubicBezTo>
                <a:cubicBezTo>
                  <a:pt x="13831" y="6721"/>
                  <a:pt x="12643" y="5500"/>
                  <a:pt x="10854" y="4453"/>
                </a:cubicBezTo>
                <a:cubicBezTo>
                  <a:pt x="9065" y="3407"/>
                  <a:pt x="6649" y="2884"/>
                  <a:pt x="3605" y="2884"/>
                </a:cubicBezTo>
                <a:lnTo>
                  <a:pt x="0" y="2884"/>
                </a:lnTo>
                <a:lnTo>
                  <a:pt x="0" y="0"/>
                </a:lnTo>
                <a:lnTo>
                  <a:pt x="91637" y="0"/>
                </a:lnTo>
                <a:lnTo>
                  <a:pt x="91637" y="31240"/>
                </a:lnTo>
                <a:lnTo>
                  <a:pt x="88353" y="31240"/>
                </a:lnTo>
                <a:cubicBezTo>
                  <a:pt x="87605" y="23901"/>
                  <a:pt x="85696" y="18463"/>
                  <a:pt x="82626" y="14927"/>
                </a:cubicBezTo>
                <a:cubicBezTo>
                  <a:pt x="79555" y="11390"/>
                  <a:pt x="75109" y="8900"/>
                  <a:pt x="69289" y="7455"/>
                </a:cubicBezTo>
                <a:cubicBezTo>
                  <a:pt x="66085" y="6650"/>
                  <a:pt x="60157" y="6248"/>
                  <a:pt x="51506" y="6248"/>
                </a:cubicBezTo>
                <a:lnTo>
                  <a:pt x="41413" y="6248"/>
                </a:lnTo>
                <a:close/>
                <a:moveTo>
                  <a:pt x="137403" y="31400"/>
                </a:moveTo>
                <a:cubicBezTo>
                  <a:pt x="143918" y="31400"/>
                  <a:pt x="149979" y="33084"/>
                  <a:pt x="155586" y="36452"/>
                </a:cubicBezTo>
                <a:cubicBezTo>
                  <a:pt x="161193" y="39819"/>
                  <a:pt x="165452" y="44604"/>
                  <a:pt x="168362" y="50805"/>
                </a:cubicBezTo>
                <a:cubicBezTo>
                  <a:pt x="171273" y="57006"/>
                  <a:pt x="172728" y="63795"/>
                  <a:pt x="172728" y="71171"/>
                </a:cubicBezTo>
                <a:cubicBezTo>
                  <a:pt x="172728" y="81808"/>
                  <a:pt x="170031" y="90709"/>
                  <a:pt x="164637" y="97873"/>
                </a:cubicBezTo>
                <a:cubicBezTo>
                  <a:pt x="158122" y="106532"/>
                  <a:pt x="149124" y="110862"/>
                  <a:pt x="137643" y="110862"/>
                </a:cubicBezTo>
                <a:cubicBezTo>
                  <a:pt x="126375" y="110862"/>
                  <a:pt x="117697" y="106906"/>
                  <a:pt x="111610" y="98994"/>
                </a:cubicBezTo>
                <a:cubicBezTo>
                  <a:pt x="105522" y="91082"/>
                  <a:pt x="102478" y="81915"/>
                  <a:pt x="102478" y="71491"/>
                </a:cubicBezTo>
                <a:cubicBezTo>
                  <a:pt x="102478" y="60748"/>
                  <a:pt x="105589" y="51380"/>
                  <a:pt x="111810" y="43388"/>
                </a:cubicBezTo>
                <a:cubicBezTo>
                  <a:pt x="118031" y="35396"/>
                  <a:pt x="126562" y="31400"/>
                  <a:pt x="137403" y="31400"/>
                </a:cubicBezTo>
                <a:moveTo>
                  <a:pt x="137723" y="37007"/>
                </a:moveTo>
                <a:cubicBezTo>
                  <a:pt x="135000" y="37007"/>
                  <a:pt x="132663" y="38037"/>
                  <a:pt x="130714" y="40096"/>
                </a:cubicBezTo>
                <a:cubicBezTo>
                  <a:pt x="128765" y="42154"/>
                  <a:pt x="127483" y="46217"/>
                  <a:pt x="126869" y="52284"/>
                </a:cubicBezTo>
                <a:cubicBezTo>
                  <a:pt x="126255" y="58352"/>
                  <a:pt x="125948" y="66786"/>
                  <a:pt x="125948" y="77587"/>
                </a:cubicBezTo>
                <a:cubicBezTo>
                  <a:pt x="125948" y="83307"/>
                  <a:pt x="126322" y="88654"/>
                  <a:pt x="127069" y="93627"/>
                </a:cubicBezTo>
                <a:cubicBezTo>
                  <a:pt x="127657" y="97422"/>
                  <a:pt x="128912" y="100309"/>
                  <a:pt x="130834" y="102288"/>
                </a:cubicBezTo>
                <a:cubicBezTo>
                  <a:pt x="132757" y="104266"/>
                  <a:pt x="134946" y="105255"/>
                  <a:pt x="137403" y="105255"/>
                </a:cubicBezTo>
                <a:cubicBezTo>
                  <a:pt x="139806" y="105255"/>
                  <a:pt x="141808" y="104586"/>
                  <a:pt x="143410" y="103250"/>
                </a:cubicBezTo>
                <a:cubicBezTo>
                  <a:pt x="145493" y="101432"/>
                  <a:pt x="146881" y="98892"/>
                  <a:pt x="147576" y="95630"/>
                </a:cubicBezTo>
                <a:cubicBezTo>
                  <a:pt x="148644" y="90552"/>
                  <a:pt x="149178" y="80287"/>
                  <a:pt x="149178" y="64835"/>
                </a:cubicBezTo>
                <a:cubicBezTo>
                  <a:pt x="149178" y="55747"/>
                  <a:pt x="148670" y="49506"/>
                  <a:pt x="147656" y="46111"/>
                </a:cubicBezTo>
                <a:cubicBezTo>
                  <a:pt x="146641" y="42715"/>
                  <a:pt x="145146" y="40242"/>
                  <a:pt x="143170" y="38692"/>
                </a:cubicBezTo>
                <a:cubicBezTo>
                  <a:pt x="141782" y="37569"/>
                  <a:pt x="139966" y="37007"/>
                  <a:pt x="137723" y="37007"/>
                </a:cubicBezTo>
                <a:close/>
                <a:moveTo>
                  <a:pt x="215182" y="33643"/>
                </a:moveTo>
                <a:lnTo>
                  <a:pt x="215182" y="50625"/>
                </a:lnTo>
                <a:cubicBezTo>
                  <a:pt x="220148" y="42882"/>
                  <a:pt x="224501" y="37742"/>
                  <a:pt x="228239" y="35205"/>
                </a:cubicBezTo>
                <a:cubicBezTo>
                  <a:pt x="231977" y="32668"/>
                  <a:pt x="235581" y="31400"/>
                  <a:pt x="239053" y="31400"/>
                </a:cubicBezTo>
                <a:cubicBezTo>
                  <a:pt x="242043" y="31400"/>
                  <a:pt x="244433" y="32325"/>
                  <a:pt x="246222" y="34174"/>
                </a:cubicBezTo>
                <a:cubicBezTo>
                  <a:pt x="248011" y="36023"/>
                  <a:pt x="248905" y="38635"/>
                  <a:pt x="248905" y="42011"/>
                </a:cubicBezTo>
                <a:cubicBezTo>
                  <a:pt x="248905" y="45602"/>
                  <a:pt x="248037" y="48390"/>
                  <a:pt x="246302" y="50374"/>
                </a:cubicBezTo>
                <a:cubicBezTo>
                  <a:pt x="244566" y="52357"/>
                  <a:pt x="242470" y="53348"/>
                  <a:pt x="240014" y="53348"/>
                </a:cubicBezTo>
                <a:cubicBezTo>
                  <a:pt x="237184" y="53348"/>
                  <a:pt x="234727" y="52440"/>
                  <a:pt x="232644" y="50625"/>
                </a:cubicBezTo>
                <a:cubicBezTo>
                  <a:pt x="230562" y="48809"/>
                  <a:pt x="229333" y="47794"/>
                  <a:pt x="228960" y="47581"/>
                </a:cubicBezTo>
                <a:cubicBezTo>
                  <a:pt x="228426" y="47260"/>
                  <a:pt x="227812" y="47100"/>
                  <a:pt x="227117" y="47100"/>
                </a:cubicBezTo>
                <a:cubicBezTo>
                  <a:pt x="225569" y="47100"/>
                  <a:pt x="224100" y="47688"/>
                  <a:pt x="222712" y="48863"/>
                </a:cubicBezTo>
                <a:cubicBezTo>
                  <a:pt x="220522" y="50678"/>
                  <a:pt x="218867" y="53268"/>
                  <a:pt x="217745" y="56632"/>
                </a:cubicBezTo>
                <a:cubicBezTo>
                  <a:pt x="216036" y="61812"/>
                  <a:pt x="215182" y="67526"/>
                  <a:pt x="215182" y="73774"/>
                </a:cubicBezTo>
                <a:lnTo>
                  <a:pt x="215182" y="90996"/>
                </a:lnTo>
                <a:lnTo>
                  <a:pt x="215262" y="95482"/>
                </a:lnTo>
                <a:cubicBezTo>
                  <a:pt x="215262" y="98526"/>
                  <a:pt x="215449" y="100475"/>
                  <a:pt x="215823" y="101330"/>
                </a:cubicBezTo>
                <a:cubicBezTo>
                  <a:pt x="216464" y="102771"/>
                  <a:pt x="217412" y="103826"/>
                  <a:pt x="218666" y="104494"/>
                </a:cubicBezTo>
                <a:cubicBezTo>
                  <a:pt x="219921" y="105161"/>
                  <a:pt x="222044" y="105575"/>
                  <a:pt x="225035" y="105735"/>
                </a:cubicBezTo>
                <a:lnTo>
                  <a:pt x="225035" y="108619"/>
                </a:lnTo>
                <a:lnTo>
                  <a:pt x="184583" y="108619"/>
                </a:lnTo>
                <a:lnTo>
                  <a:pt x="184583" y="105735"/>
                </a:lnTo>
                <a:cubicBezTo>
                  <a:pt x="187840" y="105468"/>
                  <a:pt x="190043" y="104574"/>
                  <a:pt x="191191" y="103052"/>
                </a:cubicBezTo>
                <a:cubicBezTo>
                  <a:pt x="192339" y="101530"/>
                  <a:pt x="192914" y="97511"/>
                  <a:pt x="192914" y="90996"/>
                </a:cubicBezTo>
                <a:lnTo>
                  <a:pt x="192914" y="49503"/>
                </a:lnTo>
                <a:cubicBezTo>
                  <a:pt x="192914" y="45204"/>
                  <a:pt x="192700" y="42464"/>
                  <a:pt x="192273" y="41283"/>
                </a:cubicBezTo>
                <a:cubicBezTo>
                  <a:pt x="191739" y="39778"/>
                  <a:pt x="190964" y="38676"/>
                  <a:pt x="189950" y="37979"/>
                </a:cubicBezTo>
                <a:cubicBezTo>
                  <a:pt x="188935" y="37279"/>
                  <a:pt x="187146" y="36795"/>
                  <a:pt x="184583" y="36527"/>
                </a:cubicBezTo>
                <a:lnTo>
                  <a:pt x="184583" y="33643"/>
                </a:lnTo>
                <a:lnTo>
                  <a:pt x="215182" y="33643"/>
                </a:lnTo>
                <a:close/>
                <a:moveTo>
                  <a:pt x="288020" y="33643"/>
                </a:moveTo>
                <a:lnTo>
                  <a:pt x="288020" y="43576"/>
                </a:lnTo>
                <a:cubicBezTo>
                  <a:pt x="292132" y="39060"/>
                  <a:pt x="295937" y="35902"/>
                  <a:pt x="299435" y="34101"/>
                </a:cubicBezTo>
                <a:cubicBezTo>
                  <a:pt x="302932" y="32300"/>
                  <a:pt x="306764" y="31400"/>
                  <a:pt x="310929" y="31400"/>
                </a:cubicBezTo>
                <a:cubicBezTo>
                  <a:pt x="315735" y="31400"/>
                  <a:pt x="319767" y="32528"/>
                  <a:pt x="323025" y="34784"/>
                </a:cubicBezTo>
                <a:cubicBezTo>
                  <a:pt x="326282" y="37041"/>
                  <a:pt x="328792" y="40478"/>
                  <a:pt x="330554" y="45098"/>
                </a:cubicBezTo>
                <a:cubicBezTo>
                  <a:pt x="334827" y="40263"/>
                  <a:pt x="338925" y="36772"/>
                  <a:pt x="342850" y="34624"/>
                </a:cubicBezTo>
                <a:cubicBezTo>
                  <a:pt x="346775" y="32475"/>
                  <a:pt x="350874" y="31400"/>
                  <a:pt x="355146" y="31400"/>
                </a:cubicBezTo>
                <a:cubicBezTo>
                  <a:pt x="360326" y="31400"/>
                  <a:pt x="364451" y="32590"/>
                  <a:pt x="367522" y="34970"/>
                </a:cubicBezTo>
                <a:cubicBezTo>
                  <a:pt x="370592" y="37349"/>
                  <a:pt x="372728" y="40371"/>
                  <a:pt x="373930" y="44034"/>
                </a:cubicBezTo>
                <a:cubicBezTo>
                  <a:pt x="375131" y="47697"/>
                  <a:pt x="375732" y="53538"/>
                  <a:pt x="375732" y="61559"/>
                </a:cubicBezTo>
                <a:lnTo>
                  <a:pt x="375732" y="92278"/>
                </a:lnTo>
                <a:cubicBezTo>
                  <a:pt x="375732" y="98045"/>
                  <a:pt x="376253" y="101623"/>
                  <a:pt x="377294" y="103012"/>
                </a:cubicBezTo>
                <a:cubicBezTo>
                  <a:pt x="378336" y="104400"/>
                  <a:pt x="380512" y="105308"/>
                  <a:pt x="383823" y="105735"/>
                </a:cubicBezTo>
                <a:lnTo>
                  <a:pt x="383823" y="108619"/>
                </a:lnTo>
                <a:lnTo>
                  <a:pt x="345133" y="108619"/>
                </a:lnTo>
                <a:lnTo>
                  <a:pt x="345133" y="105735"/>
                </a:lnTo>
                <a:cubicBezTo>
                  <a:pt x="348177" y="105468"/>
                  <a:pt x="350420" y="104293"/>
                  <a:pt x="351862" y="102211"/>
                </a:cubicBezTo>
                <a:cubicBezTo>
                  <a:pt x="352823" y="100769"/>
                  <a:pt x="353304" y="97458"/>
                  <a:pt x="353304" y="92278"/>
                </a:cubicBezTo>
                <a:lnTo>
                  <a:pt x="353304" y="60077"/>
                </a:lnTo>
                <a:cubicBezTo>
                  <a:pt x="353304" y="53402"/>
                  <a:pt x="353036" y="49156"/>
                  <a:pt x="352502" y="47341"/>
                </a:cubicBezTo>
                <a:cubicBezTo>
                  <a:pt x="351968" y="45525"/>
                  <a:pt x="351127" y="44177"/>
                  <a:pt x="349979" y="43295"/>
                </a:cubicBezTo>
                <a:cubicBezTo>
                  <a:pt x="348831" y="42414"/>
                  <a:pt x="347483" y="41974"/>
                  <a:pt x="345934" y="41974"/>
                </a:cubicBezTo>
                <a:cubicBezTo>
                  <a:pt x="343638" y="41974"/>
                  <a:pt x="341315" y="42815"/>
                  <a:pt x="338965" y="44497"/>
                </a:cubicBezTo>
                <a:cubicBezTo>
                  <a:pt x="336615" y="46179"/>
                  <a:pt x="334239" y="48702"/>
                  <a:pt x="331836" y="52067"/>
                </a:cubicBezTo>
                <a:lnTo>
                  <a:pt x="331836" y="92278"/>
                </a:lnTo>
                <a:cubicBezTo>
                  <a:pt x="331836" y="97672"/>
                  <a:pt x="332290" y="101063"/>
                  <a:pt x="333198" y="102451"/>
                </a:cubicBezTo>
                <a:cubicBezTo>
                  <a:pt x="334426" y="104427"/>
                  <a:pt x="336776" y="105522"/>
                  <a:pt x="340247" y="105735"/>
                </a:cubicBezTo>
                <a:lnTo>
                  <a:pt x="340247" y="108619"/>
                </a:lnTo>
                <a:lnTo>
                  <a:pt x="301477" y="108619"/>
                </a:lnTo>
                <a:lnTo>
                  <a:pt x="301477" y="105735"/>
                </a:lnTo>
                <a:cubicBezTo>
                  <a:pt x="303560" y="105628"/>
                  <a:pt x="305202" y="105108"/>
                  <a:pt x="306404" y="104173"/>
                </a:cubicBezTo>
                <a:cubicBezTo>
                  <a:pt x="307605" y="103239"/>
                  <a:pt x="308406" y="102117"/>
                  <a:pt x="308807" y="100809"/>
                </a:cubicBezTo>
                <a:cubicBezTo>
                  <a:pt x="309207" y="99501"/>
                  <a:pt x="309407" y="96657"/>
                  <a:pt x="309407" y="92278"/>
                </a:cubicBezTo>
                <a:lnTo>
                  <a:pt x="309407" y="60027"/>
                </a:lnTo>
                <a:cubicBezTo>
                  <a:pt x="309407" y="53233"/>
                  <a:pt x="309140" y="48981"/>
                  <a:pt x="308606" y="47270"/>
                </a:cubicBezTo>
                <a:cubicBezTo>
                  <a:pt x="308072" y="45558"/>
                  <a:pt x="307178" y="44221"/>
                  <a:pt x="305923" y="43258"/>
                </a:cubicBezTo>
                <a:cubicBezTo>
                  <a:pt x="304668" y="42295"/>
                  <a:pt x="303320" y="41813"/>
                  <a:pt x="301878" y="41813"/>
                </a:cubicBezTo>
                <a:cubicBezTo>
                  <a:pt x="299742" y="41813"/>
                  <a:pt x="297792" y="42378"/>
                  <a:pt x="296030" y="43508"/>
                </a:cubicBezTo>
                <a:cubicBezTo>
                  <a:pt x="293520" y="45177"/>
                  <a:pt x="290850" y="48030"/>
                  <a:pt x="288020" y="52067"/>
                </a:cubicBezTo>
                <a:lnTo>
                  <a:pt x="288020" y="92278"/>
                </a:lnTo>
                <a:cubicBezTo>
                  <a:pt x="288020" y="97565"/>
                  <a:pt x="288541" y="101049"/>
                  <a:pt x="289582" y="102731"/>
                </a:cubicBezTo>
                <a:cubicBezTo>
                  <a:pt x="290623" y="104414"/>
                  <a:pt x="292799" y="105415"/>
                  <a:pt x="296110" y="105735"/>
                </a:cubicBezTo>
                <a:lnTo>
                  <a:pt x="296110" y="108619"/>
                </a:lnTo>
                <a:lnTo>
                  <a:pt x="257501" y="108619"/>
                </a:lnTo>
                <a:lnTo>
                  <a:pt x="257501" y="105735"/>
                </a:lnTo>
                <a:cubicBezTo>
                  <a:pt x="260652" y="105415"/>
                  <a:pt x="262895" y="104400"/>
                  <a:pt x="264230" y="102691"/>
                </a:cubicBezTo>
                <a:cubicBezTo>
                  <a:pt x="265137" y="101517"/>
                  <a:pt x="265591" y="98045"/>
                  <a:pt x="265591" y="92278"/>
                </a:cubicBezTo>
                <a:lnTo>
                  <a:pt x="265591" y="49984"/>
                </a:lnTo>
                <a:cubicBezTo>
                  <a:pt x="265591" y="44255"/>
                  <a:pt x="265071" y="40688"/>
                  <a:pt x="264029" y="39283"/>
                </a:cubicBezTo>
                <a:cubicBezTo>
                  <a:pt x="262988" y="37878"/>
                  <a:pt x="260812" y="36959"/>
                  <a:pt x="257501" y="36527"/>
                </a:cubicBezTo>
                <a:lnTo>
                  <a:pt x="257501" y="33643"/>
                </a:lnTo>
                <a:lnTo>
                  <a:pt x="288020" y="33643"/>
                </a:lnTo>
                <a:close/>
                <a:moveTo>
                  <a:pt x="475939" y="97565"/>
                </a:moveTo>
                <a:cubicBezTo>
                  <a:pt x="466807" y="105682"/>
                  <a:pt x="458610" y="109740"/>
                  <a:pt x="451348" y="109740"/>
                </a:cubicBezTo>
                <a:cubicBezTo>
                  <a:pt x="447075" y="109740"/>
                  <a:pt x="443524" y="108334"/>
                  <a:pt x="440694" y="105522"/>
                </a:cubicBezTo>
                <a:cubicBezTo>
                  <a:pt x="437864" y="102709"/>
                  <a:pt x="436449" y="99186"/>
                  <a:pt x="436449" y="94954"/>
                </a:cubicBezTo>
                <a:cubicBezTo>
                  <a:pt x="436449" y="89220"/>
                  <a:pt x="438905" y="84063"/>
                  <a:pt x="443818" y="79482"/>
                </a:cubicBezTo>
                <a:cubicBezTo>
                  <a:pt x="448731" y="74901"/>
                  <a:pt x="459438" y="68806"/>
                  <a:pt x="475939" y="61198"/>
                </a:cubicBezTo>
                <a:lnTo>
                  <a:pt x="475939" y="53669"/>
                </a:lnTo>
                <a:cubicBezTo>
                  <a:pt x="475939" y="48008"/>
                  <a:pt x="475632" y="44444"/>
                  <a:pt x="475018" y="42975"/>
                </a:cubicBezTo>
                <a:cubicBezTo>
                  <a:pt x="474404" y="41506"/>
                  <a:pt x="473242" y="40225"/>
                  <a:pt x="471533" y="39130"/>
                </a:cubicBezTo>
                <a:cubicBezTo>
                  <a:pt x="469825" y="38035"/>
                  <a:pt x="467902" y="37488"/>
                  <a:pt x="465766" y="37488"/>
                </a:cubicBezTo>
                <a:cubicBezTo>
                  <a:pt x="462295" y="37488"/>
                  <a:pt x="459438" y="38262"/>
                  <a:pt x="457195" y="39811"/>
                </a:cubicBezTo>
                <a:cubicBezTo>
                  <a:pt x="455807" y="40772"/>
                  <a:pt x="455112" y="41894"/>
                  <a:pt x="455112" y="43175"/>
                </a:cubicBezTo>
                <a:cubicBezTo>
                  <a:pt x="455112" y="44297"/>
                  <a:pt x="455860" y="45685"/>
                  <a:pt x="457355" y="47341"/>
                </a:cubicBezTo>
                <a:cubicBezTo>
                  <a:pt x="459385" y="49637"/>
                  <a:pt x="460399" y="51853"/>
                  <a:pt x="460399" y="53989"/>
                </a:cubicBezTo>
                <a:cubicBezTo>
                  <a:pt x="460399" y="56606"/>
                  <a:pt x="459425" y="58835"/>
                  <a:pt x="457475" y="60678"/>
                </a:cubicBezTo>
                <a:cubicBezTo>
                  <a:pt x="455526" y="62520"/>
                  <a:pt x="452976" y="63441"/>
                  <a:pt x="449826" y="63441"/>
                </a:cubicBezTo>
                <a:cubicBezTo>
                  <a:pt x="446461" y="63441"/>
                  <a:pt x="443644" y="62427"/>
                  <a:pt x="441375" y="60397"/>
                </a:cubicBezTo>
                <a:cubicBezTo>
                  <a:pt x="439105" y="58368"/>
                  <a:pt x="437970" y="55992"/>
                  <a:pt x="437970" y="53268"/>
                </a:cubicBezTo>
                <a:cubicBezTo>
                  <a:pt x="437970" y="49423"/>
                  <a:pt x="439492" y="45752"/>
                  <a:pt x="442536" y="42254"/>
                </a:cubicBezTo>
                <a:cubicBezTo>
                  <a:pt x="445580" y="38756"/>
                  <a:pt x="449826" y="36073"/>
                  <a:pt x="455273" y="34204"/>
                </a:cubicBezTo>
                <a:cubicBezTo>
                  <a:pt x="460720" y="32335"/>
                  <a:pt x="466380" y="31400"/>
                  <a:pt x="472254" y="31400"/>
                </a:cubicBezTo>
                <a:cubicBezTo>
                  <a:pt x="479357" y="31400"/>
                  <a:pt x="484977" y="32913"/>
                  <a:pt x="489116" y="35938"/>
                </a:cubicBezTo>
                <a:cubicBezTo>
                  <a:pt x="493255" y="38962"/>
                  <a:pt x="495938" y="42241"/>
                  <a:pt x="497166" y="45774"/>
                </a:cubicBezTo>
                <a:cubicBezTo>
                  <a:pt x="497914" y="48021"/>
                  <a:pt x="498288" y="53186"/>
                  <a:pt x="498288" y="61268"/>
                </a:cubicBezTo>
                <a:lnTo>
                  <a:pt x="498288" y="90413"/>
                </a:lnTo>
                <a:cubicBezTo>
                  <a:pt x="498288" y="93839"/>
                  <a:pt x="498421" y="95994"/>
                  <a:pt x="498688" y="96879"/>
                </a:cubicBezTo>
                <a:cubicBezTo>
                  <a:pt x="498955" y="97762"/>
                  <a:pt x="499356" y="98418"/>
                  <a:pt x="499890" y="98846"/>
                </a:cubicBezTo>
                <a:cubicBezTo>
                  <a:pt x="500424" y="99274"/>
                  <a:pt x="501038" y="99487"/>
                  <a:pt x="501732" y="99487"/>
                </a:cubicBezTo>
                <a:cubicBezTo>
                  <a:pt x="503120" y="99487"/>
                  <a:pt x="504536" y="98499"/>
                  <a:pt x="505977" y="96523"/>
                </a:cubicBezTo>
                <a:lnTo>
                  <a:pt x="508381" y="98446"/>
                </a:lnTo>
                <a:cubicBezTo>
                  <a:pt x="505710" y="102398"/>
                  <a:pt x="502947" y="105268"/>
                  <a:pt x="500090" y="107057"/>
                </a:cubicBezTo>
                <a:cubicBezTo>
                  <a:pt x="497233" y="108846"/>
                  <a:pt x="493989" y="109740"/>
                  <a:pt x="490357" y="109740"/>
                </a:cubicBezTo>
                <a:cubicBezTo>
                  <a:pt x="486085" y="109740"/>
                  <a:pt x="482748" y="108732"/>
                  <a:pt x="480345" y="106717"/>
                </a:cubicBezTo>
                <a:cubicBezTo>
                  <a:pt x="477942" y="104701"/>
                  <a:pt x="476473" y="101650"/>
                  <a:pt x="475939" y="97565"/>
                </a:cubicBezTo>
                <a:moveTo>
                  <a:pt x="475939" y="91637"/>
                </a:moveTo>
                <a:lnTo>
                  <a:pt x="475939" y="66580"/>
                </a:lnTo>
                <a:cubicBezTo>
                  <a:pt x="469477" y="70390"/>
                  <a:pt x="464671" y="74469"/>
                  <a:pt x="461521" y="78816"/>
                </a:cubicBezTo>
                <a:cubicBezTo>
                  <a:pt x="459438" y="81713"/>
                  <a:pt x="458397" y="84637"/>
                  <a:pt x="458397" y="87590"/>
                </a:cubicBezTo>
                <a:cubicBezTo>
                  <a:pt x="458397" y="90058"/>
                  <a:pt x="459278" y="92231"/>
                  <a:pt x="461040" y="94110"/>
                </a:cubicBezTo>
                <a:cubicBezTo>
                  <a:pt x="462375" y="95559"/>
                  <a:pt x="464244" y="96283"/>
                  <a:pt x="466647" y="96283"/>
                </a:cubicBezTo>
                <a:cubicBezTo>
                  <a:pt x="469317" y="96283"/>
                  <a:pt x="472415" y="94735"/>
                  <a:pt x="475939" y="91637"/>
                </a:cubicBezTo>
                <a:close/>
                <a:moveTo>
                  <a:pt x="586962" y="0"/>
                </a:moveTo>
                <a:lnTo>
                  <a:pt x="586962" y="93079"/>
                </a:lnTo>
                <a:cubicBezTo>
                  <a:pt x="586962" y="98366"/>
                  <a:pt x="587576" y="101743"/>
                  <a:pt x="588804" y="103212"/>
                </a:cubicBezTo>
                <a:cubicBezTo>
                  <a:pt x="590032" y="104681"/>
                  <a:pt x="592435" y="105522"/>
                  <a:pt x="596013" y="105735"/>
                </a:cubicBezTo>
                <a:lnTo>
                  <a:pt x="596013" y="108619"/>
                </a:lnTo>
                <a:lnTo>
                  <a:pt x="555561" y="108619"/>
                </a:lnTo>
                <a:lnTo>
                  <a:pt x="555561" y="105735"/>
                </a:lnTo>
                <a:cubicBezTo>
                  <a:pt x="558872" y="105628"/>
                  <a:pt x="561329" y="104667"/>
                  <a:pt x="562931" y="102852"/>
                </a:cubicBezTo>
                <a:cubicBezTo>
                  <a:pt x="563999" y="101623"/>
                  <a:pt x="564533" y="98366"/>
                  <a:pt x="564533" y="93079"/>
                </a:cubicBezTo>
                <a:lnTo>
                  <a:pt x="564533" y="15540"/>
                </a:lnTo>
                <a:cubicBezTo>
                  <a:pt x="564533" y="10273"/>
                  <a:pt x="563919" y="6901"/>
                  <a:pt x="562691" y="5424"/>
                </a:cubicBezTo>
                <a:cubicBezTo>
                  <a:pt x="561462" y="3946"/>
                  <a:pt x="559086" y="3099"/>
                  <a:pt x="555561" y="2884"/>
                </a:cubicBezTo>
                <a:lnTo>
                  <a:pt x="555561" y="0"/>
                </a:lnTo>
                <a:lnTo>
                  <a:pt x="586962" y="0"/>
                </a:lnTo>
                <a:close/>
                <a:moveTo>
                  <a:pt x="638574" y="31400"/>
                </a:moveTo>
                <a:cubicBezTo>
                  <a:pt x="645089" y="31400"/>
                  <a:pt x="651150" y="33084"/>
                  <a:pt x="656757" y="36452"/>
                </a:cubicBezTo>
                <a:cubicBezTo>
                  <a:pt x="662365" y="39819"/>
                  <a:pt x="666623" y="44604"/>
                  <a:pt x="669534" y="50805"/>
                </a:cubicBezTo>
                <a:cubicBezTo>
                  <a:pt x="672444" y="57006"/>
                  <a:pt x="673899" y="63795"/>
                  <a:pt x="673899" y="71171"/>
                </a:cubicBezTo>
                <a:cubicBezTo>
                  <a:pt x="673899" y="81808"/>
                  <a:pt x="671203" y="90709"/>
                  <a:pt x="665809" y="97873"/>
                </a:cubicBezTo>
                <a:cubicBezTo>
                  <a:pt x="659294" y="106532"/>
                  <a:pt x="650296" y="110862"/>
                  <a:pt x="638814" y="110862"/>
                </a:cubicBezTo>
                <a:cubicBezTo>
                  <a:pt x="627547" y="110862"/>
                  <a:pt x="618869" y="106906"/>
                  <a:pt x="612781" y="98994"/>
                </a:cubicBezTo>
                <a:cubicBezTo>
                  <a:pt x="606693" y="91082"/>
                  <a:pt x="603649" y="81915"/>
                  <a:pt x="603649" y="71491"/>
                </a:cubicBezTo>
                <a:cubicBezTo>
                  <a:pt x="603649" y="60748"/>
                  <a:pt x="606760" y="51380"/>
                  <a:pt x="612981" y="43388"/>
                </a:cubicBezTo>
                <a:cubicBezTo>
                  <a:pt x="619203" y="35396"/>
                  <a:pt x="627734" y="31400"/>
                  <a:pt x="638574" y="31400"/>
                </a:cubicBezTo>
                <a:moveTo>
                  <a:pt x="638895" y="37007"/>
                </a:moveTo>
                <a:cubicBezTo>
                  <a:pt x="636171" y="37007"/>
                  <a:pt x="633835" y="38037"/>
                  <a:pt x="631886" y="40096"/>
                </a:cubicBezTo>
                <a:cubicBezTo>
                  <a:pt x="629936" y="42154"/>
                  <a:pt x="628655" y="46217"/>
                  <a:pt x="628041" y="52284"/>
                </a:cubicBezTo>
                <a:cubicBezTo>
                  <a:pt x="627427" y="58352"/>
                  <a:pt x="627119" y="66786"/>
                  <a:pt x="627119" y="77587"/>
                </a:cubicBezTo>
                <a:cubicBezTo>
                  <a:pt x="627119" y="83307"/>
                  <a:pt x="627493" y="88654"/>
                  <a:pt x="628241" y="93627"/>
                </a:cubicBezTo>
                <a:cubicBezTo>
                  <a:pt x="628828" y="97422"/>
                  <a:pt x="630083" y="100309"/>
                  <a:pt x="632006" y="102288"/>
                </a:cubicBezTo>
                <a:cubicBezTo>
                  <a:pt x="633928" y="104266"/>
                  <a:pt x="636118" y="105255"/>
                  <a:pt x="638574" y="105255"/>
                </a:cubicBezTo>
                <a:cubicBezTo>
                  <a:pt x="640977" y="105255"/>
                  <a:pt x="642980" y="104586"/>
                  <a:pt x="644582" y="103250"/>
                </a:cubicBezTo>
                <a:cubicBezTo>
                  <a:pt x="646664" y="101432"/>
                  <a:pt x="648053" y="98892"/>
                  <a:pt x="648747" y="95630"/>
                </a:cubicBezTo>
                <a:cubicBezTo>
                  <a:pt x="649815" y="90552"/>
                  <a:pt x="650349" y="80287"/>
                  <a:pt x="650349" y="64835"/>
                </a:cubicBezTo>
                <a:cubicBezTo>
                  <a:pt x="650349" y="55747"/>
                  <a:pt x="649842" y="49506"/>
                  <a:pt x="648827" y="46111"/>
                </a:cubicBezTo>
                <a:cubicBezTo>
                  <a:pt x="647813" y="42715"/>
                  <a:pt x="646317" y="40242"/>
                  <a:pt x="644342" y="38692"/>
                </a:cubicBezTo>
                <a:cubicBezTo>
                  <a:pt x="642953" y="37569"/>
                  <a:pt x="641137" y="37007"/>
                  <a:pt x="638895" y="37007"/>
                </a:cubicBezTo>
                <a:close/>
                <a:moveTo>
                  <a:pt x="720599" y="31400"/>
                </a:moveTo>
                <a:cubicBezTo>
                  <a:pt x="727114" y="31400"/>
                  <a:pt x="733175" y="33084"/>
                  <a:pt x="738783" y="36452"/>
                </a:cubicBezTo>
                <a:cubicBezTo>
                  <a:pt x="744390" y="39819"/>
                  <a:pt x="748648" y="44604"/>
                  <a:pt x="751559" y="50805"/>
                </a:cubicBezTo>
                <a:cubicBezTo>
                  <a:pt x="754469" y="57006"/>
                  <a:pt x="755924" y="63795"/>
                  <a:pt x="755924" y="71171"/>
                </a:cubicBezTo>
                <a:cubicBezTo>
                  <a:pt x="755924" y="81808"/>
                  <a:pt x="753228" y="90709"/>
                  <a:pt x="747834" y="97873"/>
                </a:cubicBezTo>
                <a:cubicBezTo>
                  <a:pt x="741319" y="106532"/>
                  <a:pt x="732321" y="110862"/>
                  <a:pt x="720840" y="110862"/>
                </a:cubicBezTo>
                <a:cubicBezTo>
                  <a:pt x="709572" y="110862"/>
                  <a:pt x="700894" y="106906"/>
                  <a:pt x="694806" y="98994"/>
                </a:cubicBezTo>
                <a:cubicBezTo>
                  <a:pt x="688718" y="91082"/>
                  <a:pt x="685675" y="81915"/>
                  <a:pt x="685675" y="71491"/>
                </a:cubicBezTo>
                <a:cubicBezTo>
                  <a:pt x="685675" y="60748"/>
                  <a:pt x="688785" y="51380"/>
                  <a:pt x="695007" y="43388"/>
                </a:cubicBezTo>
                <a:cubicBezTo>
                  <a:pt x="701228" y="35396"/>
                  <a:pt x="709759" y="31400"/>
                  <a:pt x="720599" y="31400"/>
                </a:cubicBezTo>
                <a:moveTo>
                  <a:pt x="720920" y="37007"/>
                </a:moveTo>
                <a:cubicBezTo>
                  <a:pt x="718196" y="37007"/>
                  <a:pt x="715860" y="38037"/>
                  <a:pt x="713911" y="40096"/>
                </a:cubicBezTo>
                <a:cubicBezTo>
                  <a:pt x="711962" y="42154"/>
                  <a:pt x="710680" y="46217"/>
                  <a:pt x="710066" y="52284"/>
                </a:cubicBezTo>
                <a:cubicBezTo>
                  <a:pt x="709452" y="58352"/>
                  <a:pt x="709145" y="66786"/>
                  <a:pt x="709145" y="77587"/>
                </a:cubicBezTo>
                <a:cubicBezTo>
                  <a:pt x="709145" y="83307"/>
                  <a:pt x="709518" y="88654"/>
                  <a:pt x="710266" y="93627"/>
                </a:cubicBezTo>
                <a:cubicBezTo>
                  <a:pt x="710853" y="97422"/>
                  <a:pt x="712108" y="100309"/>
                  <a:pt x="714031" y="102288"/>
                </a:cubicBezTo>
                <a:cubicBezTo>
                  <a:pt x="715953" y="104266"/>
                  <a:pt x="718143" y="105255"/>
                  <a:pt x="720599" y="105255"/>
                </a:cubicBezTo>
                <a:cubicBezTo>
                  <a:pt x="723002" y="105255"/>
                  <a:pt x="725005" y="104586"/>
                  <a:pt x="726607" y="103250"/>
                </a:cubicBezTo>
                <a:cubicBezTo>
                  <a:pt x="728690" y="101432"/>
                  <a:pt x="730078" y="98892"/>
                  <a:pt x="730772" y="95630"/>
                </a:cubicBezTo>
                <a:cubicBezTo>
                  <a:pt x="731840" y="90552"/>
                  <a:pt x="732374" y="80287"/>
                  <a:pt x="732374" y="64835"/>
                </a:cubicBezTo>
                <a:cubicBezTo>
                  <a:pt x="732374" y="55747"/>
                  <a:pt x="731867" y="49506"/>
                  <a:pt x="730852" y="46111"/>
                </a:cubicBezTo>
                <a:cubicBezTo>
                  <a:pt x="729838" y="42715"/>
                  <a:pt x="728342" y="40242"/>
                  <a:pt x="726367" y="38692"/>
                </a:cubicBezTo>
                <a:cubicBezTo>
                  <a:pt x="724978" y="37569"/>
                  <a:pt x="723163" y="37007"/>
                  <a:pt x="720920" y="37007"/>
                </a:cubicBezTo>
                <a:close/>
                <a:moveTo>
                  <a:pt x="796296" y="101009"/>
                </a:moveTo>
                <a:lnTo>
                  <a:pt x="796296" y="128805"/>
                </a:lnTo>
                <a:cubicBezTo>
                  <a:pt x="796296" y="132701"/>
                  <a:pt x="796603" y="135353"/>
                  <a:pt x="797217" y="136760"/>
                </a:cubicBezTo>
                <a:cubicBezTo>
                  <a:pt x="797831" y="138168"/>
                  <a:pt x="798779" y="139197"/>
                  <a:pt x="800061" y="139846"/>
                </a:cubicBezTo>
                <a:cubicBezTo>
                  <a:pt x="801342" y="140496"/>
                  <a:pt x="803852" y="140820"/>
                  <a:pt x="807590" y="140820"/>
                </a:cubicBezTo>
                <a:lnTo>
                  <a:pt x="807590" y="143704"/>
                </a:lnTo>
                <a:lnTo>
                  <a:pt x="764896" y="143704"/>
                </a:lnTo>
                <a:lnTo>
                  <a:pt x="764896" y="140820"/>
                </a:lnTo>
                <a:cubicBezTo>
                  <a:pt x="768207" y="140712"/>
                  <a:pt x="770663" y="139765"/>
                  <a:pt x="772265" y="137979"/>
                </a:cubicBezTo>
                <a:cubicBezTo>
                  <a:pt x="773333" y="136736"/>
                  <a:pt x="773867" y="133517"/>
                  <a:pt x="773867" y="128324"/>
                </a:cubicBezTo>
                <a:lnTo>
                  <a:pt x="773867" y="49343"/>
                </a:lnTo>
                <a:cubicBezTo>
                  <a:pt x="773867" y="43990"/>
                  <a:pt x="773253" y="40569"/>
                  <a:pt x="772025" y="39082"/>
                </a:cubicBezTo>
                <a:cubicBezTo>
                  <a:pt x="770797" y="37596"/>
                  <a:pt x="768420" y="36744"/>
                  <a:pt x="764896" y="36527"/>
                </a:cubicBezTo>
                <a:lnTo>
                  <a:pt x="764896" y="33643"/>
                </a:lnTo>
                <a:lnTo>
                  <a:pt x="796296" y="33643"/>
                </a:lnTo>
                <a:lnTo>
                  <a:pt x="796296" y="43496"/>
                </a:lnTo>
                <a:cubicBezTo>
                  <a:pt x="798913" y="39651"/>
                  <a:pt x="801583" y="36874"/>
                  <a:pt x="804306" y="35165"/>
                </a:cubicBezTo>
                <a:cubicBezTo>
                  <a:pt x="808205" y="32655"/>
                  <a:pt x="812450" y="31400"/>
                  <a:pt x="817043" y="31400"/>
                </a:cubicBezTo>
                <a:cubicBezTo>
                  <a:pt x="822543" y="31400"/>
                  <a:pt x="827549" y="33137"/>
                  <a:pt x="832062" y="36612"/>
                </a:cubicBezTo>
                <a:cubicBezTo>
                  <a:pt x="836574" y="40086"/>
                  <a:pt x="840005" y="44884"/>
                  <a:pt x="842355" y="51005"/>
                </a:cubicBezTo>
                <a:cubicBezTo>
                  <a:pt x="844705" y="57126"/>
                  <a:pt x="845879" y="63715"/>
                  <a:pt x="845879" y="70771"/>
                </a:cubicBezTo>
                <a:cubicBezTo>
                  <a:pt x="845879" y="78360"/>
                  <a:pt x="844665" y="85296"/>
                  <a:pt x="842235" y="91577"/>
                </a:cubicBezTo>
                <a:cubicBezTo>
                  <a:pt x="839805" y="97859"/>
                  <a:pt x="836280" y="102643"/>
                  <a:pt x="831661" y="105930"/>
                </a:cubicBezTo>
                <a:cubicBezTo>
                  <a:pt x="827042" y="109218"/>
                  <a:pt x="821902" y="110862"/>
                  <a:pt x="816241" y="110862"/>
                </a:cubicBezTo>
                <a:cubicBezTo>
                  <a:pt x="812130" y="110862"/>
                  <a:pt x="808285" y="109954"/>
                  <a:pt x="804707" y="108138"/>
                </a:cubicBezTo>
                <a:cubicBezTo>
                  <a:pt x="802037" y="106750"/>
                  <a:pt x="799233" y="104374"/>
                  <a:pt x="796296" y="101009"/>
                </a:cubicBezTo>
                <a:moveTo>
                  <a:pt x="796296" y="92906"/>
                </a:moveTo>
                <a:cubicBezTo>
                  <a:pt x="800889" y="99430"/>
                  <a:pt x="805801" y="102691"/>
                  <a:pt x="811035" y="102691"/>
                </a:cubicBezTo>
                <a:cubicBezTo>
                  <a:pt x="813919" y="102691"/>
                  <a:pt x="816295" y="101168"/>
                  <a:pt x="818164" y="98121"/>
                </a:cubicBezTo>
                <a:cubicBezTo>
                  <a:pt x="820941" y="93628"/>
                  <a:pt x="822329" y="85072"/>
                  <a:pt x="822329" y="72453"/>
                </a:cubicBezTo>
                <a:cubicBezTo>
                  <a:pt x="822329" y="59513"/>
                  <a:pt x="820807" y="50663"/>
                  <a:pt x="817763" y="45904"/>
                </a:cubicBezTo>
                <a:cubicBezTo>
                  <a:pt x="815734" y="42750"/>
                  <a:pt x="813011" y="41173"/>
                  <a:pt x="809593" y="41173"/>
                </a:cubicBezTo>
                <a:cubicBezTo>
                  <a:pt x="804199" y="41173"/>
                  <a:pt x="799767" y="45076"/>
                  <a:pt x="796296" y="52883"/>
                </a:cubicBezTo>
                <a:lnTo>
                  <a:pt x="796296" y="92906"/>
                </a:lnTo>
                <a:close/>
                <a:moveTo>
                  <a:pt x="880379" y="31560"/>
                </a:moveTo>
                <a:cubicBezTo>
                  <a:pt x="884064" y="31560"/>
                  <a:pt x="887201" y="32855"/>
                  <a:pt x="889791" y="35445"/>
                </a:cubicBezTo>
                <a:cubicBezTo>
                  <a:pt x="892381" y="38035"/>
                  <a:pt x="893676" y="41173"/>
                  <a:pt x="893676" y="44857"/>
                </a:cubicBezTo>
                <a:cubicBezTo>
                  <a:pt x="893676" y="48542"/>
                  <a:pt x="892381" y="51679"/>
                  <a:pt x="889791" y="54269"/>
                </a:cubicBezTo>
                <a:cubicBezTo>
                  <a:pt x="887201" y="56859"/>
                  <a:pt x="884064" y="58154"/>
                  <a:pt x="880379" y="58154"/>
                </a:cubicBezTo>
                <a:cubicBezTo>
                  <a:pt x="876694" y="58154"/>
                  <a:pt x="873557" y="56859"/>
                  <a:pt x="870967" y="54269"/>
                </a:cubicBezTo>
                <a:cubicBezTo>
                  <a:pt x="868377" y="51679"/>
                  <a:pt x="867082" y="48542"/>
                  <a:pt x="867082" y="44857"/>
                </a:cubicBezTo>
                <a:cubicBezTo>
                  <a:pt x="867082" y="41173"/>
                  <a:pt x="868377" y="38035"/>
                  <a:pt x="870967" y="35445"/>
                </a:cubicBezTo>
                <a:cubicBezTo>
                  <a:pt x="873557" y="32855"/>
                  <a:pt x="876694" y="31560"/>
                  <a:pt x="880379" y="31560"/>
                </a:cubicBezTo>
                <a:moveTo>
                  <a:pt x="880299" y="83947"/>
                </a:moveTo>
                <a:cubicBezTo>
                  <a:pt x="884037" y="83947"/>
                  <a:pt x="887201" y="85260"/>
                  <a:pt x="889791" y="87885"/>
                </a:cubicBezTo>
                <a:cubicBezTo>
                  <a:pt x="892381" y="90508"/>
                  <a:pt x="893676" y="93668"/>
                  <a:pt x="893676" y="97365"/>
                </a:cubicBezTo>
                <a:cubicBezTo>
                  <a:pt x="893676" y="101061"/>
                  <a:pt x="892367" y="104208"/>
                  <a:pt x="889751" y="106807"/>
                </a:cubicBezTo>
                <a:cubicBezTo>
                  <a:pt x="887134" y="109403"/>
                  <a:pt x="883983" y="110702"/>
                  <a:pt x="880299" y="110702"/>
                </a:cubicBezTo>
                <a:cubicBezTo>
                  <a:pt x="876614" y="110702"/>
                  <a:pt x="873477" y="109403"/>
                  <a:pt x="870887" y="106807"/>
                </a:cubicBezTo>
                <a:cubicBezTo>
                  <a:pt x="868297" y="104208"/>
                  <a:pt x="867002" y="101061"/>
                  <a:pt x="867002" y="97365"/>
                </a:cubicBezTo>
                <a:cubicBezTo>
                  <a:pt x="867002" y="93668"/>
                  <a:pt x="868297" y="90508"/>
                  <a:pt x="870887" y="87885"/>
                </a:cubicBezTo>
                <a:cubicBezTo>
                  <a:pt x="873477" y="85260"/>
                  <a:pt x="876614" y="83947"/>
                  <a:pt x="880299" y="839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FEAD3-98E6-4499-925C-ED8F145D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603" y="4678205"/>
            <a:ext cx="205062" cy="205062"/>
          </a:xfrm>
          <a:custGeom xmlns:a="http://schemas.openxmlformats.org/drawingml/2006/main">
            <a:pathLst>
              <a:path w="205062" h="205062">
                <a:moveTo>
                  <a:pt x="205062" y="102531"/>
                </a:moveTo>
                <a:cubicBezTo>
                  <a:pt x="205062" y="109263"/>
                  <a:pt x="204405" y="115930"/>
                  <a:pt x="203092" y="122533"/>
                </a:cubicBezTo>
                <a:cubicBezTo>
                  <a:pt x="201778" y="129136"/>
                  <a:pt x="199834" y="135548"/>
                  <a:pt x="197258" y="141768"/>
                </a:cubicBezTo>
                <a:cubicBezTo>
                  <a:pt x="194680" y="147987"/>
                  <a:pt x="191523" y="153896"/>
                  <a:pt x="187782" y="159493"/>
                </a:cubicBezTo>
                <a:cubicBezTo>
                  <a:pt x="184040" y="165091"/>
                  <a:pt x="179791" y="170271"/>
                  <a:pt x="175031" y="175032"/>
                </a:cubicBezTo>
                <a:cubicBezTo>
                  <a:pt x="170270" y="179792"/>
                  <a:pt x="165092" y="184042"/>
                  <a:pt x="159494" y="187782"/>
                </a:cubicBezTo>
                <a:cubicBezTo>
                  <a:pt x="153896" y="191522"/>
                  <a:pt x="147987" y="194681"/>
                  <a:pt x="141767" y="197257"/>
                </a:cubicBezTo>
                <a:cubicBezTo>
                  <a:pt x="135546" y="199833"/>
                  <a:pt x="129134" y="201778"/>
                  <a:pt x="122532" y="203091"/>
                </a:cubicBezTo>
                <a:cubicBezTo>
                  <a:pt x="115930" y="204405"/>
                  <a:pt x="109262" y="205062"/>
                  <a:pt x="102531" y="205062"/>
                </a:cubicBezTo>
                <a:cubicBezTo>
                  <a:pt x="95799" y="205062"/>
                  <a:pt x="89130" y="204405"/>
                  <a:pt x="82527" y="203091"/>
                </a:cubicBezTo>
                <a:cubicBezTo>
                  <a:pt x="75923" y="201778"/>
                  <a:pt x="69512" y="199833"/>
                  <a:pt x="63292" y="197257"/>
                </a:cubicBezTo>
                <a:cubicBezTo>
                  <a:pt x="57073" y="194681"/>
                  <a:pt x="51164" y="191522"/>
                  <a:pt x="45566" y="187782"/>
                </a:cubicBezTo>
                <a:cubicBezTo>
                  <a:pt x="39969" y="184042"/>
                  <a:pt x="34790" y="179792"/>
                  <a:pt x="30029" y="175032"/>
                </a:cubicBezTo>
                <a:cubicBezTo>
                  <a:pt x="25269" y="170271"/>
                  <a:pt x="21018" y="165092"/>
                  <a:pt x="17279" y="159494"/>
                </a:cubicBezTo>
                <a:cubicBezTo>
                  <a:pt x="13537" y="153896"/>
                  <a:pt x="10379" y="147987"/>
                  <a:pt x="7804" y="141767"/>
                </a:cubicBezTo>
                <a:cubicBezTo>
                  <a:pt x="5227" y="135547"/>
                  <a:pt x="3282" y="129137"/>
                  <a:pt x="1969" y="122534"/>
                </a:cubicBezTo>
                <a:cubicBezTo>
                  <a:pt x="656" y="115931"/>
                  <a:pt x="0" y="109263"/>
                  <a:pt x="0" y="102531"/>
                </a:cubicBezTo>
                <a:cubicBezTo>
                  <a:pt x="0" y="95799"/>
                  <a:pt x="656" y="89131"/>
                  <a:pt x="1969" y="82529"/>
                </a:cubicBezTo>
                <a:cubicBezTo>
                  <a:pt x="3282" y="75925"/>
                  <a:pt x="5227" y="69513"/>
                  <a:pt x="7804" y="63294"/>
                </a:cubicBezTo>
                <a:cubicBezTo>
                  <a:pt x="10379" y="57075"/>
                  <a:pt x="13537" y="51166"/>
                  <a:pt x="17276" y="45569"/>
                </a:cubicBezTo>
                <a:cubicBezTo>
                  <a:pt x="21018" y="39971"/>
                  <a:pt x="25269" y="34792"/>
                  <a:pt x="30029" y="30031"/>
                </a:cubicBezTo>
                <a:cubicBezTo>
                  <a:pt x="34790" y="25271"/>
                  <a:pt x="39969" y="21020"/>
                  <a:pt x="45566" y="17279"/>
                </a:cubicBezTo>
                <a:cubicBezTo>
                  <a:pt x="51164" y="13539"/>
                  <a:pt x="57073" y="10380"/>
                  <a:pt x="63292" y="7805"/>
                </a:cubicBezTo>
                <a:cubicBezTo>
                  <a:pt x="69512" y="5229"/>
                  <a:pt x="75923" y="3284"/>
                  <a:pt x="82527" y="1970"/>
                </a:cubicBezTo>
                <a:cubicBezTo>
                  <a:pt x="89130" y="657"/>
                  <a:pt x="95799" y="0"/>
                  <a:pt x="102531" y="0"/>
                </a:cubicBezTo>
                <a:cubicBezTo>
                  <a:pt x="109262" y="0"/>
                  <a:pt x="115930" y="657"/>
                  <a:pt x="122532" y="1970"/>
                </a:cubicBezTo>
                <a:cubicBezTo>
                  <a:pt x="129134" y="3284"/>
                  <a:pt x="135546" y="5229"/>
                  <a:pt x="141767" y="7805"/>
                </a:cubicBezTo>
                <a:cubicBezTo>
                  <a:pt x="147987" y="10380"/>
                  <a:pt x="153896" y="13539"/>
                  <a:pt x="159494" y="17279"/>
                </a:cubicBezTo>
                <a:cubicBezTo>
                  <a:pt x="165092" y="21020"/>
                  <a:pt x="170270" y="25271"/>
                  <a:pt x="175031" y="30031"/>
                </a:cubicBezTo>
                <a:cubicBezTo>
                  <a:pt x="179791" y="34792"/>
                  <a:pt x="184040" y="39971"/>
                  <a:pt x="187782" y="45569"/>
                </a:cubicBezTo>
                <a:cubicBezTo>
                  <a:pt x="191523" y="51166"/>
                  <a:pt x="194680" y="57075"/>
                  <a:pt x="197258" y="63294"/>
                </a:cubicBezTo>
                <a:cubicBezTo>
                  <a:pt x="199834" y="69513"/>
                  <a:pt x="201778" y="75925"/>
                  <a:pt x="203092" y="82527"/>
                </a:cubicBezTo>
                <a:cubicBezTo>
                  <a:pt x="204405" y="89131"/>
                  <a:pt x="205062" y="95799"/>
                  <a:pt x="205062" y="1025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C3379-1888-40BD-83FD-87CAB5E8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603" y="4678205"/>
            <a:ext cx="205062" cy="205062"/>
          </a:xfrm>
          <a:custGeom xmlns:a="http://schemas.openxmlformats.org/drawingml/2006/main">
            <a:pathLst>
              <a:path w="205062" h="205062" fill="none">
                <a:moveTo>
                  <a:pt x="205062" y="102531"/>
                </a:moveTo>
                <a:cubicBezTo>
                  <a:pt x="205062" y="109263"/>
                  <a:pt x="204405" y="115930"/>
                  <a:pt x="203092" y="122533"/>
                </a:cubicBezTo>
                <a:cubicBezTo>
                  <a:pt x="201778" y="129136"/>
                  <a:pt x="199834" y="135548"/>
                  <a:pt x="197258" y="141768"/>
                </a:cubicBezTo>
                <a:cubicBezTo>
                  <a:pt x="194680" y="147987"/>
                  <a:pt x="191523" y="153896"/>
                  <a:pt x="187782" y="159493"/>
                </a:cubicBezTo>
                <a:cubicBezTo>
                  <a:pt x="184040" y="165091"/>
                  <a:pt x="179791" y="170271"/>
                  <a:pt x="175031" y="175032"/>
                </a:cubicBezTo>
                <a:cubicBezTo>
                  <a:pt x="170270" y="179792"/>
                  <a:pt x="165092" y="184042"/>
                  <a:pt x="159494" y="187782"/>
                </a:cubicBezTo>
                <a:cubicBezTo>
                  <a:pt x="153896" y="191522"/>
                  <a:pt x="147987" y="194681"/>
                  <a:pt x="141767" y="197257"/>
                </a:cubicBezTo>
                <a:cubicBezTo>
                  <a:pt x="135546" y="199833"/>
                  <a:pt x="129134" y="201778"/>
                  <a:pt x="122532" y="203091"/>
                </a:cubicBezTo>
                <a:cubicBezTo>
                  <a:pt x="115930" y="204405"/>
                  <a:pt x="109262" y="205062"/>
                  <a:pt x="102531" y="205062"/>
                </a:cubicBezTo>
                <a:cubicBezTo>
                  <a:pt x="95799" y="205062"/>
                  <a:pt x="89130" y="204405"/>
                  <a:pt x="82527" y="203091"/>
                </a:cubicBezTo>
                <a:cubicBezTo>
                  <a:pt x="75923" y="201778"/>
                  <a:pt x="69512" y="199833"/>
                  <a:pt x="63292" y="197257"/>
                </a:cubicBezTo>
                <a:cubicBezTo>
                  <a:pt x="57073" y="194681"/>
                  <a:pt x="51164" y="191522"/>
                  <a:pt x="45566" y="187782"/>
                </a:cubicBezTo>
                <a:cubicBezTo>
                  <a:pt x="39969" y="184042"/>
                  <a:pt x="34790" y="179792"/>
                  <a:pt x="30029" y="175032"/>
                </a:cubicBezTo>
                <a:cubicBezTo>
                  <a:pt x="25269" y="170271"/>
                  <a:pt x="21018" y="165092"/>
                  <a:pt x="17279" y="159494"/>
                </a:cubicBezTo>
                <a:cubicBezTo>
                  <a:pt x="13537" y="153896"/>
                  <a:pt x="10379" y="147987"/>
                  <a:pt x="7804" y="141767"/>
                </a:cubicBezTo>
                <a:cubicBezTo>
                  <a:pt x="5227" y="135547"/>
                  <a:pt x="3282" y="129137"/>
                  <a:pt x="1969" y="122534"/>
                </a:cubicBezTo>
                <a:cubicBezTo>
                  <a:pt x="656" y="115931"/>
                  <a:pt x="0" y="109263"/>
                  <a:pt x="0" y="102531"/>
                </a:cubicBezTo>
                <a:cubicBezTo>
                  <a:pt x="0" y="95799"/>
                  <a:pt x="656" y="89131"/>
                  <a:pt x="1969" y="82529"/>
                </a:cubicBezTo>
                <a:cubicBezTo>
                  <a:pt x="3282" y="75925"/>
                  <a:pt x="5227" y="69513"/>
                  <a:pt x="7804" y="63294"/>
                </a:cubicBezTo>
                <a:cubicBezTo>
                  <a:pt x="10379" y="57075"/>
                  <a:pt x="13537" y="51166"/>
                  <a:pt x="17276" y="45569"/>
                </a:cubicBezTo>
                <a:cubicBezTo>
                  <a:pt x="21018" y="39971"/>
                  <a:pt x="25269" y="34792"/>
                  <a:pt x="30029" y="30031"/>
                </a:cubicBezTo>
                <a:cubicBezTo>
                  <a:pt x="34790" y="25271"/>
                  <a:pt x="39969" y="21020"/>
                  <a:pt x="45566" y="17279"/>
                </a:cubicBezTo>
                <a:cubicBezTo>
                  <a:pt x="51164" y="13539"/>
                  <a:pt x="57073" y="10380"/>
                  <a:pt x="63292" y="7805"/>
                </a:cubicBezTo>
                <a:cubicBezTo>
                  <a:pt x="69512" y="5229"/>
                  <a:pt x="75923" y="3284"/>
                  <a:pt x="82527" y="1970"/>
                </a:cubicBezTo>
                <a:cubicBezTo>
                  <a:pt x="89130" y="657"/>
                  <a:pt x="95799" y="0"/>
                  <a:pt x="102531" y="0"/>
                </a:cubicBezTo>
                <a:cubicBezTo>
                  <a:pt x="109262" y="0"/>
                  <a:pt x="115930" y="657"/>
                  <a:pt x="122532" y="1970"/>
                </a:cubicBezTo>
                <a:cubicBezTo>
                  <a:pt x="129134" y="3284"/>
                  <a:pt x="135546" y="5229"/>
                  <a:pt x="141767" y="7805"/>
                </a:cubicBezTo>
                <a:cubicBezTo>
                  <a:pt x="147987" y="10380"/>
                  <a:pt x="153896" y="13539"/>
                  <a:pt x="159494" y="17279"/>
                </a:cubicBezTo>
                <a:cubicBezTo>
                  <a:pt x="165092" y="21020"/>
                  <a:pt x="170270" y="25271"/>
                  <a:pt x="175031" y="30031"/>
                </a:cubicBezTo>
                <a:cubicBezTo>
                  <a:pt x="179791" y="34792"/>
                  <a:pt x="184040" y="39971"/>
                  <a:pt x="187782" y="45569"/>
                </a:cubicBezTo>
                <a:cubicBezTo>
                  <a:pt x="191523" y="51166"/>
                  <a:pt x="194680" y="57075"/>
                  <a:pt x="197258" y="63294"/>
                </a:cubicBezTo>
                <a:cubicBezTo>
                  <a:pt x="199834" y="69513"/>
                  <a:pt x="201778" y="75925"/>
                  <a:pt x="203092" y="82527"/>
                </a:cubicBezTo>
                <a:cubicBezTo>
                  <a:pt x="204405" y="89131"/>
                  <a:pt x="205062" y="95799"/>
                  <a:pt x="205062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68" name="Text 1">
            <a:extLst xmlns:a="http://schemas.openxmlformats.org/drawingml/2006/main">
              <a:ext uri="{FF2B5EF4-FFF2-40B4-BE49-F238E27FC236}">
                <a16:creationId xmlns:a16="http://schemas.microsoft.com/office/drawing/2014/main" id="{8B32E5F5-73ED-412C-926D-75DDFAE6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5499" y="4727497"/>
            <a:ext cx="58635" cy="110862"/>
          </a:xfrm>
          <a:custGeom xmlns:a="http://schemas.openxmlformats.org/drawingml/2006/main">
            <a:pathLst>
              <a:path w="58635" h="110862">
                <a:moveTo>
                  <a:pt x="42615" y="0"/>
                </a:moveTo>
                <a:lnTo>
                  <a:pt x="42615" y="88754"/>
                </a:lnTo>
                <a:cubicBezTo>
                  <a:pt x="42615" y="95485"/>
                  <a:pt x="42908" y="99780"/>
                  <a:pt x="43496" y="101638"/>
                </a:cubicBezTo>
                <a:cubicBezTo>
                  <a:pt x="44083" y="103495"/>
                  <a:pt x="45311" y="105016"/>
                  <a:pt x="47180" y="106201"/>
                </a:cubicBezTo>
                <a:cubicBezTo>
                  <a:pt x="49049" y="107386"/>
                  <a:pt x="52040" y="107978"/>
                  <a:pt x="56152" y="107978"/>
                </a:cubicBezTo>
                <a:lnTo>
                  <a:pt x="58635" y="107978"/>
                </a:lnTo>
                <a:lnTo>
                  <a:pt x="58635" y="110862"/>
                </a:lnTo>
                <a:lnTo>
                  <a:pt x="1442" y="110862"/>
                </a:lnTo>
                <a:lnTo>
                  <a:pt x="1442" y="107978"/>
                </a:lnTo>
                <a:lnTo>
                  <a:pt x="4326" y="107978"/>
                </a:lnTo>
                <a:cubicBezTo>
                  <a:pt x="8971" y="107978"/>
                  <a:pt x="12282" y="107440"/>
                  <a:pt x="14258" y="106364"/>
                </a:cubicBezTo>
                <a:cubicBezTo>
                  <a:pt x="16234" y="105286"/>
                  <a:pt x="17569" y="103804"/>
                  <a:pt x="18263" y="101920"/>
                </a:cubicBezTo>
                <a:cubicBezTo>
                  <a:pt x="18958" y="100035"/>
                  <a:pt x="19305" y="95646"/>
                  <a:pt x="19305" y="88754"/>
                </a:cubicBezTo>
                <a:lnTo>
                  <a:pt x="19305" y="32522"/>
                </a:lnTo>
                <a:cubicBezTo>
                  <a:pt x="19305" y="27502"/>
                  <a:pt x="19064" y="24364"/>
                  <a:pt x="18584" y="23110"/>
                </a:cubicBezTo>
                <a:cubicBezTo>
                  <a:pt x="18103" y="21855"/>
                  <a:pt x="17209" y="20787"/>
                  <a:pt x="15900" y="19905"/>
                </a:cubicBezTo>
                <a:cubicBezTo>
                  <a:pt x="14592" y="19024"/>
                  <a:pt x="13083" y="18584"/>
                  <a:pt x="11375" y="18584"/>
                </a:cubicBezTo>
                <a:cubicBezTo>
                  <a:pt x="8651" y="18584"/>
                  <a:pt x="5340" y="19438"/>
                  <a:pt x="1442" y="21147"/>
                </a:cubicBezTo>
                <a:lnTo>
                  <a:pt x="0" y="18263"/>
                </a:lnTo>
                <a:lnTo>
                  <a:pt x="39971" y="0"/>
                </a:lnTo>
                <a:lnTo>
                  <a:pt x="426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EC591-0E44-4DF2-A10A-4B02BC3B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740" y="4678205"/>
            <a:ext cx="205062" cy="205062"/>
          </a:xfrm>
          <a:custGeom xmlns:a="http://schemas.openxmlformats.org/drawingml/2006/main">
            <a:pathLst>
              <a:path w="205062" h="205062">
                <a:moveTo>
                  <a:pt x="205062" y="102531"/>
                </a:moveTo>
                <a:cubicBezTo>
                  <a:pt x="205061" y="109263"/>
                  <a:pt x="204404" y="115930"/>
                  <a:pt x="203092" y="122533"/>
                </a:cubicBezTo>
                <a:cubicBezTo>
                  <a:pt x="201777" y="129136"/>
                  <a:pt x="199832" y="135548"/>
                  <a:pt x="197255" y="141768"/>
                </a:cubicBezTo>
                <a:cubicBezTo>
                  <a:pt x="194679" y="147987"/>
                  <a:pt x="191521" y="153896"/>
                  <a:pt x="187781" y="159493"/>
                </a:cubicBezTo>
                <a:cubicBezTo>
                  <a:pt x="184041" y="165091"/>
                  <a:pt x="179791" y="170271"/>
                  <a:pt x="175031" y="175032"/>
                </a:cubicBezTo>
                <a:cubicBezTo>
                  <a:pt x="170270" y="179792"/>
                  <a:pt x="165092" y="184042"/>
                  <a:pt x="159494" y="187782"/>
                </a:cubicBezTo>
                <a:cubicBezTo>
                  <a:pt x="153896" y="191522"/>
                  <a:pt x="147987" y="194681"/>
                  <a:pt x="141768" y="197257"/>
                </a:cubicBezTo>
                <a:cubicBezTo>
                  <a:pt x="135547" y="199833"/>
                  <a:pt x="129135" y="201778"/>
                  <a:pt x="122533" y="203091"/>
                </a:cubicBezTo>
                <a:cubicBezTo>
                  <a:pt x="115930" y="204405"/>
                  <a:pt x="109262" y="205062"/>
                  <a:pt x="102531" y="205062"/>
                </a:cubicBezTo>
                <a:cubicBezTo>
                  <a:pt x="95799" y="205062"/>
                  <a:pt x="89130" y="204405"/>
                  <a:pt x="82528" y="203091"/>
                </a:cubicBezTo>
                <a:cubicBezTo>
                  <a:pt x="75924" y="201778"/>
                  <a:pt x="69513" y="199833"/>
                  <a:pt x="63294" y="197257"/>
                </a:cubicBezTo>
                <a:cubicBezTo>
                  <a:pt x="57073" y="194681"/>
                  <a:pt x="51164" y="191522"/>
                  <a:pt x="45566" y="187782"/>
                </a:cubicBezTo>
                <a:cubicBezTo>
                  <a:pt x="39969" y="184042"/>
                  <a:pt x="34790" y="179792"/>
                  <a:pt x="30029" y="175032"/>
                </a:cubicBezTo>
                <a:cubicBezTo>
                  <a:pt x="25270" y="170271"/>
                  <a:pt x="21019" y="165092"/>
                  <a:pt x="17279" y="159494"/>
                </a:cubicBezTo>
                <a:cubicBezTo>
                  <a:pt x="13537" y="153896"/>
                  <a:pt x="10379" y="147987"/>
                  <a:pt x="7803" y="141767"/>
                </a:cubicBezTo>
                <a:cubicBezTo>
                  <a:pt x="5227" y="135547"/>
                  <a:pt x="3283" y="129137"/>
                  <a:pt x="1970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70" y="82529"/>
                </a:cubicBezTo>
                <a:cubicBezTo>
                  <a:pt x="3283" y="75925"/>
                  <a:pt x="5227" y="69513"/>
                  <a:pt x="7803" y="63294"/>
                </a:cubicBezTo>
                <a:cubicBezTo>
                  <a:pt x="10379" y="57075"/>
                  <a:pt x="13537" y="51166"/>
                  <a:pt x="17279" y="45569"/>
                </a:cubicBezTo>
                <a:cubicBezTo>
                  <a:pt x="21019" y="39971"/>
                  <a:pt x="25270" y="34792"/>
                  <a:pt x="30029" y="30031"/>
                </a:cubicBezTo>
                <a:cubicBezTo>
                  <a:pt x="34790" y="25271"/>
                  <a:pt x="39969" y="21020"/>
                  <a:pt x="45566" y="17279"/>
                </a:cubicBezTo>
                <a:cubicBezTo>
                  <a:pt x="51164" y="13539"/>
                  <a:pt x="57073" y="10380"/>
                  <a:pt x="63294" y="7805"/>
                </a:cubicBezTo>
                <a:cubicBezTo>
                  <a:pt x="69513" y="5229"/>
                  <a:pt x="75924" y="3284"/>
                  <a:pt x="82528" y="1970"/>
                </a:cubicBezTo>
                <a:cubicBezTo>
                  <a:pt x="89130" y="657"/>
                  <a:pt x="95799" y="0"/>
                  <a:pt x="102531" y="0"/>
                </a:cubicBezTo>
                <a:cubicBezTo>
                  <a:pt x="109262" y="0"/>
                  <a:pt x="115930" y="657"/>
                  <a:pt x="122533" y="1970"/>
                </a:cubicBezTo>
                <a:cubicBezTo>
                  <a:pt x="129135" y="3284"/>
                  <a:pt x="135547" y="5229"/>
                  <a:pt x="141768" y="7805"/>
                </a:cubicBezTo>
                <a:cubicBezTo>
                  <a:pt x="147987" y="10380"/>
                  <a:pt x="153894" y="13539"/>
                  <a:pt x="159493" y="17279"/>
                </a:cubicBezTo>
                <a:cubicBezTo>
                  <a:pt x="165092" y="21020"/>
                  <a:pt x="170270" y="25271"/>
                  <a:pt x="175031" y="30031"/>
                </a:cubicBezTo>
                <a:cubicBezTo>
                  <a:pt x="179791" y="34792"/>
                  <a:pt x="184041" y="39971"/>
                  <a:pt x="187781" y="45569"/>
                </a:cubicBezTo>
                <a:cubicBezTo>
                  <a:pt x="191521" y="51166"/>
                  <a:pt x="194679" y="57075"/>
                  <a:pt x="197255" y="63294"/>
                </a:cubicBezTo>
                <a:cubicBezTo>
                  <a:pt x="199832" y="69513"/>
                  <a:pt x="201777" y="75925"/>
                  <a:pt x="203092" y="82527"/>
                </a:cubicBezTo>
                <a:cubicBezTo>
                  <a:pt x="204404" y="89131"/>
                  <a:pt x="205061" y="95799"/>
                  <a:pt x="205062" y="1025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1C5FD-7F1B-4EB9-B6E9-5CE07B2B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740" y="4678205"/>
            <a:ext cx="205062" cy="205062"/>
          </a:xfrm>
          <a:custGeom xmlns:a="http://schemas.openxmlformats.org/drawingml/2006/main">
            <a:pathLst>
              <a:path w="205062" h="205062" fill="none">
                <a:moveTo>
                  <a:pt x="205062" y="102531"/>
                </a:moveTo>
                <a:cubicBezTo>
                  <a:pt x="205061" y="109263"/>
                  <a:pt x="204404" y="115930"/>
                  <a:pt x="203092" y="122533"/>
                </a:cubicBezTo>
                <a:cubicBezTo>
                  <a:pt x="201777" y="129136"/>
                  <a:pt x="199832" y="135548"/>
                  <a:pt x="197255" y="141768"/>
                </a:cubicBezTo>
                <a:cubicBezTo>
                  <a:pt x="194679" y="147987"/>
                  <a:pt x="191521" y="153896"/>
                  <a:pt x="187781" y="159493"/>
                </a:cubicBezTo>
                <a:cubicBezTo>
                  <a:pt x="184041" y="165091"/>
                  <a:pt x="179791" y="170271"/>
                  <a:pt x="175031" y="175032"/>
                </a:cubicBezTo>
                <a:cubicBezTo>
                  <a:pt x="170270" y="179792"/>
                  <a:pt x="165092" y="184042"/>
                  <a:pt x="159494" y="187782"/>
                </a:cubicBezTo>
                <a:cubicBezTo>
                  <a:pt x="153896" y="191522"/>
                  <a:pt x="147987" y="194681"/>
                  <a:pt x="141768" y="197257"/>
                </a:cubicBezTo>
                <a:cubicBezTo>
                  <a:pt x="135547" y="199833"/>
                  <a:pt x="129135" y="201778"/>
                  <a:pt x="122533" y="203091"/>
                </a:cubicBezTo>
                <a:cubicBezTo>
                  <a:pt x="115930" y="204405"/>
                  <a:pt x="109262" y="205062"/>
                  <a:pt x="102531" y="205062"/>
                </a:cubicBezTo>
                <a:cubicBezTo>
                  <a:pt x="95799" y="205062"/>
                  <a:pt x="89130" y="204405"/>
                  <a:pt x="82528" y="203091"/>
                </a:cubicBezTo>
                <a:cubicBezTo>
                  <a:pt x="75924" y="201778"/>
                  <a:pt x="69513" y="199833"/>
                  <a:pt x="63294" y="197257"/>
                </a:cubicBezTo>
                <a:cubicBezTo>
                  <a:pt x="57073" y="194681"/>
                  <a:pt x="51164" y="191522"/>
                  <a:pt x="45566" y="187782"/>
                </a:cubicBezTo>
                <a:cubicBezTo>
                  <a:pt x="39969" y="184042"/>
                  <a:pt x="34790" y="179792"/>
                  <a:pt x="30029" y="175032"/>
                </a:cubicBezTo>
                <a:cubicBezTo>
                  <a:pt x="25270" y="170271"/>
                  <a:pt x="21019" y="165092"/>
                  <a:pt x="17279" y="159494"/>
                </a:cubicBezTo>
                <a:cubicBezTo>
                  <a:pt x="13537" y="153896"/>
                  <a:pt x="10379" y="147987"/>
                  <a:pt x="7803" y="141767"/>
                </a:cubicBezTo>
                <a:cubicBezTo>
                  <a:pt x="5227" y="135547"/>
                  <a:pt x="3283" y="129137"/>
                  <a:pt x="1970" y="122534"/>
                </a:cubicBezTo>
                <a:cubicBezTo>
                  <a:pt x="657" y="115931"/>
                  <a:pt x="0" y="109263"/>
                  <a:pt x="0" y="102531"/>
                </a:cubicBezTo>
                <a:cubicBezTo>
                  <a:pt x="0" y="95799"/>
                  <a:pt x="657" y="89131"/>
                  <a:pt x="1970" y="82529"/>
                </a:cubicBezTo>
                <a:cubicBezTo>
                  <a:pt x="3283" y="75925"/>
                  <a:pt x="5227" y="69513"/>
                  <a:pt x="7803" y="63294"/>
                </a:cubicBezTo>
                <a:cubicBezTo>
                  <a:pt x="10379" y="57075"/>
                  <a:pt x="13537" y="51166"/>
                  <a:pt x="17279" y="45569"/>
                </a:cubicBezTo>
                <a:cubicBezTo>
                  <a:pt x="21019" y="39971"/>
                  <a:pt x="25270" y="34792"/>
                  <a:pt x="30029" y="30031"/>
                </a:cubicBezTo>
                <a:cubicBezTo>
                  <a:pt x="34790" y="25271"/>
                  <a:pt x="39969" y="21020"/>
                  <a:pt x="45566" y="17279"/>
                </a:cubicBezTo>
                <a:cubicBezTo>
                  <a:pt x="51164" y="13539"/>
                  <a:pt x="57073" y="10380"/>
                  <a:pt x="63294" y="7805"/>
                </a:cubicBezTo>
                <a:cubicBezTo>
                  <a:pt x="69513" y="5229"/>
                  <a:pt x="75924" y="3284"/>
                  <a:pt x="82528" y="1970"/>
                </a:cubicBezTo>
                <a:cubicBezTo>
                  <a:pt x="89130" y="657"/>
                  <a:pt x="95799" y="0"/>
                  <a:pt x="102531" y="0"/>
                </a:cubicBezTo>
                <a:cubicBezTo>
                  <a:pt x="109262" y="0"/>
                  <a:pt x="115930" y="657"/>
                  <a:pt x="122533" y="1970"/>
                </a:cubicBezTo>
                <a:cubicBezTo>
                  <a:pt x="129135" y="3284"/>
                  <a:pt x="135547" y="5229"/>
                  <a:pt x="141768" y="7805"/>
                </a:cubicBezTo>
                <a:cubicBezTo>
                  <a:pt x="147987" y="10380"/>
                  <a:pt x="153894" y="13539"/>
                  <a:pt x="159493" y="17279"/>
                </a:cubicBezTo>
                <a:cubicBezTo>
                  <a:pt x="165092" y="21020"/>
                  <a:pt x="170270" y="25271"/>
                  <a:pt x="175031" y="30031"/>
                </a:cubicBezTo>
                <a:cubicBezTo>
                  <a:pt x="179791" y="34792"/>
                  <a:pt x="184041" y="39971"/>
                  <a:pt x="187781" y="45569"/>
                </a:cubicBezTo>
                <a:cubicBezTo>
                  <a:pt x="191521" y="51166"/>
                  <a:pt x="194679" y="57075"/>
                  <a:pt x="197255" y="63294"/>
                </a:cubicBezTo>
                <a:cubicBezTo>
                  <a:pt x="199832" y="69513"/>
                  <a:pt x="201777" y="75925"/>
                  <a:pt x="203092" y="82527"/>
                </a:cubicBezTo>
                <a:cubicBezTo>
                  <a:pt x="204404" y="89131"/>
                  <a:pt x="205061" y="95799"/>
                  <a:pt x="205062" y="1025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71" name="Text 6">
            <a:extLst xmlns:a="http://schemas.openxmlformats.org/drawingml/2006/main">
              <a:ext uri="{FF2B5EF4-FFF2-40B4-BE49-F238E27FC236}">
                <a16:creationId xmlns:a16="http://schemas.microsoft.com/office/drawing/2014/main" id="{C649061D-28E6-4524-ABD8-9157148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1910" y="4727497"/>
            <a:ext cx="70971" cy="113105"/>
          </a:xfrm>
          <a:custGeom xmlns:a="http://schemas.openxmlformats.org/drawingml/2006/main">
            <a:pathLst>
              <a:path w="70971" h="113105">
                <a:moveTo>
                  <a:pt x="70971" y="0"/>
                </a:moveTo>
                <a:lnTo>
                  <a:pt x="70971" y="2243"/>
                </a:lnTo>
                <a:cubicBezTo>
                  <a:pt x="61305" y="4693"/>
                  <a:pt x="53548" y="7848"/>
                  <a:pt x="47701" y="11710"/>
                </a:cubicBezTo>
                <a:cubicBezTo>
                  <a:pt x="41854" y="15572"/>
                  <a:pt x="37234" y="20259"/>
                  <a:pt x="33843" y="25773"/>
                </a:cubicBezTo>
                <a:cubicBezTo>
                  <a:pt x="30452" y="31285"/>
                  <a:pt x="27822" y="38115"/>
                  <a:pt x="25953" y="46264"/>
                </a:cubicBezTo>
                <a:cubicBezTo>
                  <a:pt x="28303" y="44647"/>
                  <a:pt x="30252" y="43596"/>
                  <a:pt x="31801" y="43110"/>
                </a:cubicBezTo>
                <a:cubicBezTo>
                  <a:pt x="35272" y="42032"/>
                  <a:pt x="38770" y="41493"/>
                  <a:pt x="42294" y="41493"/>
                </a:cubicBezTo>
                <a:cubicBezTo>
                  <a:pt x="50411" y="41493"/>
                  <a:pt x="57180" y="44450"/>
                  <a:pt x="62600" y="50364"/>
                </a:cubicBezTo>
                <a:cubicBezTo>
                  <a:pt x="68020" y="56279"/>
                  <a:pt x="70730" y="64347"/>
                  <a:pt x="70730" y="74570"/>
                </a:cubicBezTo>
                <a:cubicBezTo>
                  <a:pt x="70730" y="81741"/>
                  <a:pt x="69262" y="88324"/>
                  <a:pt x="66325" y="94318"/>
                </a:cubicBezTo>
                <a:cubicBezTo>
                  <a:pt x="63388" y="100312"/>
                  <a:pt x="59222" y="104943"/>
                  <a:pt x="53829" y="108208"/>
                </a:cubicBezTo>
                <a:cubicBezTo>
                  <a:pt x="48435" y="111473"/>
                  <a:pt x="42668" y="113105"/>
                  <a:pt x="36527" y="113105"/>
                </a:cubicBezTo>
                <a:cubicBezTo>
                  <a:pt x="29852" y="113105"/>
                  <a:pt x="23684" y="111276"/>
                  <a:pt x="18023" y="107618"/>
                </a:cubicBezTo>
                <a:cubicBezTo>
                  <a:pt x="12362" y="103960"/>
                  <a:pt x="7943" y="98606"/>
                  <a:pt x="4766" y="91557"/>
                </a:cubicBezTo>
                <a:cubicBezTo>
                  <a:pt x="1589" y="84508"/>
                  <a:pt x="0" y="76845"/>
                  <a:pt x="0" y="68568"/>
                </a:cubicBezTo>
                <a:cubicBezTo>
                  <a:pt x="0" y="56392"/>
                  <a:pt x="2924" y="45058"/>
                  <a:pt x="8771" y="34564"/>
                </a:cubicBezTo>
                <a:cubicBezTo>
                  <a:pt x="14619" y="24071"/>
                  <a:pt x="22923" y="15713"/>
                  <a:pt x="33683" y="9492"/>
                </a:cubicBezTo>
                <a:cubicBezTo>
                  <a:pt x="44444" y="3271"/>
                  <a:pt x="56873" y="107"/>
                  <a:pt x="70971" y="0"/>
                </a:cubicBezTo>
                <a:moveTo>
                  <a:pt x="24912" y="52795"/>
                </a:moveTo>
                <a:cubicBezTo>
                  <a:pt x="24485" y="60184"/>
                  <a:pt x="24271" y="65593"/>
                  <a:pt x="24271" y="69021"/>
                </a:cubicBezTo>
                <a:cubicBezTo>
                  <a:pt x="24271" y="76410"/>
                  <a:pt x="24979" y="83559"/>
                  <a:pt x="26394" y="90468"/>
                </a:cubicBezTo>
                <a:cubicBezTo>
                  <a:pt x="27809" y="97375"/>
                  <a:pt x="29745" y="102222"/>
                  <a:pt x="32201" y="105007"/>
                </a:cubicBezTo>
                <a:cubicBezTo>
                  <a:pt x="33963" y="106988"/>
                  <a:pt x="36046" y="107978"/>
                  <a:pt x="38449" y="107978"/>
                </a:cubicBezTo>
                <a:cubicBezTo>
                  <a:pt x="40906" y="107978"/>
                  <a:pt x="43095" y="106545"/>
                  <a:pt x="45018" y="103680"/>
                </a:cubicBezTo>
                <a:cubicBezTo>
                  <a:pt x="46940" y="100815"/>
                  <a:pt x="47901" y="94992"/>
                  <a:pt x="47901" y="86210"/>
                </a:cubicBezTo>
                <a:cubicBezTo>
                  <a:pt x="47901" y="71430"/>
                  <a:pt x="46112" y="61228"/>
                  <a:pt x="42534" y="55606"/>
                </a:cubicBezTo>
                <a:cubicBezTo>
                  <a:pt x="40238" y="51965"/>
                  <a:pt x="37141" y="50144"/>
                  <a:pt x="33243" y="50144"/>
                </a:cubicBezTo>
                <a:cubicBezTo>
                  <a:pt x="31106" y="50144"/>
                  <a:pt x="28330" y="51028"/>
                  <a:pt x="24912" y="527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Text ~">
            <a:extLst xmlns:a="http://schemas.openxmlformats.org/drawingml/2006/main">
              <a:ext uri="{FF2B5EF4-FFF2-40B4-BE49-F238E27FC236}">
                <a16:creationId xmlns:a16="http://schemas.microsoft.com/office/drawing/2014/main" id="{14BF2486-8F04-42B7-A501-50A0FF1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8333" y="4756193"/>
            <a:ext cx="141751" cy="42174"/>
          </a:xfrm>
          <a:custGeom xmlns:a="http://schemas.openxmlformats.org/drawingml/2006/main">
            <a:pathLst>
              <a:path w="141751" h="42174">
                <a:moveTo>
                  <a:pt x="134332" y="260"/>
                </a:moveTo>
                <a:lnTo>
                  <a:pt x="141751" y="260"/>
                </a:lnTo>
                <a:cubicBezTo>
                  <a:pt x="141231" y="14015"/>
                  <a:pt x="137651" y="24439"/>
                  <a:pt x="131013" y="31533"/>
                </a:cubicBezTo>
                <a:cubicBezTo>
                  <a:pt x="124374" y="38627"/>
                  <a:pt x="116282" y="42174"/>
                  <a:pt x="106737" y="42174"/>
                </a:cubicBezTo>
                <a:cubicBezTo>
                  <a:pt x="102137" y="42174"/>
                  <a:pt x="97256" y="41436"/>
                  <a:pt x="92093" y="39961"/>
                </a:cubicBezTo>
                <a:cubicBezTo>
                  <a:pt x="86930" y="38486"/>
                  <a:pt x="75540" y="34060"/>
                  <a:pt x="57924" y="26684"/>
                </a:cubicBezTo>
                <a:cubicBezTo>
                  <a:pt x="45255" y="21391"/>
                  <a:pt x="36100" y="18744"/>
                  <a:pt x="30459" y="18744"/>
                </a:cubicBezTo>
                <a:cubicBezTo>
                  <a:pt x="24558" y="18744"/>
                  <a:pt x="19633" y="20535"/>
                  <a:pt x="15685" y="24117"/>
                </a:cubicBezTo>
                <a:cubicBezTo>
                  <a:pt x="11737" y="27697"/>
                  <a:pt x="9025" y="33629"/>
                  <a:pt x="7550" y="41914"/>
                </a:cubicBezTo>
                <a:lnTo>
                  <a:pt x="0" y="41914"/>
                </a:lnTo>
                <a:cubicBezTo>
                  <a:pt x="694" y="27725"/>
                  <a:pt x="4230" y="17193"/>
                  <a:pt x="10609" y="10316"/>
                </a:cubicBezTo>
                <a:cubicBezTo>
                  <a:pt x="16987" y="3439"/>
                  <a:pt x="24732" y="0"/>
                  <a:pt x="33843" y="0"/>
                </a:cubicBezTo>
                <a:cubicBezTo>
                  <a:pt x="38443" y="0"/>
                  <a:pt x="42955" y="605"/>
                  <a:pt x="47381" y="1814"/>
                </a:cubicBezTo>
                <a:cubicBezTo>
                  <a:pt x="56145" y="4314"/>
                  <a:pt x="68251" y="8845"/>
                  <a:pt x="83697" y="15404"/>
                </a:cubicBezTo>
                <a:cubicBezTo>
                  <a:pt x="92028" y="19030"/>
                  <a:pt x="98406" y="21446"/>
                  <a:pt x="102832" y="22653"/>
                </a:cubicBezTo>
                <a:cubicBezTo>
                  <a:pt x="105435" y="23345"/>
                  <a:pt x="108255" y="23690"/>
                  <a:pt x="111292" y="23690"/>
                </a:cubicBezTo>
                <a:cubicBezTo>
                  <a:pt x="117454" y="23690"/>
                  <a:pt x="122639" y="21674"/>
                  <a:pt x="126847" y="17642"/>
                </a:cubicBezTo>
                <a:cubicBezTo>
                  <a:pt x="131056" y="13606"/>
                  <a:pt x="133551" y="7813"/>
                  <a:pt x="134332" y="2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Text Humanexperts">
            <a:extLst xmlns:a="http://schemas.openxmlformats.org/drawingml/2006/main">
              <a:ext uri="{FF2B5EF4-FFF2-40B4-BE49-F238E27FC236}">
                <a16:creationId xmlns:a16="http://schemas.microsoft.com/office/drawing/2014/main" id="{BF830360-F3BF-47E5-B41B-F8AD6940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468" y="3007216"/>
            <a:ext cx="1070674" cy="143704"/>
          </a:xfrm>
          <a:custGeom xmlns:a="http://schemas.openxmlformats.org/drawingml/2006/main">
            <a:pathLst>
              <a:path w="1070674" h="143704">
                <a:moveTo>
                  <a:pt x="41413" y="56392"/>
                </a:moveTo>
                <a:lnTo>
                  <a:pt x="41413" y="90035"/>
                </a:lnTo>
                <a:cubicBezTo>
                  <a:pt x="41413" y="95617"/>
                  <a:pt x="41720" y="99107"/>
                  <a:pt x="42334" y="100504"/>
                </a:cubicBezTo>
                <a:cubicBezTo>
                  <a:pt x="42948" y="101899"/>
                  <a:pt x="44150" y="103119"/>
                  <a:pt x="45939" y="104166"/>
                </a:cubicBezTo>
                <a:cubicBezTo>
                  <a:pt x="47728" y="105212"/>
                  <a:pt x="50144" y="105735"/>
                  <a:pt x="53188" y="105735"/>
                </a:cubicBezTo>
                <a:lnTo>
                  <a:pt x="56793" y="105735"/>
                </a:lnTo>
                <a:lnTo>
                  <a:pt x="56793" y="108619"/>
                </a:lnTo>
                <a:lnTo>
                  <a:pt x="0" y="108619"/>
                </a:lnTo>
                <a:lnTo>
                  <a:pt x="0" y="105735"/>
                </a:lnTo>
                <a:lnTo>
                  <a:pt x="3605" y="105735"/>
                </a:lnTo>
                <a:cubicBezTo>
                  <a:pt x="6755" y="105735"/>
                  <a:pt x="9292" y="105172"/>
                  <a:pt x="11214" y="104046"/>
                </a:cubicBezTo>
                <a:cubicBezTo>
                  <a:pt x="12603" y="103293"/>
                  <a:pt x="13671" y="102005"/>
                  <a:pt x="14418" y="100181"/>
                </a:cubicBezTo>
                <a:cubicBezTo>
                  <a:pt x="15006" y="98892"/>
                  <a:pt x="15300" y="95511"/>
                  <a:pt x="15300" y="90035"/>
                </a:cubicBezTo>
                <a:lnTo>
                  <a:pt x="15300" y="18584"/>
                </a:lnTo>
                <a:cubicBezTo>
                  <a:pt x="15300" y="13002"/>
                  <a:pt x="15006" y="9513"/>
                  <a:pt x="14418" y="8118"/>
                </a:cubicBezTo>
                <a:cubicBezTo>
                  <a:pt x="13831" y="6721"/>
                  <a:pt x="12643" y="5500"/>
                  <a:pt x="10854" y="4453"/>
                </a:cubicBezTo>
                <a:cubicBezTo>
                  <a:pt x="9065" y="3407"/>
                  <a:pt x="6649" y="2884"/>
                  <a:pt x="3605" y="2884"/>
                </a:cubicBezTo>
                <a:lnTo>
                  <a:pt x="0" y="2884"/>
                </a:lnTo>
                <a:lnTo>
                  <a:pt x="0" y="0"/>
                </a:lnTo>
                <a:lnTo>
                  <a:pt x="56793" y="0"/>
                </a:lnTo>
                <a:lnTo>
                  <a:pt x="56793" y="2884"/>
                </a:lnTo>
                <a:lnTo>
                  <a:pt x="53188" y="2884"/>
                </a:lnTo>
                <a:cubicBezTo>
                  <a:pt x="50037" y="2884"/>
                  <a:pt x="47501" y="3447"/>
                  <a:pt x="45578" y="4573"/>
                </a:cubicBezTo>
                <a:cubicBezTo>
                  <a:pt x="44190" y="5326"/>
                  <a:pt x="43095" y="6614"/>
                  <a:pt x="42294" y="8438"/>
                </a:cubicBezTo>
                <a:cubicBezTo>
                  <a:pt x="41707" y="9727"/>
                  <a:pt x="41413" y="13108"/>
                  <a:pt x="41413" y="18584"/>
                </a:cubicBezTo>
                <a:lnTo>
                  <a:pt x="41413" y="49343"/>
                </a:lnTo>
                <a:lnTo>
                  <a:pt x="79782" y="49343"/>
                </a:lnTo>
                <a:lnTo>
                  <a:pt x="79782" y="18584"/>
                </a:lnTo>
                <a:cubicBezTo>
                  <a:pt x="79782" y="13002"/>
                  <a:pt x="79488" y="9513"/>
                  <a:pt x="78901" y="8118"/>
                </a:cubicBezTo>
                <a:cubicBezTo>
                  <a:pt x="78314" y="6721"/>
                  <a:pt x="77112" y="5500"/>
                  <a:pt x="75296" y="4453"/>
                </a:cubicBezTo>
                <a:cubicBezTo>
                  <a:pt x="73481" y="3407"/>
                  <a:pt x="71051" y="2884"/>
                  <a:pt x="68007" y="2884"/>
                </a:cubicBezTo>
                <a:lnTo>
                  <a:pt x="64482" y="2884"/>
                </a:lnTo>
                <a:lnTo>
                  <a:pt x="64482" y="0"/>
                </a:lnTo>
                <a:lnTo>
                  <a:pt x="121195" y="0"/>
                </a:lnTo>
                <a:lnTo>
                  <a:pt x="121195" y="2884"/>
                </a:lnTo>
                <a:lnTo>
                  <a:pt x="117671" y="2884"/>
                </a:lnTo>
                <a:cubicBezTo>
                  <a:pt x="114466" y="2884"/>
                  <a:pt x="111930" y="3447"/>
                  <a:pt x="110061" y="4573"/>
                </a:cubicBezTo>
                <a:cubicBezTo>
                  <a:pt x="108672" y="5326"/>
                  <a:pt x="107578" y="6614"/>
                  <a:pt x="106777" y="8438"/>
                </a:cubicBezTo>
                <a:cubicBezTo>
                  <a:pt x="106189" y="9727"/>
                  <a:pt x="105895" y="13108"/>
                  <a:pt x="105895" y="18584"/>
                </a:cubicBezTo>
                <a:lnTo>
                  <a:pt x="105895" y="90035"/>
                </a:lnTo>
                <a:cubicBezTo>
                  <a:pt x="105895" y="95617"/>
                  <a:pt x="106189" y="99107"/>
                  <a:pt x="106777" y="100504"/>
                </a:cubicBezTo>
                <a:cubicBezTo>
                  <a:pt x="107364" y="101899"/>
                  <a:pt x="108566" y="103119"/>
                  <a:pt x="110381" y="104166"/>
                </a:cubicBezTo>
                <a:cubicBezTo>
                  <a:pt x="112197" y="105212"/>
                  <a:pt x="114627" y="105735"/>
                  <a:pt x="117671" y="105735"/>
                </a:cubicBezTo>
                <a:lnTo>
                  <a:pt x="121195" y="105735"/>
                </a:lnTo>
                <a:lnTo>
                  <a:pt x="121195" y="108619"/>
                </a:lnTo>
                <a:lnTo>
                  <a:pt x="64482" y="108619"/>
                </a:lnTo>
                <a:lnTo>
                  <a:pt x="64482" y="105735"/>
                </a:lnTo>
                <a:lnTo>
                  <a:pt x="68007" y="105735"/>
                </a:lnTo>
                <a:cubicBezTo>
                  <a:pt x="71211" y="105735"/>
                  <a:pt x="73748" y="105172"/>
                  <a:pt x="75617" y="104046"/>
                </a:cubicBezTo>
                <a:cubicBezTo>
                  <a:pt x="77005" y="103293"/>
                  <a:pt x="78100" y="102005"/>
                  <a:pt x="78901" y="100181"/>
                </a:cubicBezTo>
                <a:cubicBezTo>
                  <a:pt x="79488" y="98892"/>
                  <a:pt x="79782" y="95511"/>
                  <a:pt x="79782" y="90035"/>
                </a:cubicBezTo>
                <a:lnTo>
                  <a:pt x="79782" y="56392"/>
                </a:lnTo>
                <a:lnTo>
                  <a:pt x="41413" y="56392"/>
                </a:lnTo>
                <a:close/>
                <a:moveTo>
                  <a:pt x="202045" y="33643"/>
                </a:moveTo>
                <a:lnTo>
                  <a:pt x="202045" y="92278"/>
                </a:lnTo>
                <a:cubicBezTo>
                  <a:pt x="202045" y="98027"/>
                  <a:pt x="202579" y="101613"/>
                  <a:pt x="203647" y="103037"/>
                </a:cubicBezTo>
                <a:cubicBezTo>
                  <a:pt x="204716" y="104460"/>
                  <a:pt x="206878" y="105360"/>
                  <a:pt x="210136" y="105735"/>
                </a:cubicBezTo>
                <a:lnTo>
                  <a:pt x="210136" y="108619"/>
                </a:lnTo>
                <a:lnTo>
                  <a:pt x="179617" y="108619"/>
                </a:lnTo>
                <a:lnTo>
                  <a:pt x="179617" y="98606"/>
                </a:lnTo>
                <a:cubicBezTo>
                  <a:pt x="176039" y="102878"/>
                  <a:pt x="172461" y="105989"/>
                  <a:pt x="168883" y="107938"/>
                </a:cubicBezTo>
                <a:cubicBezTo>
                  <a:pt x="165305" y="109887"/>
                  <a:pt x="161300" y="110862"/>
                  <a:pt x="156868" y="110862"/>
                </a:cubicBezTo>
                <a:cubicBezTo>
                  <a:pt x="152649" y="110862"/>
                  <a:pt x="148897" y="109567"/>
                  <a:pt x="145613" y="106977"/>
                </a:cubicBezTo>
                <a:cubicBezTo>
                  <a:pt x="142329" y="104387"/>
                  <a:pt x="140126" y="101356"/>
                  <a:pt x="139005" y="97885"/>
                </a:cubicBezTo>
                <a:cubicBezTo>
                  <a:pt x="137883" y="94414"/>
                  <a:pt x="137323" y="88353"/>
                  <a:pt x="137323" y="79702"/>
                </a:cubicBezTo>
                <a:lnTo>
                  <a:pt x="137323" y="49984"/>
                </a:lnTo>
                <a:cubicBezTo>
                  <a:pt x="137323" y="44255"/>
                  <a:pt x="136802" y="40688"/>
                  <a:pt x="135761" y="39283"/>
                </a:cubicBezTo>
                <a:cubicBezTo>
                  <a:pt x="134719" y="37878"/>
                  <a:pt x="132543" y="36959"/>
                  <a:pt x="129232" y="36527"/>
                </a:cubicBezTo>
                <a:lnTo>
                  <a:pt x="129232" y="33643"/>
                </a:lnTo>
                <a:lnTo>
                  <a:pt x="159751" y="33643"/>
                </a:lnTo>
                <a:lnTo>
                  <a:pt x="159751" y="84891"/>
                </a:lnTo>
                <a:cubicBezTo>
                  <a:pt x="159751" y="90238"/>
                  <a:pt x="160005" y="93687"/>
                  <a:pt x="160512" y="95237"/>
                </a:cubicBezTo>
                <a:cubicBezTo>
                  <a:pt x="161020" y="96787"/>
                  <a:pt x="161821" y="97964"/>
                  <a:pt x="162915" y="98766"/>
                </a:cubicBezTo>
                <a:cubicBezTo>
                  <a:pt x="164010" y="99567"/>
                  <a:pt x="165278" y="99968"/>
                  <a:pt x="166720" y="99968"/>
                </a:cubicBezTo>
                <a:cubicBezTo>
                  <a:pt x="168643" y="99968"/>
                  <a:pt x="170378" y="99461"/>
                  <a:pt x="171927" y="98446"/>
                </a:cubicBezTo>
                <a:cubicBezTo>
                  <a:pt x="174063" y="97057"/>
                  <a:pt x="176626" y="94254"/>
                  <a:pt x="179617" y="90035"/>
                </a:cubicBezTo>
                <a:lnTo>
                  <a:pt x="179617" y="49984"/>
                </a:lnTo>
                <a:cubicBezTo>
                  <a:pt x="179617" y="44255"/>
                  <a:pt x="179096" y="40688"/>
                  <a:pt x="178055" y="39283"/>
                </a:cubicBezTo>
                <a:cubicBezTo>
                  <a:pt x="177013" y="37878"/>
                  <a:pt x="174837" y="36959"/>
                  <a:pt x="171526" y="36527"/>
                </a:cubicBezTo>
                <a:lnTo>
                  <a:pt x="171526" y="33643"/>
                </a:lnTo>
                <a:lnTo>
                  <a:pt x="202045" y="33643"/>
                </a:lnTo>
                <a:close/>
                <a:moveTo>
                  <a:pt x="252005" y="33643"/>
                </a:moveTo>
                <a:lnTo>
                  <a:pt x="252005" y="43576"/>
                </a:lnTo>
                <a:cubicBezTo>
                  <a:pt x="256117" y="39060"/>
                  <a:pt x="259921" y="35902"/>
                  <a:pt x="263419" y="34101"/>
                </a:cubicBezTo>
                <a:cubicBezTo>
                  <a:pt x="266917" y="32300"/>
                  <a:pt x="270749" y="31400"/>
                  <a:pt x="274914" y="31400"/>
                </a:cubicBezTo>
                <a:cubicBezTo>
                  <a:pt x="279720" y="31400"/>
                  <a:pt x="283752" y="32528"/>
                  <a:pt x="287009" y="34784"/>
                </a:cubicBezTo>
                <a:cubicBezTo>
                  <a:pt x="290267" y="37041"/>
                  <a:pt x="292777" y="40478"/>
                  <a:pt x="294539" y="45098"/>
                </a:cubicBezTo>
                <a:cubicBezTo>
                  <a:pt x="298811" y="40263"/>
                  <a:pt x="302910" y="36772"/>
                  <a:pt x="306835" y="34624"/>
                </a:cubicBezTo>
                <a:cubicBezTo>
                  <a:pt x="310760" y="32475"/>
                  <a:pt x="314858" y="31400"/>
                  <a:pt x="319130" y="31400"/>
                </a:cubicBezTo>
                <a:cubicBezTo>
                  <a:pt x="324310" y="31400"/>
                  <a:pt x="328436" y="32590"/>
                  <a:pt x="331506" y="34970"/>
                </a:cubicBezTo>
                <a:cubicBezTo>
                  <a:pt x="334577" y="37349"/>
                  <a:pt x="336713" y="40371"/>
                  <a:pt x="337915" y="44034"/>
                </a:cubicBezTo>
                <a:cubicBezTo>
                  <a:pt x="339116" y="47697"/>
                  <a:pt x="339717" y="53538"/>
                  <a:pt x="339717" y="61559"/>
                </a:cubicBezTo>
                <a:lnTo>
                  <a:pt x="339717" y="92278"/>
                </a:lnTo>
                <a:cubicBezTo>
                  <a:pt x="339717" y="98045"/>
                  <a:pt x="340237" y="101623"/>
                  <a:pt x="341279" y="103012"/>
                </a:cubicBezTo>
                <a:cubicBezTo>
                  <a:pt x="342320" y="104400"/>
                  <a:pt x="344496" y="105308"/>
                  <a:pt x="347807" y="105735"/>
                </a:cubicBezTo>
                <a:lnTo>
                  <a:pt x="347807" y="108619"/>
                </a:lnTo>
                <a:lnTo>
                  <a:pt x="309118" y="108619"/>
                </a:lnTo>
                <a:lnTo>
                  <a:pt x="309118" y="105735"/>
                </a:lnTo>
                <a:cubicBezTo>
                  <a:pt x="312162" y="105468"/>
                  <a:pt x="314404" y="104293"/>
                  <a:pt x="315846" y="102211"/>
                </a:cubicBezTo>
                <a:cubicBezTo>
                  <a:pt x="316808" y="100769"/>
                  <a:pt x="317288" y="97458"/>
                  <a:pt x="317288" y="92278"/>
                </a:cubicBezTo>
                <a:lnTo>
                  <a:pt x="317288" y="60077"/>
                </a:lnTo>
                <a:cubicBezTo>
                  <a:pt x="317288" y="53402"/>
                  <a:pt x="317021" y="49156"/>
                  <a:pt x="316487" y="47341"/>
                </a:cubicBezTo>
                <a:cubicBezTo>
                  <a:pt x="315953" y="45525"/>
                  <a:pt x="315112" y="44177"/>
                  <a:pt x="313964" y="43295"/>
                </a:cubicBezTo>
                <a:cubicBezTo>
                  <a:pt x="312816" y="42414"/>
                  <a:pt x="311467" y="41974"/>
                  <a:pt x="309919" y="41974"/>
                </a:cubicBezTo>
                <a:cubicBezTo>
                  <a:pt x="307622" y="41974"/>
                  <a:pt x="305299" y="42815"/>
                  <a:pt x="302950" y="44497"/>
                </a:cubicBezTo>
                <a:cubicBezTo>
                  <a:pt x="300600" y="46179"/>
                  <a:pt x="298224" y="48702"/>
                  <a:pt x="295821" y="52067"/>
                </a:cubicBezTo>
                <a:lnTo>
                  <a:pt x="295821" y="92278"/>
                </a:lnTo>
                <a:cubicBezTo>
                  <a:pt x="295821" y="97672"/>
                  <a:pt x="296275" y="101063"/>
                  <a:pt x="297182" y="102451"/>
                </a:cubicBezTo>
                <a:cubicBezTo>
                  <a:pt x="298411" y="104427"/>
                  <a:pt x="300760" y="105522"/>
                  <a:pt x="304231" y="105735"/>
                </a:cubicBezTo>
                <a:lnTo>
                  <a:pt x="304231" y="108619"/>
                </a:lnTo>
                <a:lnTo>
                  <a:pt x="265462" y="108619"/>
                </a:lnTo>
                <a:lnTo>
                  <a:pt x="265462" y="105735"/>
                </a:lnTo>
                <a:cubicBezTo>
                  <a:pt x="267545" y="105628"/>
                  <a:pt x="269187" y="105108"/>
                  <a:pt x="270388" y="104173"/>
                </a:cubicBezTo>
                <a:cubicBezTo>
                  <a:pt x="271590" y="103239"/>
                  <a:pt x="272391" y="102117"/>
                  <a:pt x="272791" y="100809"/>
                </a:cubicBezTo>
                <a:cubicBezTo>
                  <a:pt x="273192" y="99501"/>
                  <a:pt x="273392" y="96657"/>
                  <a:pt x="273392" y="92278"/>
                </a:cubicBezTo>
                <a:lnTo>
                  <a:pt x="273392" y="60027"/>
                </a:lnTo>
                <a:cubicBezTo>
                  <a:pt x="273392" y="53233"/>
                  <a:pt x="273125" y="48981"/>
                  <a:pt x="272591" y="47270"/>
                </a:cubicBezTo>
                <a:cubicBezTo>
                  <a:pt x="272057" y="45558"/>
                  <a:pt x="271162" y="44221"/>
                  <a:pt x="269908" y="43258"/>
                </a:cubicBezTo>
                <a:cubicBezTo>
                  <a:pt x="268653" y="42295"/>
                  <a:pt x="267304" y="41813"/>
                  <a:pt x="265862" y="41813"/>
                </a:cubicBezTo>
                <a:cubicBezTo>
                  <a:pt x="263726" y="41813"/>
                  <a:pt x="261777" y="42378"/>
                  <a:pt x="260015" y="43508"/>
                </a:cubicBezTo>
                <a:cubicBezTo>
                  <a:pt x="257505" y="45177"/>
                  <a:pt x="254835" y="48030"/>
                  <a:pt x="252005" y="52067"/>
                </a:cubicBezTo>
                <a:lnTo>
                  <a:pt x="252005" y="92278"/>
                </a:lnTo>
                <a:cubicBezTo>
                  <a:pt x="252005" y="97565"/>
                  <a:pt x="252525" y="101049"/>
                  <a:pt x="253567" y="102731"/>
                </a:cubicBezTo>
                <a:cubicBezTo>
                  <a:pt x="254608" y="104414"/>
                  <a:pt x="256784" y="105415"/>
                  <a:pt x="260095" y="105735"/>
                </a:cubicBezTo>
                <a:lnTo>
                  <a:pt x="260095" y="108619"/>
                </a:lnTo>
                <a:lnTo>
                  <a:pt x="221486" y="108619"/>
                </a:lnTo>
                <a:lnTo>
                  <a:pt x="221486" y="105735"/>
                </a:lnTo>
                <a:cubicBezTo>
                  <a:pt x="224636" y="105415"/>
                  <a:pt x="226879" y="104400"/>
                  <a:pt x="228214" y="102691"/>
                </a:cubicBezTo>
                <a:cubicBezTo>
                  <a:pt x="229122" y="101517"/>
                  <a:pt x="229576" y="98045"/>
                  <a:pt x="229576" y="92278"/>
                </a:cubicBezTo>
                <a:lnTo>
                  <a:pt x="229576" y="49984"/>
                </a:lnTo>
                <a:cubicBezTo>
                  <a:pt x="229576" y="44255"/>
                  <a:pt x="229055" y="40688"/>
                  <a:pt x="228014" y="39283"/>
                </a:cubicBezTo>
                <a:cubicBezTo>
                  <a:pt x="226973" y="37878"/>
                  <a:pt x="224796" y="36959"/>
                  <a:pt x="221486" y="36527"/>
                </a:cubicBezTo>
                <a:lnTo>
                  <a:pt x="221486" y="33643"/>
                </a:lnTo>
                <a:lnTo>
                  <a:pt x="252005" y="33643"/>
                </a:lnTo>
                <a:close/>
                <a:moveTo>
                  <a:pt x="398911" y="97565"/>
                </a:moveTo>
                <a:cubicBezTo>
                  <a:pt x="389779" y="105682"/>
                  <a:pt x="381582" y="109740"/>
                  <a:pt x="374320" y="109740"/>
                </a:cubicBezTo>
                <a:cubicBezTo>
                  <a:pt x="370048" y="109740"/>
                  <a:pt x="366496" y="108334"/>
                  <a:pt x="363666" y="105522"/>
                </a:cubicBezTo>
                <a:cubicBezTo>
                  <a:pt x="360836" y="102709"/>
                  <a:pt x="359421" y="99186"/>
                  <a:pt x="359421" y="94954"/>
                </a:cubicBezTo>
                <a:cubicBezTo>
                  <a:pt x="359421" y="89220"/>
                  <a:pt x="361877" y="84063"/>
                  <a:pt x="366790" y="79482"/>
                </a:cubicBezTo>
                <a:cubicBezTo>
                  <a:pt x="371703" y="74901"/>
                  <a:pt x="382410" y="68806"/>
                  <a:pt x="398911" y="61198"/>
                </a:cubicBezTo>
                <a:lnTo>
                  <a:pt x="398911" y="53669"/>
                </a:lnTo>
                <a:cubicBezTo>
                  <a:pt x="398911" y="48008"/>
                  <a:pt x="398604" y="44444"/>
                  <a:pt x="397990" y="42975"/>
                </a:cubicBezTo>
                <a:cubicBezTo>
                  <a:pt x="397376" y="41506"/>
                  <a:pt x="396214" y="40225"/>
                  <a:pt x="394505" y="39130"/>
                </a:cubicBezTo>
                <a:cubicBezTo>
                  <a:pt x="392797" y="38035"/>
                  <a:pt x="390874" y="37488"/>
                  <a:pt x="388738" y="37488"/>
                </a:cubicBezTo>
                <a:cubicBezTo>
                  <a:pt x="385267" y="37488"/>
                  <a:pt x="382410" y="38262"/>
                  <a:pt x="380167" y="39811"/>
                </a:cubicBezTo>
                <a:cubicBezTo>
                  <a:pt x="378779" y="40772"/>
                  <a:pt x="378084" y="41894"/>
                  <a:pt x="378084" y="43175"/>
                </a:cubicBezTo>
                <a:cubicBezTo>
                  <a:pt x="378084" y="44297"/>
                  <a:pt x="378832" y="45685"/>
                  <a:pt x="380327" y="47341"/>
                </a:cubicBezTo>
                <a:cubicBezTo>
                  <a:pt x="382357" y="49637"/>
                  <a:pt x="383371" y="51853"/>
                  <a:pt x="383371" y="53989"/>
                </a:cubicBezTo>
                <a:cubicBezTo>
                  <a:pt x="383371" y="56606"/>
                  <a:pt x="382397" y="58835"/>
                  <a:pt x="380447" y="60678"/>
                </a:cubicBezTo>
                <a:cubicBezTo>
                  <a:pt x="378498" y="62520"/>
                  <a:pt x="375948" y="63441"/>
                  <a:pt x="372798" y="63441"/>
                </a:cubicBezTo>
                <a:cubicBezTo>
                  <a:pt x="369433" y="63441"/>
                  <a:pt x="366616" y="62427"/>
                  <a:pt x="364347" y="60397"/>
                </a:cubicBezTo>
                <a:cubicBezTo>
                  <a:pt x="362077" y="58368"/>
                  <a:pt x="360943" y="55992"/>
                  <a:pt x="360943" y="53268"/>
                </a:cubicBezTo>
                <a:cubicBezTo>
                  <a:pt x="360943" y="49423"/>
                  <a:pt x="362464" y="45752"/>
                  <a:pt x="365508" y="42254"/>
                </a:cubicBezTo>
                <a:cubicBezTo>
                  <a:pt x="368552" y="38756"/>
                  <a:pt x="372798" y="36073"/>
                  <a:pt x="378245" y="34204"/>
                </a:cubicBezTo>
                <a:cubicBezTo>
                  <a:pt x="383692" y="32335"/>
                  <a:pt x="389352" y="31400"/>
                  <a:pt x="395226" y="31400"/>
                </a:cubicBezTo>
                <a:cubicBezTo>
                  <a:pt x="402329" y="31400"/>
                  <a:pt x="407949" y="32913"/>
                  <a:pt x="412088" y="35938"/>
                </a:cubicBezTo>
                <a:cubicBezTo>
                  <a:pt x="416227" y="38962"/>
                  <a:pt x="418910" y="42241"/>
                  <a:pt x="420138" y="45774"/>
                </a:cubicBezTo>
                <a:cubicBezTo>
                  <a:pt x="420886" y="48021"/>
                  <a:pt x="421260" y="53186"/>
                  <a:pt x="421260" y="61268"/>
                </a:cubicBezTo>
                <a:lnTo>
                  <a:pt x="421260" y="90413"/>
                </a:lnTo>
                <a:cubicBezTo>
                  <a:pt x="421260" y="93839"/>
                  <a:pt x="421393" y="95994"/>
                  <a:pt x="421660" y="96879"/>
                </a:cubicBezTo>
                <a:cubicBezTo>
                  <a:pt x="421927" y="97762"/>
                  <a:pt x="422328" y="98418"/>
                  <a:pt x="422862" y="98846"/>
                </a:cubicBezTo>
                <a:cubicBezTo>
                  <a:pt x="423396" y="99274"/>
                  <a:pt x="424010" y="99487"/>
                  <a:pt x="424704" y="99487"/>
                </a:cubicBezTo>
                <a:cubicBezTo>
                  <a:pt x="426093" y="99487"/>
                  <a:pt x="427508" y="98499"/>
                  <a:pt x="428950" y="96523"/>
                </a:cubicBezTo>
                <a:lnTo>
                  <a:pt x="431353" y="98446"/>
                </a:lnTo>
                <a:cubicBezTo>
                  <a:pt x="428683" y="102398"/>
                  <a:pt x="425919" y="105268"/>
                  <a:pt x="423062" y="107057"/>
                </a:cubicBezTo>
                <a:cubicBezTo>
                  <a:pt x="420205" y="108846"/>
                  <a:pt x="416961" y="109740"/>
                  <a:pt x="413330" y="109740"/>
                </a:cubicBezTo>
                <a:cubicBezTo>
                  <a:pt x="409057" y="109740"/>
                  <a:pt x="405720" y="108732"/>
                  <a:pt x="403317" y="106717"/>
                </a:cubicBezTo>
                <a:cubicBezTo>
                  <a:pt x="400914" y="104701"/>
                  <a:pt x="399445" y="101650"/>
                  <a:pt x="398911" y="97565"/>
                </a:cubicBezTo>
                <a:moveTo>
                  <a:pt x="398911" y="91637"/>
                </a:moveTo>
                <a:lnTo>
                  <a:pt x="398911" y="66580"/>
                </a:lnTo>
                <a:cubicBezTo>
                  <a:pt x="392450" y="70390"/>
                  <a:pt x="387643" y="74469"/>
                  <a:pt x="384493" y="78816"/>
                </a:cubicBezTo>
                <a:cubicBezTo>
                  <a:pt x="382410" y="81713"/>
                  <a:pt x="381369" y="84637"/>
                  <a:pt x="381369" y="87590"/>
                </a:cubicBezTo>
                <a:cubicBezTo>
                  <a:pt x="381369" y="90058"/>
                  <a:pt x="382250" y="92231"/>
                  <a:pt x="384012" y="94110"/>
                </a:cubicBezTo>
                <a:cubicBezTo>
                  <a:pt x="385347" y="95559"/>
                  <a:pt x="387216" y="96283"/>
                  <a:pt x="389619" y="96283"/>
                </a:cubicBezTo>
                <a:cubicBezTo>
                  <a:pt x="392289" y="96283"/>
                  <a:pt x="395387" y="94735"/>
                  <a:pt x="398911" y="91637"/>
                </a:cubicBezTo>
                <a:close/>
                <a:moveTo>
                  <a:pt x="470202" y="33643"/>
                </a:moveTo>
                <a:lnTo>
                  <a:pt x="470202" y="43416"/>
                </a:lnTo>
                <a:cubicBezTo>
                  <a:pt x="474047" y="39222"/>
                  <a:pt x="477732" y="36171"/>
                  <a:pt x="481257" y="34264"/>
                </a:cubicBezTo>
                <a:cubicBezTo>
                  <a:pt x="484781" y="32355"/>
                  <a:pt x="488573" y="31400"/>
                  <a:pt x="492631" y="31400"/>
                </a:cubicBezTo>
                <a:cubicBezTo>
                  <a:pt x="497491" y="31400"/>
                  <a:pt x="501523" y="32750"/>
                  <a:pt x="504727" y="35450"/>
                </a:cubicBezTo>
                <a:cubicBezTo>
                  <a:pt x="507931" y="38150"/>
                  <a:pt x="510067" y="41506"/>
                  <a:pt x="511135" y="45516"/>
                </a:cubicBezTo>
                <a:cubicBezTo>
                  <a:pt x="511989" y="48565"/>
                  <a:pt x="512416" y="54420"/>
                  <a:pt x="512416" y="63083"/>
                </a:cubicBezTo>
                <a:lnTo>
                  <a:pt x="512416" y="92278"/>
                </a:lnTo>
                <a:cubicBezTo>
                  <a:pt x="512416" y="98045"/>
                  <a:pt x="512937" y="101637"/>
                  <a:pt x="513978" y="103052"/>
                </a:cubicBezTo>
                <a:cubicBezTo>
                  <a:pt x="515020" y="104467"/>
                  <a:pt x="517196" y="105361"/>
                  <a:pt x="520507" y="105735"/>
                </a:cubicBezTo>
                <a:lnTo>
                  <a:pt x="520507" y="108619"/>
                </a:lnTo>
                <a:lnTo>
                  <a:pt x="482618" y="108619"/>
                </a:lnTo>
                <a:lnTo>
                  <a:pt x="482618" y="105735"/>
                </a:lnTo>
                <a:cubicBezTo>
                  <a:pt x="485449" y="105361"/>
                  <a:pt x="487478" y="104187"/>
                  <a:pt x="488706" y="102211"/>
                </a:cubicBezTo>
                <a:cubicBezTo>
                  <a:pt x="489561" y="100876"/>
                  <a:pt x="489988" y="97565"/>
                  <a:pt x="489988" y="92278"/>
                </a:cubicBezTo>
                <a:lnTo>
                  <a:pt x="489988" y="58955"/>
                </a:lnTo>
                <a:cubicBezTo>
                  <a:pt x="489988" y="52814"/>
                  <a:pt x="489747" y="48943"/>
                  <a:pt x="489267" y="47341"/>
                </a:cubicBezTo>
                <a:cubicBezTo>
                  <a:pt x="488786" y="45739"/>
                  <a:pt x="487972" y="44497"/>
                  <a:pt x="486824" y="43616"/>
                </a:cubicBezTo>
                <a:cubicBezTo>
                  <a:pt x="485676" y="42735"/>
                  <a:pt x="484407" y="42294"/>
                  <a:pt x="483019" y="42294"/>
                </a:cubicBezTo>
                <a:cubicBezTo>
                  <a:pt x="478426" y="42294"/>
                  <a:pt x="474154" y="45605"/>
                  <a:pt x="470202" y="52227"/>
                </a:cubicBezTo>
                <a:lnTo>
                  <a:pt x="470202" y="92278"/>
                </a:lnTo>
                <a:cubicBezTo>
                  <a:pt x="470202" y="97885"/>
                  <a:pt x="470723" y="101436"/>
                  <a:pt x="471764" y="102932"/>
                </a:cubicBezTo>
                <a:cubicBezTo>
                  <a:pt x="472806" y="104427"/>
                  <a:pt x="474742" y="105361"/>
                  <a:pt x="477572" y="105735"/>
                </a:cubicBezTo>
                <a:lnTo>
                  <a:pt x="477572" y="108619"/>
                </a:lnTo>
                <a:lnTo>
                  <a:pt x="439683" y="108619"/>
                </a:lnTo>
                <a:lnTo>
                  <a:pt x="439683" y="105735"/>
                </a:lnTo>
                <a:cubicBezTo>
                  <a:pt x="442834" y="105415"/>
                  <a:pt x="445077" y="104400"/>
                  <a:pt x="446412" y="102691"/>
                </a:cubicBezTo>
                <a:cubicBezTo>
                  <a:pt x="447320" y="101517"/>
                  <a:pt x="447774" y="98045"/>
                  <a:pt x="447774" y="92278"/>
                </a:cubicBezTo>
                <a:lnTo>
                  <a:pt x="447774" y="49984"/>
                </a:lnTo>
                <a:cubicBezTo>
                  <a:pt x="447774" y="44255"/>
                  <a:pt x="447253" y="40688"/>
                  <a:pt x="446212" y="39283"/>
                </a:cubicBezTo>
                <a:cubicBezTo>
                  <a:pt x="445170" y="37878"/>
                  <a:pt x="442994" y="36959"/>
                  <a:pt x="439683" y="36527"/>
                </a:cubicBezTo>
                <a:lnTo>
                  <a:pt x="439683" y="33643"/>
                </a:lnTo>
                <a:lnTo>
                  <a:pt x="470202" y="33643"/>
                </a:lnTo>
                <a:close/>
                <a:moveTo>
                  <a:pt x="635269" y="68408"/>
                </a:moveTo>
                <a:lnTo>
                  <a:pt x="594176" y="68408"/>
                </a:lnTo>
                <a:cubicBezTo>
                  <a:pt x="594657" y="78367"/>
                  <a:pt x="597300" y="86238"/>
                  <a:pt x="602106" y="92020"/>
                </a:cubicBezTo>
                <a:cubicBezTo>
                  <a:pt x="605791" y="96464"/>
                  <a:pt x="610223" y="98686"/>
                  <a:pt x="615403" y="98686"/>
                </a:cubicBezTo>
                <a:cubicBezTo>
                  <a:pt x="618607" y="98686"/>
                  <a:pt x="621518" y="97792"/>
                  <a:pt x="624134" y="96003"/>
                </a:cubicBezTo>
                <a:cubicBezTo>
                  <a:pt x="626751" y="94214"/>
                  <a:pt x="629555" y="90996"/>
                  <a:pt x="632545" y="86350"/>
                </a:cubicBezTo>
                <a:lnTo>
                  <a:pt x="635269" y="88113"/>
                </a:lnTo>
                <a:cubicBezTo>
                  <a:pt x="631210" y="96390"/>
                  <a:pt x="626724" y="102251"/>
                  <a:pt x="621812" y="105695"/>
                </a:cubicBezTo>
                <a:cubicBezTo>
                  <a:pt x="616899" y="109140"/>
                  <a:pt x="611211" y="110862"/>
                  <a:pt x="604750" y="110862"/>
                </a:cubicBezTo>
                <a:cubicBezTo>
                  <a:pt x="593642" y="110862"/>
                  <a:pt x="585231" y="106586"/>
                  <a:pt x="579517" y="98033"/>
                </a:cubicBezTo>
                <a:cubicBezTo>
                  <a:pt x="574925" y="91137"/>
                  <a:pt x="572629" y="82585"/>
                  <a:pt x="572629" y="72375"/>
                </a:cubicBezTo>
                <a:cubicBezTo>
                  <a:pt x="572629" y="59866"/>
                  <a:pt x="576006" y="49910"/>
                  <a:pt x="582762" y="42507"/>
                </a:cubicBezTo>
                <a:cubicBezTo>
                  <a:pt x="589517" y="35102"/>
                  <a:pt x="597434" y="31400"/>
                  <a:pt x="606512" y="31400"/>
                </a:cubicBezTo>
                <a:cubicBezTo>
                  <a:pt x="614095" y="31400"/>
                  <a:pt x="620677" y="34511"/>
                  <a:pt x="626257" y="40732"/>
                </a:cubicBezTo>
                <a:cubicBezTo>
                  <a:pt x="631838" y="46953"/>
                  <a:pt x="634842" y="56179"/>
                  <a:pt x="635269" y="68408"/>
                </a:cubicBezTo>
                <a:moveTo>
                  <a:pt x="615564" y="63121"/>
                </a:moveTo>
                <a:cubicBezTo>
                  <a:pt x="615564" y="54523"/>
                  <a:pt x="615096" y="48622"/>
                  <a:pt x="614162" y="45418"/>
                </a:cubicBezTo>
                <a:cubicBezTo>
                  <a:pt x="613227" y="42214"/>
                  <a:pt x="611772" y="39784"/>
                  <a:pt x="609796" y="38129"/>
                </a:cubicBezTo>
                <a:cubicBezTo>
                  <a:pt x="608675" y="37168"/>
                  <a:pt x="607179" y="36687"/>
                  <a:pt x="605310" y="36687"/>
                </a:cubicBezTo>
                <a:cubicBezTo>
                  <a:pt x="602534" y="36687"/>
                  <a:pt x="600264" y="38049"/>
                  <a:pt x="598502" y="40772"/>
                </a:cubicBezTo>
                <a:cubicBezTo>
                  <a:pt x="595351" y="45525"/>
                  <a:pt x="593776" y="52040"/>
                  <a:pt x="593776" y="60317"/>
                </a:cubicBezTo>
                <a:lnTo>
                  <a:pt x="593776" y="63121"/>
                </a:lnTo>
                <a:lnTo>
                  <a:pt x="615564" y="63121"/>
                </a:lnTo>
                <a:close/>
                <a:moveTo>
                  <a:pt x="688624" y="62675"/>
                </a:moveTo>
                <a:lnTo>
                  <a:pt x="701939" y="87397"/>
                </a:lnTo>
                <a:cubicBezTo>
                  <a:pt x="706425" y="95993"/>
                  <a:pt x="709976" y="101438"/>
                  <a:pt x="712592" y="103733"/>
                </a:cubicBezTo>
                <a:cubicBezTo>
                  <a:pt x="714034" y="104961"/>
                  <a:pt x="716010" y="105628"/>
                  <a:pt x="718520" y="105735"/>
                </a:cubicBezTo>
                <a:lnTo>
                  <a:pt x="718520" y="108619"/>
                </a:lnTo>
                <a:lnTo>
                  <a:pt x="676787" y="108619"/>
                </a:lnTo>
                <a:lnTo>
                  <a:pt x="676787" y="105735"/>
                </a:lnTo>
                <a:cubicBezTo>
                  <a:pt x="680044" y="105468"/>
                  <a:pt x="682060" y="105041"/>
                  <a:pt x="682834" y="104454"/>
                </a:cubicBezTo>
                <a:cubicBezTo>
                  <a:pt x="683609" y="103865"/>
                  <a:pt x="683996" y="103062"/>
                  <a:pt x="683996" y="102046"/>
                </a:cubicBezTo>
                <a:cubicBezTo>
                  <a:pt x="683996" y="100549"/>
                  <a:pt x="683141" y="98196"/>
                  <a:pt x="681433" y="94987"/>
                </a:cubicBezTo>
                <a:lnTo>
                  <a:pt x="674894" y="82846"/>
                </a:lnTo>
                <a:lnTo>
                  <a:pt x="669417" y="90896"/>
                </a:lnTo>
                <a:cubicBezTo>
                  <a:pt x="666907" y="94586"/>
                  <a:pt x="665492" y="96779"/>
                  <a:pt x="665172" y="97475"/>
                </a:cubicBezTo>
                <a:cubicBezTo>
                  <a:pt x="664745" y="98489"/>
                  <a:pt x="664531" y="99398"/>
                  <a:pt x="664531" y="100201"/>
                </a:cubicBezTo>
                <a:cubicBezTo>
                  <a:pt x="664531" y="101431"/>
                  <a:pt x="664785" y="102460"/>
                  <a:pt x="665292" y="103290"/>
                </a:cubicBezTo>
                <a:cubicBezTo>
                  <a:pt x="665799" y="104117"/>
                  <a:pt x="666493" y="104732"/>
                  <a:pt x="667375" y="105134"/>
                </a:cubicBezTo>
                <a:cubicBezTo>
                  <a:pt x="668256" y="105535"/>
                  <a:pt x="669871" y="105735"/>
                  <a:pt x="672221" y="105735"/>
                </a:cubicBezTo>
                <a:lnTo>
                  <a:pt x="672221" y="108619"/>
                </a:lnTo>
                <a:lnTo>
                  <a:pt x="642903" y="108619"/>
                </a:lnTo>
                <a:lnTo>
                  <a:pt x="642903" y="105735"/>
                </a:lnTo>
                <a:cubicBezTo>
                  <a:pt x="646535" y="105735"/>
                  <a:pt x="649859" y="104733"/>
                  <a:pt x="652876" y="102729"/>
                </a:cubicBezTo>
                <a:cubicBezTo>
                  <a:pt x="655893" y="100723"/>
                  <a:pt x="660286" y="95470"/>
                  <a:pt x="666053" y="86971"/>
                </a:cubicBezTo>
                <a:lnTo>
                  <a:pt x="672233" y="77902"/>
                </a:lnTo>
                <a:lnTo>
                  <a:pt x="659324" y="53931"/>
                </a:lnTo>
                <a:cubicBezTo>
                  <a:pt x="655106" y="46088"/>
                  <a:pt x="651955" y="41280"/>
                  <a:pt x="649872" y="39508"/>
                </a:cubicBezTo>
                <a:cubicBezTo>
                  <a:pt x="647790" y="37736"/>
                  <a:pt x="645467" y="36742"/>
                  <a:pt x="642903" y="36527"/>
                </a:cubicBezTo>
                <a:lnTo>
                  <a:pt x="642903" y="33643"/>
                </a:lnTo>
                <a:lnTo>
                  <a:pt x="684396" y="33643"/>
                </a:lnTo>
                <a:lnTo>
                  <a:pt x="684396" y="36527"/>
                </a:lnTo>
                <a:lnTo>
                  <a:pt x="682234" y="36607"/>
                </a:lnTo>
                <a:lnTo>
                  <a:pt x="678068" y="38064"/>
                </a:lnTo>
                <a:cubicBezTo>
                  <a:pt x="677641" y="38441"/>
                  <a:pt x="677427" y="39061"/>
                  <a:pt x="677427" y="39924"/>
                </a:cubicBezTo>
                <a:cubicBezTo>
                  <a:pt x="677427" y="40731"/>
                  <a:pt x="677561" y="41567"/>
                  <a:pt x="677828" y="42429"/>
                </a:cubicBezTo>
                <a:cubicBezTo>
                  <a:pt x="677988" y="42806"/>
                  <a:pt x="678736" y="44262"/>
                  <a:pt x="680071" y="46795"/>
                </a:cubicBezTo>
                <a:lnTo>
                  <a:pt x="685968" y="57744"/>
                </a:lnTo>
                <a:lnTo>
                  <a:pt x="688962" y="53348"/>
                </a:lnTo>
                <a:cubicBezTo>
                  <a:pt x="693234" y="47446"/>
                  <a:pt x="695370" y="43314"/>
                  <a:pt x="695370" y="40952"/>
                </a:cubicBezTo>
                <a:cubicBezTo>
                  <a:pt x="695370" y="39826"/>
                  <a:pt x="694903" y="38874"/>
                  <a:pt x="693969" y="38096"/>
                </a:cubicBezTo>
                <a:cubicBezTo>
                  <a:pt x="693034" y="37319"/>
                  <a:pt x="691365" y="36795"/>
                  <a:pt x="688962" y="36527"/>
                </a:cubicBezTo>
                <a:lnTo>
                  <a:pt x="688962" y="33643"/>
                </a:lnTo>
                <a:lnTo>
                  <a:pt x="715476" y="33643"/>
                </a:lnTo>
                <a:lnTo>
                  <a:pt x="715476" y="36527"/>
                </a:lnTo>
                <a:cubicBezTo>
                  <a:pt x="712219" y="36634"/>
                  <a:pt x="709175" y="37641"/>
                  <a:pt x="706344" y="39551"/>
                </a:cubicBezTo>
                <a:cubicBezTo>
                  <a:pt x="703514" y="41460"/>
                  <a:pt x="700337" y="45157"/>
                  <a:pt x="696812" y="50642"/>
                </a:cubicBezTo>
                <a:lnTo>
                  <a:pt x="688624" y="62675"/>
                </a:lnTo>
                <a:close/>
                <a:moveTo>
                  <a:pt x="755688" y="101009"/>
                </a:moveTo>
                <a:lnTo>
                  <a:pt x="755688" y="128805"/>
                </a:lnTo>
                <a:cubicBezTo>
                  <a:pt x="755688" y="132701"/>
                  <a:pt x="755995" y="135353"/>
                  <a:pt x="756609" y="136760"/>
                </a:cubicBezTo>
                <a:cubicBezTo>
                  <a:pt x="757223" y="138168"/>
                  <a:pt x="758171" y="139197"/>
                  <a:pt x="759453" y="139846"/>
                </a:cubicBezTo>
                <a:cubicBezTo>
                  <a:pt x="760734" y="140496"/>
                  <a:pt x="763244" y="140820"/>
                  <a:pt x="766982" y="140820"/>
                </a:cubicBezTo>
                <a:lnTo>
                  <a:pt x="766982" y="143704"/>
                </a:lnTo>
                <a:lnTo>
                  <a:pt x="724288" y="143704"/>
                </a:lnTo>
                <a:lnTo>
                  <a:pt x="724288" y="140820"/>
                </a:lnTo>
                <a:cubicBezTo>
                  <a:pt x="727598" y="140712"/>
                  <a:pt x="730055" y="139765"/>
                  <a:pt x="731657" y="137979"/>
                </a:cubicBezTo>
                <a:cubicBezTo>
                  <a:pt x="732725" y="136736"/>
                  <a:pt x="733259" y="133517"/>
                  <a:pt x="733259" y="128324"/>
                </a:cubicBezTo>
                <a:lnTo>
                  <a:pt x="733259" y="49343"/>
                </a:lnTo>
                <a:cubicBezTo>
                  <a:pt x="733259" y="43990"/>
                  <a:pt x="732645" y="40569"/>
                  <a:pt x="731417" y="39082"/>
                </a:cubicBezTo>
                <a:cubicBezTo>
                  <a:pt x="730188" y="37596"/>
                  <a:pt x="727812" y="36744"/>
                  <a:pt x="724288" y="36527"/>
                </a:cubicBezTo>
                <a:lnTo>
                  <a:pt x="724288" y="33643"/>
                </a:lnTo>
                <a:lnTo>
                  <a:pt x="755688" y="33643"/>
                </a:lnTo>
                <a:lnTo>
                  <a:pt x="755688" y="43496"/>
                </a:lnTo>
                <a:cubicBezTo>
                  <a:pt x="758304" y="39651"/>
                  <a:pt x="760975" y="36874"/>
                  <a:pt x="763698" y="35165"/>
                </a:cubicBezTo>
                <a:cubicBezTo>
                  <a:pt x="767596" y="32655"/>
                  <a:pt x="771842" y="31400"/>
                  <a:pt x="776434" y="31400"/>
                </a:cubicBezTo>
                <a:cubicBezTo>
                  <a:pt x="781935" y="31400"/>
                  <a:pt x="786941" y="33137"/>
                  <a:pt x="791453" y="36612"/>
                </a:cubicBezTo>
                <a:cubicBezTo>
                  <a:pt x="795966" y="40086"/>
                  <a:pt x="799397" y="44884"/>
                  <a:pt x="801747" y="51005"/>
                </a:cubicBezTo>
                <a:cubicBezTo>
                  <a:pt x="804096" y="57126"/>
                  <a:pt x="805271" y="63715"/>
                  <a:pt x="805271" y="70771"/>
                </a:cubicBezTo>
                <a:cubicBezTo>
                  <a:pt x="805271" y="78360"/>
                  <a:pt x="804056" y="85296"/>
                  <a:pt x="801627" y="91577"/>
                </a:cubicBezTo>
                <a:cubicBezTo>
                  <a:pt x="799197" y="97859"/>
                  <a:pt x="795672" y="102643"/>
                  <a:pt x="791053" y="105930"/>
                </a:cubicBezTo>
                <a:cubicBezTo>
                  <a:pt x="786434" y="109218"/>
                  <a:pt x="781294" y="110862"/>
                  <a:pt x="775633" y="110862"/>
                </a:cubicBezTo>
                <a:cubicBezTo>
                  <a:pt x="771521" y="110862"/>
                  <a:pt x="767676" y="109954"/>
                  <a:pt x="764099" y="108138"/>
                </a:cubicBezTo>
                <a:cubicBezTo>
                  <a:pt x="761428" y="106750"/>
                  <a:pt x="758625" y="104374"/>
                  <a:pt x="755688" y="101009"/>
                </a:cubicBezTo>
                <a:moveTo>
                  <a:pt x="755688" y="92906"/>
                </a:moveTo>
                <a:cubicBezTo>
                  <a:pt x="760280" y="99430"/>
                  <a:pt x="765193" y="102691"/>
                  <a:pt x="770427" y="102691"/>
                </a:cubicBezTo>
                <a:cubicBezTo>
                  <a:pt x="773310" y="102691"/>
                  <a:pt x="775687" y="101168"/>
                  <a:pt x="777556" y="98121"/>
                </a:cubicBezTo>
                <a:cubicBezTo>
                  <a:pt x="780333" y="93628"/>
                  <a:pt x="781721" y="85072"/>
                  <a:pt x="781721" y="72453"/>
                </a:cubicBezTo>
                <a:cubicBezTo>
                  <a:pt x="781721" y="59513"/>
                  <a:pt x="780199" y="50663"/>
                  <a:pt x="777155" y="45904"/>
                </a:cubicBezTo>
                <a:cubicBezTo>
                  <a:pt x="775126" y="42750"/>
                  <a:pt x="772402" y="41173"/>
                  <a:pt x="768985" y="41173"/>
                </a:cubicBezTo>
                <a:cubicBezTo>
                  <a:pt x="763591" y="41173"/>
                  <a:pt x="759159" y="45076"/>
                  <a:pt x="755688" y="52883"/>
                </a:cubicBezTo>
                <a:lnTo>
                  <a:pt x="755688" y="92906"/>
                </a:lnTo>
                <a:close/>
                <a:moveTo>
                  <a:pt x="881343" y="68408"/>
                </a:moveTo>
                <a:lnTo>
                  <a:pt x="840251" y="68408"/>
                </a:lnTo>
                <a:cubicBezTo>
                  <a:pt x="840731" y="78367"/>
                  <a:pt x="843375" y="86238"/>
                  <a:pt x="848181" y="92020"/>
                </a:cubicBezTo>
                <a:cubicBezTo>
                  <a:pt x="851866" y="96464"/>
                  <a:pt x="856298" y="98686"/>
                  <a:pt x="861478" y="98686"/>
                </a:cubicBezTo>
                <a:cubicBezTo>
                  <a:pt x="864682" y="98686"/>
                  <a:pt x="867592" y="97792"/>
                  <a:pt x="870209" y="96003"/>
                </a:cubicBezTo>
                <a:cubicBezTo>
                  <a:pt x="872826" y="94214"/>
                  <a:pt x="875629" y="90996"/>
                  <a:pt x="878620" y="86350"/>
                </a:cubicBezTo>
                <a:lnTo>
                  <a:pt x="881343" y="88113"/>
                </a:lnTo>
                <a:cubicBezTo>
                  <a:pt x="877285" y="96390"/>
                  <a:pt x="872799" y="102251"/>
                  <a:pt x="867886" y="105695"/>
                </a:cubicBezTo>
                <a:cubicBezTo>
                  <a:pt x="862973" y="109140"/>
                  <a:pt x="857286" y="110862"/>
                  <a:pt x="850824" y="110862"/>
                </a:cubicBezTo>
                <a:cubicBezTo>
                  <a:pt x="839717" y="110862"/>
                  <a:pt x="831306" y="106586"/>
                  <a:pt x="825592" y="98033"/>
                </a:cubicBezTo>
                <a:cubicBezTo>
                  <a:pt x="820999" y="91137"/>
                  <a:pt x="818703" y="82585"/>
                  <a:pt x="818703" y="72375"/>
                </a:cubicBezTo>
                <a:cubicBezTo>
                  <a:pt x="818703" y="59866"/>
                  <a:pt x="822081" y="49910"/>
                  <a:pt x="828836" y="42507"/>
                </a:cubicBezTo>
                <a:cubicBezTo>
                  <a:pt x="835591" y="35102"/>
                  <a:pt x="843508" y="31400"/>
                  <a:pt x="852586" y="31400"/>
                </a:cubicBezTo>
                <a:cubicBezTo>
                  <a:pt x="860169" y="31400"/>
                  <a:pt x="866751" y="34511"/>
                  <a:pt x="872332" y="40732"/>
                </a:cubicBezTo>
                <a:cubicBezTo>
                  <a:pt x="877912" y="46953"/>
                  <a:pt x="880916" y="56179"/>
                  <a:pt x="881343" y="68408"/>
                </a:cubicBezTo>
                <a:moveTo>
                  <a:pt x="861638" y="63121"/>
                </a:moveTo>
                <a:cubicBezTo>
                  <a:pt x="861638" y="54523"/>
                  <a:pt x="861171" y="48622"/>
                  <a:pt x="860236" y="45418"/>
                </a:cubicBezTo>
                <a:cubicBezTo>
                  <a:pt x="859302" y="42214"/>
                  <a:pt x="857846" y="39784"/>
                  <a:pt x="855871" y="38129"/>
                </a:cubicBezTo>
                <a:cubicBezTo>
                  <a:pt x="854749" y="37168"/>
                  <a:pt x="853254" y="36687"/>
                  <a:pt x="851385" y="36687"/>
                </a:cubicBezTo>
                <a:cubicBezTo>
                  <a:pt x="848608" y="36687"/>
                  <a:pt x="846338" y="38049"/>
                  <a:pt x="844576" y="40772"/>
                </a:cubicBezTo>
                <a:cubicBezTo>
                  <a:pt x="841425" y="45525"/>
                  <a:pt x="839850" y="52040"/>
                  <a:pt x="839850" y="60317"/>
                </a:cubicBezTo>
                <a:lnTo>
                  <a:pt x="839850" y="63121"/>
                </a:lnTo>
                <a:lnTo>
                  <a:pt x="861638" y="63121"/>
                </a:lnTo>
                <a:close/>
                <a:moveTo>
                  <a:pt x="921820" y="33643"/>
                </a:moveTo>
                <a:lnTo>
                  <a:pt x="921820" y="50625"/>
                </a:lnTo>
                <a:cubicBezTo>
                  <a:pt x="926786" y="42882"/>
                  <a:pt x="931139" y="37742"/>
                  <a:pt x="934877" y="35205"/>
                </a:cubicBezTo>
                <a:cubicBezTo>
                  <a:pt x="938615" y="32668"/>
                  <a:pt x="942219" y="31400"/>
                  <a:pt x="945691" y="31400"/>
                </a:cubicBezTo>
                <a:cubicBezTo>
                  <a:pt x="948681" y="31400"/>
                  <a:pt x="951071" y="32325"/>
                  <a:pt x="952860" y="34174"/>
                </a:cubicBezTo>
                <a:cubicBezTo>
                  <a:pt x="954649" y="36023"/>
                  <a:pt x="955543" y="38635"/>
                  <a:pt x="955543" y="42011"/>
                </a:cubicBezTo>
                <a:cubicBezTo>
                  <a:pt x="955543" y="45602"/>
                  <a:pt x="954675" y="48390"/>
                  <a:pt x="952940" y="50374"/>
                </a:cubicBezTo>
                <a:cubicBezTo>
                  <a:pt x="951204" y="52357"/>
                  <a:pt x="949108" y="53348"/>
                  <a:pt x="946652" y="53348"/>
                </a:cubicBezTo>
                <a:cubicBezTo>
                  <a:pt x="943822" y="53348"/>
                  <a:pt x="941365" y="52440"/>
                  <a:pt x="939282" y="50625"/>
                </a:cubicBezTo>
                <a:cubicBezTo>
                  <a:pt x="937200" y="48809"/>
                  <a:pt x="935971" y="47794"/>
                  <a:pt x="935598" y="47581"/>
                </a:cubicBezTo>
                <a:cubicBezTo>
                  <a:pt x="935064" y="47260"/>
                  <a:pt x="934450" y="47100"/>
                  <a:pt x="933755" y="47100"/>
                </a:cubicBezTo>
                <a:cubicBezTo>
                  <a:pt x="932207" y="47100"/>
                  <a:pt x="930738" y="47688"/>
                  <a:pt x="929350" y="48863"/>
                </a:cubicBezTo>
                <a:cubicBezTo>
                  <a:pt x="927160" y="50678"/>
                  <a:pt x="925505" y="53268"/>
                  <a:pt x="924383" y="56632"/>
                </a:cubicBezTo>
                <a:cubicBezTo>
                  <a:pt x="922674" y="61812"/>
                  <a:pt x="921820" y="67526"/>
                  <a:pt x="921820" y="73774"/>
                </a:cubicBezTo>
                <a:lnTo>
                  <a:pt x="921820" y="90996"/>
                </a:lnTo>
                <a:lnTo>
                  <a:pt x="921900" y="95482"/>
                </a:lnTo>
                <a:cubicBezTo>
                  <a:pt x="921900" y="98526"/>
                  <a:pt x="922087" y="100475"/>
                  <a:pt x="922461" y="101330"/>
                </a:cubicBezTo>
                <a:cubicBezTo>
                  <a:pt x="923102" y="102771"/>
                  <a:pt x="924050" y="103826"/>
                  <a:pt x="925305" y="104494"/>
                </a:cubicBezTo>
                <a:cubicBezTo>
                  <a:pt x="926559" y="105161"/>
                  <a:pt x="928682" y="105575"/>
                  <a:pt x="931673" y="105735"/>
                </a:cubicBezTo>
                <a:lnTo>
                  <a:pt x="931673" y="108619"/>
                </a:lnTo>
                <a:lnTo>
                  <a:pt x="891221" y="108619"/>
                </a:lnTo>
                <a:lnTo>
                  <a:pt x="891221" y="105735"/>
                </a:lnTo>
                <a:cubicBezTo>
                  <a:pt x="894478" y="105468"/>
                  <a:pt x="896681" y="104574"/>
                  <a:pt x="897829" y="103052"/>
                </a:cubicBezTo>
                <a:cubicBezTo>
                  <a:pt x="898978" y="101530"/>
                  <a:pt x="899552" y="97511"/>
                  <a:pt x="899552" y="90996"/>
                </a:cubicBezTo>
                <a:lnTo>
                  <a:pt x="899552" y="49503"/>
                </a:lnTo>
                <a:cubicBezTo>
                  <a:pt x="899552" y="45204"/>
                  <a:pt x="899338" y="42464"/>
                  <a:pt x="898911" y="41283"/>
                </a:cubicBezTo>
                <a:cubicBezTo>
                  <a:pt x="898377" y="39778"/>
                  <a:pt x="897602" y="38676"/>
                  <a:pt x="896588" y="37979"/>
                </a:cubicBezTo>
                <a:cubicBezTo>
                  <a:pt x="895573" y="37279"/>
                  <a:pt x="893784" y="36795"/>
                  <a:pt x="891221" y="36527"/>
                </a:cubicBezTo>
                <a:lnTo>
                  <a:pt x="891221" y="33643"/>
                </a:lnTo>
                <a:lnTo>
                  <a:pt x="921820" y="33643"/>
                </a:lnTo>
                <a:close/>
                <a:moveTo>
                  <a:pt x="993296" y="6088"/>
                </a:moveTo>
                <a:lnTo>
                  <a:pt x="993296" y="33643"/>
                </a:lnTo>
                <a:lnTo>
                  <a:pt x="1011079" y="33643"/>
                </a:lnTo>
                <a:lnTo>
                  <a:pt x="1011079" y="41493"/>
                </a:lnTo>
                <a:lnTo>
                  <a:pt x="993296" y="41493"/>
                </a:lnTo>
                <a:lnTo>
                  <a:pt x="993296" y="87837"/>
                </a:lnTo>
                <a:cubicBezTo>
                  <a:pt x="993296" y="92175"/>
                  <a:pt x="993497" y="94972"/>
                  <a:pt x="993897" y="96231"/>
                </a:cubicBezTo>
                <a:cubicBezTo>
                  <a:pt x="994298" y="97489"/>
                  <a:pt x="995005" y="98507"/>
                  <a:pt x="996020" y="99284"/>
                </a:cubicBezTo>
                <a:cubicBezTo>
                  <a:pt x="997034" y="100060"/>
                  <a:pt x="997969" y="100448"/>
                  <a:pt x="998823" y="100448"/>
                </a:cubicBezTo>
                <a:cubicBezTo>
                  <a:pt x="1002294" y="100448"/>
                  <a:pt x="1005579" y="97778"/>
                  <a:pt x="1008676" y="92438"/>
                </a:cubicBezTo>
                <a:lnTo>
                  <a:pt x="1011079" y="94218"/>
                </a:lnTo>
                <a:cubicBezTo>
                  <a:pt x="1006753" y="104566"/>
                  <a:pt x="999731" y="109740"/>
                  <a:pt x="990012" y="109740"/>
                </a:cubicBezTo>
                <a:cubicBezTo>
                  <a:pt x="985259" y="109740"/>
                  <a:pt x="981241" y="108415"/>
                  <a:pt x="977957" y="105763"/>
                </a:cubicBezTo>
                <a:cubicBezTo>
                  <a:pt x="974672" y="103109"/>
                  <a:pt x="972576" y="100148"/>
                  <a:pt x="971669" y="96879"/>
                </a:cubicBezTo>
                <a:cubicBezTo>
                  <a:pt x="971135" y="95057"/>
                  <a:pt x="970868" y="90126"/>
                  <a:pt x="970868" y="82088"/>
                </a:cubicBezTo>
                <a:lnTo>
                  <a:pt x="970868" y="41493"/>
                </a:lnTo>
                <a:lnTo>
                  <a:pt x="961095" y="41493"/>
                </a:lnTo>
                <a:lnTo>
                  <a:pt x="961095" y="38682"/>
                </a:lnTo>
                <a:cubicBezTo>
                  <a:pt x="967824" y="33919"/>
                  <a:pt x="973551" y="28915"/>
                  <a:pt x="978277" y="23670"/>
                </a:cubicBezTo>
                <a:cubicBezTo>
                  <a:pt x="983003" y="18425"/>
                  <a:pt x="987128" y="12564"/>
                  <a:pt x="990653" y="6088"/>
                </a:cubicBezTo>
                <a:lnTo>
                  <a:pt x="993296" y="6088"/>
                </a:lnTo>
                <a:close/>
                <a:moveTo>
                  <a:pt x="1065547" y="31721"/>
                </a:moveTo>
                <a:lnTo>
                  <a:pt x="1066749" y="57353"/>
                </a:lnTo>
                <a:lnTo>
                  <a:pt x="1064025" y="57353"/>
                </a:lnTo>
                <a:cubicBezTo>
                  <a:pt x="1060768" y="49709"/>
                  <a:pt x="1057390" y="44487"/>
                  <a:pt x="1053892" y="41688"/>
                </a:cubicBezTo>
                <a:cubicBezTo>
                  <a:pt x="1050395" y="38888"/>
                  <a:pt x="1046910" y="37488"/>
                  <a:pt x="1043439" y="37488"/>
                </a:cubicBezTo>
                <a:cubicBezTo>
                  <a:pt x="1041250" y="37488"/>
                  <a:pt x="1039381" y="38222"/>
                  <a:pt x="1037832" y="39691"/>
                </a:cubicBezTo>
                <a:cubicBezTo>
                  <a:pt x="1036283" y="41159"/>
                  <a:pt x="1035509" y="42855"/>
                  <a:pt x="1035509" y="44777"/>
                </a:cubicBezTo>
                <a:cubicBezTo>
                  <a:pt x="1035509" y="46219"/>
                  <a:pt x="1036043" y="47608"/>
                  <a:pt x="1037111" y="48943"/>
                </a:cubicBezTo>
                <a:cubicBezTo>
                  <a:pt x="1038820" y="51132"/>
                  <a:pt x="1043599" y="54884"/>
                  <a:pt x="1051449" y="60197"/>
                </a:cubicBezTo>
                <a:cubicBezTo>
                  <a:pt x="1059299" y="65510"/>
                  <a:pt x="1064466" y="70023"/>
                  <a:pt x="1066949" y="73734"/>
                </a:cubicBezTo>
                <a:cubicBezTo>
                  <a:pt x="1069432" y="77446"/>
                  <a:pt x="1070674" y="81598"/>
                  <a:pt x="1070674" y="86190"/>
                </a:cubicBezTo>
                <a:cubicBezTo>
                  <a:pt x="1070674" y="90356"/>
                  <a:pt x="1069633" y="94441"/>
                  <a:pt x="1067550" y="98446"/>
                </a:cubicBezTo>
                <a:cubicBezTo>
                  <a:pt x="1065467" y="102451"/>
                  <a:pt x="1062530" y="105522"/>
                  <a:pt x="1058739" y="107658"/>
                </a:cubicBezTo>
                <a:cubicBezTo>
                  <a:pt x="1054947" y="109794"/>
                  <a:pt x="1050755" y="110862"/>
                  <a:pt x="1046163" y="110862"/>
                </a:cubicBezTo>
                <a:cubicBezTo>
                  <a:pt x="1042585" y="110862"/>
                  <a:pt x="1037805" y="109720"/>
                  <a:pt x="1031824" y="107435"/>
                </a:cubicBezTo>
                <a:cubicBezTo>
                  <a:pt x="1030222" y="106836"/>
                  <a:pt x="1029127" y="106536"/>
                  <a:pt x="1028540" y="106536"/>
                </a:cubicBezTo>
                <a:cubicBezTo>
                  <a:pt x="1026778" y="106536"/>
                  <a:pt x="1025309" y="107871"/>
                  <a:pt x="1024134" y="110541"/>
                </a:cubicBezTo>
                <a:lnTo>
                  <a:pt x="1021491" y="110541"/>
                </a:lnTo>
                <a:lnTo>
                  <a:pt x="1020209" y="83627"/>
                </a:lnTo>
                <a:lnTo>
                  <a:pt x="1022933" y="83627"/>
                </a:lnTo>
                <a:cubicBezTo>
                  <a:pt x="1025336" y="90676"/>
                  <a:pt x="1028633" y="95963"/>
                  <a:pt x="1032826" y="99487"/>
                </a:cubicBezTo>
                <a:cubicBezTo>
                  <a:pt x="1037018" y="103012"/>
                  <a:pt x="1040983" y="104774"/>
                  <a:pt x="1044721" y="104774"/>
                </a:cubicBezTo>
                <a:cubicBezTo>
                  <a:pt x="1047284" y="104774"/>
                  <a:pt x="1049380" y="103986"/>
                  <a:pt x="1051009" y="102411"/>
                </a:cubicBezTo>
                <a:cubicBezTo>
                  <a:pt x="1052638" y="100836"/>
                  <a:pt x="1053452" y="98927"/>
                  <a:pt x="1053452" y="96684"/>
                </a:cubicBezTo>
                <a:cubicBezTo>
                  <a:pt x="1053452" y="94120"/>
                  <a:pt x="1052651" y="91904"/>
                  <a:pt x="1051049" y="90035"/>
                </a:cubicBezTo>
                <a:cubicBezTo>
                  <a:pt x="1049447" y="88166"/>
                  <a:pt x="1045869" y="85336"/>
                  <a:pt x="1040315" y="81544"/>
                </a:cubicBezTo>
                <a:cubicBezTo>
                  <a:pt x="1032145" y="75884"/>
                  <a:pt x="1026858" y="71558"/>
                  <a:pt x="1024455" y="68568"/>
                </a:cubicBezTo>
                <a:cubicBezTo>
                  <a:pt x="1020930" y="64189"/>
                  <a:pt x="1019168" y="59356"/>
                  <a:pt x="1019168" y="54069"/>
                </a:cubicBezTo>
                <a:cubicBezTo>
                  <a:pt x="1019168" y="48302"/>
                  <a:pt x="1021157" y="43082"/>
                  <a:pt x="1025136" y="38409"/>
                </a:cubicBezTo>
                <a:cubicBezTo>
                  <a:pt x="1029114" y="33736"/>
                  <a:pt x="1034868" y="31400"/>
                  <a:pt x="1042398" y="31400"/>
                </a:cubicBezTo>
                <a:cubicBezTo>
                  <a:pt x="1046456" y="31400"/>
                  <a:pt x="1050381" y="32426"/>
                  <a:pt x="1054173" y="34479"/>
                </a:cubicBezTo>
                <a:cubicBezTo>
                  <a:pt x="1055615" y="35310"/>
                  <a:pt x="1056789" y="35726"/>
                  <a:pt x="1057697" y="35726"/>
                </a:cubicBezTo>
                <a:cubicBezTo>
                  <a:pt x="1058659" y="35726"/>
                  <a:pt x="1059433" y="35525"/>
                  <a:pt x="1060020" y="35125"/>
                </a:cubicBezTo>
                <a:cubicBezTo>
                  <a:pt x="1060608" y="34724"/>
                  <a:pt x="1061542" y="33590"/>
                  <a:pt x="1062824" y="31721"/>
                </a:cubicBezTo>
                <a:lnTo>
                  <a:pt x="1065547" y="31721"/>
                </a:lnTo>
                <a:close/>
              </a:path>
            </a:pathLst>
          </a:custGeom>
          <a:solidFill xmlns:a="http://schemas.openxmlformats.org/drawingml/2006/main">
            <a:srgbClr val="006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Text +">
            <a:extLst xmlns:a="http://schemas.openxmlformats.org/drawingml/2006/main">
              <a:ext uri="{FF2B5EF4-FFF2-40B4-BE49-F238E27FC236}">
                <a16:creationId xmlns:a16="http://schemas.microsoft.com/office/drawing/2014/main" id="{2BEE7942-114B-4046-ADDE-809FA02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859" y="5146432"/>
            <a:ext cx="109440" cy="108939"/>
          </a:xfrm>
          <a:custGeom xmlns:a="http://schemas.openxmlformats.org/drawingml/2006/main">
            <a:pathLst>
              <a:path w="109440" h="108939">
                <a:moveTo>
                  <a:pt x="0" y="48061"/>
                </a:moveTo>
                <a:lnTo>
                  <a:pt x="48162" y="48061"/>
                </a:lnTo>
                <a:lnTo>
                  <a:pt x="48162" y="0"/>
                </a:lnTo>
                <a:lnTo>
                  <a:pt x="61278" y="0"/>
                </a:lnTo>
                <a:lnTo>
                  <a:pt x="61278" y="48061"/>
                </a:lnTo>
                <a:lnTo>
                  <a:pt x="109440" y="48061"/>
                </a:lnTo>
                <a:lnTo>
                  <a:pt x="109440" y="61278"/>
                </a:lnTo>
                <a:lnTo>
                  <a:pt x="61278" y="61278"/>
                </a:lnTo>
                <a:lnTo>
                  <a:pt x="61278" y="108939"/>
                </a:lnTo>
                <a:lnTo>
                  <a:pt x="48162" y="108939"/>
                </a:lnTo>
                <a:lnTo>
                  <a:pt x="48162" y="61278"/>
                </a:lnTo>
                <a:lnTo>
                  <a:pt x="0" y="61278"/>
                </a:lnTo>
                <a:lnTo>
                  <a:pt x="0" y="48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c4ac79568404a"/>
          <a:stretch xmlns:a="http://schemas.openxmlformats.org/drawingml/2006/main"/>
        </p:blipFill>
        <p:spPr>
          <a:xfrm xmlns:a="http://schemas.openxmlformats.org/drawingml/2006/main">
            <a:off x="5561422" y="3176636"/>
            <a:ext cx="693418" cy="693418"/>
          </a:xfrm>
          <a:prstGeom xmlns:a="http://schemas.openxmlformats.org/drawingml/2006/main" prst="rect">
            <a:avLst/>
          </a:prstGeom>
        </p:spPr>
      </p:pic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7AE7B-15D9-41A6-BBBB-3B0C2FE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839" y="3566972"/>
            <a:ext cx="271708" cy="338353"/>
          </a:xfrm>
          <a:custGeom xmlns:a="http://schemas.openxmlformats.org/drawingml/2006/main">
            <a:pathLst>
              <a:path w="271708" h="338353">
                <a:moveTo>
                  <a:pt x="1128" y="231310"/>
                </a:moveTo>
                <a:cubicBezTo>
                  <a:pt x="3999" y="219929"/>
                  <a:pt x="11278" y="210394"/>
                  <a:pt x="21121" y="205062"/>
                </a:cubicBezTo>
                <a:cubicBezTo>
                  <a:pt x="30964" y="199731"/>
                  <a:pt x="42448" y="199218"/>
                  <a:pt x="52701" y="203627"/>
                </a:cubicBezTo>
                <a:cubicBezTo>
                  <a:pt x="67568" y="211419"/>
                  <a:pt x="79052" y="225056"/>
                  <a:pt x="84896" y="241768"/>
                </a:cubicBezTo>
                <a:cubicBezTo>
                  <a:pt x="111451" y="160461"/>
                  <a:pt x="151849" y="85101"/>
                  <a:pt x="203934" y="19789"/>
                </a:cubicBezTo>
                <a:cubicBezTo>
                  <a:pt x="218801" y="5229"/>
                  <a:pt x="239410" y="0"/>
                  <a:pt x="258686" y="5844"/>
                </a:cubicBezTo>
                <a:cubicBezTo>
                  <a:pt x="263608" y="6665"/>
                  <a:pt x="267811" y="10151"/>
                  <a:pt x="269759" y="15175"/>
                </a:cubicBezTo>
                <a:cubicBezTo>
                  <a:pt x="271708" y="20096"/>
                  <a:pt x="271195" y="25735"/>
                  <a:pt x="268324" y="30144"/>
                </a:cubicBezTo>
                <a:cubicBezTo>
                  <a:pt x="197475" y="116373"/>
                  <a:pt x="144774" y="218186"/>
                  <a:pt x="113810" y="328510"/>
                </a:cubicBezTo>
                <a:cubicBezTo>
                  <a:pt x="95559" y="338353"/>
                  <a:pt x="74130" y="338353"/>
                  <a:pt x="55879" y="328510"/>
                </a:cubicBezTo>
                <a:cubicBezTo>
                  <a:pt x="42140" y="295495"/>
                  <a:pt x="23685" y="265043"/>
                  <a:pt x="1128" y="238282"/>
                </a:cubicBezTo>
                <a:cubicBezTo>
                  <a:pt x="0" y="236129"/>
                  <a:pt x="0" y="233463"/>
                  <a:pt x="1128" y="231310"/>
                </a:cubicBez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A194E-E6BD-44CE-8292-17140C02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839" y="3566972"/>
            <a:ext cx="271708" cy="338353"/>
          </a:xfrm>
          <a:custGeom xmlns:a="http://schemas.openxmlformats.org/drawingml/2006/main">
            <a:pathLst>
              <a:path w="271708" h="338353" fill="none">
                <a:moveTo>
                  <a:pt x="1128" y="231310"/>
                </a:moveTo>
                <a:cubicBezTo>
                  <a:pt x="3999" y="219929"/>
                  <a:pt x="11278" y="210394"/>
                  <a:pt x="21121" y="205062"/>
                </a:cubicBezTo>
                <a:cubicBezTo>
                  <a:pt x="30964" y="199731"/>
                  <a:pt x="42448" y="199218"/>
                  <a:pt x="52701" y="203627"/>
                </a:cubicBezTo>
                <a:cubicBezTo>
                  <a:pt x="67568" y="211419"/>
                  <a:pt x="79052" y="225056"/>
                  <a:pt x="84896" y="241768"/>
                </a:cubicBezTo>
                <a:cubicBezTo>
                  <a:pt x="111451" y="160461"/>
                  <a:pt x="151849" y="85101"/>
                  <a:pt x="203934" y="19789"/>
                </a:cubicBezTo>
                <a:cubicBezTo>
                  <a:pt x="218801" y="5229"/>
                  <a:pt x="239410" y="0"/>
                  <a:pt x="258686" y="5844"/>
                </a:cubicBezTo>
                <a:cubicBezTo>
                  <a:pt x="263608" y="6665"/>
                  <a:pt x="267811" y="10151"/>
                  <a:pt x="269759" y="15175"/>
                </a:cubicBezTo>
                <a:cubicBezTo>
                  <a:pt x="271708" y="20096"/>
                  <a:pt x="271195" y="25735"/>
                  <a:pt x="268324" y="30144"/>
                </a:cubicBezTo>
                <a:cubicBezTo>
                  <a:pt x="197475" y="116373"/>
                  <a:pt x="144774" y="218186"/>
                  <a:pt x="113810" y="328510"/>
                </a:cubicBezTo>
                <a:cubicBezTo>
                  <a:pt x="95559" y="338353"/>
                  <a:pt x="74130" y="338353"/>
                  <a:pt x="55879" y="328510"/>
                </a:cubicBezTo>
                <a:cubicBezTo>
                  <a:pt x="42140" y="295495"/>
                  <a:pt x="23685" y="265043"/>
                  <a:pt x="1128" y="238282"/>
                </a:cubicBezTo>
                <a:cubicBezTo>
                  <a:pt x="0" y="236129"/>
                  <a:pt x="0" y="233463"/>
                  <a:pt x="1128" y="23131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0759" cap="flat">
            <a:solidFill>
              <a:srgbClr val="B85450"/>
            </a:solidFill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F447E-895E-465A-AFE4-2F91BD63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42" y="3356783"/>
            <a:ext cx="902274" cy="338353"/>
          </a:xfrm>
          <a:custGeom xmlns:a="http://schemas.openxmlformats.org/drawingml/2006/main">
            <a:pathLst>
              <a:path w="902274" h="338353">
                <a:moveTo>
                  <a:pt x="902274" y="112784"/>
                </a:moveTo>
                <a:lnTo>
                  <a:pt x="902274" y="225569"/>
                </a:lnTo>
                <a:lnTo>
                  <a:pt x="205062" y="225569"/>
                </a:lnTo>
                <a:lnTo>
                  <a:pt x="205062" y="338353"/>
                </a:lnTo>
                <a:lnTo>
                  <a:pt x="0" y="169176"/>
                </a:lnTo>
                <a:lnTo>
                  <a:pt x="205062" y="0"/>
                </a:lnTo>
                <a:lnTo>
                  <a:pt x="205062" y="112784"/>
                </a:lnTo>
                <a:lnTo>
                  <a:pt x="902274" y="112784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2FA37-0240-4753-9746-03D1B4B2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42" y="3356783"/>
            <a:ext cx="902274" cy="338353"/>
          </a:xfrm>
          <a:custGeom xmlns:a="http://schemas.openxmlformats.org/drawingml/2006/main">
            <a:pathLst>
              <a:path w="902274" h="338353" fill="none">
                <a:moveTo>
                  <a:pt x="902274" y="112784"/>
                </a:moveTo>
                <a:lnTo>
                  <a:pt x="902274" y="225569"/>
                </a:lnTo>
                <a:lnTo>
                  <a:pt x="205062" y="225569"/>
                </a:lnTo>
                <a:lnTo>
                  <a:pt x="205062" y="338353"/>
                </a:lnTo>
                <a:lnTo>
                  <a:pt x="0" y="169176"/>
                </a:lnTo>
                <a:lnTo>
                  <a:pt x="205062" y="0"/>
                </a:lnTo>
                <a:lnTo>
                  <a:pt x="205062" y="112784"/>
                </a:lnTo>
                <a:lnTo>
                  <a:pt x="902274" y="1127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6" cap="flat">
            <a:solidFill>
              <a:srgbClr val="000000"/>
            </a:solidFill>
            <a:miter/>
          </a:ln>
        </p:spPr>
      </p:sp>
      <p:sp>
        <p:nvSpPr>
          <p:cNvPr id="380" name="Text &lt;Type&gt;">
            <a:extLst xmlns:a="http://schemas.openxmlformats.org/drawingml/2006/main">
              <a:ext uri="{FF2B5EF4-FFF2-40B4-BE49-F238E27FC236}">
                <a16:creationId xmlns:a16="http://schemas.microsoft.com/office/drawing/2014/main" id="{E02A9739-E71E-4501-AFB3-7E84D6D9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926" y="3581391"/>
            <a:ext cx="524271" cy="144024"/>
          </a:xfrm>
          <a:custGeom xmlns:a="http://schemas.openxmlformats.org/drawingml/2006/main">
            <a:pathLst>
              <a:path w="524271" h="144024">
                <a:moveTo>
                  <a:pt x="87472" y="93720"/>
                </a:moveTo>
                <a:lnTo>
                  <a:pt x="0" y="57834"/>
                </a:lnTo>
                <a:lnTo>
                  <a:pt x="0" y="51586"/>
                </a:lnTo>
                <a:lnTo>
                  <a:pt x="87472" y="15380"/>
                </a:lnTo>
                <a:lnTo>
                  <a:pt x="87472" y="26319"/>
                </a:lnTo>
                <a:lnTo>
                  <a:pt x="19785" y="54695"/>
                </a:lnTo>
                <a:lnTo>
                  <a:pt x="87472" y="82638"/>
                </a:lnTo>
                <a:lnTo>
                  <a:pt x="87472" y="93720"/>
                </a:lnTo>
                <a:close/>
                <a:moveTo>
                  <a:pt x="193716" y="0"/>
                </a:moveTo>
                <a:lnTo>
                  <a:pt x="193716" y="29478"/>
                </a:lnTo>
                <a:lnTo>
                  <a:pt x="190833" y="29478"/>
                </a:lnTo>
                <a:cubicBezTo>
                  <a:pt x="189124" y="22672"/>
                  <a:pt x="187228" y="17783"/>
                  <a:pt x="185145" y="14809"/>
                </a:cubicBezTo>
                <a:cubicBezTo>
                  <a:pt x="183063" y="11835"/>
                  <a:pt x="180206" y="9464"/>
                  <a:pt x="176575" y="7695"/>
                </a:cubicBezTo>
                <a:cubicBezTo>
                  <a:pt x="174545" y="6730"/>
                  <a:pt x="170994" y="6248"/>
                  <a:pt x="165921" y="6248"/>
                </a:cubicBezTo>
                <a:lnTo>
                  <a:pt x="157831" y="6248"/>
                </a:lnTo>
                <a:lnTo>
                  <a:pt x="157831" y="90035"/>
                </a:lnTo>
                <a:cubicBezTo>
                  <a:pt x="157831" y="95617"/>
                  <a:pt x="158138" y="99107"/>
                  <a:pt x="158752" y="100504"/>
                </a:cubicBezTo>
                <a:cubicBezTo>
                  <a:pt x="159366" y="101899"/>
                  <a:pt x="160567" y="103119"/>
                  <a:pt x="162356" y="104166"/>
                </a:cubicBezTo>
                <a:cubicBezTo>
                  <a:pt x="164145" y="105212"/>
                  <a:pt x="166588" y="105735"/>
                  <a:pt x="169686" y="105735"/>
                </a:cubicBezTo>
                <a:lnTo>
                  <a:pt x="173290" y="105735"/>
                </a:lnTo>
                <a:lnTo>
                  <a:pt x="173290" y="108619"/>
                </a:lnTo>
                <a:lnTo>
                  <a:pt x="116418" y="108619"/>
                </a:lnTo>
                <a:lnTo>
                  <a:pt x="116418" y="105735"/>
                </a:lnTo>
                <a:lnTo>
                  <a:pt x="120022" y="105735"/>
                </a:lnTo>
                <a:cubicBezTo>
                  <a:pt x="123173" y="105735"/>
                  <a:pt x="125709" y="105172"/>
                  <a:pt x="127632" y="104046"/>
                </a:cubicBezTo>
                <a:cubicBezTo>
                  <a:pt x="129020" y="103293"/>
                  <a:pt x="130115" y="102005"/>
                  <a:pt x="130916" y="100181"/>
                </a:cubicBezTo>
                <a:cubicBezTo>
                  <a:pt x="131504" y="98892"/>
                  <a:pt x="131797" y="95511"/>
                  <a:pt x="131797" y="90035"/>
                </a:cubicBezTo>
                <a:lnTo>
                  <a:pt x="131797" y="6248"/>
                </a:lnTo>
                <a:lnTo>
                  <a:pt x="123947" y="6248"/>
                </a:lnTo>
                <a:cubicBezTo>
                  <a:pt x="116631" y="6248"/>
                  <a:pt x="111318" y="7802"/>
                  <a:pt x="108007" y="10909"/>
                </a:cubicBezTo>
                <a:cubicBezTo>
                  <a:pt x="103361" y="15250"/>
                  <a:pt x="100424" y="21439"/>
                  <a:pt x="99196" y="29478"/>
                </a:cubicBezTo>
                <a:lnTo>
                  <a:pt x="96152" y="29478"/>
                </a:lnTo>
                <a:lnTo>
                  <a:pt x="96152" y="0"/>
                </a:lnTo>
                <a:lnTo>
                  <a:pt x="193716" y="0"/>
                </a:lnTo>
                <a:close/>
                <a:moveTo>
                  <a:pt x="227331" y="111735"/>
                </a:moveTo>
                <a:lnTo>
                  <a:pt x="203140" y="56094"/>
                </a:lnTo>
                <a:cubicBezTo>
                  <a:pt x="199509" y="47667"/>
                  <a:pt x="196826" y="42487"/>
                  <a:pt x="195090" y="40554"/>
                </a:cubicBezTo>
                <a:cubicBezTo>
                  <a:pt x="193354" y="38620"/>
                  <a:pt x="191258" y="37278"/>
                  <a:pt x="188802" y="36527"/>
                </a:cubicBezTo>
                <a:lnTo>
                  <a:pt x="188802" y="33643"/>
                </a:lnTo>
                <a:lnTo>
                  <a:pt x="228613" y="33643"/>
                </a:lnTo>
                <a:lnTo>
                  <a:pt x="228613" y="36527"/>
                </a:lnTo>
                <a:cubicBezTo>
                  <a:pt x="225996" y="36634"/>
                  <a:pt x="224154" y="37143"/>
                  <a:pt x="223086" y="38056"/>
                </a:cubicBezTo>
                <a:cubicBezTo>
                  <a:pt x="222018" y="38967"/>
                  <a:pt x="221484" y="40067"/>
                  <a:pt x="221484" y="41355"/>
                </a:cubicBezTo>
                <a:cubicBezTo>
                  <a:pt x="221484" y="43393"/>
                  <a:pt x="222819" y="47416"/>
                  <a:pt x="225489" y="53426"/>
                </a:cubicBezTo>
                <a:lnTo>
                  <a:pt x="238305" y="82881"/>
                </a:lnTo>
                <a:lnTo>
                  <a:pt x="247036" y="60119"/>
                </a:lnTo>
                <a:cubicBezTo>
                  <a:pt x="250187" y="52014"/>
                  <a:pt x="251762" y="46378"/>
                  <a:pt x="251762" y="43210"/>
                </a:cubicBezTo>
                <a:cubicBezTo>
                  <a:pt x="251762" y="41224"/>
                  <a:pt x="251108" y="39641"/>
                  <a:pt x="249800" y="38459"/>
                </a:cubicBezTo>
                <a:cubicBezTo>
                  <a:pt x="248492" y="37278"/>
                  <a:pt x="246182" y="36634"/>
                  <a:pt x="242871" y="36527"/>
                </a:cubicBezTo>
                <a:lnTo>
                  <a:pt x="242871" y="33643"/>
                </a:lnTo>
                <a:lnTo>
                  <a:pt x="267943" y="33643"/>
                </a:lnTo>
                <a:lnTo>
                  <a:pt x="267943" y="36527"/>
                </a:lnTo>
                <a:cubicBezTo>
                  <a:pt x="265487" y="36795"/>
                  <a:pt x="263484" y="37748"/>
                  <a:pt x="261935" y="39385"/>
                </a:cubicBezTo>
                <a:cubicBezTo>
                  <a:pt x="260387" y="41022"/>
                  <a:pt x="257797" y="46592"/>
                  <a:pt x="254166" y="56094"/>
                </a:cubicBezTo>
                <a:lnTo>
                  <a:pt x="232778" y="111663"/>
                </a:lnTo>
                <a:cubicBezTo>
                  <a:pt x="227385" y="125547"/>
                  <a:pt x="223380" y="134092"/>
                  <a:pt x="220763" y="137296"/>
                </a:cubicBezTo>
                <a:cubicBezTo>
                  <a:pt x="217078" y="141781"/>
                  <a:pt x="212459" y="144024"/>
                  <a:pt x="206905" y="144024"/>
                </a:cubicBezTo>
                <a:cubicBezTo>
                  <a:pt x="202473" y="144024"/>
                  <a:pt x="198882" y="142756"/>
                  <a:pt x="196131" y="140219"/>
                </a:cubicBezTo>
                <a:cubicBezTo>
                  <a:pt x="193381" y="137683"/>
                  <a:pt x="192006" y="134626"/>
                  <a:pt x="192006" y="131048"/>
                </a:cubicBezTo>
                <a:cubicBezTo>
                  <a:pt x="192006" y="127950"/>
                  <a:pt x="192954" y="125387"/>
                  <a:pt x="194850" y="123358"/>
                </a:cubicBezTo>
                <a:cubicBezTo>
                  <a:pt x="196745" y="121329"/>
                  <a:pt x="199082" y="120314"/>
                  <a:pt x="201859" y="120314"/>
                </a:cubicBezTo>
                <a:cubicBezTo>
                  <a:pt x="204529" y="120314"/>
                  <a:pt x="206678" y="121163"/>
                  <a:pt x="208307" y="122862"/>
                </a:cubicBezTo>
                <a:cubicBezTo>
                  <a:pt x="209936" y="124563"/>
                  <a:pt x="210777" y="127193"/>
                  <a:pt x="210830" y="130752"/>
                </a:cubicBezTo>
                <a:cubicBezTo>
                  <a:pt x="210884" y="132771"/>
                  <a:pt x="211124" y="134073"/>
                  <a:pt x="211551" y="134657"/>
                </a:cubicBezTo>
                <a:cubicBezTo>
                  <a:pt x="211978" y="135241"/>
                  <a:pt x="212592" y="135533"/>
                  <a:pt x="213393" y="135533"/>
                </a:cubicBezTo>
                <a:cubicBezTo>
                  <a:pt x="214675" y="135533"/>
                  <a:pt x="216037" y="134762"/>
                  <a:pt x="217479" y="133220"/>
                </a:cubicBezTo>
                <a:cubicBezTo>
                  <a:pt x="219615" y="130988"/>
                  <a:pt x="222125" y="125884"/>
                  <a:pt x="225008" y="117911"/>
                </a:cubicBezTo>
                <a:lnTo>
                  <a:pt x="227331" y="111735"/>
                </a:lnTo>
                <a:close/>
                <a:moveTo>
                  <a:pt x="303989" y="101009"/>
                </a:moveTo>
                <a:lnTo>
                  <a:pt x="303989" y="128805"/>
                </a:lnTo>
                <a:cubicBezTo>
                  <a:pt x="303989" y="132701"/>
                  <a:pt x="304296" y="135353"/>
                  <a:pt x="304910" y="136760"/>
                </a:cubicBezTo>
                <a:cubicBezTo>
                  <a:pt x="305524" y="138168"/>
                  <a:pt x="306472" y="139197"/>
                  <a:pt x="307754" y="139846"/>
                </a:cubicBezTo>
                <a:cubicBezTo>
                  <a:pt x="309036" y="140496"/>
                  <a:pt x="311546" y="140820"/>
                  <a:pt x="315284" y="140820"/>
                </a:cubicBezTo>
                <a:lnTo>
                  <a:pt x="315284" y="143704"/>
                </a:lnTo>
                <a:lnTo>
                  <a:pt x="272589" y="143704"/>
                </a:lnTo>
                <a:lnTo>
                  <a:pt x="272589" y="140820"/>
                </a:lnTo>
                <a:cubicBezTo>
                  <a:pt x="275900" y="140712"/>
                  <a:pt x="278356" y="139765"/>
                  <a:pt x="279958" y="137979"/>
                </a:cubicBezTo>
                <a:cubicBezTo>
                  <a:pt x="281026" y="136736"/>
                  <a:pt x="281561" y="133517"/>
                  <a:pt x="281561" y="128324"/>
                </a:cubicBezTo>
                <a:lnTo>
                  <a:pt x="281561" y="49343"/>
                </a:lnTo>
                <a:cubicBezTo>
                  <a:pt x="281561" y="43990"/>
                  <a:pt x="280946" y="40569"/>
                  <a:pt x="279718" y="39082"/>
                </a:cubicBezTo>
                <a:cubicBezTo>
                  <a:pt x="278490" y="37596"/>
                  <a:pt x="276114" y="36744"/>
                  <a:pt x="272589" y="36527"/>
                </a:cubicBezTo>
                <a:lnTo>
                  <a:pt x="272589" y="33643"/>
                </a:lnTo>
                <a:lnTo>
                  <a:pt x="303989" y="33643"/>
                </a:lnTo>
                <a:lnTo>
                  <a:pt x="303989" y="43496"/>
                </a:lnTo>
                <a:cubicBezTo>
                  <a:pt x="306606" y="39651"/>
                  <a:pt x="309276" y="36874"/>
                  <a:pt x="311999" y="35165"/>
                </a:cubicBezTo>
                <a:cubicBezTo>
                  <a:pt x="315898" y="32655"/>
                  <a:pt x="320143" y="31400"/>
                  <a:pt x="324736" y="31400"/>
                </a:cubicBezTo>
                <a:cubicBezTo>
                  <a:pt x="330236" y="31400"/>
                  <a:pt x="335243" y="33137"/>
                  <a:pt x="339755" y="36612"/>
                </a:cubicBezTo>
                <a:cubicBezTo>
                  <a:pt x="344267" y="40086"/>
                  <a:pt x="347698" y="44884"/>
                  <a:pt x="350048" y="51005"/>
                </a:cubicBezTo>
                <a:cubicBezTo>
                  <a:pt x="352398" y="57126"/>
                  <a:pt x="353573" y="63715"/>
                  <a:pt x="353573" y="70771"/>
                </a:cubicBezTo>
                <a:cubicBezTo>
                  <a:pt x="353573" y="78360"/>
                  <a:pt x="352358" y="85296"/>
                  <a:pt x="349928" y="91577"/>
                </a:cubicBezTo>
                <a:cubicBezTo>
                  <a:pt x="347498" y="97859"/>
                  <a:pt x="343974" y="102643"/>
                  <a:pt x="339354" y="105930"/>
                </a:cubicBezTo>
                <a:cubicBezTo>
                  <a:pt x="334735" y="109218"/>
                  <a:pt x="329595" y="110862"/>
                  <a:pt x="323935" y="110862"/>
                </a:cubicBezTo>
                <a:cubicBezTo>
                  <a:pt x="319823" y="110862"/>
                  <a:pt x="315978" y="109954"/>
                  <a:pt x="312400" y="108138"/>
                </a:cubicBezTo>
                <a:cubicBezTo>
                  <a:pt x="309730" y="106750"/>
                  <a:pt x="306926" y="104374"/>
                  <a:pt x="303989" y="101009"/>
                </a:cubicBezTo>
                <a:moveTo>
                  <a:pt x="303989" y="92906"/>
                </a:moveTo>
                <a:cubicBezTo>
                  <a:pt x="308582" y="99430"/>
                  <a:pt x="313495" y="102691"/>
                  <a:pt x="318728" y="102691"/>
                </a:cubicBezTo>
                <a:cubicBezTo>
                  <a:pt x="321612" y="102691"/>
                  <a:pt x="323988" y="101168"/>
                  <a:pt x="325857" y="98121"/>
                </a:cubicBezTo>
                <a:cubicBezTo>
                  <a:pt x="328634" y="93628"/>
                  <a:pt x="330022" y="85072"/>
                  <a:pt x="330022" y="72453"/>
                </a:cubicBezTo>
                <a:cubicBezTo>
                  <a:pt x="330022" y="59513"/>
                  <a:pt x="328501" y="50663"/>
                  <a:pt x="325457" y="45904"/>
                </a:cubicBezTo>
                <a:cubicBezTo>
                  <a:pt x="323427" y="42750"/>
                  <a:pt x="320704" y="41173"/>
                  <a:pt x="317286" y="41173"/>
                </a:cubicBezTo>
                <a:cubicBezTo>
                  <a:pt x="311893" y="41173"/>
                  <a:pt x="307460" y="45076"/>
                  <a:pt x="303989" y="52883"/>
                </a:cubicBezTo>
                <a:lnTo>
                  <a:pt x="303989" y="92906"/>
                </a:lnTo>
                <a:close/>
                <a:moveTo>
                  <a:pt x="429645" y="68408"/>
                </a:moveTo>
                <a:lnTo>
                  <a:pt x="388552" y="68408"/>
                </a:lnTo>
                <a:cubicBezTo>
                  <a:pt x="389033" y="78367"/>
                  <a:pt x="391676" y="86238"/>
                  <a:pt x="396482" y="92020"/>
                </a:cubicBezTo>
                <a:cubicBezTo>
                  <a:pt x="400167" y="96464"/>
                  <a:pt x="404599" y="98686"/>
                  <a:pt x="409779" y="98686"/>
                </a:cubicBezTo>
                <a:cubicBezTo>
                  <a:pt x="412983" y="98686"/>
                  <a:pt x="415894" y="97792"/>
                  <a:pt x="418510" y="96003"/>
                </a:cubicBezTo>
                <a:cubicBezTo>
                  <a:pt x="421127" y="94214"/>
                  <a:pt x="423931" y="90996"/>
                  <a:pt x="426921" y="86350"/>
                </a:cubicBezTo>
                <a:lnTo>
                  <a:pt x="429645" y="88113"/>
                </a:lnTo>
                <a:cubicBezTo>
                  <a:pt x="425586" y="96390"/>
                  <a:pt x="421100" y="102251"/>
                  <a:pt x="416187" y="105695"/>
                </a:cubicBezTo>
                <a:cubicBezTo>
                  <a:pt x="411274" y="109140"/>
                  <a:pt x="405587" y="110862"/>
                  <a:pt x="399126" y="110862"/>
                </a:cubicBezTo>
                <a:cubicBezTo>
                  <a:pt x="388018" y="110862"/>
                  <a:pt x="379607" y="106586"/>
                  <a:pt x="373893" y="98033"/>
                </a:cubicBezTo>
                <a:cubicBezTo>
                  <a:pt x="369301" y="91137"/>
                  <a:pt x="367005" y="82585"/>
                  <a:pt x="367005" y="72375"/>
                </a:cubicBezTo>
                <a:cubicBezTo>
                  <a:pt x="367005" y="59866"/>
                  <a:pt x="370382" y="49910"/>
                  <a:pt x="377137" y="42507"/>
                </a:cubicBezTo>
                <a:cubicBezTo>
                  <a:pt x="383893" y="35102"/>
                  <a:pt x="391810" y="31400"/>
                  <a:pt x="400888" y="31400"/>
                </a:cubicBezTo>
                <a:cubicBezTo>
                  <a:pt x="408471" y="31400"/>
                  <a:pt x="415053" y="34511"/>
                  <a:pt x="420633" y="40732"/>
                </a:cubicBezTo>
                <a:cubicBezTo>
                  <a:pt x="426214" y="46953"/>
                  <a:pt x="429217" y="56179"/>
                  <a:pt x="429645" y="68408"/>
                </a:cubicBezTo>
                <a:moveTo>
                  <a:pt x="409939" y="63121"/>
                </a:moveTo>
                <a:cubicBezTo>
                  <a:pt x="409939" y="54523"/>
                  <a:pt x="409472" y="48622"/>
                  <a:pt x="408538" y="45418"/>
                </a:cubicBezTo>
                <a:cubicBezTo>
                  <a:pt x="407603" y="42214"/>
                  <a:pt x="406148" y="39784"/>
                  <a:pt x="404172" y="38129"/>
                </a:cubicBezTo>
                <a:cubicBezTo>
                  <a:pt x="403051" y="37168"/>
                  <a:pt x="401555" y="36687"/>
                  <a:pt x="399686" y="36687"/>
                </a:cubicBezTo>
                <a:cubicBezTo>
                  <a:pt x="396909" y="36687"/>
                  <a:pt x="394640" y="38049"/>
                  <a:pt x="392878" y="40772"/>
                </a:cubicBezTo>
                <a:cubicBezTo>
                  <a:pt x="389727" y="45525"/>
                  <a:pt x="388152" y="52040"/>
                  <a:pt x="388152" y="60317"/>
                </a:cubicBezTo>
                <a:lnTo>
                  <a:pt x="388152" y="63121"/>
                </a:lnTo>
                <a:lnTo>
                  <a:pt x="409939" y="63121"/>
                </a:lnTo>
                <a:close/>
                <a:moveTo>
                  <a:pt x="436799" y="15380"/>
                </a:moveTo>
                <a:lnTo>
                  <a:pt x="524271" y="50945"/>
                </a:lnTo>
                <a:lnTo>
                  <a:pt x="524271" y="57514"/>
                </a:lnTo>
                <a:lnTo>
                  <a:pt x="436799" y="93720"/>
                </a:lnTo>
                <a:lnTo>
                  <a:pt x="436799" y="82608"/>
                </a:lnTo>
                <a:lnTo>
                  <a:pt x="504486" y="54272"/>
                </a:lnTo>
                <a:lnTo>
                  <a:pt x="436799" y="26576"/>
                </a:lnTo>
                <a:lnTo>
                  <a:pt x="436799" y="15380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Text &lt;Intertextual&gt;">
            <a:extLst xmlns:a="http://schemas.openxmlformats.org/drawingml/2006/main">
              <a:ext uri="{FF2B5EF4-FFF2-40B4-BE49-F238E27FC236}">
                <a16:creationId xmlns:a16="http://schemas.microsoft.com/office/drawing/2014/main" id="{7670F5F9-1DDD-49B9-BFFB-8C1A23C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410" y="3776200"/>
            <a:ext cx="1019276" cy="110862"/>
          </a:xfrm>
          <a:custGeom xmlns:a="http://schemas.openxmlformats.org/drawingml/2006/main">
            <a:pathLst>
              <a:path w="1019276" h="110862">
                <a:moveTo>
                  <a:pt x="87472" y="93720"/>
                </a:moveTo>
                <a:lnTo>
                  <a:pt x="0" y="57834"/>
                </a:lnTo>
                <a:lnTo>
                  <a:pt x="0" y="51586"/>
                </a:lnTo>
                <a:lnTo>
                  <a:pt x="87472" y="15380"/>
                </a:lnTo>
                <a:lnTo>
                  <a:pt x="87472" y="26319"/>
                </a:lnTo>
                <a:lnTo>
                  <a:pt x="19785" y="54695"/>
                </a:lnTo>
                <a:lnTo>
                  <a:pt x="87472" y="82638"/>
                </a:lnTo>
                <a:lnTo>
                  <a:pt x="87472" y="93720"/>
                </a:lnTo>
                <a:close/>
                <a:moveTo>
                  <a:pt x="150301" y="105735"/>
                </a:moveTo>
                <a:lnTo>
                  <a:pt x="150301" y="108619"/>
                </a:lnTo>
                <a:lnTo>
                  <a:pt x="93509" y="108619"/>
                </a:lnTo>
                <a:lnTo>
                  <a:pt x="93509" y="105735"/>
                </a:lnTo>
                <a:lnTo>
                  <a:pt x="97113" y="105735"/>
                </a:lnTo>
                <a:cubicBezTo>
                  <a:pt x="100264" y="105735"/>
                  <a:pt x="102800" y="105172"/>
                  <a:pt x="104723" y="104046"/>
                </a:cubicBezTo>
                <a:cubicBezTo>
                  <a:pt x="106111" y="103293"/>
                  <a:pt x="107179" y="102005"/>
                  <a:pt x="107927" y="100181"/>
                </a:cubicBezTo>
                <a:cubicBezTo>
                  <a:pt x="108514" y="98892"/>
                  <a:pt x="108808" y="95511"/>
                  <a:pt x="108808" y="90035"/>
                </a:cubicBezTo>
                <a:lnTo>
                  <a:pt x="108808" y="18584"/>
                </a:lnTo>
                <a:cubicBezTo>
                  <a:pt x="108808" y="13002"/>
                  <a:pt x="108514" y="9513"/>
                  <a:pt x="107927" y="8118"/>
                </a:cubicBezTo>
                <a:cubicBezTo>
                  <a:pt x="107340" y="6721"/>
                  <a:pt x="106151" y="5500"/>
                  <a:pt x="104362" y="4453"/>
                </a:cubicBezTo>
                <a:cubicBezTo>
                  <a:pt x="102573" y="3407"/>
                  <a:pt x="100157" y="2884"/>
                  <a:pt x="97113" y="2884"/>
                </a:cubicBezTo>
                <a:lnTo>
                  <a:pt x="93509" y="2884"/>
                </a:lnTo>
                <a:lnTo>
                  <a:pt x="93509" y="0"/>
                </a:lnTo>
                <a:lnTo>
                  <a:pt x="150301" y="0"/>
                </a:lnTo>
                <a:lnTo>
                  <a:pt x="150301" y="2884"/>
                </a:lnTo>
                <a:lnTo>
                  <a:pt x="146697" y="2884"/>
                </a:lnTo>
                <a:cubicBezTo>
                  <a:pt x="143546" y="2884"/>
                  <a:pt x="141009" y="3447"/>
                  <a:pt x="139087" y="4573"/>
                </a:cubicBezTo>
                <a:cubicBezTo>
                  <a:pt x="137698" y="5326"/>
                  <a:pt x="136604" y="6614"/>
                  <a:pt x="135803" y="8438"/>
                </a:cubicBezTo>
                <a:cubicBezTo>
                  <a:pt x="135215" y="9727"/>
                  <a:pt x="134922" y="13108"/>
                  <a:pt x="134922" y="18584"/>
                </a:cubicBezTo>
                <a:lnTo>
                  <a:pt x="134922" y="90035"/>
                </a:lnTo>
                <a:cubicBezTo>
                  <a:pt x="134922" y="95617"/>
                  <a:pt x="135229" y="99107"/>
                  <a:pt x="135843" y="100504"/>
                </a:cubicBezTo>
                <a:cubicBezTo>
                  <a:pt x="136457" y="101899"/>
                  <a:pt x="137658" y="103119"/>
                  <a:pt x="139447" y="104166"/>
                </a:cubicBezTo>
                <a:cubicBezTo>
                  <a:pt x="141236" y="105212"/>
                  <a:pt x="143653" y="105735"/>
                  <a:pt x="146697" y="105735"/>
                </a:cubicBezTo>
                <a:lnTo>
                  <a:pt x="150301" y="105735"/>
                </a:lnTo>
                <a:close/>
                <a:moveTo>
                  <a:pt x="190166" y="33643"/>
                </a:moveTo>
                <a:lnTo>
                  <a:pt x="190166" y="43416"/>
                </a:lnTo>
                <a:cubicBezTo>
                  <a:pt x="194011" y="39222"/>
                  <a:pt x="197696" y="36171"/>
                  <a:pt x="201220" y="34264"/>
                </a:cubicBezTo>
                <a:cubicBezTo>
                  <a:pt x="204745" y="32355"/>
                  <a:pt x="208536" y="31400"/>
                  <a:pt x="212595" y="31400"/>
                </a:cubicBezTo>
                <a:cubicBezTo>
                  <a:pt x="217454" y="31400"/>
                  <a:pt x="221486" y="32750"/>
                  <a:pt x="224690" y="35450"/>
                </a:cubicBezTo>
                <a:cubicBezTo>
                  <a:pt x="227894" y="38150"/>
                  <a:pt x="230030" y="41506"/>
                  <a:pt x="231098" y="45516"/>
                </a:cubicBezTo>
                <a:cubicBezTo>
                  <a:pt x="231953" y="48565"/>
                  <a:pt x="232380" y="54420"/>
                  <a:pt x="232380" y="63083"/>
                </a:cubicBezTo>
                <a:lnTo>
                  <a:pt x="232380" y="92278"/>
                </a:lnTo>
                <a:cubicBezTo>
                  <a:pt x="232380" y="98045"/>
                  <a:pt x="232901" y="101637"/>
                  <a:pt x="233942" y="103052"/>
                </a:cubicBezTo>
                <a:cubicBezTo>
                  <a:pt x="234983" y="104467"/>
                  <a:pt x="237159" y="105361"/>
                  <a:pt x="240470" y="105735"/>
                </a:cubicBezTo>
                <a:lnTo>
                  <a:pt x="240470" y="108619"/>
                </a:lnTo>
                <a:lnTo>
                  <a:pt x="202582" y="108619"/>
                </a:lnTo>
                <a:lnTo>
                  <a:pt x="202582" y="105735"/>
                </a:lnTo>
                <a:cubicBezTo>
                  <a:pt x="205412" y="105361"/>
                  <a:pt x="207441" y="104187"/>
                  <a:pt x="208670" y="102211"/>
                </a:cubicBezTo>
                <a:cubicBezTo>
                  <a:pt x="209524" y="100876"/>
                  <a:pt x="209951" y="97565"/>
                  <a:pt x="209951" y="92278"/>
                </a:cubicBezTo>
                <a:lnTo>
                  <a:pt x="209951" y="58955"/>
                </a:lnTo>
                <a:cubicBezTo>
                  <a:pt x="209951" y="52814"/>
                  <a:pt x="209711" y="48943"/>
                  <a:pt x="209230" y="47341"/>
                </a:cubicBezTo>
                <a:cubicBezTo>
                  <a:pt x="208750" y="45739"/>
                  <a:pt x="207935" y="44497"/>
                  <a:pt x="206787" y="43616"/>
                </a:cubicBezTo>
                <a:cubicBezTo>
                  <a:pt x="205639" y="42735"/>
                  <a:pt x="204371" y="42294"/>
                  <a:pt x="202982" y="42294"/>
                </a:cubicBezTo>
                <a:cubicBezTo>
                  <a:pt x="198390" y="42294"/>
                  <a:pt x="194118" y="45605"/>
                  <a:pt x="190166" y="52227"/>
                </a:cubicBezTo>
                <a:lnTo>
                  <a:pt x="190166" y="92278"/>
                </a:lnTo>
                <a:cubicBezTo>
                  <a:pt x="190166" y="97885"/>
                  <a:pt x="190687" y="101436"/>
                  <a:pt x="191728" y="102932"/>
                </a:cubicBezTo>
                <a:cubicBezTo>
                  <a:pt x="192769" y="104427"/>
                  <a:pt x="194705" y="105361"/>
                  <a:pt x="197535" y="105735"/>
                </a:cubicBezTo>
                <a:lnTo>
                  <a:pt x="197535" y="108619"/>
                </a:lnTo>
                <a:lnTo>
                  <a:pt x="159647" y="108619"/>
                </a:lnTo>
                <a:lnTo>
                  <a:pt x="159647" y="105735"/>
                </a:lnTo>
                <a:cubicBezTo>
                  <a:pt x="162798" y="105415"/>
                  <a:pt x="165040" y="104400"/>
                  <a:pt x="166376" y="102691"/>
                </a:cubicBezTo>
                <a:cubicBezTo>
                  <a:pt x="167283" y="101517"/>
                  <a:pt x="167737" y="98045"/>
                  <a:pt x="167737" y="92278"/>
                </a:cubicBezTo>
                <a:lnTo>
                  <a:pt x="167737" y="49984"/>
                </a:lnTo>
                <a:cubicBezTo>
                  <a:pt x="167737" y="44255"/>
                  <a:pt x="167217" y="40688"/>
                  <a:pt x="166175" y="39283"/>
                </a:cubicBezTo>
                <a:cubicBezTo>
                  <a:pt x="165134" y="37878"/>
                  <a:pt x="162958" y="36959"/>
                  <a:pt x="159647" y="36527"/>
                </a:cubicBezTo>
                <a:lnTo>
                  <a:pt x="159647" y="33643"/>
                </a:lnTo>
                <a:lnTo>
                  <a:pt x="190166" y="33643"/>
                </a:lnTo>
                <a:close/>
                <a:moveTo>
                  <a:pt x="280496" y="6088"/>
                </a:moveTo>
                <a:lnTo>
                  <a:pt x="280496" y="33643"/>
                </a:lnTo>
                <a:lnTo>
                  <a:pt x="298279" y="33643"/>
                </a:lnTo>
                <a:lnTo>
                  <a:pt x="298279" y="41493"/>
                </a:lnTo>
                <a:lnTo>
                  <a:pt x="280496" y="41493"/>
                </a:lnTo>
                <a:lnTo>
                  <a:pt x="280496" y="87837"/>
                </a:lnTo>
                <a:cubicBezTo>
                  <a:pt x="280496" y="92175"/>
                  <a:pt x="280696" y="94972"/>
                  <a:pt x="281097" y="96231"/>
                </a:cubicBezTo>
                <a:cubicBezTo>
                  <a:pt x="281498" y="97489"/>
                  <a:pt x="282205" y="98507"/>
                  <a:pt x="283220" y="99284"/>
                </a:cubicBezTo>
                <a:cubicBezTo>
                  <a:pt x="284234" y="100060"/>
                  <a:pt x="285169" y="100448"/>
                  <a:pt x="286023" y="100448"/>
                </a:cubicBezTo>
                <a:cubicBezTo>
                  <a:pt x="289494" y="100448"/>
                  <a:pt x="292779" y="97778"/>
                  <a:pt x="295876" y="92438"/>
                </a:cubicBezTo>
                <a:lnTo>
                  <a:pt x="298279" y="94218"/>
                </a:lnTo>
                <a:cubicBezTo>
                  <a:pt x="293953" y="104566"/>
                  <a:pt x="286931" y="109740"/>
                  <a:pt x="277212" y="109740"/>
                </a:cubicBezTo>
                <a:cubicBezTo>
                  <a:pt x="272459" y="109740"/>
                  <a:pt x="268441" y="108415"/>
                  <a:pt x="265157" y="105763"/>
                </a:cubicBezTo>
                <a:cubicBezTo>
                  <a:pt x="261872" y="103109"/>
                  <a:pt x="259776" y="100148"/>
                  <a:pt x="258869" y="96879"/>
                </a:cubicBezTo>
                <a:cubicBezTo>
                  <a:pt x="258335" y="95057"/>
                  <a:pt x="258068" y="90126"/>
                  <a:pt x="258068" y="82088"/>
                </a:cubicBezTo>
                <a:lnTo>
                  <a:pt x="258068" y="41493"/>
                </a:lnTo>
                <a:lnTo>
                  <a:pt x="248295" y="41493"/>
                </a:lnTo>
                <a:lnTo>
                  <a:pt x="248295" y="38682"/>
                </a:lnTo>
                <a:cubicBezTo>
                  <a:pt x="255024" y="33919"/>
                  <a:pt x="260751" y="28915"/>
                  <a:pt x="265477" y="23670"/>
                </a:cubicBezTo>
                <a:cubicBezTo>
                  <a:pt x="270203" y="18425"/>
                  <a:pt x="274328" y="12564"/>
                  <a:pt x="277853" y="6088"/>
                </a:cubicBezTo>
                <a:lnTo>
                  <a:pt x="280496" y="6088"/>
                </a:lnTo>
                <a:close/>
                <a:moveTo>
                  <a:pt x="368848" y="68408"/>
                </a:moveTo>
                <a:lnTo>
                  <a:pt x="327755" y="68408"/>
                </a:lnTo>
                <a:cubicBezTo>
                  <a:pt x="328236" y="78367"/>
                  <a:pt x="330879" y="86238"/>
                  <a:pt x="335685" y="92020"/>
                </a:cubicBezTo>
                <a:cubicBezTo>
                  <a:pt x="339370" y="96464"/>
                  <a:pt x="343803" y="98686"/>
                  <a:pt x="348982" y="98686"/>
                </a:cubicBezTo>
                <a:cubicBezTo>
                  <a:pt x="352187" y="98686"/>
                  <a:pt x="355097" y="97792"/>
                  <a:pt x="357714" y="96003"/>
                </a:cubicBezTo>
                <a:cubicBezTo>
                  <a:pt x="360330" y="94214"/>
                  <a:pt x="363134" y="90996"/>
                  <a:pt x="366124" y="86350"/>
                </a:cubicBezTo>
                <a:lnTo>
                  <a:pt x="368848" y="88113"/>
                </a:lnTo>
                <a:cubicBezTo>
                  <a:pt x="364789" y="96390"/>
                  <a:pt x="360304" y="102251"/>
                  <a:pt x="355391" y="105695"/>
                </a:cubicBezTo>
                <a:cubicBezTo>
                  <a:pt x="350478" y="109140"/>
                  <a:pt x="344790" y="110862"/>
                  <a:pt x="338329" y="110862"/>
                </a:cubicBezTo>
                <a:cubicBezTo>
                  <a:pt x="327221" y="110862"/>
                  <a:pt x="318811" y="106586"/>
                  <a:pt x="313097" y="98033"/>
                </a:cubicBezTo>
                <a:cubicBezTo>
                  <a:pt x="308504" y="91137"/>
                  <a:pt x="306208" y="82585"/>
                  <a:pt x="306208" y="72375"/>
                </a:cubicBezTo>
                <a:cubicBezTo>
                  <a:pt x="306208" y="59866"/>
                  <a:pt x="309585" y="49910"/>
                  <a:pt x="316341" y="42507"/>
                </a:cubicBezTo>
                <a:cubicBezTo>
                  <a:pt x="323096" y="35102"/>
                  <a:pt x="331013" y="31400"/>
                  <a:pt x="340091" y="31400"/>
                </a:cubicBezTo>
                <a:cubicBezTo>
                  <a:pt x="347674" y="31400"/>
                  <a:pt x="354256" y="34511"/>
                  <a:pt x="359836" y="40732"/>
                </a:cubicBezTo>
                <a:cubicBezTo>
                  <a:pt x="365417" y="46953"/>
                  <a:pt x="368421" y="56179"/>
                  <a:pt x="368848" y="68408"/>
                </a:cubicBezTo>
                <a:moveTo>
                  <a:pt x="349143" y="63121"/>
                </a:moveTo>
                <a:cubicBezTo>
                  <a:pt x="349143" y="54523"/>
                  <a:pt x="348675" y="48622"/>
                  <a:pt x="347741" y="45418"/>
                </a:cubicBezTo>
                <a:cubicBezTo>
                  <a:pt x="346806" y="42214"/>
                  <a:pt x="345351" y="39784"/>
                  <a:pt x="343375" y="38129"/>
                </a:cubicBezTo>
                <a:cubicBezTo>
                  <a:pt x="342254" y="37168"/>
                  <a:pt x="340759" y="36687"/>
                  <a:pt x="338890" y="36687"/>
                </a:cubicBezTo>
                <a:cubicBezTo>
                  <a:pt x="336113" y="36687"/>
                  <a:pt x="333843" y="38049"/>
                  <a:pt x="332081" y="40772"/>
                </a:cubicBezTo>
                <a:cubicBezTo>
                  <a:pt x="328930" y="45525"/>
                  <a:pt x="327355" y="52040"/>
                  <a:pt x="327355" y="60317"/>
                </a:cubicBezTo>
                <a:lnTo>
                  <a:pt x="327355" y="63121"/>
                </a:lnTo>
                <a:lnTo>
                  <a:pt x="349143" y="63121"/>
                </a:lnTo>
                <a:close/>
                <a:moveTo>
                  <a:pt x="409325" y="33643"/>
                </a:moveTo>
                <a:lnTo>
                  <a:pt x="409325" y="50625"/>
                </a:lnTo>
                <a:cubicBezTo>
                  <a:pt x="414291" y="42882"/>
                  <a:pt x="418644" y="37742"/>
                  <a:pt x="422382" y="35205"/>
                </a:cubicBezTo>
                <a:cubicBezTo>
                  <a:pt x="426120" y="32668"/>
                  <a:pt x="429724" y="31400"/>
                  <a:pt x="433196" y="31400"/>
                </a:cubicBezTo>
                <a:cubicBezTo>
                  <a:pt x="436186" y="31400"/>
                  <a:pt x="438576" y="32325"/>
                  <a:pt x="440365" y="34174"/>
                </a:cubicBezTo>
                <a:cubicBezTo>
                  <a:pt x="442154" y="36023"/>
                  <a:pt x="443048" y="38635"/>
                  <a:pt x="443048" y="42011"/>
                </a:cubicBezTo>
                <a:cubicBezTo>
                  <a:pt x="443048" y="45602"/>
                  <a:pt x="442180" y="48390"/>
                  <a:pt x="440445" y="50374"/>
                </a:cubicBezTo>
                <a:cubicBezTo>
                  <a:pt x="438709" y="52357"/>
                  <a:pt x="436613" y="53348"/>
                  <a:pt x="434157" y="53348"/>
                </a:cubicBezTo>
                <a:cubicBezTo>
                  <a:pt x="431327" y="53348"/>
                  <a:pt x="428870" y="52440"/>
                  <a:pt x="426787" y="50625"/>
                </a:cubicBezTo>
                <a:cubicBezTo>
                  <a:pt x="424705" y="48809"/>
                  <a:pt x="423476" y="47794"/>
                  <a:pt x="423103" y="47581"/>
                </a:cubicBezTo>
                <a:cubicBezTo>
                  <a:pt x="422569" y="47260"/>
                  <a:pt x="421955" y="47100"/>
                  <a:pt x="421260" y="47100"/>
                </a:cubicBezTo>
                <a:cubicBezTo>
                  <a:pt x="419712" y="47100"/>
                  <a:pt x="418243" y="47688"/>
                  <a:pt x="416855" y="48863"/>
                </a:cubicBezTo>
                <a:cubicBezTo>
                  <a:pt x="414665" y="50678"/>
                  <a:pt x="413010" y="53268"/>
                  <a:pt x="411888" y="56632"/>
                </a:cubicBezTo>
                <a:cubicBezTo>
                  <a:pt x="410179" y="61812"/>
                  <a:pt x="409325" y="67526"/>
                  <a:pt x="409325" y="73774"/>
                </a:cubicBezTo>
                <a:lnTo>
                  <a:pt x="409325" y="90996"/>
                </a:lnTo>
                <a:lnTo>
                  <a:pt x="409405" y="95482"/>
                </a:lnTo>
                <a:cubicBezTo>
                  <a:pt x="409405" y="98526"/>
                  <a:pt x="409592" y="100475"/>
                  <a:pt x="409966" y="101330"/>
                </a:cubicBezTo>
                <a:cubicBezTo>
                  <a:pt x="410607" y="102771"/>
                  <a:pt x="411555" y="103826"/>
                  <a:pt x="412810" y="104494"/>
                </a:cubicBezTo>
                <a:cubicBezTo>
                  <a:pt x="414064" y="105161"/>
                  <a:pt x="416187" y="105575"/>
                  <a:pt x="419178" y="105735"/>
                </a:cubicBezTo>
                <a:lnTo>
                  <a:pt x="419178" y="108619"/>
                </a:lnTo>
                <a:lnTo>
                  <a:pt x="378726" y="108619"/>
                </a:lnTo>
                <a:lnTo>
                  <a:pt x="378726" y="105735"/>
                </a:lnTo>
                <a:cubicBezTo>
                  <a:pt x="381983" y="105468"/>
                  <a:pt x="384186" y="104574"/>
                  <a:pt x="385334" y="103052"/>
                </a:cubicBezTo>
                <a:cubicBezTo>
                  <a:pt x="386482" y="101530"/>
                  <a:pt x="387057" y="97511"/>
                  <a:pt x="387057" y="90996"/>
                </a:cubicBezTo>
                <a:lnTo>
                  <a:pt x="387057" y="49503"/>
                </a:lnTo>
                <a:cubicBezTo>
                  <a:pt x="387057" y="45204"/>
                  <a:pt x="386843" y="42464"/>
                  <a:pt x="386416" y="41283"/>
                </a:cubicBezTo>
                <a:cubicBezTo>
                  <a:pt x="385882" y="39778"/>
                  <a:pt x="385107" y="38676"/>
                  <a:pt x="384093" y="37979"/>
                </a:cubicBezTo>
                <a:cubicBezTo>
                  <a:pt x="383078" y="37279"/>
                  <a:pt x="381289" y="36795"/>
                  <a:pt x="378726" y="36527"/>
                </a:cubicBezTo>
                <a:lnTo>
                  <a:pt x="378726" y="33643"/>
                </a:lnTo>
                <a:lnTo>
                  <a:pt x="409325" y="33643"/>
                </a:lnTo>
                <a:close/>
                <a:moveTo>
                  <a:pt x="480801" y="6088"/>
                </a:moveTo>
                <a:lnTo>
                  <a:pt x="480801" y="33643"/>
                </a:lnTo>
                <a:lnTo>
                  <a:pt x="498584" y="33643"/>
                </a:lnTo>
                <a:lnTo>
                  <a:pt x="498584" y="41493"/>
                </a:lnTo>
                <a:lnTo>
                  <a:pt x="480801" y="41493"/>
                </a:lnTo>
                <a:lnTo>
                  <a:pt x="480801" y="87837"/>
                </a:lnTo>
                <a:cubicBezTo>
                  <a:pt x="480801" y="92175"/>
                  <a:pt x="481002" y="94972"/>
                  <a:pt x="481402" y="96231"/>
                </a:cubicBezTo>
                <a:cubicBezTo>
                  <a:pt x="481803" y="97489"/>
                  <a:pt x="482510" y="98507"/>
                  <a:pt x="483525" y="99284"/>
                </a:cubicBezTo>
                <a:cubicBezTo>
                  <a:pt x="484539" y="100060"/>
                  <a:pt x="485474" y="100448"/>
                  <a:pt x="486328" y="100448"/>
                </a:cubicBezTo>
                <a:cubicBezTo>
                  <a:pt x="489799" y="100448"/>
                  <a:pt x="493084" y="97778"/>
                  <a:pt x="496181" y="92438"/>
                </a:cubicBezTo>
                <a:lnTo>
                  <a:pt x="498584" y="94218"/>
                </a:lnTo>
                <a:cubicBezTo>
                  <a:pt x="494258" y="104566"/>
                  <a:pt x="487236" y="109740"/>
                  <a:pt x="477517" y="109740"/>
                </a:cubicBezTo>
                <a:cubicBezTo>
                  <a:pt x="472764" y="109740"/>
                  <a:pt x="468746" y="108415"/>
                  <a:pt x="465462" y="105763"/>
                </a:cubicBezTo>
                <a:cubicBezTo>
                  <a:pt x="462177" y="103109"/>
                  <a:pt x="460081" y="100148"/>
                  <a:pt x="459174" y="96879"/>
                </a:cubicBezTo>
                <a:cubicBezTo>
                  <a:pt x="458640" y="95057"/>
                  <a:pt x="458373" y="90126"/>
                  <a:pt x="458373" y="82088"/>
                </a:cubicBezTo>
                <a:lnTo>
                  <a:pt x="458373" y="41493"/>
                </a:lnTo>
                <a:lnTo>
                  <a:pt x="448600" y="41493"/>
                </a:lnTo>
                <a:lnTo>
                  <a:pt x="448600" y="38682"/>
                </a:lnTo>
                <a:cubicBezTo>
                  <a:pt x="455329" y="33919"/>
                  <a:pt x="461056" y="28915"/>
                  <a:pt x="465782" y="23670"/>
                </a:cubicBezTo>
                <a:cubicBezTo>
                  <a:pt x="470508" y="18425"/>
                  <a:pt x="474633" y="12564"/>
                  <a:pt x="478158" y="6088"/>
                </a:cubicBezTo>
                <a:lnTo>
                  <a:pt x="480801" y="6088"/>
                </a:lnTo>
                <a:close/>
                <a:moveTo>
                  <a:pt x="569153" y="68408"/>
                </a:moveTo>
                <a:lnTo>
                  <a:pt x="528060" y="68408"/>
                </a:lnTo>
                <a:cubicBezTo>
                  <a:pt x="528541" y="78367"/>
                  <a:pt x="531184" y="86238"/>
                  <a:pt x="535991" y="92020"/>
                </a:cubicBezTo>
                <a:cubicBezTo>
                  <a:pt x="539675" y="96464"/>
                  <a:pt x="544108" y="98686"/>
                  <a:pt x="549288" y="98686"/>
                </a:cubicBezTo>
                <a:cubicBezTo>
                  <a:pt x="552492" y="98686"/>
                  <a:pt x="555402" y="97792"/>
                  <a:pt x="558019" y="96003"/>
                </a:cubicBezTo>
                <a:cubicBezTo>
                  <a:pt x="560635" y="94214"/>
                  <a:pt x="563439" y="90996"/>
                  <a:pt x="566429" y="86350"/>
                </a:cubicBezTo>
                <a:lnTo>
                  <a:pt x="569153" y="88113"/>
                </a:lnTo>
                <a:cubicBezTo>
                  <a:pt x="565094" y="96390"/>
                  <a:pt x="560609" y="102251"/>
                  <a:pt x="555696" y="105695"/>
                </a:cubicBezTo>
                <a:cubicBezTo>
                  <a:pt x="550783" y="109140"/>
                  <a:pt x="545096" y="110862"/>
                  <a:pt x="538634" y="110862"/>
                </a:cubicBezTo>
                <a:cubicBezTo>
                  <a:pt x="527526" y="110862"/>
                  <a:pt x="519116" y="106586"/>
                  <a:pt x="513402" y="98033"/>
                </a:cubicBezTo>
                <a:cubicBezTo>
                  <a:pt x="508809" y="91137"/>
                  <a:pt x="506513" y="82585"/>
                  <a:pt x="506513" y="72375"/>
                </a:cubicBezTo>
                <a:cubicBezTo>
                  <a:pt x="506513" y="59866"/>
                  <a:pt x="509890" y="49910"/>
                  <a:pt x="516646" y="42507"/>
                </a:cubicBezTo>
                <a:cubicBezTo>
                  <a:pt x="523401" y="35102"/>
                  <a:pt x="531318" y="31400"/>
                  <a:pt x="540396" y="31400"/>
                </a:cubicBezTo>
                <a:cubicBezTo>
                  <a:pt x="547979" y="31400"/>
                  <a:pt x="554561" y="34511"/>
                  <a:pt x="560141" y="40732"/>
                </a:cubicBezTo>
                <a:cubicBezTo>
                  <a:pt x="565722" y="46953"/>
                  <a:pt x="568726" y="56179"/>
                  <a:pt x="569153" y="68408"/>
                </a:cubicBezTo>
                <a:moveTo>
                  <a:pt x="549448" y="63121"/>
                </a:moveTo>
                <a:cubicBezTo>
                  <a:pt x="549448" y="54523"/>
                  <a:pt x="548980" y="48622"/>
                  <a:pt x="548046" y="45418"/>
                </a:cubicBezTo>
                <a:cubicBezTo>
                  <a:pt x="547111" y="42214"/>
                  <a:pt x="545656" y="39784"/>
                  <a:pt x="543680" y="38129"/>
                </a:cubicBezTo>
                <a:cubicBezTo>
                  <a:pt x="542559" y="37168"/>
                  <a:pt x="541064" y="36687"/>
                  <a:pt x="539195" y="36687"/>
                </a:cubicBezTo>
                <a:cubicBezTo>
                  <a:pt x="536418" y="36687"/>
                  <a:pt x="534148" y="38049"/>
                  <a:pt x="532386" y="40772"/>
                </a:cubicBezTo>
                <a:cubicBezTo>
                  <a:pt x="529235" y="45525"/>
                  <a:pt x="527660" y="52040"/>
                  <a:pt x="527660" y="60317"/>
                </a:cubicBezTo>
                <a:lnTo>
                  <a:pt x="527660" y="63121"/>
                </a:lnTo>
                <a:lnTo>
                  <a:pt x="549448" y="63121"/>
                </a:lnTo>
                <a:close/>
                <a:moveTo>
                  <a:pt x="622509" y="62675"/>
                </a:moveTo>
                <a:lnTo>
                  <a:pt x="635823" y="87397"/>
                </a:lnTo>
                <a:cubicBezTo>
                  <a:pt x="640309" y="95993"/>
                  <a:pt x="643860" y="101438"/>
                  <a:pt x="646477" y="103733"/>
                </a:cubicBezTo>
                <a:cubicBezTo>
                  <a:pt x="647919" y="104961"/>
                  <a:pt x="649895" y="105628"/>
                  <a:pt x="652405" y="105735"/>
                </a:cubicBezTo>
                <a:lnTo>
                  <a:pt x="652405" y="108619"/>
                </a:lnTo>
                <a:lnTo>
                  <a:pt x="610671" y="108619"/>
                </a:lnTo>
                <a:lnTo>
                  <a:pt x="610671" y="105735"/>
                </a:lnTo>
                <a:cubicBezTo>
                  <a:pt x="613929" y="105468"/>
                  <a:pt x="615945" y="105041"/>
                  <a:pt x="616719" y="104454"/>
                </a:cubicBezTo>
                <a:cubicBezTo>
                  <a:pt x="617493" y="103865"/>
                  <a:pt x="617880" y="103062"/>
                  <a:pt x="617880" y="102046"/>
                </a:cubicBezTo>
                <a:cubicBezTo>
                  <a:pt x="617880" y="100549"/>
                  <a:pt x="617026" y="98196"/>
                  <a:pt x="615317" y="94987"/>
                </a:cubicBezTo>
                <a:lnTo>
                  <a:pt x="608779" y="82846"/>
                </a:lnTo>
                <a:lnTo>
                  <a:pt x="603302" y="90896"/>
                </a:lnTo>
                <a:cubicBezTo>
                  <a:pt x="600792" y="94586"/>
                  <a:pt x="599377" y="96779"/>
                  <a:pt x="599056" y="97475"/>
                </a:cubicBezTo>
                <a:cubicBezTo>
                  <a:pt x="598629" y="98489"/>
                  <a:pt x="598415" y="99398"/>
                  <a:pt x="598415" y="100201"/>
                </a:cubicBezTo>
                <a:cubicBezTo>
                  <a:pt x="598415" y="101431"/>
                  <a:pt x="598669" y="102460"/>
                  <a:pt x="599176" y="103290"/>
                </a:cubicBezTo>
                <a:cubicBezTo>
                  <a:pt x="599684" y="104117"/>
                  <a:pt x="600378" y="104732"/>
                  <a:pt x="601259" y="105134"/>
                </a:cubicBezTo>
                <a:cubicBezTo>
                  <a:pt x="602140" y="105535"/>
                  <a:pt x="603756" y="105735"/>
                  <a:pt x="606105" y="105735"/>
                </a:cubicBezTo>
                <a:lnTo>
                  <a:pt x="606105" y="108619"/>
                </a:lnTo>
                <a:lnTo>
                  <a:pt x="576788" y="108619"/>
                </a:lnTo>
                <a:lnTo>
                  <a:pt x="576788" y="105735"/>
                </a:lnTo>
                <a:cubicBezTo>
                  <a:pt x="580419" y="105735"/>
                  <a:pt x="583743" y="104733"/>
                  <a:pt x="586761" y="102729"/>
                </a:cubicBezTo>
                <a:cubicBezTo>
                  <a:pt x="589778" y="100723"/>
                  <a:pt x="594170" y="95470"/>
                  <a:pt x="599937" y="86971"/>
                </a:cubicBezTo>
                <a:lnTo>
                  <a:pt x="606118" y="77902"/>
                </a:lnTo>
                <a:lnTo>
                  <a:pt x="593209" y="53931"/>
                </a:lnTo>
                <a:cubicBezTo>
                  <a:pt x="588990" y="46088"/>
                  <a:pt x="585839" y="41280"/>
                  <a:pt x="583757" y="39508"/>
                </a:cubicBezTo>
                <a:cubicBezTo>
                  <a:pt x="581674" y="37736"/>
                  <a:pt x="579351" y="36742"/>
                  <a:pt x="576788" y="36527"/>
                </a:cubicBezTo>
                <a:lnTo>
                  <a:pt x="576788" y="33643"/>
                </a:lnTo>
                <a:lnTo>
                  <a:pt x="618281" y="33643"/>
                </a:lnTo>
                <a:lnTo>
                  <a:pt x="618281" y="36527"/>
                </a:lnTo>
                <a:lnTo>
                  <a:pt x="616118" y="36607"/>
                </a:lnTo>
                <a:lnTo>
                  <a:pt x="611953" y="38064"/>
                </a:lnTo>
                <a:cubicBezTo>
                  <a:pt x="611526" y="38441"/>
                  <a:pt x="611312" y="39061"/>
                  <a:pt x="611312" y="39924"/>
                </a:cubicBezTo>
                <a:cubicBezTo>
                  <a:pt x="611312" y="40731"/>
                  <a:pt x="611445" y="41567"/>
                  <a:pt x="611712" y="42429"/>
                </a:cubicBezTo>
                <a:cubicBezTo>
                  <a:pt x="611873" y="42806"/>
                  <a:pt x="612620" y="44262"/>
                  <a:pt x="613955" y="46795"/>
                </a:cubicBezTo>
                <a:lnTo>
                  <a:pt x="619853" y="57744"/>
                </a:lnTo>
                <a:lnTo>
                  <a:pt x="622847" y="53348"/>
                </a:lnTo>
                <a:cubicBezTo>
                  <a:pt x="627119" y="47446"/>
                  <a:pt x="629255" y="43314"/>
                  <a:pt x="629255" y="40952"/>
                </a:cubicBezTo>
                <a:cubicBezTo>
                  <a:pt x="629255" y="39826"/>
                  <a:pt x="628788" y="38874"/>
                  <a:pt x="627853" y="38096"/>
                </a:cubicBezTo>
                <a:cubicBezTo>
                  <a:pt x="626919" y="37319"/>
                  <a:pt x="625250" y="36795"/>
                  <a:pt x="622847" y="36527"/>
                </a:cubicBezTo>
                <a:lnTo>
                  <a:pt x="622847" y="33643"/>
                </a:lnTo>
                <a:lnTo>
                  <a:pt x="649361" y="33643"/>
                </a:lnTo>
                <a:lnTo>
                  <a:pt x="649361" y="36527"/>
                </a:lnTo>
                <a:cubicBezTo>
                  <a:pt x="646103" y="36634"/>
                  <a:pt x="643059" y="37641"/>
                  <a:pt x="640229" y="39551"/>
                </a:cubicBezTo>
                <a:cubicBezTo>
                  <a:pt x="637399" y="41460"/>
                  <a:pt x="634221" y="45157"/>
                  <a:pt x="630697" y="50642"/>
                </a:cubicBezTo>
                <a:lnTo>
                  <a:pt x="622509" y="62675"/>
                </a:lnTo>
                <a:close/>
                <a:moveTo>
                  <a:pt x="690293" y="6088"/>
                </a:moveTo>
                <a:lnTo>
                  <a:pt x="690293" y="33643"/>
                </a:lnTo>
                <a:lnTo>
                  <a:pt x="708075" y="33643"/>
                </a:lnTo>
                <a:lnTo>
                  <a:pt x="708075" y="41493"/>
                </a:lnTo>
                <a:lnTo>
                  <a:pt x="690293" y="41493"/>
                </a:lnTo>
                <a:lnTo>
                  <a:pt x="690293" y="87837"/>
                </a:lnTo>
                <a:cubicBezTo>
                  <a:pt x="690293" y="92175"/>
                  <a:pt x="690493" y="94972"/>
                  <a:pt x="690893" y="96231"/>
                </a:cubicBezTo>
                <a:cubicBezTo>
                  <a:pt x="691294" y="97489"/>
                  <a:pt x="692001" y="98507"/>
                  <a:pt x="693016" y="99284"/>
                </a:cubicBezTo>
                <a:cubicBezTo>
                  <a:pt x="694031" y="100060"/>
                  <a:pt x="694965" y="100448"/>
                  <a:pt x="695820" y="100448"/>
                </a:cubicBezTo>
                <a:cubicBezTo>
                  <a:pt x="699291" y="100448"/>
                  <a:pt x="702575" y="97778"/>
                  <a:pt x="705672" y="92438"/>
                </a:cubicBezTo>
                <a:lnTo>
                  <a:pt x="708075" y="94218"/>
                </a:lnTo>
                <a:cubicBezTo>
                  <a:pt x="703750" y="104566"/>
                  <a:pt x="696727" y="109740"/>
                  <a:pt x="687008" y="109740"/>
                </a:cubicBezTo>
                <a:cubicBezTo>
                  <a:pt x="682256" y="109740"/>
                  <a:pt x="678237" y="108415"/>
                  <a:pt x="674953" y="105763"/>
                </a:cubicBezTo>
                <a:cubicBezTo>
                  <a:pt x="671669" y="103109"/>
                  <a:pt x="669573" y="100148"/>
                  <a:pt x="668665" y="96879"/>
                </a:cubicBezTo>
                <a:cubicBezTo>
                  <a:pt x="668131" y="95057"/>
                  <a:pt x="667864" y="90126"/>
                  <a:pt x="667864" y="82088"/>
                </a:cubicBezTo>
                <a:lnTo>
                  <a:pt x="667864" y="41493"/>
                </a:lnTo>
                <a:lnTo>
                  <a:pt x="658091" y="41493"/>
                </a:lnTo>
                <a:lnTo>
                  <a:pt x="658091" y="38682"/>
                </a:lnTo>
                <a:cubicBezTo>
                  <a:pt x="664820" y="33919"/>
                  <a:pt x="670547" y="28915"/>
                  <a:pt x="675273" y="23670"/>
                </a:cubicBezTo>
                <a:cubicBezTo>
                  <a:pt x="679999" y="18425"/>
                  <a:pt x="684125" y="12564"/>
                  <a:pt x="687649" y="6088"/>
                </a:cubicBezTo>
                <a:lnTo>
                  <a:pt x="690293" y="6088"/>
                </a:lnTo>
                <a:close/>
                <a:moveTo>
                  <a:pt x="787537" y="33643"/>
                </a:moveTo>
                <a:lnTo>
                  <a:pt x="787537" y="92278"/>
                </a:lnTo>
                <a:cubicBezTo>
                  <a:pt x="787537" y="98027"/>
                  <a:pt x="788071" y="101613"/>
                  <a:pt x="789139" y="103037"/>
                </a:cubicBezTo>
                <a:cubicBezTo>
                  <a:pt x="790207" y="104460"/>
                  <a:pt x="792370" y="105360"/>
                  <a:pt x="795627" y="105735"/>
                </a:cubicBezTo>
                <a:lnTo>
                  <a:pt x="795627" y="108619"/>
                </a:lnTo>
                <a:lnTo>
                  <a:pt x="765108" y="108619"/>
                </a:lnTo>
                <a:lnTo>
                  <a:pt x="765108" y="98606"/>
                </a:lnTo>
                <a:cubicBezTo>
                  <a:pt x="761530" y="102878"/>
                  <a:pt x="757952" y="105989"/>
                  <a:pt x="754374" y="107938"/>
                </a:cubicBezTo>
                <a:cubicBezTo>
                  <a:pt x="750796" y="109887"/>
                  <a:pt x="746791" y="110862"/>
                  <a:pt x="742359" y="110862"/>
                </a:cubicBezTo>
                <a:cubicBezTo>
                  <a:pt x="738140" y="110862"/>
                  <a:pt x="734389" y="109567"/>
                  <a:pt x="731105" y="106977"/>
                </a:cubicBezTo>
                <a:cubicBezTo>
                  <a:pt x="727820" y="104387"/>
                  <a:pt x="725618" y="101356"/>
                  <a:pt x="724496" y="97885"/>
                </a:cubicBezTo>
                <a:cubicBezTo>
                  <a:pt x="723375" y="94414"/>
                  <a:pt x="722814" y="88353"/>
                  <a:pt x="722814" y="79702"/>
                </a:cubicBezTo>
                <a:lnTo>
                  <a:pt x="722814" y="49984"/>
                </a:lnTo>
                <a:cubicBezTo>
                  <a:pt x="722814" y="44255"/>
                  <a:pt x="722293" y="40688"/>
                  <a:pt x="721252" y="39283"/>
                </a:cubicBezTo>
                <a:cubicBezTo>
                  <a:pt x="720211" y="37878"/>
                  <a:pt x="718035" y="36959"/>
                  <a:pt x="714724" y="36527"/>
                </a:cubicBezTo>
                <a:lnTo>
                  <a:pt x="714724" y="33643"/>
                </a:lnTo>
                <a:lnTo>
                  <a:pt x="745243" y="33643"/>
                </a:lnTo>
                <a:lnTo>
                  <a:pt x="745243" y="84891"/>
                </a:lnTo>
                <a:cubicBezTo>
                  <a:pt x="745243" y="90238"/>
                  <a:pt x="745496" y="93687"/>
                  <a:pt x="746004" y="95237"/>
                </a:cubicBezTo>
                <a:cubicBezTo>
                  <a:pt x="746511" y="96787"/>
                  <a:pt x="747312" y="97964"/>
                  <a:pt x="748407" y="98766"/>
                </a:cubicBezTo>
                <a:cubicBezTo>
                  <a:pt x="749501" y="99567"/>
                  <a:pt x="750770" y="99968"/>
                  <a:pt x="752212" y="99968"/>
                </a:cubicBezTo>
                <a:cubicBezTo>
                  <a:pt x="754134" y="99968"/>
                  <a:pt x="755870" y="99461"/>
                  <a:pt x="757418" y="98446"/>
                </a:cubicBezTo>
                <a:cubicBezTo>
                  <a:pt x="759554" y="97057"/>
                  <a:pt x="762118" y="94254"/>
                  <a:pt x="765108" y="90035"/>
                </a:cubicBezTo>
                <a:lnTo>
                  <a:pt x="765108" y="49984"/>
                </a:lnTo>
                <a:cubicBezTo>
                  <a:pt x="765108" y="44255"/>
                  <a:pt x="764587" y="40688"/>
                  <a:pt x="763546" y="39283"/>
                </a:cubicBezTo>
                <a:cubicBezTo>
                  <a:pt x="762505" y="37878"/>
                  <a:pt x="760329" y="36959"/>
                  <a:pt x="757018" y="36527"/>
                </a:cubicBezTo>
                <a:lnTo>
                  <a:pt x="757018" y="33643"/>
                </a:lnTo>
                <a:lnTo>
                  <a:pt x="787537" y="33643"/>
                </a:lnTo>
                <a:close/>
                <a:moveTo>
                  <a:pt x="847749" y="97565"/>
                </a:moveTo>
                <a:cubicBezTo>
                  <a:pt x="838617" y="105682"/>
                  <a:pt x="830420" y="109740"/>
                  <a:pt x="823157" y="109740"/>
                </a:cubicBezTo>
                <a:cubicBezTo>
                  <a:pt x="818885" y="109740"/>
                  <a:pt x="815334" y="108334"/>
                  <a:pt x="812504" y="105522"/>
                </a:cubicBezTo>
                <a:cubicBezTo>
                  <a:pt x="809673" y="102709"/>
                  <a:pt x="808258" y="99186"/>
                  <a:pt x="808258" y="94954"/>
                </a:cubicBezTo>
                <a:cubicBezTo>
                  <a:pt x="808258" y="89220"/>
                  <a:pt x="810715" y="84063"/>
                  <a:pt x="815628" y="79482"/>
                </a:cubicBezTo>
                <a:cubicBezTo>
                  <a:pt x="820541" y="74901"/>
                  <a:pt x="831248" y="68806"/>
                  <a:pt x="847749" y="61198"/>
                </a:cubicBezTo>
                <a:lnTo>
                  <a:pt x="847749" y="53669"/>
                </a:lnTo>
                <a:cubicBezTo>
                  <a:pt x="847749" y="48008"/>
                  <a:pt x="847442" y="44444"/>
                  <a:pt x="846828" y="42975"/>
                </a:cubicBezTo>
                <a:cubicBezTo>
                  <a:pt x="846214" y="41506"/>
                  <a:pt x="845052" y="40225"/>
                  <a:pt x="843343" y="39130"/>
                </a:cubicBezTo>
                <a:cubicBezTo>
                  <a:pt x="841634" y="38035"/>
                  <a:pt x="839712" y="37488"/>
                  <a:pt x="837576" y="37488"/>
                </a:cubicBezTo>
                <a:cubicBezTo>
                  <a:pt x="834105" y="37488"/>
                  <a:pt x="831248" y="38262"/>
                  <a:pt x="829005" y="39811"/>
                </a:cubicBezTo>
                <a:cubicBezTo>
                  <a:pt x="827616" y="40772"/>
                  <a:pt x="826922" y="41894"/>
                  <a:pt x="826922" y="43175"/>
                </a:cubicBezTo>
                <a:cubicBezTo>
                  <a:pt x="826922" y="44297"/>
                  <a:pt x="827670" y="45685"/>
                  <a:pt x="829165" y="47341"/>
                </a:cubicBezTo>
                <a:cubicBezTo>
                  <a:pt x="831194" y="49637"/>
                  <a:pt x="832209" y="51853"/>
                  <a:pt x="832209" y="53989"/>
                </a:cubicBezTo>
                <a:cubicBezTo>
                  <a:pt x="832209" y="56606"/>
                  <a:pt x="831234" y="58835"/>
                  <a:pt x="829285" y="60678"/>
                </a:cubicBezTo>
                <a:cubicBezTo>
                  <a:pt x="827336" y="62520"/>
                  <a:pt x="824786" y="63441"/>
                  <a:pt x="821635" y="63441"/>
                </a:cubicBezTo>
                <a:cubicBezTo>
                  <a:pt x="818271" y="63441"/>
                  <a:pt x="815454" y="62427"/>
                  <a:pt x="813185" y="60397"/>
                </a:cubicBezTo>
                <a:cubicBezTo>
                  <a:pt x="810915" y="58368"/>
                  <a:pt x="809780" y="55992"/>
                  <a:pt x="809780" y="53268"/>
                </a:cubicBezTo>
                <a:cubicBezTo>
                  <a:pt x="809780" y="49423"/>
                  <a:pt x="811302" y="45752"/>
                  <a:pt x="814346" y="42254"/>
                </a:cubicBezTo>
                <a:cubicBezTo>
                  <a:pt x="817390" y="38756"/>
                  <a:pt x="821635" y="36073"/>
                  <a:pt x="827082" y="34204"/>
                </a:cubicBezTo>
                <a:cubicBezTo>
                  <a:pt x="832529" y="32335"/>
                  <a:pt x="838190" y="31400"/>
                  <a:pt x="844064" y="31400"/>
                </a:cubicBezTo>
                <a:cubicBezTo>
                  <a:pt x="851167" y="31400"/>
                  <a:pt x="856787" y="32913"/>
                  <a:pt x="860926" y="35938"/>
                </a:cubicBezTo>
                <a:cubicBezTo>
                  <a:pt x="865064" y="38962"/>
                  <a:pt x="867748" y="42241"/>
                  <a:pt x="868976" y="45774"/>
                </a:cubicBezTo>
                <a:cubicBezTo>
                  <a:pt x="869724" y="48021"/>
                  <a:pt x="870097" y="53186"/>
                  <a:pt x="870097" y="61268"/>
                </a:cubicBezTo>
                <a:lnTo>
                  <a:pt x="870097" y="90413"/>
                </a:lnTo>
                <a:cubicBezTo>
                  <a:pt x="870097" y="93839"/>
                  <a:pt x="870231" y="95994"/>
                  <a:pt x="870498" y="96879"/>
                </a:cubicBezTo>
                <a:cubicBezTo>
                  <a:pt x="870765" y="97762"/>
                  <a:pt x="871165" y="98418"/>
                  <a:pt x="871699" y="98846"/>
                </a:cubicBezTo>
                <a:cubicBezTo>
                  <a:pt x="872233" y="99274"/>
                  <a:pt x="872848" y="99487"/>
                  <a:pt x="873542" y="99487"/>
                </a:cubicBezTo>
                <a:cubicBezTo>
                  <a:pt x="874930" y="99487"/>
                  <a:pt x="876345" y="98499"/>
                  <a:pt x="877787" y="96523"/>
                </a:cubicBezTo>
                <a:lnTo>
                  <a:pt x="880190" y="98446"/>
                </a:lnTo>
                <a:cubicBezTo>
                  <a:pt x="877520" y="102398"/>
                  <a:pt x="874757" y="105268"/>
                  <a:pt x="871900" y="107057"/>
                </a:cubicBezTo>
                <a:cubicBezTo>
                  <a:pt x="869043" y="108846"/>
                  <a:pt x="865799" y="109740"/>
                  <a:pt x="862167" y="109740"/>
                </a:cubicBezTo>
                <a:cubicBezTo>
                  <a:pt x="857895" y="109740"/>
                  <a:pt x="854558" y="108732"/>
                  <a:pt x="852154" y="106717"/>
                </a:cubicBezTo>
                <a:cubicBezTo>
                  <a:pt x="849751" y="104701"/>
                  <a:pt x="848283" y="101650"/>
                  <a:pt x="847749" y="97565"/>
                </a:cubicBezTo>
                <a:moveTo>
                  <a:pt x="847749" y="91637"/>
                </a:moveTo>
                <a:lnTo>
                  <a:pt x="847749" y="66580"/>
                </a:lnTo>
                <a:cubicBezTo>
                  <a:pt x="841287" y="70390"/>
                  <a:pt x="836481" y="74469"/>
                  <a:pt x="833330" y="78816"/>
                </a:cubicBezTo>
                <a:cubicBezTo>
                  <a:pt x="831248" y="81713"/>
                  <a:pt x="830206" y="84637"/>
                  <a:pt x="830206" y="87590"/>
                </a:cubicBezTo>
                <a:cubicBezTo>
                  <a:pt x="830206" y="90058"/>
                  <a:pt x="831088" y="92231"/>
                  <a:pt x="832850" y="94110"/>
                </a:cubicBezTo>
                <a:cubicBezTo>
                  <a:pt x="834185" y="95559"/>
                  <a:pt x="836054" y="96283"/>
                  <a:pt x="838457" y="96283"/>
                </a:cubicBezTo>
                <a:cubicBezTo>
                  <a:pt x="841127" y="96283"/>
                  <a:pt x="844224" y="94735"/>
                  <a:pt x="847749" y="91637"/>
                </a:cubicBezTo>
                <a:close/>
                <a:moveTo>
                  <a:pt x="917759" y="0"/>
                </a:moveTo>
                <a:lnTo>
                  <a:pt x="917759" y="93079"/>
                </a:lnTo>
                <a:cubicBezTo>
                  <a:pt x="917759" y="98366"/>
                  <a:pt x="918373" y="101743"/>
                  <a:pt x="919601" y="103212"/>
                </a:cubicBezTo>
                <a:cubicBezTo>
                  <a:pt x="920829" y="104681"/>
                  <a:pt x="923232" y="105522"/>
                  <a:pt x="926810" y="105735"/>
                </a:cubicBezTo>
                <a:lnTo>
                  <a:pt x="926810" y="108619"/>
                </a:lnTo>
                <a:lnTo>
                  <a:pt x="886358" y="108619"/>
                </a:lnTo>
                <a:lnTo>
                  <a:pt x="886358" y="105735"/>
                </a:lnTo>
                <a:cubicBezTo>
                  <a:pt x="889669" y="105628"/>
                  <a:pt x="892126" y="104667"/>
                  <a:pt x="893728" y="102852"/>
                </a:cubicBezTo>
                <a:cubicBezTo>
                  <a:pt x="894796" y="101623"/>
                  <a:pt x="895330" y="98366"/>
                  <a:pt x="895330" y="93079"/>
                </a:cubicBezTo>
                <a:lnTo>
                  <a:pt x="895330" y="15540"/>
                </a:lnTo>
                <a:cubicBezTo>
                  <a:pt x="895330" y="10273"/>
                  <a:pt x="894716" y="6901"/>
                  <a:pt x="893488" y="5424"/>
                </a:cubicBezTo>
                <a:cubicBezTo>
                  <a:pt x="892259" y="3946"/>
                  <a:pt x="889883" y="3099"/>
                  <a:pt x="886358" y="2884"/>
                </a:cubicBezTo>
                <a:lnTo>
                  <a:pt x="886358" y="0"/>
                </a:lnTo>
                <a:lnTo>
                  <a:pt x="917759" y="0"/>
                </a:lnTo>
                <a:close/>
                <a:moveTo>
                  <a:pt x="931804" y="15380"/>
                </a:moveTo>
                <a:lnTo>
                  <a:pt x="1019276" y="50945"/>
                </a:lnTo>
                <a:lnTo>
                  <a:pt x="1019276" y="57514"/>
                </a:lnTo>
                <a:lnTo>
                  <a:pt x="931804" y="93720"/>
                </a:lnTo>
                <a:lnTo>
                  <a:pt x="931804" y="82608"/>
                </a:lnTo>
                <a:lnTo>
                  <a:pt x="999491" y="54272"/>
                </a:lnTo>
                <a:lnTo>
                  <a:pt x="931804" y="26576"/>
                </a:lnTo>
                <a:lnTo>
                  <a:pt x="931804" y="15380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Text &lt;Semantic&gt;">
            <a:extLst xmlns:a="http://schemas.openxmlformats.org/drawingml/2006/main">
              <a:ext uri="{FF2B5EF4-FFF2-40B4-BE49-F238E27FC236}">
                <a16:creationId xmlns:a16="http://schemas.microsoft.com/office/drawing/2014/main" id="{825AE489-CF8D-4299-8229-2EB6FB51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052" y="3968605"/>
            <a:ext cx="827993" cy="113425"/>
          </a:xfrm>
          <a:custGeom xmlns:a="http://schemas.openxmlformats.org/drawingml/2006/main">
            <a:pathLst>
              <a:path w="827993" h="113425">
                <a:moveTo>
                  <a:pt x="87472" y="96123"/>
                </a:moveTo>
                <a:lnTo>
                  <a:pt x="0" y="60237"/>
                </a:lnTo>
                <a:lnTo>
                  <a:pt x="0" y="53989"/>
                </a:lnTo>
                <a:lnTo>
                  <a:pt x="87472" y="17783"/>
                </a:lnTo>
                <a:lnTo>
                  <a:pt x="87472" y="28722"/>
                </a:lnTo>
                <a:lnTo>
                  <a:pt x="19785" y="57098"/>
                </a:lnTo>
                <a:lnTo>
                  <a:pt x="87472" y="85041"/>
                </a:lnTo>
                <a:lnTo>
                  <a:pt x="87472" y="96123"/>
                </a:lnTo>
                <a:close/>
                <a:moveTo>
                  <a:pt x="167283" y="0"/>
                </a:moveTo>
                <a:lnTo>
                  <a:pt x="168164" y="36206"/>
                </a:lnTo>
                <a:lnTo>
                  <a:pt x="164880" y="36206"/>
                </a:lnTo>
                <a:cubicBezTo>
                  <a:pt x="163331" y="27151"/>
                  <a:pt x="159526" y="19868"/>
                  <a:pt x="153465" y="14356"/>
                </a:cubicBezTo>
                <a:cubicBezTo>
                  <a:pt x="147404" y="8844"/>
                  <a:pt x="140849" y="6088"/>
                  <a:pt x="133800" y="6088"/>
                </a:cubicBezTo>
                <a:cubicBezTo>
                  <a:pt x="128353" y="6088"/>
                  <a:pt x="124041" y="7539"/>
                  <a:pt x="120863" y="10441"/>
                </a:cubicBezTo>
                <a:cubicBezTo>
                  <a:pt x="117686" y="13341"/>
                  <a:pt x="116097" y="16681"/>
                  <a:pt x="116097" y="20461"/>
                </a:cubicBezTo>
                <a:cubicBezTo>
                  <a:pt x="116097" y="22856"/>
                  <a:pt x="116658" y="24985"/>
                  <a:pt x="117779" y="26849"/>
                </a:cubicBezTo>
                <a:cubicBezTo>
                  <a:pt x="119328" y="29351"/>
                  <a:pt x="121811" y="31826"/>
                  <a:pt x="125229" y="34274"/>
                </a:cubicBezTo>
                <a:cubicBezTo>
                  <a:pt x="127739" y="36031"/>
                  <a:pt x="133533" y="39146"/>
                  <a:pt x="142611" y="43618"/>
                </a:cubicBezTo>
                <a:cubicBezTo>
                  <a:pt x="155321" y="49846"/>
                  <a:pt x="163892" y="55730"/>
                  <a:pt x="168324" y="61268"/>
                </a:cubicBezTo>
                <a:cubicBezTo>
                  <a:pt x="172703" y="66805"/>
                  <a:pt x="174892" y="73142"/>
                  <a:pt x="174892" y="80278"/>
                </a:cubicBezTo>
                <a:cubicBezTo>
                  <a:pt x="174892" y="89329"/>
                  <a:pt x="171354" y="97117"/>
                  <a:pt x="164279" y="103640"/>
                </a:cubicBezTo>
                <a:cubicBezTo>
                  <a:pt x="157203" y="110163"/>
                  <a:pt x="148218" y="113425"/>
                  <a:pt x="137324" y="113425"/>
                </a:cubicBezTo>
                <a:cubicBezTo>
                  <a:pt x="133907" y="113425"/>
                  <a:pt x="130676" y="113078"/>
                  <a:pt x="127632" y="112384"/>
                </a:cubicBezTo>
                <a:cubicBezTo>
                  <a:pt x="124588" y="111690"/>
                  <a:pt x="120770" y="110381"/>
                  <a:pt x="116177" y="108459"/>
                </a:cubicBezTo>
                <a:cubicBezTo>
                  <a:pt x="113614" y="107391"/>
                  <a:pt x="111505" y="106857"/>
                  <a:pt x="109849" y="106857"/>
                </a:cubicBezTo>
                <a:cubicBezTo>
                  <a:pt x="108461" y="106857"/>
                  <a:pt x="106992" y="107397"/>
                  <a:pt x="105444" y="108479"/>
                </a:cubicBezTo>
                <a:cubicBezTo>
                  <a:pt x="103895" y="109560"/>
                  <a:pt x="102640" y="111209"/>
                  <a:pt x="101679" y="113425"/>
                </a:cubicBezTo>
                <a:lnTo>
                  <a:pt x="98715" y="113425"/>
                </a:lnTo>
                <a:lnTo>
                  <a:pt x="98715" y="72413"/>
                </a:lnTo>
                <a:lnTo>
                  <a:pt x="101679" y="72413"/>
                </a:lnTo>
                <a:cubicBezTo>
                  <a:pt x="104028" y="83921"/>
                  <a:pt x="108554" y="92699"/>
                  <a:pt x="115256" y="98746"/>
                </a:cubicBezTo>
                <a:cubicBezTo>
                  <a:pt x="121958" y="104794"/>
                  <a:pt x="129181" y="107818"/>
                  <a:pt x="136924" y="107818"/>
                </a:cubicBezTo>
                <a:cubicBezTo>
                  <a:pt x="142905" y="107818"/>
                  <a:pt x="147671" y="106194"/>
                  <a:pt x="151222" y="102947"/>
                </a:cubicBezTo>
                <a:cubicBezTo>
                  <a:pt x="154773" y="99699"/>
                  <a:pt x="156549" y="95919"/>
                  <a:pt x="156549" y="91607"/>
                </a:cubicBezTo>
                <a:cubicBezTo>
                  <a:pt x="156549" y="89052"/>
                  <a:pt x="155868" y="86577"/>
                  <a:pt x="154506" y="84183"/>
                </a:cubicBezTo>
                <a:cubicBezTo>
                  <a:pt x="153145" y="81786"/>
                  <a:pt x="151075" y="79510"/>
                  <a:pt x="148298" y="77354"/>
                </a:cubicBezTo>
                <a:cubicBezTo>
                  <a:pt x="145521" y="75198"/>
                  <a:pt x="140609" y="72390"/>
                  <a:pt x="133559" y="68931"/>
                </a:cubicBezTo>
                <a:cubicBezTo>
                  <a:pt x="123680" y="64086"/>
                  <a:pt x="116578" y="59958"/>
                  <a:pt x="112252" y="56545"/>
                </a:cubicBezTo>
                <a:cubicBezTo>
                  <a:pt x="107927" y="53132"/>
                  <a:pt x="104602" y="49320"/>
                  <a:pt x="102279" y="45108"/>
                </a:cubicBezTo>
                <a:cubicBezTo>
                  <a:pt x="99957" y="40896"/>
                  <a:pt x="98795" y="36257"/>
                  <a:pt x="98795" y="31192"/>
                </a:cubicBezTo>
                <a:cubicBezTo>
                  <a:pt x="98795" y="22555"/>
                  <a:pt x="101972" y="15197"/>
                  <a:pt x="108327" y="9119"/>
                </a:cubicBezTo>
                <a:cubicBezTo>
                  <a:pt x="114682" y="3040"/>
                  <a:pt x="122692" y="0"/>
                  <a:pt x="132358" y="0"/>
                </a:cubicBezTo>
                <a:cubicBezTo>
                  <a:pt x="135882" y="0"/>
                  <a:pt x="139300" y="432"/>
                  <a:pt x="142611" y="1297"/>
                </a:cubicBezTo>
                <a:cubicBezTo>
                  <a:pt x="145121" y="1944"/>
                  <a:pt x="148178" y="3145"/>
                  <a:pt x="151783" y="4899"/>
                </a:cubicBezTo>
                <a:cubicBezTo>
                  <a:pt x="155387" y="6653"/>
                  <a:pt x="157911" y="7530"/>
                  <a:pt x="159352" y="7530"/>
                </a:cubicBezTo>
                <a:cubicBezTo>
                  <a:pt x="160741" y="7530"/>
                  <a:pt x="161836" y="7098"/>
                  <a:pt x="162637" y="6235"/>
                </a:cubicBezTo>
                <a:cubicBezTo>
                  <a:pt x="163438" y="5371"/>
                  <a:pt x="164185" y="3293"/>
                  <a:pt x="164880" y="0"/>
                </a:cubicBezTo>
                <a:lnTo>
                  <a:pt x="167283" y="0"/>
                </a:lnTo>
                <a:close/>
                <a:moveTo>
                  <a:pt x="250404" y="70811"/>
                </a:moveTo>
                <a:lnTo>
                  <a:pt x="209311" y="70811"/>
                </a:lnTo>
                <a:cubicBezTo>
                  <a:pt x="209792" y="80770"/>
                  <a:pt x="212435" y="88641"/>
                  <a:pt x="217241" y="94423"/>
                </a:cubicBezTo>
                <a:cubicBezTo>
                  <a:pt x="220926" y="98867"/>
                  <a:pt x="225358" y="101089"/>
                  <a:pt x="230538" y="101089"/>
                </a:cubicBezTo>
                <a:cubicBezTo>
                  <a:pt x="233742" y="101089"/>
                  <a:pt x="236653" y="100195"/>
                  <a:pt x="239269" y="98406"/>
                </a:cubicBezTo>
                <a:cubicBezTo>
                  <a:pt x="241886" y="96617"/>
                  <a:pt x="244690" y="93399"/>
                  <a:pt x="247680" y="88754"/>
                </a:cubicBezTo>
                <a:lnTo>
                  <a:pt x="250404" y="90516"/>
                </a:lnTo>
                <a:cubicBezTo>
                  <a:pt x="246345" y="98793"/>
                  <a:pt x="241859" y="104654"/>
                  <a:pt x="236946" y="108098"/>
                </a:cubicBezTo>
                <a:cubicBezTo>
                  <a:pt x="232034" y="111543"/>
                  <a:pt x="226346" y="113265"/>
                  <a:pt x="219885" y="113265"/>
                </a:cubicBezTo>
                <a:cubicBezTo>
                  <a:pt x="208777" y="113265"/>
                  <a:pt x="200366" y="108989"/>
                  <a:pt x="194652" y="100436"/>
                </a:cubicBezTo>
                <a:cubicBezTo>
                  <a:pt x="190060" y="93540"/>
                  <a:pt x="187764" y="84988"/>
                  <a:pt x="187764" y="74778"/>
                </a:cubicBezTo>
                <a:cubicBezTo>
                  <a:pt x="187764" y="62269"/>
                  <a:pt x="191141" y="52313"/>
                  <a:pt x="197897" y="44910"/>
                </a:cubicBezTo>
                <a:cubicBezTo>
                  <a:pt x="204652" y="37505"/>
                  <a:pt x="212569" y="33803"/>
                  <a:pt x="221647" y="33803"/>
                </a:cubicBezTo>
                <a:cubicBezTo>
                  <a:pt x="229230" y="33803"/>
                  <a:pt x="235812" y="36914"/>
                  <a:pt x="241392" y="43135"/>
                </a:cubicBezTo>
                <a:cubicBezTo>
                  <a:pt x="246973" y="49356"/>
                  <a:pt x="249976" y="58582"/>
                  <a:pt x="250404" y="70811"/>
                </a:cubicBezTo>
                <a:moveTo>
                  <a:pt x="230698" y="65524"/>
                </a:moveTo>
                <a:cubicBezTo>
                  <a:pt x="230698" y="56926"/>
                  <a:pt x="230231" y="51025"/>
                  <a:pt x="229297" y="47821"/>
                </a:cubicBezTo>
                <a:cubicBezTo>
                  <a:pt x="228362" y="44617"/>
                  <a:pt x="226907" y="42187"/>
                  <a:pt x="224931" y="40532"/>
                </a:cubicBezTo>
                <a:cubicBezTo>
                  <a:pt x="223810" y="39571"/>
                  <a:pt x="222314" y="39090"/>
                  <a:pt x="220445" y="39090"/>
                </a:cubicBezTo>
                <a:cubicBezTo>
                  <a:pt x="217668" y="39090"/>
                  <a:pt x="215399" y="40452"/>
                  <a:pt x="213637" y="43175"/>
                </a:cubicBezTo>
                <a:cubicBezTo>
                  <a:pt x="210486" y="47928"/>
                  <a:pt x="208911" y="54443"/>
                  <a:pt x="208911" y="62720"/>
                </a:cubicBezTo>
                <a:lnTo>
                  <a:pt x="208911" y="65524"/>
                </a:lnTo>
                <a:lnTo>
                  <a:pt x="230698" y="65524"/>
                </a:lnTo>
                <a:close/>
                <a:moveTo>
                  <a:pt x="290881" y="36046"/>
                </a:moveTo>
                <a:lnTo>
                  <a:pt x="290881" y="45979"/>
                </a:lnTo>
                <a:cubicBezTo>
                  <a:pt x="294992" y="41463"/>
                  <a:pt x="298797" y="38305"/>
                  <a:pt x="302295" y="36504"/>
                </a:cubicBezTo>
                <a:cubicBezTo>
                  <a:pt x="305793" y="34704"/>
                  <a:pt x="309625" y="33803"/>
                  <a:pt x="313790" y="33803"/>
                </a:cubicBezTo>
                <a:cubicBezTo>
                  <a:pt x="318596" y="33803"/>
                  <a:pt x="322628" y="34931"/>
                  <a:pt x="325885" y="37188"/>
                </a:cubicBezTo>
                <a:cubicBezTo>
                  <a:pt x="329143" y="39444"/>
                  <a:pt x="331653" y="42882"/>
                  <a:pt x="333415" y="47501"/>
                </a:cubicBezTo>
                <a:cubicBezTo>
                  <a:pt x="337687" y="42666"/>
                  <a:pt x="341786" y="39175"/>
                  <a:pt x="345711" y="37027"/>
                </a:cubicBezTo>
                <a:cubicBezTo>
                  <a:pt x="349636" y="34878"/>
                  <a:pt x="353734" y="33803"/>
                  <a:pt x="358006" y="33803"/>
                </a:cubicBezTo>
                <a:cubicBezTo>
                  <a:pt x="363186" y="33803"/>
                  <a:pt x="367312" y="34993"/>
                  <a:pt x="370382" y="37373"/>
                </a:cubicBezTo>
                <a:cubicBezTo>
                  <a:pt x="373453" y="39753"/>
                  <a:pt x="375589" y="42774"/>
                  <a:pt x="376790" y="46437"/>
                </a:cubicBezTo>
                <a:cubicBezTo>
                  <a:pt x="377992" y="50100"/>
                  <a:pt x="378593" y="55942"/>
                  <a:pt x="378593" y="63962"/>
                </a:cubicBezTo>
                <a:lnTo>
                  <a:pt x="378593" y="94681"/>
                </a:lnTo>
                <a:cubicBezTo>
                  <a:pt x="378593" y="100448"/>
                  <a:pt x="379113" y="104026"/>
                  <a:pt x="380155" y="105415"/>
                </a:cubicBezTo>
                <a:cubicBezTo>
                  <a:pt x="381196" y="106803"/>
                  <a:pt x="383372" y="107711"/>
                  <a:pt x="386683" y="108138"/>
                </a:cubicBezTo>
                <a:lnTo>
                  <a:pt x="386683" y="111022"/>
                </a:lnTo>
                <a:lnTo>
                  <a:pt x="347994" y="111022"/>
                </a:lnTo>
                <a:lnTo>
                  <a:pt x="347994" y="108138"/>
                </a:lnTo>
                <a:cubicBezTo>
                  <a:pt x="351037" y="107871"/>
                  <a:pt x="353280" y="106696"/>
                  <a:pt x="354722" y="104614"/>
                </a:cubicBezTo>
                <a:cubicBezTo>
                  <a:pt x="355683" y="103172"/>
                  <a:pt x="356164" y="99861"/>
                  <a:pt x="356164" y="94681"/>
                </a:cubicBezTo>
                <a:lnTo>
                  <a:pt x="356164" y="62480"/>
                </a:lnTo>
                <a:cubicBezTo>
                  <a:pt x="356164" y="55805"/>
                  <a:pt x="355897" y="51559"/>
                  <a:pt x="355363" y="49744"/>
                </a:cubicBezTo>
                <a:cubicBezTo>
                  <a:pt x="354829" y="47928"/>
                  <a:pt x="353988" y="46580"/>
                  <a:pt x="352840" y="45698"/>
                </a:cubicBezTo>
                <a:cubicBezTo>
                  <a:pt x="351692" y="44817"/>
                  <a:pt x="350343" y="44377"/>
                  <a:pt x="348795" y="44377"/>
                </a:cubicBezTo>
                <a:cubicBezTo>
                  <a:pt x="346498" y="44377"/>
                  <a:pt x="344175" y="45218"/>
                  <a:pt x="341826" y="46900"/>
                </a:cubicBezTo>
                <a:cubicBezTo>
                  <a:pt x="339476" y="48582"/>
                  <a:pt x="337100" y="51105"/>
                  <a:pt x="334697" y="54470"/>
                </a:cubicBezTo>
                <a:lnTo>
                  <a:pt x="334697" y="94681"/>
                </a:lnTo>
                <a:cubicBezTo>
                  <a:pt x="334697" y="100075"/>
                  <a:pt x="335150" y="103466"/>
                  <a:pt x="336058" y="104854"/>
                </a:cubicBezTo>
                <a:cubicBezTo>
                  <a:pt x="337287" y="106830"/>
                  <a:pt x="339636" y="107925"/>
                  <a:pt x="343107" y="108138"/>
                </a:cubicBezTo>
                <a:lnTo>
                  <a:pt x="343107" y="111022"/>
                </a:lnTo>
                <a:lnTo>
                  <a:pt x="304338" y="111022"/>
                </a:lnTo>
                <a:lnTo>
                  <a:pt x="304338" y="108138"/>
                </a:lnTo>
                <a:cubicBezTo>
                  <a:pt x="306420" y="108032"/>
                  <a:pt x="308063" y="107511"/>
                  <a:pt x="309264" y="106576"/>
                </a:cubicBezTo>
                <a:cubicBezTo>
                  <a:pt x="310466" y="105642"/>
                  <a:pt x="311267" y="104520"/>
                  <a:pt x="311667" y="103212"/>
                </a:cubicBezTo>
                <a:cubicBezTo>
                  <a:pt x="312068" y="101904"/>
                  <a:pt x="312268" y="99060"/>
                  <a:pt x="312268" y="94681"/>
                </a:cubicBezTo>
                <a:lnTo>
                  <a:pt x="312268" y="62430"/>
                </a:lnTo>
                <a:cubicBezTo>
                  <a:pt x="312268" y="55636"/>
                  <a:pt x="312001" y="51384"/>
                  <a:pt x="311467" y="49674"/>
                </a:cubicBezTo>
                <a:cubicBezTo>
                  <a:pt x="310933" y="47961"/>
                  <a:pt x="310038" y="46624"/>
                  <a:pt x="308783" y="45661"/>
                </a:cubicBezTo>
                <a:cubicBezTo>
                  <a:pt x="307528" y="44698"/>
                  <a:pt x="306180" y="44217"/>
                  <a:pt x="304738" y="44217"/>
                </a:cubicBezTo>
                <a:cubicBezTo>
                  <a:pt x="302602" y="44217"/>
                  <a:pt x="300653" y="44781"/>
                  <a:pt x="298891" y="45911"/>
                </a:cubicBezTo>
                <a:cubicBezTo>
                  <a:pt x="296381" y="47580"/>
                  <a:pt x="293711" y="50433"/>
                  <a:pt x="290881" y="54470"/>
                </a:cubicBezTo>
                <a:lnTo>
                  <a:pt x="290881" y="94681"/>
                </a:lnTo>
                <a:cubicBezTo>
                  <a:pt x="290881" y="99968"/>
                  <a:pt x="291401" y="103452"/>
                  <a:pt x="292443" y="105134"/>
                </a:cubicBezTo>
                <a:cubicBezTo>
                  <a:pt x="293484" y="106817"/>
                  <a:pt x="295660" y="107818"/>
                  <a:pt x="298971" y="108138"/>
                </a:cubicBezTo>
                <a:lnTo>
                  <a:pt x="298971" y="111022"/>
                </a:lnTo>
                <a:lnTo>
                  <a:pt x="260361" y="111022"/>
                </a:lnTo>
                <a:lnTo>
                  <a:pt x="260361" y="108138"/>
                </a:lnTo>
                <a:cubicBezTo>
                  <a:pt x="263512" y="107818"/>
                  <a:pt x="265755" y="106803"/>
                  <a:pt x="267090" y="105094"/>
                </a:cubicBezTo>
                <a:cubicBezTo>
                  <a:pt x="267998" y="103920"/>
                  <a:pt x="268452" y="100448"/>
                  <a:pt x="268452" y="94681"/>
                </a:cubicBezTo>
                <a:lnTo>
                  <a:pt x="268452" y="52387"/>
                </a:lnTo>
                <a:cubicBezTo>
                  <a:pt x="268452" y="46658"/>
                  <a:pt x="267931" y="43091"/>
                  <a:pt x="266890" y="41686"/>
                </a:cubicBezTo>
                <a:cubicBezTo>
                  <a:pt x="265849" y="40281"/>
                  <a:pt x="263672" y="39362"/>
                  <a:pt x="260361" y="38930"/>
                </a:cubicBezTo>
                <a:lnTo>
                  <a:pt x="260361" y="36046"/>
                </a:lnTo>
                <a:lnTo>
                  <a:pt x="290881" y="36046"/>
                </a:lnTo>
                <a:close/>
                <a:moveTo>
                  <a:pt x="437787" y="99968"/>
                </a:moveTo>
                <a:cubicBezTo>
                  <a:pt x="428656" y="108085"/>
                  <a:pt x="420458" y="112143"/>
                  <a:pt x="413196" y="112143"/>
                </a:cubicBezTo>
                <a:cubicBezTo>
                  <a:pt x="408924" y="112143"/>
                  <a:pt x="405372" y="110737"/>
                  <a:pt x="402542" y="107926"/>
                </a:cubicBezTo>
                <a:cubicBezTo>
                  <a:pt x="399712" y="105112"/>
                  <a:pt x="398297" y="101589"/>
                  <a:pt x="398297" y="97357"/>
                </a:cubicBezTo>
                <a:cubicBezTo>
                  <a:pt x="398297" y="91623"/>
                  <a:pt x="400753" y="86466"/>
                  <a:pt x="405666" y="81885"/>
                </a:cubicBezTo>
                <a:cubicBezTo>
                  <a:pt x="410579" y="77304"/>
                  <a:pt x="421286" y="71209"/>
                  <a:pt x="437787" y="63601"/>
                </a:cubicBezTo>
                <a:lnTo>
                  <a:pt x="437787" y="56072"/>
                </a:lnTo>
                <a:cubicBezTo>
                  <a:pt x="437787" y="50411"/>
                  <a:pt x="437480" y="46847"/>
                  <a:pt x="436866" y="45378"/>
                </a:cubicBezTo>
                <a:cubicBezTo>
                  <a:pt x="436252" y="43909"/>
                  <a:pt x="435091" y="42628"/>
                  <a:pt x="433382" y="41533"/>
                </a:cubicBezTo>
                <a:cubicBezTo>
                  <a:pt x="431673" y="40438"/>
                  <a:pt x="429750" y="39891"/>
                  <a:pt x="427614" y="39891"/>
                </a:cubicBezTo>
                <a:cubicBezTo>
                  <a:pt x="424143" y="39891"/>
                  <a:pt x="421286" y="40665"/>
                  <a:pt x="419043" y="42214"/>
                </a:cubicBezTo>
                <a:cubicBezTo>
                  <a:pt x="417655" y="43175"/>
                  <a:pt x="416961" y="44297"/>
                  <a:pt x="416961" y="45578"/>
                </a:cubicBezTo>
                <a:cubicBezTo>
                  <a:pt x="416961" y="46700"/>
                  <a:pt x="417708" y="48088"/>
                  <a:pt x="419204" y="49744"/>
                </a:cubicBezTo>
                <a:cubicBezTo>
                  <a:pt x="421233" y="52040"/>
                  <a:pt x="422247" y="54256"/>
                  <a:pt x="422247" y="56392"/>
                </a:cubicBezTo>
                <a:cubicBezTo>
                  <a:pt x="422247" y="59009"/>
                  <a:pt x="421273" y="61238"/>
                  <a:pt x="419324" y="63081"/>
                </a:cubicBezTo>
                <a:cubicBezTo>
                  <a:pt x="417375" y="64923"/>
                  <a:pt x="414825" y="65844"/>
                  <a:pt x="411674" y="65844"/>
                </a:cubicBezTo>
                <a:cubicBezTo>
                  <a:pt x="408310" y="65844"/>
                  <a:pt x="405493" y="64830"/>
                  <a:pt x="403223" y="62800"/>
                </a:cubicBezTo>
                <a:cubicBezTo>
                  <a:pt x="400954" y="60771"/>
                  <a:pt x="399819" y="58395"/>
                  <a:pt x="399819" y="55671"/>
                </a:cubicBezTo>
                <a:cubicBezTo>
                  <a:pt x="399819" y="51826"/>
                  <a:pt x="401341" y="48155"/>
                  <a:pt x="404385" y="44657"/>
                </a:cubicBezTo>
                <a:cubicBezTo>
                  <a:pt x="407428" y="41159"/>
                  <a:pt x="411674" y="38476"/>
                  <a:pt x="417121" y="36607"/>
                </a:cubicBezTo>
                <a:cubicBezTo>
                  <a:pt x="422568" y="34738"/>
                  <a:pt x="428228" y="33803"/>
                  <a:pt x="434103" y="33803"/>
                </a:cubicBezTo>
                <a:cubicBezTo>
                  <a:pt x="441205" y="33803"/>
                  <a:pt x="446826" y="35316"/>
                  <a:pt x="450964" y="38342"/>
                </a:cubicBezTo>
                <a:cubicBezTo>
                  <a:pt x="455103" y="41365"/>
                  <a:pt x="457786" y="44644"/>
                  <a:pt x="459014" y="48177"/>
                </a:cubicBezTo>
                <a:cubicBezTo>
                  <a:pt x="459762" y="50424"/>
                  <a:pt x="460136" y="55589"/>
                  <a:pt x="460136" y="63671"/>
                </a:cubicBezTo>
                <a:lnTo>
                  <a:pt x="460136" y="92816"/>
                </a:lnTo>
                <a:cubicBezTo>
                  <a:pt x="460136" y="96242"/>
                  <a:pt x="460269" y="98398"/>
                  <a:pt x="460536" y="99282"/>
                </a:cubicBezTo>
                <a:cubicBezTo>
                  <a:pt x="460803" y="100165"/>
                  <a:pt x="461204" y="100821"/>
                  <a:pt x="461738" y="101250"/>
                </a:cubicBezTo>
                <a:cubicBezTo>
                  <a:pt x="462272" y="101677"/>
                  <a:pt x="462886" y="101890"/>
                  <a:pt x="463580" y="101890"/>
                </a:cubicBezTo>
                <a:cubicBezTo>
                  <a:pt x="464969" y="101890"/>
                  <a:pt x="466384" y="100902"/>
                  <a:pt x="467826" y="98927"/>
                </a:cubicBezTo>
                <a:lnTo>
                  <a:pt x="470229" y="100849"/>
                </a:lnTo>
                <a:cubicBezTo>
                  <a:pt x="467559" y="104801"/>
                  <a:pt x="464795" y="107671"/>
                  <a:pt x="461938" y="109460"/>
                </a:cubicBezTo>
                <a:cubicBezTo>
                  <a:pt x="459081" y="111249"/>
                  <a:pt x="455837" y="112143"/>
                  <a:pt x="452206" y="112143"/>
                </a:cubicBezTo>
                <a:cubicBezTo>
                  <a:pt x="447934" y="112143"/>
                  <a:pt x="444596" y="111135"/>
                  <a:pt x="442193" y="109120"/>
                </a:cubicBezTo>
                <a:cubicBezTo>
                  <a:pt x="439790" y="107104"/>
                  <a:pt x="438321" y="104053"/>
                  <a:pt x="437787" y="99968"/>
                </a:cubicBezTo>
                <a:moveTo>
                  <a:pt x="437787" y="94040"/>
                </a:moveTo>
                <a:lnTo>
                  <a:pt x="437787" y="68983"/>
                </a:lnTo>
                <a:cubicBezTo>
                  <a:pt x="431326" y="72793"/>
                  <a:pt x="426520" y="76872"/>
                  <a:pt x="423369" y="81219"/>
                </a:cubicBezTo>
                <a:cubicBezTo>
                  <a:pt x="421286" y="84116"/>
                  <a:pt x="420245" y="87040"/>
                  <a:pt x="420245" y="89993"/>
                </a:cubicBezTo>
                <a:cubicBezTo>
                  <a:pt x="420245" y="92461"/>
                  <a:pt x="421126" y="94634"/>
                  <a:pt x="422888" y="96513"/>
                </a:cubicBezTo>
                <a:cubicBezTo>
                  <a:pt x="424223" y="97962"/>
                  <a:pt x="426092" y="98686"/>
                  <a:pt x="428495" y="98686"/>
                </a:cubicBezTo>
                <a:cubicBezTo>
                  <a:pt x="431165" y="98686"/>
                  <a:pt x="434263" y="97138"/>
                  <a:pt x="437787" y="94040"/>
                </a:cubicBezTo>
                <a:close/>
                <a:moveTo>
                  <a:pt x="509078" y="36046"/>
                </a:moveTo>
                <a:lnTo>
                  <a:pt x="509078" y="45819"/>
                </a:lnTo>
                <a:cubicBezTo>
                  <a:pt x="512923" y="41625"/>
                  <a:pt x="516608" y="38574"/>
                  <a:pt x="520133" y="36667"/>
                </a:cubicBezTo>
                <a:cubicBezTo>
                  <a:pt x="523657" y="34758"/>
                  <a:pt x="527449" y="33803"/>
                  <a:pt x="531507" y="33803"/>
                </a:cubicBezTo>
                <a:cubicBezTo>
                  <a:pt x="536367" y="33803"/>
                  <a:pt x="540398" y="35153"/>
                  <a:pt x="543603" y="37853"/>
                </a:cubicBezTo>
                <a:cubicBezTo>
                  <a:pt x="546807" y="40554"/>
                  <a:pt x="548943" y="43909"/>
                  <a:pt x="550011" y="47919"/>
                </a:cubicBezTo>
                <a:cubicBezTo>
                  <a:pt x="550865" y="50968"/>
                  <a:pt x="551292" y="56824"/>
                  <a:pt x="551292" y="65486"/>
                </a:cubicBezTo>
                <a:lnTo>
                  <a:pt x="551292" y="94681"/>
                </a:lnTo>
                <a:cubicBezTo>
                  <a:pt x="551292" y="100448"/>
                  <a:pt x="551813" y="104040"/>
                  <a:pt x="552854" y="105455"/>
                </a:cubicBezTo>
                <a:cubicBezTo>
                  <a:pt x="553896" y="106870"/>
                  <a:pt x="556072" y="107765"/>
                  <a:pt x="559383" y="108138"/>
                </a:cubicBezTo>
                <a:lnTo>
                  <a:pt x="559383" y="111022"/>
                </a:lnTo>
                <a:lnTo>
                  <a:pt x="521494" y="111022"/>
                </a:lnTo>
                <a:lnTo>
                  <a:pt x="521494" y="108138"/>
                </a:lnTo>
                <a:cubicBezTo>
                  <a:pt x="524325" y="107765"/>
                  <a:pt x="526354" y="106590"/>
                  <a:pt x="527582" y="104614"/>
                </a:cubicBezTo>
                <a:cubicBezTo>
                  <a:pt x="528436" y="103279"/>
                  <a:pt x="528864" y="99968"/>
                  <a:pt x="528864" y="94681"/>
                </a:cubicBezTo>
                <a:lnTo>
                  <a:pt x="528864" y="61358"/>
                </a:lnTo>
                <a:cubicBezTo>
                  <a:pt x="528864" y="55217"/>
                  <a:pt x="528623" y="51346"/>
                  <a:pt x="528143" y="49744"/>
                </a:cubicBezTo>
                <a:cubicBezTo>
                  <a:pt x="527662" y="48142"/>
                  <a:pt x="526848" y="46900"/>
                  <a:pt x="525700" y="46019"/>
                </a:cubicBezTo>
                <a:cubicBezTo>
                  <a:pt x="524552" y="45138"/>
                  <a:pt x="523283" y="44697"/>
                  <a:pt x="521895" y="44697"/>
                </a:cubicBezTo>
                <a:cubicBezTo>
                  <a:pt x="517302" y="44697"/>
                  <a:pt x="513030" y="48008"/>
                  <a:pt x="509078" y="54630"/>
                </a:cubicBezTo>
                <a:lnTo>
                  <a:pt x="509078" y="94681"/>
                </a:lnTo>
                <a:cubicBezTo>
                  <a:pt x="509078" y="100288"/>
                  <a:pt x="509599" y="103839"/>
                  <a:pt x="510640" y="105335"/>
                </a:cubicBezTo>
                <a:cubicBezTo>
                  <a:pt x="511682" y="106830"/>
                  <a:pt x="513618" y="107765"/>
                  <a:pt x="516448" y="108138"/>
                </a:cubicBezTo>
                <a:lnTo>
                  <a:pt x="516448" y="111022"/>
                </a:lnTo>
                <a:lnTo>
                  <a:pt x="478559" y="111022"/>
                </a:lnTo>
                <a:lnTo>
                  <a:pt x="478559" y="108138"/>
                </a:lnTo>
                <a:cubicBezTo>
                  <a:pt x="481710" y="107818"/>
                  <a:pt x="483953" y="106803"/>
                  <a:pt x="485288" y="105094"/>
                </a:cubicBezTo>
                <a:cubicBezTo>
                  <a:pt x="486196" y="103920"/>
                  <a:pt x="486650" y="100448"/>
                  <a:pt x="486650" y="94681"/>
                </a:cubicBezTo>
                <a:lnTo>
                  <a:pt x="486650" y="52387"/>
                </a:lnTo>
                <a:cubicBezTo>
                  <a:pt x="486650" y="46658"/>
                  <a:pt x="486129" y="43091"/>
                  <a:pt x="485088" y="41686"/>
                </a:cubicBezTo>
                <a:cubicBezTo>
                  <a:pt x="484046" y="40281"/>
                  <a:pt x="481870" y="39362"/>
                  <a:pt x="478559" y="38930"/>
                </a:cubicBezTo>
                <a:lnTo>
                  <a:pt x="478559" y="36046"/>
                </a:lnTo>
                <a:lnTo>
                  <a:pt x="509078" y="36046"/>
                </a:lnTo>
                <a:close/>
                <a:moveTo>
                  <a:pt x="599409" y="8491"/>
                </a:moveTo>
                <a:lnTo>
                  <a:pt x="599409" y="36046"/>
                </a:lnTo>
                <a:lnTo>
                  <a:pt x="617192" y="36046"/>
                </a:lnTo>
                <a:lnTo>
                  <a:pt x="617192" y="43896"/>
                </a:lnTo>
                <a:lnTo>
                  <a:pt x="599409" y="43896"/>
                </a:lnTo>
                <a:lnTo>
                  <a:pt x="599409" y="90240"/>
                </a:lnTo>
                <a:cubicBezTo>
                  <a:pt x="599409" y="94578"/>
                  <a:pt x="599609" y="97375"/>
                  <a:pt x="600010" y="98634"/>
                </a:cubicBezTo>
                <a:cubicBezTo>
                  <a:pt x="600410" y="99892"/>
                  <a:pt x="601118" y="100910"/>
                  <a:pt x="602132" y="101688"/>
                </a:cubicBezTo>
                <a:cubicBezTo>
                  <a:pt x="603147" y="102464"/>
                  <a:pt x="604082" y="102852"/>
                  <a:pt x="604936" y="102852"/>
                </a:cubicBezTo>
                <a:cubicBezTo>
                  <a:pt x="608407" y="102852"/>
                  <a:pt x="611691" y="100181"/>
                  <a:pt x="614789" y="94841"/>
                </a:cubicBezTo>
                <a:lnTo>
                  <a:pt x="617192" y="96621"/>
                </a:lnTo>
                <a:cubicBezTo>
                  <a:pt x="612866" y="106969"/>
                  <a:pt x="605844" y="112143"/>
                  <a:pt x="596125" y="112143"/>
                </a:cubicBezTo>
                <a:cubicBezTo>
                  <a:pt x="591372" y="112143"/>
                  <a:pt x="587354" y="110818"/>
                  <a:pt x="584069" y="108166"/>
                </a:cubicBezTo>
                <a:cubicBezTo>
                  <a:pt x="580785" y="105512"/>
                  <a:pt x="578689" y="102551"/>
                  <a:pt x="577781" y="99282"/>
                </a:cubicBezTo>
                <a:cubicBezTo>
                  <a:pt x="577247" y="97460"/>
                  <a:pt x="576980" y="92529"/>
                  <a:pt x="576980" y="84491"/>
                </a:cubicBezTo>
                <a:lnTo>
                  <a:pt x="576980" y="43896"/>
                </a:lnTo>
                <a:lnTo>
                  <a:pt x="567208" y="43896"/>
                </a:lnTo>
                <a:lnTo>
                  <a:pt x="567208" y="41085"/>
                </a:lnTo>
                <a:cubicBezTo>
                  <a:pt x="573936" y="36322"/>
                  <a:pt x="579664" y="31318"/>
                  <a:pt x="584390" y="26073"/>
                </a:cubicBezTo>
                <a:cubicBezTo>
                  <a:pt x="589116" y="20828"/>
                  <a:pt x="593241" y="14967"/>
                  <a:pt x="596766" y="8491"/>
                </a:cubicBezTo>
                <a:lnTo>
                  <a:pt x="599409" y="8491"/>
                </a:lnTo>
                <a:close/>
                <a:moveTo>
                  <a:pt x="642343" y="0"/>
                </a:moveTo>
                <a:cubicBezTo>
                  <a:pt x="645814" y="0"/>
                  <a:pt x="648752" y="1219"/>
                  <a:pt x="651155" y="3657"/>
                </a:cubicBezTo>
                <a:cubicBezTo>
                  <a:pt x="653558" y="6094"/>
                  <a:pt x="654759" y="9027"/>
                  <a:pt x="654759" y="12456"/>
                </a:cubicBezTo>
                <a:cubicBezTo>
                  <a:pt x="654759" y="15885"/>
                  <a:pt x="653544" y="18806"/>
                  <a:pt x="651115" y="21217"/>
                </a:cubicBezTo>
                <a:cubicBezTo>
                  <a:pt x="648685" y="23627"/>
                  <a:pt x="645761" y="24832"/>
                  <a:pt x="642343" y="24832"/>
                </a:cubicBezTo>
                <a:cubicBezTo>
                  <a:pt x="638926" y="24832"/>
                  <a:pt x="636015" y="23627"/>
                  <a:pt x="633612" y="21217"/>
                </a:cubicBezTo>
                <a:cubicBezTo>
                  <a:pt x="631209" y="18806"/>
                  <a:pt x="630008" y="15885"/>
                  <a:pt x="630008" y="12456"/>
                </a:cubicBezTo>
                <a:cubicBezTo>
                  <a:pt x="630008" y="9027"/>
                  <a:pt x="631209" y="6094"/>
                  <a:pt x="633612" y="3657"/>
                </a:cubicBezTo>
                <a:cubicBezTo>
                  <a:pt x="636015" y="1219"/>
                  <a:pt x="638926" y="0"/>
                  <a:pt x="642343" y="0"/>
                </a:cubicBezTo>
                <a:moveTo>
                  <a:pt x="653558" y="36046"/>
                </a:moveTo>
                <a:lnTo>
                  <a:pt x="653558" y="95482"/>
                </a:lnTo>
                <a:cubicBezTo>
                  <a:pt x="653558" y="100769"/>
                  <a:pt x="654172" y="104147"/>
                  <a:pt x="655400" y="105615"/>
                </a:cubicBezTo>
                <a:cubicBezTo>
                  <a:pt x="656628" y="107084"/>
                  <a:pt x="659031" y="107925"/>
                  <a:pt x="662609" y="108138"/>
                </a:cubicBezTo>
                <a:lnTo>
                  <a:pt x="662609" y="111022"/>
                </a:lnTo>
                <a:lnTo>
                  <a:pt x="622158" y="111022"/>
                </a:lnTo>
                <a:lnTo>
                  <a:pt x="622158" y="108138"/>
                </a:lnTo>
                <a:cubicBezTo>
                  <a:pt x="625468" y="108032"/>
                  <a:pt x="627925" y="107070"/>
                  <a:pt x="629527" y="105255"/>
                </a:cubicBezTo>
                <a:cubicBezTo>
                  <a:pt x="630595" y="104026"/>
                  <a:pt x="631129" y="100769"/>
                  <a:pt x="631129" y="95482"/>
                </a:cubicBezTo>
                <a:lnTo>
                  <a:pt x="631129" y="51746"/>
                </a:lnTo>
                <a:cubicBezTo>
                  <a:pt x="631129" y="46393"/>
                  <a:pt x="630515" y="42972"/>
                  <a:pt x="629287" y="41486"/>
                </a:cubicBezTo>
                <a:cubicBezTo>
                  <a:pt x="628058" y="39999"/>
                  <a:pt x="625682" y="39147"/>
                  <a:pt x="622158" y="38930"/>
                </a:cubicBezTo>
                <a:lnTo>
                  <a:pt x="622158" y="36046"/>
                </a:lnTo>
                <a:lnTo>
                  <a:pt x="653558" y="36046"/>
                </a:lnTo>
                <a:close/>
                <a:moveTo>
                  <a:pt x="731044" y="91655"/>
                </a:moveTo>
                <a:lnTo>
                  <a:pt x="733528" y="93575"/>
                </a:lnTo>
                <a:cubicBezTo>
                  <a:pt x="730003" y="100218"/>
                  <a:pt x="725611" y="105161"/>
                  <a:pt x="720351" y="108404"/>
                </a:cubicBezTo>
                <a:cubicBezTo>
                  <a:pt x="715091" y="111644"/>
                  <a:pt x="709497" y="113265"/>
                  <a:pt x="703569" y="113265"/>
                </a:cubicBezTo>
                <a:cubicBezTo>
                  <a:pt x="693583" y="113265"/>
                  <a:pt x="685600" y="109497"/>
                  <a:pt x="679619" y="101960"/>
                </a:cubicBezTo>
                <a:cubicBezTo>
                  <a:pt x="673638" y="94422"/>
                  <a:pt x="670647" y="85362"/>
                  <a:pt x="670647" y="74778"/>
                </a:cubicBezTo>
                <a:cubicBezTo>
                  <a:pt x="670647" y="64567"/>
                  <a:pt x="673371" y="55586"/>
                  <a:pt x="678818" y="47836"/>
                </a:cubicBezTo>
                <a:cubicBezTo>
                  <a:pt x="685386" y="38481"/>
                  <a:pt x="694438" y="33803"/>
                  <a:pt x="705972" y="33803"/>
                </a:cubicBezTo>
                <a:cubicBezTo>
                  <a:pt x="713716" y="33803"/>
                  <a:pt x="719870" y="35758"/>
                  <a:pt x="724436" y="39668"/>
                </a:cubicBezTo>
                <a:cubicBezTo>
                  <a:pt x="729002" y="43577"/>
                  <a:pt x="731285" y="47940"/>
                  <a:pt x="731285" y="52760"/>
                </a:cubicBezTo>
                <a:cubicBezTo>
                  <a:pt x="731285" y="55812"/>
                  <a:pt x="730364" y="58249"/>
                  <a:pt x="728521" y="60069"/>
                </a:cubicBezTo>
                <a:cubicBezTo>
                  <a:pt x="726679" y="61890"/>
                  <a:pt x="724262" y="62800"/>
                  <a:pt x="721272" y="62800"/>
                </a:cubicBezTo>
                <a:cubicBezTo>
                  <a:pt x="718121" y="62800"/>
                  <a:pt x="715518" y="61756"/>
                  <a:pt x="713462" y="59666"/>
                </a:cubicBezTo>
                <a:cubicBezTo>
                  <a:pt x="711406" y="57575"/>
                  <a:pt x="710138" y="53851"/>
                  <a:pt x="709657" y="48492"/>
                </a:cubicBezTo>
                <a:cubicBezTo>
                  <a:pt x="709337" y="45116"/>
                  <a:pt x="708562" y="42758"/>
                  <a:pt x="707334" y="41418"/>
                </a:cubicBezTo>
                <a:cubicBezTo>
                  <a:pt x="706106" y="40080"/>
                  <a:pt x="704664" y="39410"/>
                  <a:pt x="703009" y="39410"/>
                </a:cubicBezTo>
                <a:cubicBezTo>
                  <a:pt x="700445" y="39410"/>
                  <a:pt x="698256" y="40772"/>
                  <a:pt x="696440" y="43496"/>
                </a:cubicBezTo>
                <a:cubicBezTo>
                  <a:pt x="693663" y="47608"/>
                  <a:pt x="692275" y="53909"/>
                  <a:pt x="692275" y="62400"/>
                </a:cubicBezTo>
                <a:cubicBezTo>
                  <a:pt x="692275" y="69449"/>
                  <a:pt x="693396" y="76191"/>
                  <a:pt x="695639" y="82626"/>
                </a:cubicBezTo>
                <a:cubicBezTo>
                  <a:pt x="697882" y="89061"/>
                  <a:pt x="700953" y="93853"/>
                  <a:pt x="704851" y="97004"/>
                </a:cubicBezTo>
                <a:cubicBezTo>
                  <a:pt x="707788" y="99300"/>
                  <a:pt x="711259" y="100448"/>
                  <a:pt x="715264" y="100448"/>
                </a:cubicBezTo>
                <a:cubicBezTo>
                  <a:pt x="717881" y="100448"/>
                  <a:pt x="720364" y="99836"/>
                  <a:pt x="722714" y="98611"/>
                </a:cubicBezTo>
                <a:cubicBezTo>
                  <a:pt x="725064" y="97385"/>
                  <a:pt x="727840" y="95066"/>
                  <a:pt x="731044" y="91655"/>
                </a:cubicBezTo>
                <a:close/>
                <a:moveTo>
                  <a:pt x="740521" y="17783"/>
                </a:moveTo>
                <a:lnTo>
                  <a:pt x="827993" y="53348"/>
                </a:lnTo>
                <a:lnTo>
                  <a:pt x="827993" y="59917"/>
                </a:lnTo>
                <a:lnTo>
                  <a:pt x="740521" y="96123"/>
                </a:lnTo>
                <a:lnTo>
                  <a:pt x="740521" y="85011"/>
                </a:lnTo>
                <a:lnTo>
                  <a:pt x="808208" y="56675"/>
                </a:lnTo>
                <a:lnTo>
                  <a:pt x="740521" y="28980"/>
                </a:lnTo>
                <a:lnTo>
                  <a:pt x="740521" y="17783"/>
                </a:lnTo>
                <a:close/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747109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2026-09-08T02:02:11.4140000Z</dcterms:created>
  <dcterms:modified xsi:type="dcterms:W3CDTF">2026-09-08T02:02:11.4140000Z</dcterms:modified>
</coreProperties>
</file>