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4bc5fca2184877" /><Relationship Type="http://schemas.openxmlformats.org/officeDocument/2006/relationships/extended-properties" Target="/docProps/app.xml" Id="R774478ebb54a483a" /><Relationship Type="http://schemas.openxmlformats.org/officeDocument/2006/relationships/officeDocument" Target="/ppt/presentation.xml" Id="R64291f11ffc443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0bc3cc31a4457d"/>
  </p:sldMasterIdLst>
  <p:notesMasterIdLst>
    <p:notesMasterId xmlns:r="http://schemas.openxmlformats.org/officeDocument/2006/relationships" r:id="R013a9920a9e443c2"/>
  </p:notesMasterIdLst>
  <p:sldIdLst>
    <p:sldId xmlns:r="http://schemas.openxmlformats.org/officeDocument/2006/relationships" id="256" r:id="Rde8cc7ac51d14964"/>
  </p:sldIdLst>
  <p:sldSz cx="13030200" cy="6610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fc5b8f94644784" /><Relationship Type="http://schemas.openxmlformats.org/officeDocument/2006/relationships/slideMaster" Target="/ppt/slideMasters/slideMaster1.xml" Id="R2f0bc3cc31a4457d" /><Relationship Type="http://schemas.openxmlformats.org/officeDocument/2006/relationships/notesMaster" Target="/ppt/notesMasters/notesMaster1.xml" Id="R013a9920a9e443c2" /><Relationship Type="http://schemas.openxmlformats.org/officeDocument/2006/relationships/presProps" Target="/ppt/presProps.xml" Id="R6bfca6ff62184eef" /><Relationship Type="http://schemas.openxmlformats.org/officeDocument/2006/relationships/tableStyles" Target="/ppt/tableStyles.xml" Id="Ra2760d4b98b64580" /><Relationship Type="http://schemas.openxmlformats.org/officeDocument/2006/relationships/slide" Target="/ppt/slides/slide1.xml" Id="Rde8cc7ac51d1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e3be94ab294f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caa9b8efb34b5b" /><Relationship Type="http://schemas.openxmlformats.org/officeDocument/2006/relationships/notesMaster" Target="/ppt/notesMasters/notesMaster1.xml" Id="R06eded2328094d3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素材ID：AI-063</ns1:t>
            </ns1:r>
          </ns1:p>
          <ns1:p>
            <ns1:r>
              <ns1:t>论文：Mapping the Circumplex of Affect: Geometric Analysis of Emotion Representations via Hyperspherical Contrastive Learning</ns1:t>
            </ns1:r>
          </ns1:p>
          <ns1:p>
            <ns1:r>
              <ns1:t>会议：ACL 2026</ns1:t>
            </ns1:r>
          </ns1:p>
          <ns1:p>
            <ns1:r>
              <ns1:t>奖项：Best Theme Paper</ns1:t>
            </ns1:r>
          </ns1:p>
          <ns1:p>
            <ns1:r>
              <ns1:t>图号：Figure 2，PDF第3页</ns1:t>
            </ns1:r>
          </ns1:p>
          <ns1:p>
            <ns1:r>
              <ns1:t>类型：研究流程</ns1:t>
            </ns1:r>
          </ns1:p>
          <ns1:p>
            <ns1:r>
              <ns1:t>借鉴点：左侧数据构建与情绪轮盘，右侧将三训练目标、两种几何表示及三主干组合成实验设计。</ns1:t>
            </ns1:r>
          </ns1:p>
          <ns1:p>
            <ns1:r>
              <ns1:t>论文URL：https://aclanthology.org/2026.acl-long.772/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e25d550cf46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6ac9fa4a40446a" /><Relationship Type="http://schemas.openxmlformats.org/officeDocument/2006/relationships/slideLayout" Target="/ppt/slideLayouts/slideLayout1.xml" Id="R8e923cd5dd2b41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923cd5dd2b41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22db6ba3d409d" /><Relationship Type="http://schemas.openxmlformats.org/officeDocument/2006/relationships/image" Target="/ppt/media/image.png" Id="R1305ca5559804c9f" /><Relationship Type="http://schemas.openxmlformats.org/officeDocument/2006/relationships/image" Target="/ppt/media/image2.png" Id="R7cc5d324e8db4e87" /><Relationship Type="http://schemas.openxmlformats.org/officeDocument/2006/relationships/image" Target="/ppt/media/image3.png" Id="R19849b11dc794002" /><Relationship Type="http://schemas.openxmlformats.org/officeDocument/2006/relationships/image" Target="/ppt/media/image4.png" Id="R9f8c09e669c94a3b" /><Relationship Type="http://schemas.openxmlformats.org/officeDocument/2006/relationships/image" Target="/ppt/media/image5.png" Id="Rd7d61c99fa624cd9" /><Relationship Type="http://schemas.openxmlformats.org/officeDocument/2006/relationships/notesSlide" Target="/ppt/notesSlides/notesSlide1.xml" Id="R763dbfd378044b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5ca5559804c9f"/>
          <a:stretch xmlns:a="http://schemas.openxmlformats.org/drawingml/2006/main"/>
        </p:blipFill>
        <p:spPr>
          <a:xfrm xmlns:a="http://schemas.openxmlformats.org/drawingml/2006/main">
            <a:off x="514350" y="390525"/>
            <a:ext cx="866775" cy="571500"/>
          </a:xfrm>
          <a:prstGeom xmlns:a="http://schemas.openxmlformats.org/drawingml/2006/main" prst="rect">
            <a:avLst/>
          </a:prstGeom>
        </p:spPr>
      </p:pic>
      <p:sp>
        <p:nvSpPr>
          <p:cNvPr id="2" name="path-1">
            <a:extLst xmlns:a="http://schemas.openxmlformats.org/drawingml/2006/main">
              <a:ext uri="{FF2B5EF4-FFF2-40B4-BE49-F238E27FC236}">
                <a16:creationId xmlns:a16="http://schemas.microsoft.com/office/drawing/2014/main" id="{EB3CE2F7-B49F-4416-BE35-F3655E2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1266825"/>
            <a:ext cx="1809750" cy="1581150"/>
          </a:xfrm>
          <a:custGeom xmlns:a="http://schemas.openxmlformats.org/drawingml/2006/main">
            <a:pathLst>
              <a:path w="1809750" h="1581150">
                <a:moveTo>
                  <a:pt x="0" y="0"/>
                </a:moveTo>
                <a:lnTo>
                  <a:pt x="1809750" y="0"/>
                </a:lnTo>
                <a:lnTo>
                  <a:pt x="1809750" y="1362075"/>
                </a:lnTo>
                <a:lnTo>
                  <a:pt x="1809750" y="1362075"/>
                </a:lnTo>
                <a:lnTo>
                  <a:pt x="1808510" y="1373540"/>
                </a:lnTo>
                <a:lnTo>
                  <a:pt x="1804793" y="1384975"/>
                </a:lnTo>
                <a:lnTo>
                  <a:pt x="1798609" y="1396346"/>
                </a:lnTo>
                <a:lnTo>
                  <a:pt x="1789976" y="1407623"/>
                </a:lnTo>
                <a:lnTo>
                  <a:pt x="1778917" y="1418776"/>
                </a:lnTo>
                <a:lnTo>
                  <a:pt x="1765462" y="1429773"/>
                </a:lnTo>
                <a:lnTo>
                  <a:pt x="1749649" y="1440584"/>
                </a:lnTo>
                <a:lnTo>
                  <a:pt x="1731519" y="1451181"/>
                </a:lnTo>
                <a:lnTo>
                  <a:pt x="1711125" y="1461533"/>
                </a:lnTo>
                <a:lnTo>
                  <a:pt x="1688520" y="1471613"/>
                </a:lnTo>
                <a:lnTo>
                  <a:pt x="1663767" y="1481392"/>
                </a:lnTo>
                <a:lnTo>
                  <a:pt x="1636934" y="1490844"/>
                </a:lnTo>
                <a:lnTo>
                  <a:pt x="1608095" y="1499943"/>
                </a:lnTo>
                <a:lnTo>
                  <a:pt x="1577328" y="1508665"/>
                </a:lnTo>
                <a:lnTo>
                  <a:pt x="1544718" y="1516984"/>
                </a:lnTo>
                <a:lnTo>
                  <a:pt x="1510355" y="1524879"/>
                </a:lnTo>
                <a:lnTo>
                  <a:pt x="1474331" y="1532328"/>
                </a:lnTo>
                <a:lnTo>
                  <a:pt x="1436747" y="1539310"/>
                </a:lnTo>
                <a:lnTo>
                  <a:pt x="1397705" y="1545807"/>
                </a:lnTo>
                <a:lnTo>
                  <a:pt x="1357313" y="1551800"/>
                </a:lnTo>
                <a:lnTo>
                  <a:pt x="1315680" y="1557272"/>
                </a:lnTo>
                <a:lnTo>
                  <a:pt x="1272921" y="1562210"/>
                </a:lnTo>
                <a:lnTo>
                  <a:pt x="1229153" y="1566599"/>
                </a:lnTo>
                <a:lnTo>
                  <a:pt x="1184497" y="1570428"/>
                </a:lnTo>
                <a:lnTo>
                  <a:pt x="1139074" y="1573685"/>
                </a:lnTo>
                <a:lnTo>
                  <a:pt x="1093009" y="1576363"/>
                </a:lnTo>
                <a:lnTo>
                  <a:pt x="1046429" y="1578453"/>
                </a:lnTo>
                <a:lnTo>
                  <a:pt x="999460" y="1579950"/>
                </a:lnTo>
                <a:lnTo>
                  <a:pt x="952232" y="1580850"/>
                </a:lnTo>
                <a:lnTo>
                  <a:pt x="904875" y="1581150"/>
                </a:lnTo>
                <a:lnTo>
                  <a:pt x="857518" y="1580850"/>
                </a:lnTo>
                <a:lnTo>
                  <a:pt x="810290" y="1579950"/>
                </a:lnTo>
                <a:lnTo>
                  <a:pt x="763321" y="1578453"/>
                </a:lnTo>
                <a:lnTo>
                  <a:pt x="716741" y="1576363"/>
                </a:lnTo>
                <a:lnTo>
                  <a:pt x="670676" y="1573685"/>
                </a:lnTo>
                <a:lnTo>
                  <a:pt x="625253" y="1570428"/>
                </a:lnTo>
                <a:lnTo>
                  <a:pt x="580597" y="1566599"/>
                </a:lnTo>
                <a:lnTo>
                  <a:pt x="536829" y="1562210"/>
                </a:lnTo>
                <a:lnTo>
                  <a:pt x="494070" y="1557272"/>
                </a:lnTo>
                <a:lnTo>
                  <a:pt x="452438" y="1551800"/>
                </a:lnTo>
                <a:lnTo>
                  <a:pt x="412045" y="1545807"/>
                </a:lnTo>
                <a:lnTo>
                  <a:pt x="373003" y="1539310"/>
                </a:lnTo>
                <a:lnTo>
                  <a:pt x="335419" y="1532328"/>
                </a:lnTo>
                <a:lnTo>
                  <a:pt x="299395" y="1524879"/>
                </a:lnTo>
                <a:lnTo>
                  <a:pt x="265032" y="1516984"/>
                </a:lnTo>
                <a:lnTo>
                  <a:pt x="232422" y="1508665"/>
                </a:lnTo>
                <a:lnTo>
                  <a:pt x="201655" y="1499943"/>
                </a:lnTo>
                <a:lnTo>
                  <a:pt x="172816" y="1490844"/>
                </a:lnTo>
                <a:lnTo>
                  <a:pt x="145983" y="1481392"/>
                </a:lnTo>
                <a:lnTo>
                  <a:pt x="121230" y="1471613"/>
                </a:lnTo>
                <a:lnTo>
                  <a:pt x="98625" y="1461533"/>
                </a:lnTo>
                <a:lnTo>
                  <a:pt x="78231" y="1451181"/>
                </a:lnTo>
                <a:lnTo>
                  <a:pt x="60101" y="1440584"/>
                </a:lnTo>
                <a:lnTo>
                  <a:pt x="44288" y="1429773"/>
                </a:lnTo>
                <a:lnTo>
                  <a:pt x="30833" y="1418776"/>
                </a:lnTo>
                <a:lnTo>
                  <a:pt x="19774" y="1407623"/>
                </a:lnTo>
                <a:lnTo>
                  <a:pt x="11141" y="1396346"/>
                </a:lnTo>
                <a:lnTo>
                  <a:pt x="4957" y="1384975"/>
                </a:lnTo>
                <a:lnTo>
                  <a:pt x="1240" y="1373540"/>
                </a:lnTo>
                <a:lnTo>
                  <a:pt x="0" y="13620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384A"/>
            </a:solidFill>
          </a:ln>
        </p:spPr>
      </p:sp>
      <p:sp>
        <p:nvSpPr>
          <p:cNvPr id="3" name="AI-063-2">
            <a:extLst xmlns:a="http://schemas.openxmlformats.org/drawingml/2006/main">
              <a:ext uri="{FF2B5EF4-FFF2-40B4-BE49-F238E27FC236}">
                <a16:creationId xmlns:a16="http://schemas.microsoft.com/office/drawing/2014/main" id="{43B584F7-EDA6-446D-B891-A4F5E1D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1047750"/>
            <a:ext cx="18097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384A"/>
            </a:solidFill>
          </a:ln>
        </p:spPr>
      </p:sp>
      <p:sp>
        <p:nvSpPr>
          <p:cNvPr id="4" name="AI-063-3">
            <a:extLst xmlns:a="http://schemas.openxmlformats.org/drawingml/2006/main">
              <a:ext uri="{FF2B5EF4-FFF2-40B4-BE49-F238E27FC236}">
                <a16:creationId xmlns:a16="http://schemas.microsoft.com/office/drawing/2014/main" id="{D8E38130-4A47-4E69-8337-183C84D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571625"/>
            <a:ext cx="1533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Real-World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Emotion Datasets</a:t>
            </a:r>
          </a:p>
        </p:txBody>
      </p:sp>
      <p:sp>
        <p:nvSpPr>
          <p:cNvPr id="5" name="AI-063-4">
            <a:extLst xmlns:a="http://schemas.openxmlformats.org/drawingml/2006/main">
              <a:ext uri="{FF2B5EF4-FFF2-40B4-BE49-F238E27FC236}">
                <a16:creationId xmlns:a16="http://schemas.microsoft.com/office/drawing/2014/main" id="{6C87C6E5-E0D2-4EBE-81AC-7E92C6F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0193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· Emolit</a:t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· Empathetic Dialogue</a:t>
            </a:r>
          </a:p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· SuperEmotion</a:t>
            </a:r>
          </a:p>
        </p:txBody>
      </p:sp>
      <p:pic>
        <p:nvPicPr>
          <p:cNvPr id="5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5d324e8db4e87"/>
          <a:stretch xmlns:a="http://schemas.openxmlformats.org/drawingml/2006/main"/>
        </p:blipFill>
        <p:spPr>
          <a:xfrm xmlns:a="http://schemas.openxmlformats.org/drawingml/2006/main">
            <a:off x="114300" y="2895600"/>
            <a:ext cx="523875" cy="542925"/>
          </a:xfrm>
          <a:prstGeom xmlns:a="http://schemas.openxmlformats.org/drawingml/2006/main" prst="rect">
            <a:avLst/>
          </a:prstGeom>
        </p:spPr>
      </p:pic>
      <p:pic>
        <p:nvPicPr>
          <p:cNvPr id="5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49b11dc794002"/>
          <a:stretch xmlns:a="http://schemas.openxmlformats.org/drawingml/2006/main"/>
        </p:blipFill>
        <p:spPr>
          <a:xfrm xmlns:a="http://schemas.openxmlformats.org/drawingml/2006/main">
            <a:off x="714375" y="2933700"/>
            <a:ext cx="533400" cy="504825"/>
          </a:xfrm>
          <a:prstGeom xmlns:a="http://schemas.openxmlformats.org/drawingml/2006/main" prst="rect">
            <a:avLst/>
          </a:prstGeom>
        </p:spPr>
      </p:pic>
      <p:pic>
        <p:nvPicPr>
          <p:cNvPr id="5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c09e669c94a3b"/>
          <a:stretch xmlns:a="http://schemas.openxmlformats.org/drawingml/2006/main"/>
        </p:blipFill>
        <p:spPr>
          <a:xfrm xmlns:a="http://schemas.openxmlformats.org/drawingml/2006/main">
            <a:off x="1266825" y="2914650"/>
            <a:ext cx="552450" cy="533400"/>
          </a:xfrm>
          <a:prstGeom xmlns:a="http://schemas.openxmlformats.org/drawingml/2006/main" prst="rect">
            <a:avLst/>
          </a:prstGeom>
        </p:spPr>
      </p:pic>
      <p:sp>
        <p:nvSpPr>
          <p:cNvPr id="9" name="path-5">
            <a:extLst xmlns:a="http://schemas.openxmlformats.org/drawingml/2006/main">
              <a:ext uri="{FF2B5EF4-FFF2-40B4-BE49-F238E27FC236}">
                <a16:creationId xmlns:a16="http://schemas.microsoft.com/office/drawing/2014/main" id="{1ED8795F-BCF5-4202-83CA-A4B5672A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648075"/>
            <a:ext cx="1809750" cy="981075"/>
          </a:xfrm>
          <a:custGeom xmlns:a="http://schemas.openxmlformats.org/drawingml/2006/main">
            <a:pathLst>
              <a:path w="1809750" h="981075">
                <a:moveTo>
                  <a:pt x="0" y="0"/>
                </a:moveTo>
                <a:lnTo>
                  <a:pt x="1809750" y="0"/>
                </a:lnTo>
                <a:lnTo>
                  <a:pt x="1809750" y="828675"/>
                </a:lnTo>
                <a:lnTo>
                  <a:pt x="1809750" y="828675"/>
                </a:lnTo>
                <a:lnTo>
                  <a:pt x="1808510" y="836651"/>
                </a:lnTo>
                <a:lnTo>
                  <a:pt x="1804793" y="844605"/>
                </a:lnTo>
                <a:lnTo>
                  <a:pt x="1798609" y="852516"/>
                </a:lnTo>
                <a:lnTo>
                  <a:pt x="1789976" y="860361"/>
                </a:lnTo>
                <a:lnTo>
                  <a:pt x="1778917" y="868119"/>
                </a:lnTo>
                <a:lnTo>
                  <a:pt x="1765462" y="875769"/>
                </a:lnTo>
                <a:lnTo>
                  <a:pt x="1749649" y="883290"/>
                </a:lnTo>
                <a:lnTo>
                  <a:pt x="1731519" y="890662"/>
                </a:lnTo>
                <a:lnTo>
                  <a:pt x="1711125" y="897863"/>
                </a:lnTo>
                <a:lnTo>
                  <a:pt x="1688520" y="904875"/>
                </a:lnTo>
                <a:lnTo>
                  <a:pt x="1663767" y="911678"/>
                </a:lnTo>
                <a:lnTo>
                  <a:pt x="1636934" y="918253"/>
                </a:lnTo>
                <a:lnTo>
                  <a:pt x="1608095" y="924583"/>
                </a:lnTo>
                <a:lnTo>
                  <a:pt x="1577328" y="930651"/>
                </a:lnTo>
                <a:lnTo>
                  <a:pt x="1544718" y="936438"/>
                </a:lnTo>
                <a:lnTo>
                  <a:pt x="1510355" y="941930"/>
                </a:lnTo>
                <a:lnTo>
                  <a:pt x="1474331" y="947112"/>
                </a:lnTo>
                <a:lnTo>
                  <a:pt x="1436747" y="951969"/>
                </a:lnTo>
                <a:lnTo>
                  <a:pt x="1397705" y="956488"/>
                </a:lnTo>
                <a:lnTo>
                  <a:pt x="1357313" y="960657"/>
                </a:lnTo>
                <a:lnTo>
                  <a:pt x="1315680" y="964464"/>
                </a:lnTo>
                <a:lnTo>
                  <a:pt x="1272921" y="967899"/>
                </a:lnTo>
                <a:lnTo>
                  <a:pt x="1229153" y="970953"/>
                </a:lnTo>
                <a:lnTo>
                  <a:pt x="1184497" y="973616"/>
                </a:lnTo>
                <a:lnTo>
                  <a:pt x="1139074" y="975882"/>
                </a:lnTo>
                <a:lnTo>
                  <a:pt x="1093009" y="977745"/>
                </a:lnTo>
                <a:lnTo>
                  <a:pt x="1046429" y="979199"/>
                </a:lnTo>
                <a:lnTo>
                  <a:pt x="999460" y="980240"/>
                </a:lnTo>
                <a:lnTo>
                  <a:pt x="952232" y="980866"/>
                </a:lnTo>
                <a:lnTo>
                  <a:pt x="904875" y="981075"/>
                </a:lnTo>
                <a:lnTo>
                  <a:pt x="857518" y="980866"/>
                </a:lnTo>
                <a:lnTo>
                  <a:pt x="810290" y="980240"/>
                </a:lnTo>
                <a:lnTo>
                  <a:pt x="763321" y="979199"/>
                </a:lnTo>
                <a:lnTo>
                  <a:pt x="716741" y="977745"/>
                </a:lnTo>
                <a:lnTo>
                  <a:pt x="670676" y="975882"/>
                </a:lnTo>
                <a:lnTo>
                  <a:pt x="625253" y="973616"/>
                </a:lnTo>
                <a:lnTo>
                  <a:pt x="580597" y="970953"/>
                </a:lnTo>
                <a:lnTo>
                  <a:pt x="536829" y="967899"/>
                </a:lnTo>
                <a:lnTo>
                  <a:pt x="494070" y="964464"/>
                </a:lnTo>
                <a:lnTo>
                  <a:pt x="452438" y="960657"/>
                </a:lnTo>
                <a:lnTo>
                  <a:pt x="412045" y="956488"/>
                </a:lnTo>
                <a:lnTo>
                  <a:pt x="373003" y="951969"/>
                </a:lnTo>
                <a:lnTo>
                  <a:pt x="335419" y="947112"/>
                </a:lnTo>
                <a:lnTo>
                  <a:pt x="299395" y="941930"/>
                </a:lnTo>
                <a:lnTo>
                  <a:pt x="265032" y="936438"/>
                </a:lnTo>
                <a:lnTo>
                  <a:pt x="232422" y="930651"/>
                </a:lnTo>
                <a:lnTo>
                  <a:pt x="201655" y="924583"/>
                </a:lnTo>
                <a:lnTo>
                  <a:pt x="172816" y="918253"/>
                </a:lnTo>
                <a:lnTo>
                  <a:pt x="145983" y="911678"/>
                </a:lnTo>
                <a:lnTo>
                  <a:pt x="121230" y="904875"/>
                </a:lnTo>
                <a:lnTo>
                  <a:pt x="98625" y="897863"/>
                </a:lnTo>
                <a:lnTo>
                  <a:pt x="78231" y="890662"/>
                </a:lnTo>
                <a:lnTo>
                  <a:pt x="60101" y="883290"/>
                </a:lnTo>
                <a:lnTo>
                  <a:pt x="44288" y="875769"/>
                </a:lnTo>
                <a:lnTo>
                  <a:pt x="30833" y="868119"/>
                </a:lnTo>
                <a:lnTo>
                  <a:pt x="19774" y="860361"/>
                </a:lnTo>
                <a:lnTo>
                  <a:pt x="11141" y="852516"/>
                </a:lnTo>
                <a:lnTo>
                  <a:pt x="4957" y="844605"/>
                </a:lnTo>
                <a:lnTo>
                  <a:pt x="1240" y="836651"/>
                </a:lnTo>
                <a:lnTo>
                  <a:pt x="0" y="828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384A"/>
            </a:solidFill>
          </a:ln>
        </p:spPr>
      </p:sp>
      <p:sp>
        <p:nvSpPr>
          <p:cNvPr id="10" name="AI-063-6">
            <a:extLst xmlns:a="http://schemas.openxmlformats.org/drawingml/2006/main">
              <a:ext uri="{FF2B5EF4-FFF2-40B4-BE49-F238E27FC236}">
                <a16:creationId xmlns:a16="http://schemas.microsoft.com/office/drawing/2014/main" id="{1B8BB9BA-4C6A-43E8-BF2E-A2650D2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3495675"/>
            <a:ext cx="180975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384A"/>
            </a:solidFill>
          </a:ln>
        </p:spPr>
      </p:sp>
      <p:sp>
        <p:nvSpPr>
          <p:cNvPr id="11" name="AI-063-7">
            <a:extLst xmlns:a="http://schemas.openxmlformats.org/drawingml/2006/main">
              <a:ext uri="{FF2B5EF4-FFF2-40B4-BE49-F238E27FC236}">
                <a16:creationId xmlns:a16="http://schemas.microsoft.com/office/drawing/2014/main" id="{A1FAA670-DEF4-4632-977D-3BF1E66C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38671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Synthetic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Emotion Dataset</a:t>
            </a:r>
          </a:p>
        </p:txBody>
      </p:sp>
      <p:sp>
        <p:nvSpPr>
          <p:cNvPr id="12" name="AI-063-8">
            <a:extLst xmlns:a="http://schemas.openxmlformats.org/drawingml/2006/main">
              <a:ext uri="{FF2B5EF4-FFF2-40B4-BE49-F238E27FC236}">
                <a16:creationId xmlns:a16="http://schemas.microsoft.com/office/drawing/2014/main" id="{CC98318C-FC2E-48A1-ABB9-79F82750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42957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· PersonaGen</a:t>
            </a:r>
          </a:p>
        </p:txBody>
      </p:sp>
      <p:sp>
        <p:nvSpPr>
          <p:cNvPr id="13" name="path-9">
            <a:extLst xmlns:a="http://schemas.openxmlformats.org/drawingml/2006/main">
              <a:ext uri="{FF2B5EF4-FFF2-40B4-BE49-F238E27FC236}">
                <a16:creationId xmlns:a16="http://schemas.microsoft.com/office/drawing/2014/main" id="{CED6DF40-64C3-49B0-ACE3-1073EB5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1257300"/>
            <a:ext cx="95" cy="1371600"/>
          </a:xfrm>
          <a:custGeom xmlns:a="http://schemas.openxmlformats.org/drawingml/2006/main">
            <a:pathLst>
              <a:path w="95"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384A"/>
            </a:solidFill>
          </a:ln>
        </p:spPr>
      </p:sp>
      <p:sp>
        <p:nvSpPr>
          <p:cNvPr id="14" name="path-10">
            <a:extLst xmlns:a="http://schemas.openxmlformats.org/drawingml/2006/main">
              <a:ext uri="{FF2B5EF4-FFF2-40B4-BE49-F238E27FC236}">
                <a16:creationId xmlns:a16="http://schemas.microsoft.com/office/drawing/2014/main" id="{F5E659DC-1E2A-4E0E-A2BE-A21F6E74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257300"/>
            <a:ext cx="95" cy="1371600"/>
          </a:xfrm>
          <a:custGeom xmlns:a="http://schemas.openxmlformats.org/drawingml/2006/main">
            <a:pathLst>
              <a:path w="95"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384A"/>
            </a:solidFill>
          </a:ln>
        </p:spPr>
      </p:sp>
      <p:sp>
        <p:nvSpPr>
          <p:cNvPr id="15" name="AI-063-11">
            <a:extLst xmlns:a="http://schemas.openxmlformats.org/drawingml/2006/main">
              <a:ext uri="{FF2B5EF4-FFF2-40B4-BE49-F238E27FC236}">
                <a16:creationId xmlns:a16="http://schemas.microsoft.com/office/drawing/2014/main" id="{FA2AA2E3-7870-4E9B-8721-D85798C1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904875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16" name="AI-063-12">
            <a:extLst xmlns:a="http://schemas.openxmlformats.org/drawingml/2006/main">
              <a:ext uri="{FF2B5EF4-FFF2-40B4-BE49-F238E27FC236}">
                <a16:creationId xmlns:a16="http://schemas.microsoft.com/office/drawing/2014/main" id="{018382FF-70BB-4F07-A794-0C0D243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904875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17" name="AI-063-13">
            <a:extLst xmlns:a="http://schemas.openxmlformats.org/drawingml/2006/main">
              <a:ext uri="{FF2B5EF4-FFF2-40B4-BE49-F238E27FC236}">
                <a16:creationId xmlns:a16="http://schemas.microsoft.com/office/drawing/2014/main" id="{6C4FEE0E-8F13-4BAA-AF95-A92E7AFF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1276350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18" name="AI-063-14">
            <a:extLst xmlns:a="http://schemas.openxmlformats.org/drawingml/2006/main">
              <a:ext uri="{FF2B5EF4-FFF2-40B4-BE49-F238E27FC236}">
                <a16:creationId xmlns:a16="http://schemas.microsoft.com/office/drawing/2014/main" id="{18B1EE77-A6C7-4E8B-8E5C-3E2C7FEC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1276350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19" name="AI-063-15">
            <a:extLst xmlns:a="http://schemas.openxmlformats.org/drawingml/2006/main">
              <a:ext uri="{FF2B5EF4-FFF2-40B4-BE49-F238E27FC236}">
                <a16:creationId xmlns:a16="http://schemas.microsoft.com/office/drawing/2014/main" id="{17C418DE-282A-4B55-B0F3-9EBA6A61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1647825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0" name="AI-063-16">
            <a:extLst xmlns:a="http://schemas.openxmlformats.org/drawingml/2006/main">
              <a:ext uri="{FF2B5EF4-FFF2-40B4-BE49-F238E27FC236}">
                <a16:creationId xmlns:a16="http://schemas.microsoft.com/office/drawing/2014/main" id="{E53055BE-E358-49E3-81C9-AE62E158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1647825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1" name="AI-063-17">
            <a:extLst xmlns:a="http://schemas.openxmlformats.org/drawingml/2006/main">
              <a:ext uri="{FF2B5EF4-FFF2-40B4-BE49-F238E27FC236}">
                <a16:creationId xmlns:a16="http://schemas.microsoft.com/office/drawing/2014/main" id="{67A21300-1092-4969-B3DE-B5FBE060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019300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2" name="AI-063-18">
            <a:extLst xmlns:a="http://schemas.openxmlformats.org/drawingml/2006/main">
              <a:ext uri="{FF2B5EF4-FFF2-40B4-BE49-F238E27FC236}">
                <a16:creationId xmlns:a16="http://schemas.microsoft.com/office/drawing/2014/main" id="{C6D91119-9017-47D7-8F68-EE51FBBB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2019300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3" name="AI-063-19">
            <a:extLst xmlns:a="http://schemas.openxmlformats.org/drawingml/2006/main">
              <a:ext uri="{FF2B5EF4-FFF2-40B4-BE49-F238E27FC236}">
                <a16:creationId xmlns:a16="http://schemas.microsoft.com/office/drawing/2014/main" id="{F73CB9CF-BB01-412E-BC6C-2F84D40C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390775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4" name="AI-063-20">
            <a:extLst xmlns:a="http://schemas.openxmlformats.org/drawingml/2006/main">
              <a:ext uri="{FF2B5EF4-FFF2-40B4-BE49-F238E27FC236}">
                <a16:creationId xmlns:a16="http://schemas.microsoft.com/office/drawing/2014/main" id="{1AFC1FB1-CFD3-418B-B92B-B2398562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2390775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5" name="AI-063-21">
            <a:extLst xmlns:a="http://schemas.openxmlformats.org/drawingml/2006/main">
              <a:ext uri="{FF2B5EF4-FFF2-40B4-BE49-F238E27FC236}">
                <a16:creationId xmlns:a16="http://schemas.microsoft.com/office/drawing/2014/main" id="{9402B869-CBEF-4B72-838B-AC3DC022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762250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6" name="AI-063-22">
            <a:extLst xmlns:a="http://schemas.openxmlformats.org/drawingml/2006/main">
              <a:ext uri="{FF2B5EF4-FFF2-40B4-BE49-F238E27FC236}">
                <a16:creationId xmlns:a16="http://schemas.microsoft.com/office/drawing/2014/main" id="{62D26574-44F4-41D7-8AFD-5FF40A84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2762250"/>
            <a:ext cx="1181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27" name="AI-063-23">
            <a:extLst xmlns:a="http://schemas.openxmlformats.org/drawingml/2006/main">
              <a:ext uri="{FF2B5EF4-FFF2-40B4-BE49-F238E27FC236}">
                <a16:creationId xmlns:a16="http://schemas.microsoft.com/office/drawing/2014/main" id="{BEBDC850-2727-47E0-B26C-C823A917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90487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Text</a:t>
            </a:r>
          </a:p>
        </p:txBody>
      </p:sp>
      <p:sp>
        <p:nvSpPr>
          <p:cNvPr id="28" name="AI-063-24">
            <a:extLst xmlns:a="http://schemas.openxmlformats.org/drawingml/2006/main">
              <a:ext uri="{FF2B5EF4-FFF2-40B4-BE49-F238E27FC236}">
                <a16:creationId xmlns:a16="http://schemas.microsoft.com/office/drawing/2014/main" id="{47459699-D3F2-4816-8406-F07B004E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90487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Label</a:t>
            </a:r>
          </a:p>
        </p:txBody>
      </p:sp>
      <p:sp>
        <p:nvSpPr>
          <p:cNvPr id="29" name="AI-063-25">
            <a:extLst xmlns:a="http://schemas.openxmlformats.org/drawingml/2006/main">
              <a:ext uri="{FF2B5EF4-FFF2-40B4-BE49-F238E27FC236}">
                <a16:creationId xmlns:a16="http://schemas.microsoft.com/office/drawing/2014/main" id="{E6DBEA7C-912E-4AF5-8923-0EC2661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1276350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sentence1</a:t>
            </a:r>
          </a:p>
        </p:txBody>
      </p:sp>
      <p:sp>
        <p:nvSpPr>
          <p:cNvPr id="30" name="AI-063-26">
            <a:extLst xmlns:a="http://schemas.openxmlformats.org/drawingml/2006/main">
              <a:ext uri="{FF2B5EF4-FFF2-40B4-BE49-F238E27FC236}">
                <a16:creationId xmlns:a16="http://schemas.microsoft.com/office/drawing/2014/main" id="{3EB0D431-2A03-4F82-8E9D-875D24B4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1276350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love</a:t>
            </a:r>
          </a:p>
        </p:txBody>
      </p:sp>
      <p:sp>
        <p:nvSpPr>
          <p:cNvPr id="31" name="AI-063-27">
            <a:extLst xmlns:a="http://schemas.openxmlformats.org/drawingml/2006/main">
              <a:ext uri="{FF2B5EF4-FFF2-40B4-BE49-F238E27FC236}">
                <a16:creationId xmlns:a16="http://schemas.microsoft.com/office/drawing/2014/main" id="{0BEF1EAD-482D-43E2-BD00-C283DF3F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16478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sentence2</a:t>
            </a:r>
          </a:p>
        </p:txBody>
      </p:sp>
      <p:sp>
        <p:nvSpPr>
          <p:cNvPr id="32" name="line-28">
            <a:extLst xmlns:a="http://schemas.openxmlformats.org/drawingml/2006/main">
              <a:ext uri="{FF2B5EF4-FFF2-40B4-BE49-F238E27FC236}">
                <a16:creationId xmlns:a16="http://schemas.microsoft.com/office/drawing/2014/main" id="{2890D9AC-B388-4581-8E76-5391DD9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40992"/>
            <a:ext cx="952500" cy="10"/>
          </a:xfrm>
          <a:custGeom xmlns:a="http://schemas.openxmlformats.org/drawingml/2006/main">
            <a:pathLst>
              <a:path w="952500" h="10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33" name="AI-063-29">
            <a:extLst xmlns:a="http://schemas.openxmlformats.org/drawingml/2006/main">
              <a:ext uri="{FF2B5EF4-FFF2-40B4-BE49-F238E27FC236}">
                <a16:creationId xmlns:a16="http://schemas.microsoft.com/office/drawing/2014/main" id="{CEA03CC2-E125-4C3D-90A4-6C38BDF6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164782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confusion</a:t>
            </a:r>
          </a:p>
        </p:txBody>
      </p:sp>
      <p:sp>
        <p:nvSpPr>
          <p:cNvPr id="34" name="line-30">
            <a:extLst xmlns:a="http://schemas.openxmlformats.org/drawingml/2006/main">
              <a:ext uri="{FF2B5EF4-FFF2-40B4-BE49-F238E27FC236}">
                <a16:creationId xmlns:a16="http://schemas.microsoft.com/office/drawing/2014/main" id="{1CC1BD83-47C5-4E2E-B923-15D4E039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40992"/>
            <a:ext cx="952500" cy="10"/>
          </a:xfrm>
          <a:custGeom xmlns:a="http://schemas.openxmlformats.org/drawingml/2006/main">
            <a:pathLst>
              <a:path w="952500" h="10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35" name="AI-063-31">
            <a:extLst xmlns:a="http://schemas.openxmlformats.org/drawingml/2006/main">
              <a:ext uri="{FF2B5EF4-FFF2-40B4-BE49-F238E27FC236}">
                <a16:creationId xmlns:a16="http://schemas.microsoft.com/office/drawing/2014/main" id="{E7FE37E0-8E68-4DAA-9CBB-71C1C433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2019300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sentence3</a:t>
            </a:r>
          </a:p>
        </p:txBody>
      </p:sp>
      <p:sp>
        <p:nvSpPr>
          <p:cNvPr id="36" name="AI-063-32">
            <a:extLst xmlns:a="http://schemas.openxmlformats.org/drawingml/2006/main">
              <a:ext uri="{FF2B5EF4-FFF2-40B4-BE49-F238E27FC236}">
                <a16:creationId xmlns:a16="http://schemas.microsoft.com/office/drawing/2014/main" id="{D9E89C0F-54F1-4B3A-9654-EADFB068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019300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surprise</a:t>
            </a:r>
          </a:p>
        </p:txBody>
      </p:sp>
      <p:sp>
        <p:nvSpPr>
          <p:cNvPr id="37" name="AI-063-33">
            <a:extLst xmlns:a="http://schemas.openxmlformats.org/drawingml/2006/main">
              <a:ext uri="{FF2B5EF4-FFF2-40B4-BE49-F238E27FC236}">
                <a16:creationId xmlns:a16="http://schemas.microsoft.com/office/drawing/2014/main" id="{2E1105D0-2B7B-402E-9369-7D0DA990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239077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sentence4</a:t>
            </a:r>
          </a:p>
        </p:txBody>
      </p:sp>
      <p:sp>
        <p:nvSpPr>
          <p:cNvPr id="38" name="line-34">
            <a:extLst xmlns:a="http://schemas.openxmlformats.org/drawingml/2006/main">
              <a:ext uri="{FF2B5EF4-FFF2-40B4-BE49-F238E27FC236}">
                <a16:creationId xmlns:a16="http://schemas.microsoft.com/office/drawing/2014/main" id="{384C5A97-8BC5-4656-AEFD-A572C4F9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83942"/>
            <a:ext cx="952500" cy="10"/>
          </a:xfrm>
          <a:custGeom xmlns:a="http://schemas.openxmlformats.org/drawingml/2006/main">
            <a:pathLst>
              <a:path w="952500" h="10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39" name="AI-063-35">
            <a:extLst xmlns:a="http://schemas.openxmlformats.org/drawingml/2006/main">
              <a:ext uri="{FF2B5EF4-FFF2-40B4-BE49-F238E27FC236}">
                <a16:creationId xmlns:a16="http://schemas.microsoft.com/office/drawing/2014/main" id="{AC065684-2FDF-4854-94BD-79ACFB35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390775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gratitude</a:t>
            </a:r>
          </a:p>
        </p:txBody>
      </p:sp>
      <p:sp>
        <p:nvSpPr>
          <p:cNvPr id="40" name="line-36">
            <a:extLst xmlns:a="http://schemas.openxmlformats.org/drawingml/2006/main">
              <a:ext uri="{FF2B5EF4-FFF2-40B4-BE49-F238E27FC236}">
                <a16:creationId xmlns:a16="http://schemas.microsoft.com/office/drawing/2014/main" id="{95894D3A-6AD2-45E0-84F3-329F6B3A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3942"/>
            <a:ext cx="952500" cy="10"/>
          </a:xfrm>
          <a:custGeom xmlns:a="http://schemas.openxmlformats.org/drawingml/2006/main">
            <a:pathLst>
              <a:path w="952500" h="10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41" name="AI-063-37">
            <a:extLst xmlns:a="http://schemas.openxmlformats.org/drawingml/2006/main">
              <a:ext uri="{FF2B5EF4-FFF2-40B4-BE49-F238E27FC236}">
                <a16:creationId xmlns:a16="http://schemas.microsoft.com/office/drawing/2014/main" id="{06AD779D-75BA-4690-86C7-BAEB5691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2762250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2" name="AI-063-38">
            <a:extLst xmlns:a="http://schemas.openxmlformats.org/drawingml/2006/main">
              <a:ext uri="{FF2B5EF4-FFF2-40B4-BE49-F238E27FC236}">
                <a16:creationId xmlns:a16="http://schemas.microsoft.com/office/drawing/2014/main" id="{8136A291-9004-4859-8EBC-1EEC3946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762250"/>
            <a:ext cx="1123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3" name="path-39">
            <a:extLst xmlns:a="http://schemas.openxmlformats.org/drawingml/2006/main">
              <a:ext uri="{FF2B5EF4-FFF2-40B4-BE49-F238E27FC236}">
                <a16:creationId xmlns:a16="http://schemas.microsoft.com/office/drawing/2014/main" id="{A4962748-0D8F-4E19-9DF4-F4DDF68E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19150"/>
            <a:ext cx="533400" cy="2428875"/>
          </a:xfrm>
          <a:custGeom xmlns:a="http://schemas.openxmlformats.org/drawingml/2006/main">
            <a:pathLst>
              <a:path w="533400" h="2428875">
                <a:moveTo>
                  <a:pt x="533400" y="0"/>
                </a:moveTo>
                <a:lnTo>
                  <a:pt x="323850" y="38100"/>
                </a:lnTo>
                <a:lnTo>
                  <a:pt x="257175" y="95250"/>
                </a:lnTo>
                <a:lnTo>
                  <a:pt x="257175" y="1123950"/>
                </a:lnTo>
                <a:lnTo>
                  <a:pt x="142875" y="1190625"/>
                </a:lnTo>
                <a:lnTo>
                  <a:pt x="0" y="1219200"/>
                </a:lnTo>
                <a:lnTo>
                  <a:pt x="257175" y="1247775"/>
                </a:lnTo>
                <a:lnTo>
                  <a:pt x="257175" y="2333625"/>
                </a:lnTo>
                <a:lnTo>
                  <a:pt x="304800" y="2390775"/>
                </a:lnTo>
                <a:lnTo>
                  <a:pt x="53340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11111"/>
            </a:solidFill>
          </a:ln>
        </p:spPr>
      </p:sp>
      <p:sp>
        <p:nvSpPr>
          <p:cNvPr id="44" name="AI-063-40">
            <a:extLst xmlns:a="http://schemas.openxmlformats.org/drawingml/2006/main">
              <a:ext uri="{FF2B5EF4-FFF2-40B4-BE49-F238E27FC236}">
                <a16:creationId xmlns:a16="http://schemas.microsoft.com/office/drawing/2014/main" id="{00145DC5-E5F3-46C3-93C4-4355703C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1225" y="34004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Delete emotion label</a:t>
            </a:r>
          </a:p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samples not present on the</a:t>
            </a:r>
          </a:p>
        </p:txBody>
      </p:sp>
      <p:sp>
        <p:nvSpPr>
          <p:cNvPr id="45" name="AI-063-41">
            <a:extLst xmlns:a="http://schemas.openxmlformats.org/drawingml/2006/main">
              <a:ext uri="{FF2B5EF4-FFF2-40B4-BE49-F238E27FC236}">
                <a16:creationId xmlns:a16="http://schemas.microsoft.com/office/drawing/2014/main" id="{1B389D3D-DA40-46C3-AE69-89F0ADC1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1225" y="3819525"/>
            <a:ext cx="2752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Empirical Circumplex Model</a:t>
            </a:r>
          </a:p>
        </p:txBody>
      </p:sp>
      <p:sp>
        <p:nvSpPr>
          <p:cNvPr id="46" name="AI-063-42">
            <a:extLst xmlns:a="http://schemas.openxmlformats.org/drawingml/2006/main">
              <a:ext uri="{FF2B5EF4-FFF2-40B4-BE49-F238E27FC236}">
                <a16:creationId xmlns:a16="http://schemas.microsoft.com/office/drawing/2014/main" id="{2349EF95-38A4-4285-B86F-659E8346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5391150"/>
            <a:ext cx="18383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EB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47" name="AI-063-43">
            <a:extLst xmlns:a="http://schemas.openxmlformats.org/drawingml/2006/main">
              <a:ext uri="{FF2B5EF4-FFF2-40B4-BE49-F238E27FC236}">
                <a16:creationId xmlns:a16="http://schemas.microsoft.com/office/drawing/2014/main" id="{AB67CBEA-08C9-4DC2-92C1-B2CF659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5391150"/>
            <a:ext cx="1838325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8" name="AI-063-44">
            <a:extLst xmlns:a="http://schemas.openxmlformats.org/drawingml/2006/main">
              <a:ext uri="{FF2B5EF4-FFF2-40B4-BE49-F238E27FC236}">
                <a16:creationId xmlns:a16="http://schemas.microsoft.com/office/drawing/2014/main" id="{5F5B77AC-8745-4191-BFAD-5981EAB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5524500"/>
            <a:ext cx="1838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9" name="AI-063-45">
            <a:extLst xmlns:a="http://schemas.openxmlformats.org/drawingml/2006/main">
              <a:ext uri="{FF2B5EF4-FFF2-40B4-BE49-F238E27FC236}">
                <a16:creationId xmlns:a16="http://schemas.microsoft.com/office/drawing/2014/main" id="{654DB675-F076-4D18-B88B-708C939A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5391150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50" name="AI-063-46">
            <a:extLst xmlns:a="http://schemas.openxmlformats.org/drawingml/2006/main">
              <a:ext uri="{FF2B5EF4-FFF2-40B4-BE49-F238E27FC236}">
                <a16:creationId xmlns:a16="http://schemas.microsoft.com/office/drawing/2014/main" id="{604321AE-EB1F-4A96-A662-9371D185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5753100"/>
            <a:ext cx="676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Persona:</a:t>
            </a:r>
          </a:p>
        </p:txBody>
      </p:sp>
      <p:sp>
        <p:nvSpPr>
          <p:cNvPr id="51" name="AI-063-47">
            <a:extLst xmlns:a="http://schemas.openxmlformats.org/drawingml/2006/main">
              <a:ext uri="{FF2B5EF4-FFF2-40B4-BE49-F238E27FC236}">
                <a16:creationId xmlns:a16="http://schemas.microsoft.com/office/drawing/2014/main" id="{C08CECFF-FA2F-40C4-88AC-B718B021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5753100"/>
            <a:ext cx="904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[Job, Age,…]</a:t>
            </a:r>
          </a:p>
        </p:txBody>
      </p:sp>
      <p:sp>
        <p:nvSpPr>
          <p:cNvPr id="52" name="AI-063-48">
            <a:extLst xmlns:a="http://schemas.openxmlformats.org/drawingml/2006/main">
              <a:ext uri="{FF2B5EF4-FFF2-40B4-BE49-F238E27FC236}">
                <a16:creationId xmlns:a16="http://schemas.microsoft.com/office/drawing/2014/main" id="{FC64F2EC-5461-44F2-A4AA-F0379AD6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5934075"/>
            <a:ext cx="685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Emotion:</a:t>
            </a:r>
          </a:p>
        </p:txBody>
      </p:sp>
      <p:sp>
        <p:nvSpPr>
          <p:cNvPr id="53" name="AI-063-49">
            <a:extLst xmlns:a="http://schemas.openxmlformats.org/drawingml/2006/main">
              <a:ext uri="{FF2B5EF4-FFF2-40B4-BE49-F238E27FC236}">
                <a16:creationId xmlns:a16="http://schemas.microsoft.com/office/drawing/2014/main" id="{C043D891-9EC6-4AB6-8C62-F01807CF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5934075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[Love, …]</a:t>
            </a:r>
          </a:p>
        </p:txBody>
      </p:sp>
      <p:sp>
        <p:nvSpPr>
          <p:cNvPr id="54" name="path-50">
            <a:extLst xmlns:a="http://schemas.openxmlformats.org/drawingml/2006/main">
              <a:ext uri="{FF2B5EF4-FFF2-40B4-BE49-F238E27FC236}">
                <a16:creationId xmlns:a16="http://schemas.microsoft.com/office/drawing/2014/main" id="{ACEA3953-C1CC-4090-83B4-0DF3F712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38675"/>
            <a:ext cx="1466850" cy="571500"/>
          </a:xfrm>
          <a:custGeom xmlns:a="http://schemas.openxmlformats.org/drawingml/2006/main">
            <a:pathLst>
              <a:path w="1466850" h="571500">
                <a:moveTo>
                  <a:pt x="1466850" y="571500"/>
                </a:moveTo>
                <a:lnTo>
                  <a:pt x="0" y="5715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11111"/>
            </a:solidFill>
          </a:ln>
        </p:spPr>
      </p:sp>
      <p:sp>
        <p:nvSpPr>
          <p:cNvPr id="55" name="path-51">
            <a:extLst xmlns:a="http://schemas.openxmlformats.org/drawingml/2006/main">
              <a:ext uri="{FF2B5EF4-FFF2-40B4-BE49-F238E27FC236}">
                <a16:creationId xmlns:a16="http://schemas.microsoft.com/office/drawing/2014/main" id="{32B4C7D8-B756-451F-B2EA-176E2FEE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38675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142875"/>
                </a:moveTo>
                <a:lnTo>
                  <a:pt x="76200" y="0"/>
                </a:lnTo>
                <a:lnTo>
                  <a:pt x="152400" y="14287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6" name="AI-063-52">
            <a:extLst xmlns:a="http://schemas.openxmlformats.org/drawingml/2006/main">
              <a:ext uri="{FF2B5EF4-FFF2-40B4-BE49-F238E27FC236}">
                <a16:creationId xmlns:a16="http://schemas.microsoft.com/office/drawing/2014/main" id="{F7A837CE-519D-4844-B33A-6C5EFF54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" y="4838700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57" name="path-53">
            <a:extLst xmlns:a="http://schemas.openxmlformats.org/drawingml/2006/main">
              <a:ext uri="{FF2B5EF4-FFF2-40B4-BE49-F238E27FC236}">
                <a16:creationId xmlns:a16="http://schemas.microsoft.com/office/drawing/2014/main" id="{46A41AE9-1BA5-4CE9-9CFF-582A4326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600075" cy="10473"/>
          </a:xfrm>
          <a:custGeom xmlns:a="http://schemas.openxmlformats.org/drawingml/2006/main">
            <a:pathLst>
              <a:path w="600075" h="10473">
                <a:moveTo>
                  <a:pt x="0" y="0"/>
                </a:moveTo>
                <a:lnTo>
                  <a:pt x="600075" y="0"/>
                </a:lnTo>
                <a:lnTo>
                  <a:pt x="600065" y="3491"/>
                </a:lnTo>
                <a:lnTo>
                  <a:pt x="600034" y="6982"/>
                </a:lnTo>
                <a:lnTo>
                  <a:pt x="599984" y="10473"/>
                </a:lnTo>
                <a:close/>
              </a:path>
            </a:pathLst>
          </a:custGeom>
          <a:solidFill xmlns:a="http://schemas.openxmlformats.org/drawingml/2006/main">
            <a:srgbClr val="00FFFD"/>
          </a:solidFill>
          <a:ln xmlns:a="http://schemas.openxmlformats.org/drawingml/2006/main" w="3334">
            <a:solidFill>
              <a:srgbClr val="00FFFD"/>
            </a:solidFill>
          </a:ln>
        </p:spPr>
      </p:sp>
      <p:sp>
        <p:nvSpPr>
          <p:cNvPr id="58" name="path-54">
            <a:extLst xmlns:a="http://schemas.openxmlformats.org/drawingml/2006/main">
              <a:ext uri="{FF2B5EF4-FFF2-40B4-BE49-F238E27FC236}">
                <a16:creationId xmlns:a16="http://schemas.microsoft.com/office/drawing/2014/main" id="{8F67E55C-B05B-4F55-88A0-B7C8377B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9984" cy="20942"/>
          </a:xfrm>
          <a:custGeom xmlns:a="http://schemas.openxmlformats.org/drawingml/2006/main">
            <a:pathLst>
              <a:path w="599984" h="20942">
                <a:moveTo>
                  <a:pt x="0" y="0"/>
                </a:moveTo>
                <a:lnTo>
                  <a:pt x="599984" y="10473"/>
                </a:lnTo>
                <a:lnTo>
                  <a:pt x="599913" y="13963"/>
                </a:lnTo>
                <a:lnTo>
                  <a:pt x="599821" y="17453"/>
                </a:lnTo>
                <a:lnTo>
                  <a:pt x="599709" y="20942"/>
                </a:lnTo>
                <a:close/>
              </a:path>
            </a:pathLst>
          </a:custGeom>
          <a:solidFill xmlns:a="http://schemas.openxmlformats.org/drawingml/2006/main">
            <a:srgbClr val="00FFF9"/>
          </a:solidFill>
          <a:ln xmlns:a="http://schemas.openxmlformats.org/drawingml/2006/main" w="3334">
            <a:solidFill>
              <a:srgbClr val="00FFF9"/>
            </a:solidFill>
          </a:ln>
        </p:spPr>
      </p:sp>
      <p:sp>
        <p:nvSpPr>
          <p:cNvPr id="59" name="path-55">
            <a:extLst xmlns:a="http://schemas.openxmlformats.org/drawingml/2006/main">
              <a:ext uri="{FF2B5EF4-FFF2-40B4-BE49-F238E27FC236}">
                <a16:creationId xmlns:a16="http://schemas.microsoft.com/office/drawing/2014/main" id="{801AE2CE-FF39-47C6-AACB-4F964D9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9709" cy="31405"/>
          </a:xfrm>
          <a:custGeom xmlns:a="http://schemas.openxmlformats.org/drawingml/2006/main">
            <a:pathLst>
              <a:path w="599709" h="31405">
                <a:moveTo>
                  <a:pt x="0" y="0"/>
                </a:moveTo>
                <a:lnTo>
                  <a:pt x="599709" y="20942"/>
                </a:lnTo>
                <a:lnTo>
                  <a:pt x="599577" y="24431"/>
                </a:lnTo>
                <a:lnTo>
                  <a:pt x="599425" y="27919"/>
                </a:lnTo>
                <a:lnTo>
                  <a:pt x="599253" y="31405"/>
                </a:lnTo>
                <a:close/>
              </a:path>
            </a:pathLst>
          </a:custGeom>
          <a:solidFill xmlns:a="http://schemas.openxmlformats.org/drawingml/2006/main">
            <a:srgbClr val="00FFF4"/>
          </a:solidFill>
          <a:ln xmlns:a="http://schemas.openxmlformats.org/drawingml/2006/main" w="3334">
            <a:solidFill>
              <a:srgbClr val="00FFF4"/>
            </a:solidFill>
          </a:ln>
        </p:spPr>
      </p:sp>
      <p:sp>
        <p:nvSpPr>
          <p:cNvPr id="60" name="path-56">
            <a:extLst xmlns:a="http://schemas.openxmlformats.org/drawingml/2006/main">
              <a:ext uri="{FF2B5EF4-FFF2-40B4-BE49-F238E27FC236}">
                <a16:creationId xmlns:a16="http://schemas.microsoft.com/office/drawing/2014/main" id="{A7DF0A8E-630D-458D-ADE1-2FBBC4EE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9253" cy="41859"/>
          </a:xfrm>
          <a:custGeom xmlns:a="http://schemas.openxmlformats.org/drawingml/2006/main">
            <a:pathLst>
              <a:path w="599253" h="41859">
                <a:moveTo>
                  <a:pt x="0" y="0"/>
                </a:moveTo>
                <a:lnTo>
                  <a:pt x="599253" y="31405"/>
                </a:lnTo>
                <a:lnTo>
                  <a:pt x="599060" y="34891"/>
                </a:lnTo>
                <a:lnTo>
                  <a:pt x="598847" y="38376"/>
                </a:lnTo>
                <a:lnTo>
                  <a:pt x="598613" y="41859"/>
                </a:lnTo>
                <a:close/>
              </a:path>
            </a:pathLst>
          </a:custGeom>
          <a:solidFill xmlns:a="http://schemas.openxmlformats.org/drawingml/2006/main">
            <a:srgbClr val="00FFF0"/>
          </a:solidFill>
          <a:ln xmlns:a="http://schemas.openxmlformats.org/drawingml/2006/main" w="3334">
            <a:solidFill>
              <a:srgbClr val="00FFF0"/>
            </a:solidFill>
          </a:ln>
        </p:spPr>
      </p:sp>
      <p:sp>
        <p:nvSpPr>
          <p:cNvPr id="61" name="path-57">
            <a:extLst xmlns:a="http://schemas.openxmlformats.org/drawingml/2006/main">
              <a:ext uri="{FF2B5EF4-FFF2-40B4-BE49-F238E27FC236}">
                <a16:creationId xmlns:a16="http://schemas.microsoft.com/office/drawing/2014/main" id="{F43B46CA-1680-4E23-A730-FB114128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8613" cy="52300"/>
          </a:xfrm>
          <a:custGeom xmlns:a="http://schemas.openxmlformats.org/drawingml/2006/main">
            <a:pathLst>
              <a:path w="598613" h="52300">
                <a:moveTo>
                  <a:pt x="0" y="0"/>
                </a:moveTo>
                <a:lnTo>
                  <a:pt x="598613" y="41859"/>
                </a:lnTo>
                <a:lnTo>
                  <a:pt x="598360" y="45341"/>
                </a:lnTo>
                <a:lnTo>
                  <a:pt x="598086" y="48821"/>
                </a:lnTo>
                <a:lnTo>
                  <a:pt x="597792" y="52300"/>
                </a:lnTo>
                <a:close/>
              </a:path>
            </a:pathLst>
          </a:custGeom>
          <a:solidFill xmlns:a="http://schemas.openxmlformats.org/drawingml/2006/main">
            <a:srgbClr val="00FFEC"/>
          </a:solidFill>
          <a:ln xmlns:a="http://schemas.openxmlformats.org/drawingml/2006/main" w="3334">
            <a:solidFill>
              <a:srgbClr val="00FFEC"/>
            </a:solidFill>
          </a:ln>
        </p:spPr>
      </p:sp>
      <p:sp>
        <p:nvSpPr>
          <p:cNvPr id="62" name="path-58">
            <a:extLst xmlns:a="http://schemas.openxmlformats.org/drawingml/2006/main">
              <a:ext uri="{FF2B5EF4-FFF2-40B4-BE49-F238E27FC236}">
                <a16:creationId xmlns:a16="http://schemas.microsoft.com/office/drawing/2014/main" id="{813907BE-AA2B-4AFF-9F81-BEB9A3B7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7792" cy="62725"/>
          </a:xfrm>
          <a:custGeom xmlns:a="http://schemas.openxmlformats.org/drawingml/2006/main">
            <a:pathLst>
              <a:path w="597792" h="62725">
                <a:moveTo>
                  <a:pt x="0" y="0"/>
                </a:moveTo>
                <a:lnTo>
                  <a:pt x="597792" y="52300"/>
                </a:lnTo>
                <a:lnTo>
                  <a:pt x="597477" y="55777"/>
                </a:lnTo>
                <a:lnTo>
                  <a:pt x="597143" y="59252"/>
                </a:lnTo>
                <a:lnTo>
                  <a:pt x="596788" y="62725"/>
                </a:lnTo>
                <a:close/>
              </a:path>
            </a:pathLst>
          </a:custGeom>
          <a:solidFill xmlns:a="http://schemas.openxmlformats.org/drawingml/2006/main">
            <a:srgbClr val="00FFE8"/>
          </a:solidFill>
          <a:ln xmlns:a="http://schemas.openxmlformats.org/drawingml/2006/main" w="3334">
            <a:solidFill>
              <a:srgbClr val="00FFE8"/>
            </a:solidFill>
          </a:ln>
        </p:spPr>
      </p:sp>
      <p:sp>
        <p:nvSpPr>
          <p:cNvPr id="63" name="path-59">
            <a:extLst xmlns:a="http://schemas.openxmlformats.org/drawingml/2006/main">
              <a:ext uri="{FF2B5EF4-FFF2-40B4-BE49-F238E27FC236}">
                <a16:creationId xmlns:a16="http://schemas.microsoft.com/office/drawing/2014/main" id="{B6D87005-573B-4BF7-B7E6-A7AB6EB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6788" cy="73131"/>
          </a:xfrm>
          <a:custGeom xmlns:a="http://schemas.openxmlformats.org/drawingml/2006/main">
            <a:pathLst>
              <a:path w="596788" h="73131">
                <a:moveTo>
                  <a:pt x="0" y="0"/>
                </a:moveTo>
                <a:lnTo>
                  <a:pt x="596788" y="62725"/>
                </a:lnTo>
                <a:lnTo>
                  <a:pt x="596413" y="66196"/>
                </a:lnTo>
                <a:lnTo>
                  <a:pt x="596018" y="69664"/>
                </a:lnTo>
                <a:lnTo>
                  <a:pt x="595602" y="73131"/>
                </a:lnTo>
                <a:close/>
              </a:path>
            </a:pathLst>
          </a:custGeom>
          <a:solidFill xmlns:a="http://schemas.openxmlformats.org/drawingml/2006/main">
            <a:srgbClr val="00FFE3"/>
          </a:solidFill>
          <a:ln xmlns:a="http://schemas.openxmlformats.org/drawingml/2006/main" w="3334">
            <a:solidFill>
              <a:srgbClr val="00FFE3"/>
            </a:solidFill>
          </a:ln>
        </p:spPr>
      </p:sp>
      <p:sp>
        <p:nvSpPr>
          <p:cNvPr id="64" name="path-60">
            <a:extLst xmlns:a="http://schemas.openxmlformats.org/drawingml/2006/main">
              <a:ext uri="{FF2B5EF4-FFF2-40B4-BE49-F238E27FC236}">
                <a16:creationId xmlns:a16="http://schemas.microsoft.com/office/drawing/2014/main" id="{1D584BC9-D3D6-43FC-B20B-A9685B7B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5602" cy="83514"/>
          </a:xfrm>
          <a:custGeom xmlns:a="http://schemas.openxmlformats.org/drawingml/2006/main">
            <a:pathLst>
              <a:path w="595602" h="83514">
                <a:moveTo>
                  <a:pt x="0" y="0"/>
                </a:moveTo>
                <a:lnTo>
                  <a:pt x="595602" y="73131"/>
                </a:lnTo>
                <a:lnTo>
                  <a:pt x="595167" y="76595"/>
                </a:lnTo>
                <a:lnTo>
                  <a:pt x="594711" y="80056"/>
                </a:lnTo>
                <a:lnTo>
                  <a:pt x="594235" y="83514"/>
                </a:lnTo>
                <a:close/>
              </a:path>
            </a:pathLst>
          </a:custGeom>
          <a:solidFill xmlns:a="http://schemas.openxmlformats.org/drawingml/2006/main">
            <a:srgbClr val="00FFDF"/>
          </a:solidFill>
          <a:ln xmlns:a="http://schemas.openxmlformats.org/drawingml/2006/main" w="3334">
            <a:solidFill>
              <a:srgbClr val="00FFDF"/>
            </a:solidFill>
          </a:ln>
        </p:spPr>
      </p:sp>
      <p:sp>
        <p:nvSpPr>
          <p:cNvPr id="65" name="path-61">
            <a:extLst xmlns:a="http://schemas.openxmlformats.org/drawingml/2006/main">
              <a:ext uri="{FF2B5EF4-FFF2-40B4-BE49-F238E27FC236}">
                <a16:creationId xmlns:a16="http://schemas.microsoft.com/office/drawing/2014/main" id="{479E2211-5373-4F1D-BDDD-00779017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4235" cy="93872"/>
          </a:xfrm>
          <a:custGeom xmlns:a="http://schemas.openxmlformats.org/drawingml/2006/main">
            <a:pathLst>
              <a:path w="594235" h="93872">
                <a:moveTo>
                  <a:pt x="0" y="0"/>
                </a:moveTo>
                <a:lnTo>
                  <a:pt x="594235" y="83514"/>
                </a:lnTo>
                <a:lnTo>
                  <a:pt x="593739" y="86970"/>
                </a:lnTo>
                <a:lnTo>
                  <a:pt x="593223" y="90423"/>
                </a:lnTo>
                <a:lnTo>
                  <a:pt x="592687" y="93872"/>
                </a:lnTo>
                <a:close/>
              </a:path>
            </a:pathLst>
          </a:custGeom>
          <a:solidFill xmlns:a="http://schemas.openxmlformats.org/drawingml/2006/main">
            <a:srgbClr val="00FFDB"/>
          </a:solidFill>
          <a:ln xmlns:a="http://schemas.openxmlformats.org/drawingml/2006/main" w="3334">
            <a:solidFill>
              <a:srgbClr val="00FFDB"/>
            </a:solidFill>
          </a:ln>
        </p:spPr>
      </p:sp>
      <p:sp>
        <p:nvSpPr>
          <p:cNvPr id="66" name="path-62">
            <a:extLst xmlns:a="http://schemas.openxmlformats.org/drawingml/2006/main">
              <a:ext uri="{FF2B5EF4-FFF2-40B4-BE49-F238E27FC236}">
                <a16:creationId xmlns:a16="http://schemas.microsoft.com/office/drawing/2014/main" id="{9CC2B66D-E527-4150-AF1A-99BC6C6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2687" cy="104202"/>
          </a:xfrm>
          <a:custGeom xmlns:a="http://schemas.openxmlformats.org/drawingml/2006/main">
            <a:pathLst>
              <a:path w="592687" h="104202">
                <a:moveTo>
                  <a:pt x="0" y="0"/>
                </a:moveTo>
                <a:lnTo>
                  <a:pt x="592687" y="93872"/>
                </a:lnTo>
                <a:lnTo>
                  <a:pt x="592131" y="97319"/>
                </a:lnTo>
                <a:lnTo>
                  <a:pt x="591555" y="100762"/>
                </a:lnTo>
                <a:lnTo>
                  <a:pt x="590959" y="104202"/>
                </a:lnTo>
                <a:close/>
              </a:path>
            </a:pathLst>
          </a:custGeom>
          <a:solidFill xmlns:a="http://schemas.openxmlformats.org/drawingml/2006/main">
            <a:srgbClr val="00FFD7"/>
          </a:solidFill>
          <a:ln xmlns:a="http://schemas.openxmlformats.org/drawingml/2006/main" w="3334">
            <a:solidFill>
              <a:srgbClr val="00FFD7"/>
            </a:solidFill>
          </a:ln>
        </p:spPr>
      </p:sp>
      <p:sp>
        <p:nvSpPr>
          <p:cNvPr id="67" name="path-63">
            <a:extLst xmlns:a="http://schemas.openxmlformats.org/drawingml/2006/main">
              <a:ext uri="{FF2B5EF4-FFF2-40B4-BE49-F238E27FC236}">
                <a16:creationId xmlns:a16="http://schemas.microsoft.com/office/drawing/2014/main" id="{3B12AD92-2765-4F03-88B6-7F86B02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90959" cy="114500"/>
          </a:xfrm>
          <a:custGeom xmlns:a="http://schemas.openxmlformats.org/drawingml/2006/main">
            <a:pathLst>
              <a:path w="590959" h="114500">
                <a:moveTo>
                  <a:pt x="0" y="0"/>
                </a:moveTo>
                <a:lnTo>
                  <a:pt x="590959" y="104202"/>
                </a:lnTo>
                <a:lnTo>
                  <a:pt x="590342" y="107638"/>
                </a:lnTo>
                <a:lnTo>
                  <a:pt x="589706" y="111071"/>
                </a:lnTo>
                <a:lnTo>
                  <a:pt x="589050" y="114500"/>
                </a:lnTo>
                <a:close/>
              </a:path>
            </a:pathLst>
          </a:custGeom>
          <a:solidFill xmlns:a="http://schemas.openxmlformats.org/drawingml/2006/main">
            <a:srgbClr val="00FFD2"/>
          </a:solidFill>
          <a:ln xmlns:a="http://schemas.openxmlformats.org/drawingml/2006/main" w="3334">
            <a:solidFill>
              <a:srgbClr val="00FFD2"/>
            </a:solidFill>
          </a:ln>
        </p:spPr>
      </p:sp>
      <p:sp>
        <p:nvSpPr>
          <p:cNvPr id="68" name="path-64">
            <a:extLst xmlns:a="http://schemas.openxmlformats.org/drawingml/2006/main">
              <a:ext uri="{FF2B5EF4-FFF2-40B4-BE49-F238E27FC236}">
                <a16:creationId xmlns:a16="http://schemas.microsoft.com/office/drawing/2014/main" id="{4F0D63D8-C6EE-4BD6-A4D0-0D028B4C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89050" cy="124763"/>
          </a:xfrm>
          <a:custGeom xmlns:a="http://schemas.openxmlformats.org/drawingml/2006/main">
            <a:pathLst>
              <a:path w="589050" h="124763">
                <a:moveTo>
                  <a:pt x="0" y="0"/>
                </a:moveTo>
                <a:lnTo>
                  <a:pt x="589050" y="114500"/>
                </a:lnTo>
                <a:lnTo>
                  <a:pt x="588374" y="117925"/>
                </a:lnTo>
                <a:lnTo>
                  <a:pt x="587678" y="121346"/>
                </a:lnTo>
                <a:lnTo>
                  <a:pt x="586962" y="124763"/>
                </a:lnTo>
                <a:close/>
              </a:path>
            </a:pathLst>
          </a:custGeom>
          <a:solidFill xmlns:a="http://schemas.openxmlformats.org/drawingml/2006/main">
            <a:srgbClr val="00FFCE"/>
          </a:solidFill>
          <a:ln xmlns:a="http://schemas.openxmlformats.org/drawingml/2006/main" w="3334">
            <a:solidFill>
              <a:srgbClr val="00FFCE"/>
            </a:solidFill>
          </a:ln>
        </p:spPr>
      </p:sp>
      <p:sp>
        <p:nvSpPr>
          <p:cNvPr id="69" name="path-65">
            <a:extLst xmlns:a="http://schemas.openxmlformats.org/drawingml/2006/main">
              <a:ext uri="{FF2B5EF4-FFF2-40B4-BE49-F238E27FC236}">
                <a16:creationId xmlns:a16="http://schemas.microsoft.com/office/drawing/2014/main" id="{05A589C5-354F-4E50-8DD8-D398B037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86962" cy="134988"/>
          </a:xfrm>
          <a:custGeom xmlns:a="http://schemas.openxmlformats.org/drawingml/2006/main">
            <a:pathLst>
              <a:path w="586962" h="134988">
                <a:moveTo>
                  <a:pt x="0" y="0"/>
                </a:moveTo>
                <a:lnTo>
                  <a:pt x="586962" y="124763"/>
                </a:lnTo>
                <a:lnTo>
                  <a:pt x="586226" y="128175"/>
                </a:lnTo>
                <a:lnTo>
                  <a:pt x="585471" y="131584"/>
                </a:lnTo>
                <a:lnTo>
                  <a:pt x="584695" y="134988"/>
                </a:lnTo>
                <a:close/>
              </a:path>
            </a:pathLst>
          </a:custGeom>
          <a:solidFill xmlns:a="http://schemas.openxmlformats.org/drawingml/2006/main">
            <a:srgbClr val="00FFCA"/>
          </a:solidFill>
          <a:ln xmlns:a="http://schemas.openxmlformats.org/drawingml/2006/main" w="3334">
            <a:solidFill>
              <a:srgbClr val="00FFCA"/>
            </a:solidFill>
          </a:ln>
        </p:spPr>
      </p:sp>
      <p:sp>
        <p:nvSpPr>
          <p:cNvPr id="70" name="path-66">
            <a:extLst xmlns:a="http://schemas.openxmlformats.org/drawingml/2006/main">
              <a:ext uri="{FF2B5EF4-FFF2-40B4-BE49-F238E27FC236}">
                <a16:creationId xmlns:a16="http://schemas.microsoft.com/office/drawing/2014/main" id="{1468B6FB-EEAE-4B6F-B1D3-2BEEA0EB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84695" cy="145171"/>
          </a:xfrm>
          <a:custGeom xmlns:a="http://schemas.openxmlformats.org/drawingml/2006/main">
            <a:pathLst>
              <a:path w="584695" h="145171">
                <a:moveTo>
                  <a:pt x="0" y="0"/>
                </a:moveTo>
                <a:lnTo>
                  <a:pt x="584695" y="134988"/>
                </a:lnTo>
                <a:lnTo>
                  <a:pt x="583900" y="138387"/>
                </a:lnTo>
                <a:lnTo>
                  <a:pt x="583085" y="141781"/>
                </a:lnTo>
                <a:lnTo>
                  <a:pt x="582250" y="145171"/>
                </a:lnTo>
                <a:close/>
              </a:path>
            </a:pathLst>
          </a:custGeom>
          <a:solidFill xmlns:a="http://schemas.openxmlformats.org/drawingml/2006/main">
            <a:srgbClr val="00FFC6"/>
          </a:solidFill>
          <a:ln xmlns:a="http://schemas.openxmlformats.org/drawingml/2006/main" w="3334">
            <a:solidFill>
              <a:srgbClr val="00FFC6"/>
            </a:solidFill>
          </a:ln>
        </p:spPr>
      </p:sp>
      <p:sp>
        <p:nvSpPr>
          <p:cNvPr id="71" name="path-67">
            <a:extLst xmlns:a="http://schemas.openxmlformats.org/drawingml/2006/main">
              <a:ext uri="{FF2B5EF4-FFF2-40B4-BE49-F238E27FC236}">
                <a16:creationId xmlns:a16="http://schemas.microsoft.com/office/drawing/2014/main" id="{44E2FF80-1D71-47BE-B9D2-DCF03502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82250" cy="155311"/>
          </a:xfrm>
          <a:custGeom xmlns:a="http://schemas.openxmlformats.org/drawingml/2006/main">
            <a:pathLst>
              <a:path w="582250" h="155311">
                <a:moveTo>
                  <a:pt x="0" y="0"/>
                </a:moveTo>
                <a:lnTo>
                  <a:pt x="582250" y="145171"/>
                </a:lnTo>
                <a:lnTo>
                  <a:pt x="581396" y="148556"/>
                </a:lnTo>
                <a:lnTo>
                  <a:pt x="580522" y="151936"/>
                </a:lnTo>
                <a:lnTo>
                  <a:pt x="579628" y="155311"/>
                </a:lnTo>
                <a:close/>
              </a:path>
            </a:pathLst>
          </a:custGeom>
          <a:solidFill xmlns:a="http://schemas.openxmlformats.org/drawingml/2006/main">
            <a:srgbClr val="00FFC1"/>
          </a:solidFill>
          <a:ln xmlns:a="http://schemas.openxmlformats.org/drawingml/2006/main" w="3334">
            <a:solidFill>
              <a:srgbClr val="00FFC1"/>
            </a:solidFill>
          </a:ln>
        </p:spPr>
      </p:sp>
      <p:sp>
        <p:nvSpPr>
          <p:cNvPr id="72" name="path-68">
            <a:extLst xmlns:a="http://schemas.openxmlformats.org/drawingml/2006/main">
              <a:ext uri="{FF2B5EF4-FFF2-40B4-BE49-F238E27FC236}">
                <a16:creationId xmlns:a16="http://schemas.microsoft.com/office/drawing/2014/main" id="{B1074597-73D6-4B54-98EA-208F7745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79628" cy="165403"/>
          </a:xfrm>
          <a:custGeom xmlns:a="http://schemas.openxmlformats.org/drawingml/2006/main">
            <a:pathLst>
              <a:path w="579628" h="165403">
                <a:moveTo>
                  <a:pt x="0" y="0"/>
                </a:moveTo>
                <a:lnTo>
                  <a:pt x="579628" y="155311"/>
                </a:lnTo>
                <a:lnTo>
                  <a:pt x="578715" y="158680"/>
                </a:lnTo>
                <a:lnTo>
                  <a:pt x="577782" y="162044"/>
                </a:lnTo>
                <a:lnTo>
                  <a:pt x="576829" y="165403"/>
                </a:lnTo>
                <a:close/>
              </a:path>
            </a:pathLst>
          </a:custGeom>
          <a:solidFill xmlns:a="http://schemas.openxmlformats.org/drawingml/2006/main">
            <a:srgbClr val="00FFBD"/>
          </a:solidFill>
          <a:ln xmlns:a="http://schemas.openxmlformats.org/drawingml/2006/main" w="3334">
            <a:solidFill>
              <a:srgbClr val="00FFBD"/>
            </a:solidFill>
          </a:ln>
        </p:spPr>
      </p:sp>
      <p:sp>
        <p:nvSpPr>
          <p:cNvPr id="73" name="path-69">
            <a:extLst xmlns:a="http://schemas.openxmlformats.org/drawingml/2006/main">
              <a:ext uri="{FF2B5EF4-FFF2-40B4-BE49-F238E27FC236}">
                <a16:creationId xmlns:a16="http://schemas.microsoft.com/office/drawing/2014/main" id="{B7F41D29-C47B-4C25-8125-40DBB373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76829" cy="175445"/>
          </a:xfrm>
          <a:custGeom xmlns:a="http://schemas.openxmlformats.org/drawingml/2006/main">
            <a:pathLst>
              <a:path w="576829" h="175445">
                <a:moveTo>
                  <a:pt x="0" y="0"/>
                </a:moveTo>
                <a:lnTo>
                  <a:pt x="576829" y="165403"/>
                </a:lnTo>
                <a:lnTo>
                  <a:pt x="575857" y="168756"/>
                </a:lnTo>
                <a:lnTo>
                  <a:pt x="574866" y="172103"/>
                </a:lnTo>
                <a:lnTo>
                  <a:pt x="573855" y="175445"/>
                </a:lnTo>
                <a:close/>
              </a:path>
            </a:pathLst>
          </a:custGeom>
          <a:solidFill xmlns:a="http://schemas.openxmlformats.org/drawingml/2006/main">
            <a:srgbClr val="00FFB9"/>
          </a:solidFill>
          <a:ln xmlns:a="http://schemas.openxmlformats.org/drawingml/2006/main" w="3334">
            <a:solidFill>
              <a:srgbClr val="00FFB9"/>
            </a:solidFill>
          </a:ln>
        </p:spPr>
      </p:sp>
      <p:sp>
        <p:nvSpPr>
          <p:cNvPr id="74" name="path-70">
            <a:extLst xmlns:a="http://schemas.openxmlformats.org/drawingml/2006/main">
              <a:ext uri="{FF2B5EF4-FFF2-40B4-BE49-F238E27FC236}">
                <a16:creationId xmlns:a16="http://schemas.microsoft.com/office/drawing/2014/main" id="{70E3FB3F-8906-4FBC-872A-99DDBE13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73855" cy="185433"/>
          </a:xfrm>
          <a:custGeom xmlns:a="http://schemas.openxmlformats.org/drawingml/2006/main">
            <a:pathLst>
              <a:path w="573855" h="185433">
                <a:moveTo>
                  <a:pt x="0" y="0"/>
                </a:moveTo>
                <a:lnTo>
                  <a:pt x="573855" y="175445"/>
                </a:lnTo>
                <a:lnTo>
                  <a:pt x="572824" y="178781"/>
                </a:lnTo>
                <a:lnTo>
                  <a:pt x="571774" y="182110"/>
                </a:lnTo>
                <a:lnTo>
                  <a:pt x="570705" y="185433"/>
                </a:lnTo>
                <a:close/>
              </a:path>
            </a:pathLst>
          </a:custGeom>
          <a:solidFill xmlns:a="http://schemas.openxmlformats.org/drawingml/2006/main">
            <a:srgbClr val="00FFB5"/>
          </a:solidFill>
          <a:ln xmlns:a="http://schemas.openxmlformats.org/drawingml/2006/main" w="3334">
            <a:solidFill>
              <a:srgbClr val="00FFB5"/>
            </a:solidFill>
          </a:ln>
        </p:spPr>
      </p:sp>
      <p:sp>
        <p:nvSpPr>
          <p:cNvPr id="75" name="path-71">
            <a:extLst xmlns:a="http://schemas.openxmlformats.org/drawingml/2006/main">
              <a:ext uri="{FF2B5EF4-FFF2-40B4-BE49-F238E27FC236}">
                <a16:creationId xmlns:a16="http://schemas.microsoft.com/office/drawing/2014/main" id="{883D3A86-F6A1-487E-AC35-0F14663D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70705" cy="195365"/>
          </a:xfrm>
          <a:custGeom xmlns:a="http://schemas.openxmlformats.org/drawingml/2006/main">
            <a:pathLst>
              <a:path w="570705" h="195365">
                <a:moveTo>
                  <a:pt x="0" y="0"/>
                </a:moveTo>
                <a:lnTo>
                  <a:pt x="570705" y="185433"/>
                </a:lnTo>
                <a:lnTo>
                  <a:pt x="569617" y="188750"/>
                </a:lnTo>
                <a:lnTo>
                  <a:pt x="568509" y="192061"/>
                </a:lnTo>
                <a:lnTo>
                  <a:pt x="567382" y="195365"/>
                </a:lnTo>
                <a:close/>
              </a:path>
            </a:pathLst>
          </a:custGeom>
          <a:solidFill xmlns:a="http://schemas.openxmlformats.org/drawingml/2006/main">
            <a:srgbClr val="00FFB0"/>
          </a:solidFill>
          <a:ln xmlns:a="http://schemas.openxmlformats.org/drawingml/2006/main" w="3334">
            <a:solidFill>
              <a:srgbClr val="00FFB0"/>
            </a:solidFill>
          </a:ln>
        </p:spPr>
      </p:sp>
      <p:sp>
        <p:nvSpPr>
          <p:cNvPr id="76" name="path-72">
            <a:extLst xmlns:a="http://schemas.openxmlformats.org/drawingml/2006/main">
              <a:ext uri="{FF2B5EF4-FFF2-40B4-BE49-F238E27FC236}">
                <a16:creationId xmlns:a16="http://schemas.microsoft.com/office/drawing/2014/main" id="{3D85DF73-C9DC-4C1D-BFFF-A2EDD81A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67382" cy="205238"/>
          </a:xfrm>
          <a:custGeom xmlns:a="http://schemas.openxmlformats.org/drawingml/2006/main">
            <a:pathLst>
              <a:path w="567382" h="205238">
                <a:moveTo>
                  <a:pt x="0" y="0"/>
                </a:moveTo>
                <a:lnTo>
                  <a:pt x="567382" y="195365"/>
                </a:lnTo>
                <a:lnTo>
                  <a:pt x="566236" y="198663"/>
                </a:lnTo>
                <a:lnTo>
                  <a:pt x="565071" y="201954"/>
                </a:lnTo>
                <a:lnTo>
                  <a:pt x="563886" y="205238"/>
                </a:lnTo>
                <a:close/>
              </a:path>
            </a:pathLst>
          </a:custGeom>
          <a:solidFill xmlns:a="http://schemas.openxmlformats.org/drawingml/2006/main">
            <a:srgbClr val="00FFAC"/>
          </a:solidFill>
          <a:ln xmlns:a="http://schemas.openxmlformats.org/drawingml/2006/main" w="3334">
            <a:solidFill>
              <a:srgbClr val="00FFAC"/>
            </a:solidFill>
          </a:ln>
        </p:spPr>
      </p:sp>
      <p:sp>
        <p:nvSpPr>
          <p:cNvPr id="77" name="path-73">
            <a:extLst xmlns:a="http://schemas.openxmlformats.org/drawingml/2006/main">
              <a:ext uri="{FF2B5EF4-FFF2-40B4-BE49-F238E27FC236}">
                <a16:creationId xmlns:a16="http://schemas.microsoft.com/office/drawing/2014/main" id="{02ADD2F0-1926-42A2-AB34-7A8E62A3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63886" cy="215048"/>
          </a:xfrm>
          <a:custGeom xmlns:a="http://schemas.openxmlformats.org/drawingml/2006/main">
            <a:pathLst>
              <a:path w="563886" h="215048">
                <a:moveTo>
                  <a:pt x="0" y="0"/>
                </a:moveTo>
                <a:lnTo>
                  <a:pt x="563886" y="205238"/>
                </a:lnTo>
                <a:lnTo>
                  <a:pt x="562682" y="208515"/>
                </a:lnTo>
                <a:lnTo>
                  <a:pt x="561460" y="211785"/>
                </a:lnTo>
                <a:lnTo>
                  <a:pt x="560218" y="215048"/>
                </a:lnTo>
                <a:close/>
              </a:path>
            </a:pathLst>
          </a:custGeom>
          <a:solidFill xmlns:a="http://schemas.openxmlformats.org/drawingml/2006/main">
            <a:srgbClr val="00FFA8"/>
          </a:solidFill>
          <a:ln xmlns:a="http://schemas.openxmlformats.org/drawingml/2006/main" w="3334">
            <a:solidFill>
              <a:srgbClr val="00FFA8"/>
            </a:solidFill>
          </a:ln>
        </p:spPr>
      </p:sp>
      <p:sp>
        <p:nvSpPr>
          <p:cNvPr id="78" name="path-74">
            <a:extLst xmlns:a="http://schemas.openxmlformats.org/drawingml/2006/main">
              <a:ext uri="{FF2B5EF4-FFF2-40B4-BE49-F238E27FC236}">
                <a16:creationId xmlns:a16="http://schemas.microsoft.com/office/drawing/2014/main" id="{4FE0AB22-CC34-46D6-9D1D-06CB91A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60218" cy="224792"/>
          </a:xfrm>
          <a:custGeom xmlns:a="http://schemas.openxmlformats.org/drawingml/2006/main">
            <a:pathLst>
              <a:path w="560218" h="224792">
                <a:moveTo>
                  <a:pt x="0" y="0"/>
                </a:moveTo>
                <a:lnTo>
                  <a:pt x="560218" y="215048"/>
                </a:lnTo>
                <a:lnTo>
                  <a:pt x="558958" y="218303"/>
                </a:lnTo>
                <a:lnTo>
                  <a:pt x="557678" y="221551"/>
                </a:lnTo>
                <a:lnTo>
                  <a:pt x="556380" y="224792"/>
                </a:lnTo>
                <a:close/>
              </a:path>
            </a:pathLst>
          </a:custGeom>
          <a:solidFill xmlns:a="http://schemas.openxmlformats.org/drawingml/2006/main">
            <a:srgbClr val="00FFA4"/>
          </a:solidFill>
          <a:ln xmlns:a="http://schemas.openxmlformats.org/drawingml/2006/main" w="3334">
            <a:solidFill>
              <a:srgbClr val="00FFA4"/>
            </a:solidFill>
          </a:ln>
        </p:spPr>
      </p:sp>
      <p:sp>
        <p:nvSpPr>
          <p:cNvPr id="79" name="path-75">
            <a:extLst xmlns:a="http://schemas.openxmlformats.org/drawingml/2006/main">
              <a:ext uri="{FF2B5EF4-FFF2-40B4-BE49-F238E27FC236}">
                <a16:creationId xmlns:a16="http://schemas.microsoft.com/office/drawing/2014/main" id="{628D1A2E-1F30-4FA1-85DE-AA297D7A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56380" cy="234468"/>
          </a:xfrm>
          <a:custGeom xmlns:a="http://schemas.openxmlformats.org/drawingml/2006/main">
            <a:pathLst>
              <a:path w="556380" h="234468">
                <a:moveTo>
                  <a:pt x="0" y="0"/>
                </a:moveTo>
                <a:lnTo>
                  <a:pt x="556380" y="224792"/>
                </a:lnTo>
                <a:lnTo>
                  <a:pt x="555063" y="228025"/>
                </a:lnTo>
                <a:lnTo>
                  <a:pt x="553727" y="231250"/>
                </a:lnTo>
                <a:lnTo>
                  <a:pt x="552372" y="234468"/>
                </a:lnTo>
                <a:close/>
              </a:path>
            </a:pathLst>
          </a:custGeom>
          <a:solidFill xmlns:a="http://schemas.openxmlformats.org/drawingml/2006/main">
            <a:srgbClr val="00FF9F"/>
          </a:solidFill>
          <a:ln xmlns:a="http://schemas.openxmlformats.org/drawingml/2006/main" w="3334">
            <a:solidFill>
              <a:srgbClr val="00FF9F"/>
            </a:solidFill>
          </a:ln>
        </p:spPr>
      </p:sp>
      <p:sp>
        <p:nvSpPr>
          <p:cNvPr id="80" name="path-76">
            <a:extLst xmlns:a="http://schemas.openxmlformats.org/drawingml/2006/main">
              <a:ext uri="{FF2B5EF4-FFF2-40B4-BE49-F238E27FC236}">
                <a16:creationId xmlns:a16="http://schemas.microsoft.com/office/drawing/2014/main" id="{BA0ED9A6-1754-47AD-B4F4-C36430C9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52372" cy="244072"/>
          </a:xfrm>
          <a:custGeom xmlns:a="http://schemas.openxmlformats.org/drawingml/2006/main">
            <a:pathLst>
              <a:path w="552372" h="244072">
                <a:moveTo>
                  <a:pt x="0" y="0"/>
                </a:moveTo>
                <a:lnTo>
                  <a:pt x="552372" y="234468"/>
                </a:lnTo>
                <a:lnTo>
                  <a:pt x="550999" y="237678"/>
                </a:lnTo>
                <a:lnTo>
                  <a:pt x="549606" y="240879"/>
                </a:lnTo>
                <a:lnTo>
                  <a:pt x="548196" y="244072"/>
                </a:lnTo>
                <a:close/>
              </a:path>
            </a:pathLst>
          </a:custGeom>
          <a:solidFill xmlns:a="http://schemas.openxmlformats.org/drawingml/2006/main">
            <a:srgbClr val="00FF9B"/>
          </a:solidFill>
          <a:ln xmlns:a="http://schemas.openxmlformats.org/drawingml/2006/main" w="3334">
            <a:solidFill>
              <a:srgbClr val="00FF9B"/>
            </a:solidFill>
          </a:ln>
        </p:spPr>
      </p:sp>
      <p:sp>
        <p:nvSpPr>
          <p:cNvPr id="81" name="path-77">
            <a:extLst xmlns:a="http://schemas.openxmlformats.org/drawingml/2006/main">
              <a:ext uri="{FF2B5EF4-FFF2-40B4-BE49-F238E27FC236}">
                <a16:creationId xmlns:a16="http://schemas.microsoft.com/office/drawing/2014/main" id="{51DC67EA-6A1D-47A6-8763-EC1CC7BB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48196" cy="253603"/>
          </a:xfrm>
          <a:custGeom xmlns:a="http://schemas.openxmlformats.org/drawingml/2006/main">
            <a:pathLst>
              <a:path w="548196" h="253603">
                <a:moveTo>
                  <a:pt x="0" y="0"/>
                </a:moveTo>
                <a:lnTo>
                  <a:pt x="548196" y="244072"/>
                </a:lnTo>
                <a:lnTo>
                  <a:pt x="546767" y="247258"/>
                </a:lnTo>
                <a:lnTo>
                  <a:pt x="545319" y="250434"/>
                </a:lnTo>
                <a:lnTo>
                  <a:pt x="543853" y="253603"/>
                </a:lnTo>
                <a:close/>
              </a:path>
            </a:pathLst>
          </a:custGeom>
          <a:solidFill xmlns:a="http://schemas.openxmlformats.org/drawingml/2006/main">
            <a:srgbClr val="00FF97"/>
          </a:solidFill>
          <a:ln xmlns:a="http://schemas.openxmlformats.org/drawingml/2006/main" w="3334">
            <a:solidFill>
              <a:srgbClr val="00FF97"/>
            </a:solidFill>
          </a:ln>
        </p:spPr>
      </p:sp>
      <p:sp>
        <p:nvSpPr>
          <p:cNvPr id="82" name="path-78">
            <a:extLst xmlns:a="http://schemas.openxmlformats.org/drawingml/2006/main">
              <a:ext uri="{FF2B5EF4-FFF2-40B4-BE49-F238E27FC236}">
                <a16:creationId xmlns:a16="http://schemas.microsoft.com/office/drawing/2014/main" id="{EF3B640C-F929-4E56-AD74-06D65E66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43853" cy="263056"/>
          </a:xfrm>
          <a:custGeom xmlns:a="http://schemas.openxmlformats.org/drawingml/2006/main">
            <a:pathLst>
              <a:path w="543853" h="263056">
                <a:moveTo>
                  <a:pt x="0" y="0"/>
                </a:moveTo>
                <a:lnTo>
                  <a:pt x="543853" y="253603"/>
                </a:lnTo>
                <a:lnTo>
                  <a:pt x="542368" y="256762"/>
                </a:lnTo>
                <a:lnTo>
                  <a:pt x="540865" y="259913"/>
                </a:lnTo>
                <a:lnTo>
                  <a:pt x="539344" y="263056"/>
                </a:lnTo>
                <a:close/>
              </a:path>
            </a:pathLst>
          </a:custGeom>
          <a:solidFill xmlns:a="http://schemas.openxmlformats.org/drawingml/2006/main">
            <a:srgbClr val="00FF93"/>
          </a:solidFill>
          <a:ln xmlns:a="http://schemas.openxmlformats.org/drawingml/2006/main" w="3334">
            <a:solidFill>
              <a:srgbClr val="00FF93"/>
            </a:solidFill>
          </a:ln>
        </p:spPr>
      </p:sp>
      <p:sp>
        <p:nvSpPr>
          <p:cNvPr id="83" name="path-79">
            <a:extLst xmlns:a="http://schemas.openxmlformats.org/drawingml/2006/main">
              <a:ext uri="{FF2B5EF4-FFF2-40B4-BE49-F238E27FC236}">
                <a16:creationId xmlns:a16="http://schemas.microsoft.com/office/drawing/2014/main" id="{985F2709-902E-4895-B468-A5C4A5AD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39344" cy="272428"/>
          </a:xfrm>
          <a:custGeom xmlns:a="http://schemas.openxmlformats.org/drawingml/2006/main">
            <a:pathLst>
              <a:path w="539344" h="272428">
                <a:moveTo>
                  <a:pt x="0" y="0"/>
                </a:moveTo>
                <a:lnTo>
                  <a:pt x="539344" y="263056"/>
                </a:lnTo>
                <a:lnTo>
                  <a:pt x="537804" y="266189"/>
                </a:lnTo>
                <a:lnTo>
                  <a:pt x="536247" y="269313"/>
                </a:lnTo>
                <a:lnTo>
                  <a:pt x="534671" y="272428"/>
                </a:lnTo>
                <a:close/>
              </a:path>
            </a:pathLst>
          </a:custGeom>
          <a:solidFill xmlns:a="http://schemas.openxmlformats.org/drawingml/2006/main">
            <a:srgbClr val="00FF8E"/>
          </a:solidFill>
          <a:ln xmlns:a="http://schemas.openxmlformats.org/drawingml/2006/main" w="3334">
            <a:solidFill>
              <a:srgbClr val="00FF8E"/>
            </a:solidFill>
          </a:ln>
        </p:spPr>
      </p:sp>
      <p:sp>
        <p:nvSpPr>
          <p:cNvPr id="84" name="path-80">
            <a:extLst xmlns:a="http://schemas.openxmlformats.org/drawingml/2006/main">
              <a:ext uri="{FF2B5EF4-FFF2-40B4-BE49-F238E27FC236}">
                <a16:creationId xmlns:a16="http://schemas.microsoft.com/office/drawing/2014/main" id="{3831C825-D589-4980-947D-18AFAC1E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34671" cy="281718"/>
          </a:xfrm>
          <a:custGeom xmlns:a="http://schemas.openxmlformats.org/drawingml/2006/main">
            <a:pathLst>
              <a:path w="534671" h="281718">
                <a:moveTo>
                  <a:pt x="0" y="0"/>
                </a:moveTo>
                <a:lnTo>
                  <a:pt x="534671" y="272428"/>
                </a:lnTo>
                <a:lnTo>
                  <a:pt x="533077" y="275534"/>
                </a:lnTo>
                <a:lnTo>
                  <a:pt x="531465" y="278631"/>
                </a:lnTo>
                <a:lnTo>
                  <a:pt x="529835" y="281718"/>
                </a:lnTo>
                <a:close/>
              </a:path>
            </a:pathLst>
          </a:custGeom>
          <a:solidFill xmlns:a="http://schemas.openxmlformats.org/drawingml/2006/main">
            <a:srgbClr val="00FF8A"/>
          </a:solidFill>
          <a:ln xmlns:a="http://schemas.openxmlformats.org/drawingml/2006/main" w="3334">
            <a:solidFill>
              <a:srgbClr val="00FF8A"/>
            </a:solidFill>
          </a:ln>
        </p:spPr>
      </p:sp>
      <p:sp>
        <p:nvSpPr>
          <p:cNvPr id="85" name="path-81">
            <a:extLst xmlns:a="http://schemas.openxmlformats.org/drawingml/2006/main">
              <a:ext uri="{FF2B5EF4-FFF2-40B4-BE49-F238E27FC236}">
                <a16:creationId xmlns:a16="http://schemas.microsoft.com/office/drawing/2014/main" id="{3E963BFA-09C0-4E2D-B533-A76CEBE7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29835" cy="290922"/>
          </a:xfrm>
          <a:custGeom xmlns:a="http://schemas.openxmlformats.org/drawingml/2006/main">
            <a:pathLst>
              <a:path w="529835" h="290922">
                <a:moveTo>
                  <a:pt x="0" y="0"/>
                </a:moveTo>
                <a:lnTo>
                  <a:pt x="529835" y="281718"/>
                </a:lnTo>
                <a:lnTo>
                  <a:pt x="528187" y="284796"/>
                </a:lnTo>
                <a:lnTo>
                  <a:pt x="526521" y="287864"/>
                </a:lnTo>
                <a:lnTo>
                  <a:pt x="524837" y="290922"/>
                </a:lnTo>
                <a:close/>
              </a:path>
            </a:pathLst>
          </a:custGeom>
          <a:solidFill xmlns:a="http://schemas.openxmlformats.org/drawingml/2006/main">
            <a:srgbClr val="00FF86"/>
          </a:solidFill>
          <a:ln xmlns:a="http://schemas.openxmlformats.org/drawingml/2006/main" w="3334">
            <a:solidFill>
              <a:srgbClr val="00FF86"/>
            </a:solidFill>
          </a:ln>
        </p:spPr>
      </p:sp>
      <p:sp>
        <p:nvSpPr>
          <p:cNvPr id="86" name="path-82">
            <a:extLst xmlns:a="http://schemas.openxmlformats.org/drawingml/2006/main">
              <a:ext uri="{FF2B5EF4-FFF2-40B4-BE49-F238E27FC236}">
                <a16:creationId xmlns:a16="http://schemas.microsoft.com/office/drawing/2014/main" id="{6AE68F9B-C589-48AB-BC69-F5BB2C51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24837" cy="300038"/>
          </a:xfrm>
          <a:custGeom xmlns:a="http://schemas.openxmlformats.org/drawingml/2006/main">
            <a:pathLst>
              <a:path w="524837" h="300038">
                <a:moveTo>
                  <a:pt x="0" y="0"/>
                </a:moveTo>
                <a:lnTo>
                  <a:pt x="524837" y="290922"/>
                </a:lnTo>
                <a:lnTo>
                  <a:pt x="523136" y="293971"/>
                </a:lnTo>
                <a:lnTo>
                  <a:pt x="521417" y="297009"/>
                </a:lnTo>
                <a:lnTo>
                  <a:pt x="519680" y="300038"/>
                </a:lnTo>
                <a:close/>
              </a:path>
            </a:pathLst>
          </a:custGeom>
          <a:solidFill xmlns:a="http://schemas.openxmlformats.org/drawingml/2006/main">
            <a:srgbClr val="00FF82"/>
          </a:solidFill>
          <a:ln xmlns:a="http://schemas.openxmlformats.org/drawingml/2006/main" w="3334">
            <a:solidFill>
              <a:srgbClr val="00FF82"/>
            </a:solidFill>
          </a:ln>
        </p:spPr>
      </p:sp>
      <p:sp>
        <p:nvSpPr>
          <p:cNvPr id="87" name="path-83">
            <a:extLst xmlns:a="http://schemas.openxmlformats.org/drawingml/2006/main">
              <a:ext uri="{FF2B5EF4-FFF2-40B4-BE49-F238E27FC236}">
                <a16:creationId xmlns:a16="http://schemas.microsoft.com/office/drawing/2014/main" id="{EA2072C8-ACAA-47FA-95BF-CFA822DC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19680" cy="309061"/>
          </a:xfrm>
          <a:custGeom xmlns:a="http://schemas.openxmlformats.org/drawingml/2006/main">
            <a:pathLst>
              <a:path w="519680" h="309061">
                <a:moveTo>
                  <a:pt x="0" y="0"/>
                </a:moveTo>
                <a:lnTo>
                  <a:pt x="519680" y="300038"/>
                </a:lnTo>
                <a:lnTo>
                  <a:pt x="517926" y="303056"/>
                </a:lnTo>
                <a:lnTo>
                  <a:pt x="516154" y="306064"/>
                </a:lnTo>
                <a:lnTo>
                  <a:pt x="514365" y="309061"/>
                </a:lnTo>
                <a:close/>
              </a:path>
            </a:pathLst>
          </a:custGeom>
          <a:solidFill xmlns:a="http://schemas.openxmlformats.org/drawingml/2006/main">
            <a:srgbClr val="00FF7D"/>
          </a:solidFill>
          <a:ln xmlns:a="http://schemas.openxmlformats.org/drawingml/2006/main" w="3334">
            <a:solidFill>
              <a:srgbClr val="00FF7D"/>
            </a:solidFill>
          </a:ln>
        </p:spPr>
      </p:sp>
      <p:sp>
        <p:nvSpPr>
          <p:cNvPr id="88" name="path-84">
            <a:extLst xmlns:a="http://schemas.openxmlformats.org/drawingml/2006/main">
              <a:ext uri="{FF2B5EF4-FFF2-40B4-BE49-F238E27FC236}">
                <a16:creationId xmlns:a16="http://schemas.microsoft.com/office/drawing/2014/main" id="{4A812694-021D-4D18-AC06-3A41A118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14365" cy="317991"/>
          </a:xfrm>
          <a:custGeom xmlns:a="http://schemas.openxmlformats.org/drawingml/2006/main">
            <a:pathLst>
              <a:path w="514365" h="317991">
                <a:moveTo>
                  <a:pt x="0" y="0"/>
                </a:moveTo>
                <a:lnTo>
                  <a:pt x="514365" y="309061"/>
                </a:lnTo>
                <a:lnTo>
                  <a:pt x="512558" y="312049"/>
                </a:lnTo>
                <a:lnTo>
                  <a:pt x="510734" y="315025"/>
                </a:lnTo>
                <a:lnTo>
                  <a:pt x="508892" y="317991"/>
                </a:lnTo>
                <a:close/>
              </a:path>
            </a:pathLst>
          </a:custGeom>
          <a:solidFill xmlns:a="http://schemas.openxmlformats.org/drawingml/2006/main">
            <a:srgbClr val="00FF79"/>
          </a:solidFill>
          <a:ln xmlns:a="http://schemas.openxmlformats.org/drawingml/2006/main" w="3334">
            <a:solidFill>
              <a:srgbClr val="00FF79"/>
            </a:solidFill>
          </a:ln>
        </p:spPr>
      </p:sp>
      <p:sp>
        <p:nvSpPr>
          <p:cNvPr id="89" name="path-85">
            <a:extLst xmlns:a="http://schemas.openxmlformats.org/drawingml/2006/main">
              <a:ext uri="{FF2B5EF4-FFF2-40B4-BE49-F238E27FC236}">
                <a16:creationId xmlns:a16="http://schemas.microsoft.com/office/drawing/2014/main" id="{356FD7BA-EEC2-43AA-8FC5-8324952E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08892" cy="326824"/>
          </a:xfrm>
          <a:custGeom xmlns:a="http://schemas.openxmlformats.org/drawingml/2006/main">
            <a:pathLst>
              <a:path w="508892" h="326824">
                <a:moveTo>
                  <a:pt x="0" y="0"/>
                </a:moveTo>
                <a:lnTo>
                  <a:pt x="508892" y="317991"/>
                </a:lnTo>
                <a:lnTo>
                  <a:pt x="507034" y="320947"/>
                </a:lnTo>
                <a:lnTo>
                  <a:pt x="505158" y="323891"/>
                </a:lnTo>
                <a:lnTo>
                  <a:pt x="503265" y="326824"/>
                </a:lnTo>
                <a:close/>
              </a:path>
            </a:pathLst>
          </a:custGeom>
          <a:solidFill xmlns:a="http://schemas.openxmlformats.org/drawingml/2006/main">
            <a:srgbClr val="00FF75"/>
          </a:solidFill>
          <a:ln xmlns:a="http://schemas.openxmlformats.org/drawingml/2006/main" w="3334">
            <a:solidFill>
              <a:srgbClr val="00FF75"/>
            </a:solidFill>
          </a:ln>
        </p:spPr>
      </p:sp>
      <p:sp>
        <p:nvSpPr>
          <p:cNvPr id="90" name="path-86">
            <a:extLst xmlns:a="http://schemas.openxmlformats.org/drawingml/2006/main">
              <a:ext uri="{FF2B5EF4-FFF2-40B4-BE49-F238E27FC236}">
                <a16:creationId xmlns:a16="http://schemas.microsoft.com/office/drawing/2014/main" id="{CD7DF669-9C64-4F2F-85F9-FB21EE9A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03265" cy="335558"/>
          </a:xfrm>
          <a:custGeom xmlns:a="http://schemas.openxmlformats.org/drawingml/2006/main">
            <a:pathLst>
              <a:path w="503265" h="335558">
                <a:moveTo>
                  <a:pt x="0" y="0"/>
                </a:moveTo>
                <a:lnTo>
                  <a:pt x="503265" y="326824"/>
                </a:lnTo>
                <a:lnTo>
                  <a:pt x="501355" y="329747"/>
                </a:lnTo>
                <a:lnTo>
                  <a:pt x="499428" y="332658"/>
                </a:lnTo>
                <a:lnTo>
                  <a:pt x="497485" y="335558"/>
                </a:lnTo>
                <a:close/>
              </a:path>
            </a:pathLst>
          </a:custGeom>
          <a:solidFill xmlns:a="http://schemas.openxmlformats.org/drawingml/2006/main">
            <a:srgbClr val="00FF71"/>
          </a:solidFill>
          <a:ln xmlns:a="http://schemas.openxmlformats.org/drawingml/2006/main" w="3334">
            <a:solidFill>
              <a:srgbClr val="00FF71"/>
            </a:solidFill>
          </a:ln>
        </p:spPr>
      </p:sp>
      <p:sp>
        <p:nvSpPr>
          <p:cNvPr id="91" name="path-87">
            <a:extLst xmlns:a="http://schemas.openxmlformats.org/drawingml/2006/main">
              <a:ext uri="{FF2B5EF4-FFF2-40B4-BE49-F238E27FC236}">
                <a16:creationId xmlns:a16="http://schemas.microsoft.com/office/drawing/2014/main" id="{3E15EF8A-D62C-4837-AF49-C037CF39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97485" cy="344189"/>
          </a:xfrm>
          <a:custGeom xmlns:a="http://schemas.openxmlformats.org/drawingml/2006/main">
            <a:pathLst>
              <a:path w="497485" h="344189">
                <a:moveTo>
                  <a:pt x="0" y="0"/>
                </a:moveTo>
                <a:lnTo>
                  <a:pt x="497485" y="335558"/>
                </a:lnTo>
                <a:lnTo>
                  <a:pt x="495524" y="338446"/>
                </a:lnTo>
                <a:lnTo>
                  <a:pt x="493547" y="341323"/>
                </a:lnTo>
                <a:lnTo>
                  <a:pt x="491553" y="344189"/>
                </a:lnTo>
                <a:close/>
              </a:path>
            </a:pathLst>
          </a:custGeom>
          <a:solidFill xmlns:a="http://schemas.openxmlformats.org/drawingml/2006/main">
            <a:srgbClr val="00FF6C"/>
          </a:solidFill>
          <a:ln xmlns:a="http://schemas.openxmlformats.org/drawingml/2006/main" w="3334">
            <a:solidFill>
              <a:srgbClr val="00FF6C"/>
            </a:solidFill>
          </a:ln>
        </p:spPr>
      </p:sp>
      <p:sp>
        <p:nvSpPr>
          <p:cNvPr id="92" name="path-88">
            <a:extLst xmlns:a="http://schemas.openxmlformats.org/drawingml/2006/main">
              <a:ext uri="{FF2B5EF4-FFF2-40B4-BE49-F238E27FC236}">
                <a16:creationId xmlns:a16="http://schemas.microsoft.com/office/drawing/2014/main" id="{1AA02F13-07A4-4472-A4B5-39CB0E41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91553" cy="352715"/>
          </a:xfrm>
          <a:custGeom xmlns:a="http://schemas.openxmlformats.org/drawingml/2006/main">
            <a:pathLst>
              <a:path w="491553" h="352715">
                <a:moveTo>
                  <a:pt x="0" y="0"/>
                </a:moveTo>
                <a:lnTo>
                  <a:pt x="491553" y="344189"/>
                </a:lnTo>
                <a:lnTo>
                  <a:pt x="489542" y="347043"/>
                </a:lnTo>
                <a:lnTo>
                  <a:pt x="487515" y="349885"/>
                </a:lnTo>
                <a:lnTo>
                  <a:pt x="485471" y="352715"/>
                </a:lnTo>
                <a:close/>
              </a:path>
            </a:pathLst>
          </a:custGeom>
          <a:solidFill xmlns:a="http://schemas.openxmlformats.org/drawingml/2006/main">
            <a:srgbClr val="00FF68"/>
          </a:solidFill>
          <a:ln xmlns:a="http://schemas.openxmlformats.org/drawingml/2006/main" w="3334">
            <a:solidFill>
              <a:srgbClr val="00FF68"/>
            </a:solidFill>
          </a:ln>
        </p:spPr>
      </p:sp>
      <p:sp>
        <p:nvSpPr>
          <p:cNvPr id="93" name="path-89">
            <a:extLst xmlns:a="http://schemas.openxmlformats.org/drawingml/2006/main">
              <a:ext uri="{FF2B5EF4-FFF2-40B4-BE49-F238E27FC236}">
                <a16:creationId xmlns:a16="http://schemas.microsoft.com/office/drawing/2014/main" id="{1682AE86-4986-4BB6-9B3E-9CE2DC74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85471" cy="361134"/>
          </a:xfrm>
          <a:custGeom xmlns:a="http://schemas.openxmlformats.org/drawingml/2006/main">
            <a:pathLst>
              <a:path w="485471" h="361134">
                <a:moveTo>
                  <a:pt x="0" y="0"/>
                </a:moveTo>
                <a:lnTo>
                  <a:pt x="485471" y="352715"/>
                </a:lnTo>
                <a:lnTo>
                  <a:pt x="483411" y="355534"/>
                </a:lnTo>
                <a:lnTo>
                  <a:pt x="481334" y="358340"/>
                </a:lnTo>
                <a:lnTo>
                  <a:pt x="479241" y="361134"/>
                </a:lnTo>
                <a:close/>
              </a:path>
            </a:pathLst>
          </a:custGeom>
          <a:solidFill xmlns:a="http://schemas.openxmlformats.org/drawingml/2006/main">
            <a:srgbClr val="00FF64"/>
          </a:solidFill>
          <a:ln xmlns:a="http://schemas.openxmlformats.org/drawingml/2006/main" w="3334">
            <a:solidFill>
              <a:srgbClr val="00FF64"/>
            </a:solidFill>
          </a:ln>
        </p:spPr>
      </p:sp>
      <p:sp>
        <p:nvSpPr>
          <p:cNvPr id="94" name="path-90">
            <a:extLst xmlns:a="http://schemas.openxmlformats.org/drawingml/2006/main">
              <a:ext uri="{FF2B5EF4-FFF2-40B4-BE49-F238E27FC236}">
                <a16:creationId xmlns:a16="http://schemas.microsoft.com/office/drawing/2014/main" id="{F2F5E6C0-6816-4A57-BC47-5079FED3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79241" cy="369443"/>
          </a:xfrm>
          <a:custGeom xmlns:a="http://schemas.openxmlformats.org/drawingml/2006/main">
            <a:pathLst>
              <a:path w="479241" h="369443">
                <a:moveTo>
                  <a:pt x="0" y="0"/>
                </a:moveTo>
                <a:lnTo>
                  <a:pt x="479241" y="361134"/>
                </a:lnTo>
                <a:lnTo>
                  <a:pt x="477132" y="363916"/>
                </a:lnTo>
                <a:lnTo>
                  <a:pt x="475007" y="366686"/>
                </a:lnTo>
                <a:lnTo>
                  <a:pt x="472866" y="369443"/>
                </a:lnTo>
                <a:close/>
              </a:path>
            </a:pathLst>
          </a:custGeom>
          <a:solidFill xmlns:a="http://schemas.openxmlformats.org/drawingml/2006/main">
            <a:srgbClr val="00FF60"/>
          </a:solidFill>
          <a:ln xmlns:a="http://schemas.openxmlformats.org/drawingml/2006/main" w="3334">
            <a:solidFill>
              <a:srgbClr val="00FF60"/>
            </a:solidFill>
          </a:ln>
        </p:spPr>
      </p:sp>
      <p:sp>
        <p:nvSpPr>
          <p:cNvPr id="95" name="path-91">
            <a:extLst xmlns:a="http://schemas.openxmlformats.org/drawingml/2006/main">
              <a:ext uri="{FF2B5EF4-FFF2-40B4-BE49-F238E27FC236}">
                <a16:creationId xmlns:a16="http://schemas.microsoft.com/office/drawing/2014/main" id="{5CE7EF90-8BE2-42C7-97EF-BCD389C0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72866" cy="377639"/>
          </a:xfrm>
          <a:custGeom xmlns:a="http://schemas.openxmlformats.org/drawingml/2006/main">
            <a:pathLst>
              <a:path w="472866" h="377639">
                <a:moveTo>
                  <a:pt x="0" y="0"/>
                </a:moveTo>
                <a:lnTo>
                  <a:pt x="472866" y="369443"/>
                </a:lnTo>
                <a:lnTo>
                  <a:pt x="470708" y="372188"/>
                </a:lnTo>
                <a:lnTo>
                  <a:pt x="468535" y="374920"/>
                </a:lnTo>
                <a:lnTo>
                  <a:pt x="466346" y="377639"/>
                </a:lnTo>
                <a:close/>
              </a:path>
            </a:pathLst>
          </a:custGeom>
          <a:solidFill xmlns:a="http://schemas.openxmlformats.org/drawingml/2006/main">
            <a:srgbClr val="00FF5B"/>
          </a:solidFill>
          <a:ln xmlns:a="http://schemas.openxmlformats.org/drawingml/2006/main" w="3334">
            <a:solidFill>
              <a:srgbClr val="00FF5B"/>
            </a:solidFill>
          </a:ln>
        </p:spPr>
      </p:sp>
      <p:sp>
        <p:nvSpPr>
          <p:cNvPr id="96" name="path-92">
            <a:extLst xmlns:a="http://schemas.openxmlformats.org/drawingml/2006/main">
              <a:ext uri="{FF2B5EF4-FFF2-40B4-BE49-F238E27FC236}">
                <a16:creationId xmlns:a16="http://schemas.microsoft.com/office/drawing/2014/main" id="{E5FFABFE-7DEA-403F-BFA3-987E8DD2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66346" cy="385721"/>
          </a:xfrm>
          <a:custGeom xmlns:a="http://schemas.openxmlformats.org/drawingml/2006/main">
            <a:pathLst>
              <a:path w="466346" h="385721">
                <a:moveTo>
                  <a:pt x="0" y="0"/>
                </a:moveTo>
                <a:lnTo>
                  <a:pt x="466346" y="377639"/>
                </a:lnTo>
                <a:lnTo>
                  <a:pt x="464141" y="380346"/>
                </a:lnTo>
                <a:lnTo>
                  <a:pt x="461920" y="383040"/>
                </a:lnTo>
                <a:lnTo>
                  <a:pt x="459684" y="385721"/>
                </a:lnTo>
                <a:close/>
              </a:path>
            </a:pathLst>
          </a:custGeom>
          <a:solidFill xmlns:a="http://schemas.openxmlformats.org/drawingml/2006/main">
            <a:srgbClr val="00FF57"/>
          </a:solidFill>
          <a:ln xmlns:a="http://schemas.openxmlformats.org/drawingml/2006/main" w="3334">
            <a:solidFill>
              <a:srgbClr val="00FF57"/>
            </a:solidFill>
          </a:ln>
        </p:spPr>
      </p:sp>
      <p:sp>
        <p:nvSpPr>
          <p:cNvPr id="97" name="path-93">
            <a:extLst xmlns:a="http://schemas.openxmlformats.org/drawingml/2006/main">
              <a:ext uri="{FF2B5EF4-FFF2-40B4-BE49-F238E27FC236}">
                <a16:creationId xmlns:a16="http://schemas.microsoft.com/office/drawing/2014/main" id="{0B4E5EA8-2987-4BCF-9EE8-17E8B6EF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59684" cy="393685"/>
          </a:xfrm>
          <a:custGeom xmlns:a="http://schemas.openxmlformats.org/drawingml/2006/main">
            <a:pathLst>
              <a:path w="459684" h="393685">
                <a:moveTo>
                  <a:pt x="0" y="0"/>
                </a:moveTo>
                <a:lnTo>
                  <a:pt x="459684" y="385721"/>
                </a:lnTo>
                <a:lnTo>
                  <a:pt x="457432" y="388389"/>
                </a:lnTo>
                <a:lnTo>
                  <a:pt x="455165" y="391043"/>
                </a:lnTo>
                <a:lnTo>
                  <a:pt x="452882" y="393685"/>
                </a:lnTo>
                <a:close/>
              </a:path>
            </a:pathLst>
          </a:custGeom>
          <a:solidFill xmlns:a="http://schemas.openxmlformats.org/drawingml/2006/main">
            <a:srgbClr val="00FF53"/>
          </a:solidFill>
          <a:ln xmlns:a="http://schemas.openxmlformats.org/drawingml/2006/main" w="3334">
            <a:solidFill>
              <a:srgbClr val="00FF53"/>
            </a:solidFill>
          </a:ln>
        </p:spPr>
      </p:sp>
      <p:sp>
        <p:nvSpPr>
          <p:cNvPr id="98" name="path-94">
            <a:extLst xmlns:a="http://schemas.openxmlformats.org/drawingml/2006/main">
              <a:ext uri="{FF2B5EF4-FFF2-40B4-BE49-F238E27FC236}">
                <a16:creationId xmlns:a16="http://schemas.microsoft.com/office/drawing/2014/main" id="{82A6CB2C-3A9A-40AD-9CCB-C9A95DDD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52882" cy="401529"/>
          </a:xfrm>
          <a:custGeom xmlns:a="http://schemas.openxmlformats.org/drawingml/2006/main">
            <a:pathLst>
              <a:path w="452882" h="401529">
                <a:moveTo>
                  <a:pt x="0" y="0"/>
                </a:moveTo>
                <a:lnTo>
                  <a:pt x="452882" y="393685"/>
                </a:lnTo>
                <a:lnTo>
                  <a:pt x="450584" y="396313"/>
                </a:lnTo>
                <a:lnTo>
                  <a:pt x="448271" y="398927"/>
                </a:lnTo>
                <a:lnTo>
                  <a:pt x="445943" y="401529"/>
                </a:lnTo>
                <a:close/>
              </a:path>
            </a:pathLst>
          </a:custGeom>
          <a:solidFill xmlns:a="http://schemas.openxmlformats.org/drawingml/2006/main">
            <a:srgbClr val="00FF4F"/>
          </a:solidFill>
          <a:ln xmlns:a="http://schemas.openxmlformats.org/drawingml/2006/main" w="3334">
            <a:solidFill>
              <a:srgbClr val="00FF4F"/>
            </a:solidFill>
          </a:ln>
        </p:spPr>
      </p:sp>
      <p:sp>
        <p:nvSpPr>
          <p:cNvPr id="99" name="path-95">
            <a:extLst xmlns:a="http://schemas.openxmlformats.org/drawingml/2006/main">
              <a:ext uri="{FF2B5EF4-FFF2-40B4-BE49-F238E27FC236}">
                <a16:creationId xmlns:a16="http://schemas.microsoft.com/office/drawing/2014/main" id="{3EA95B7D-9AE0-412D-B3AB-29D52DDF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45943" cy="409250"/>
          </a:xfrm>
          <a:custGeom xmlns:a="http://schemas.openxmlformats.org/drawingml/2006/main">
            <a:pathLst>
              <a:path w="445943" h="409250">
                <a:moveTo>
                  <a:pt x="0" y="0"/>
                </a:moveTo>
                <a:lnTo>
                  <a:pt x="445943" y="401529"/>
                </a:lnTo>
                <a:lnTo>
                  <a:pt x="443599" y="404116"/>
                </a:lnTo>
                <a:lnTo>
                  <a:pt x="441241" y="406690"/>
                </a:lnTo>
                <a:lnTo>
                  <a:pt x="438867" y="409250"/>
                </a:lnTo>
                <a:close/>
              </a:path>
            </a:pathLst>
          </a:custGeom>
          <a:solidFill xmlns:a="http://schemas.openxmlformats.org/drawingml/2006/main">
            <a:srgbClr val="00FF4A"/>
          </a:solidFill>
          <a:ln xmlns:a="http://schemas.openxmlformats.org/drawingml/2006/main" w="3334">
            <a:solidFill>
              <a:srgbClr val="00FF4A"/>
            </a:solidFill>
          </a:ln>
        </p:spPr>
      </p:sp>
      <p:sp>
        <p:nvSpPr>
          <p:cNvPr id="100" name="path-96">
            <a:extLst xmlns:a="http://schemas.openxmlformats.org/drawingml/2006/main">
              <a:ext uri="{FF2B5EF4-FFF2-40B4-BE49-F238E27FC236}">
                <a16:creationId xmlns:a16="http://schemas.microsoft.com/office/drawing/2014/main" id="{4B0167C1-2B3C-4249-A81A-64C497B5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38867" cy="416847"/>
          </a:xfrm>
          <a:custGeom xmlns:a="http://schemas.openxmlformats.org/drawingml/2006/main">
            <a:pathLst>
              <a:path w="438867" h="416847">
                <a:moveTo>
                  <a:pt x="0" y="0"/>
                </a:moveTo>
                <a:lnTo>
                  <a:pt x="438867" y="409250"/>
                </a:lnTo>
                <a:lnTo>
                  <a:pt x="436479" y="411796"/>
                </a:lnTo>
                <a:lnTo>
                  <a:pt x="434076" y="414329"/>
                </a:lnTo>
                <a:lnTo>
                  <a:pt x="431658" y="416847"/>
                </a:lnTo>
                <a:close/>
              </a:path>
            </a:pathLst>
          </a:custGeom>
          <a:solidFill xmlns:a="http://schemas.openxmlformats.org/drawingml/2006/main">
            <a:srgbClr val="00FF46"/>
          </a:solidFill>
          <a:ln xmlns:a="http://schemas.openxmlformats.org/drawingml/2006/main" w="3334">
            <a:solidFill>
              <a:srgbClr val="00FF46"/>
            </a:solidFill>
          </a:ln>
        </p:spPr>
      </p:sp>
      <p:sp>
        <p:nvSpPr>
          <p:cNvPr id="101" name="path-97">
            <a:extLst xmlns:a="http://schemas.openxmlformats.org/drawingml/2006/main">
              <a:ext uri="{FF2B5EF4-FFF2-40B4-BE49-F238E27FC236}">
                <a16:creationId xmlns:a16="http://schemas.microsoft.com/office/drawing/2014/main" id="{9F0C6F59-B861-426D-A330-EFAC370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31658" cy="424317"/>
          </a:xfrm>
          <a:custGeom xmlns:a="http://schemas.openxmlformats.org/drawingml/2006/main">
            <a:pathLst>
              <a:path w="431658" h="424317">
                <a:moveTo>
                  <a:pt x="0" y="0"/>
                </a:moveTo>
                <a:lnTo>
                  <a:pt x="431658" y="416847"/>
                </a:lnTo>
                <a:lnTo>
                  <a:pt x="429225" y="419351"/>
                </a:lnTo>
                <a:lnTo>
                  <a:pt x="426778" y="421841"/>
                </a:lnTo>
                <a:lnTo>
                  <a:pt x="424317" y="424317"/>
                </a:lnTo>
                <a:close/>
              </a:path>
            </a:pathLst>
          </a:custGeom>
          <a:solidFill xmlns:a="http://schemas.openxmlformats.org/drawingml/2006/main">
            <a:srgbClr val="00FF42"/>
          </a:solidFill>
          <a:ln xmlns:a="http://schemas.openxmlformats.org/drawingml/2006/main" w="3334">
            <a:solidFill>
              <a:srgbClr val="00FF42"/>
            </a:solidFill>
          </a:ln>
        </p:spPr>
      </p:sp>
      <p:sp>
        <p:nvSpPr>
          <p:cNvPr id="102" name="path-98">
            <a:extLst xmlns:a="http://schemas.openxmlformats.org/drawingml/2006/main">
              <a:ext uri="{FF2B5EF4-FFF2-40B4-BE49-F238E27FC236}">
                <a16:creationId xmlns:a16="http://schemas.microsoft.com/office/drawing/2014/main" id="{97EF0D9F-FB96-44A3-8B2D-2B766154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24317" cy="431658"/>
          </a:xfrm>
          <a:custGeom xmlns:a="http://schemas.openxmlformats.org/drawingml/2006/main">
            <a:pathLst>
              <a:path w="424317" h="431658">
                <a:moveTo>
                  <a:pt x="0" y="0"/>
                </a:moveTo>
                <a:lnTo>
                  <a:pt x="424317" y="424317"/>
                </a:lnTo>
                <a:lnTo>
                  <a:pt x="421841" y="426778"/>
                </a:lnTo>
                <a:lnTo>
                  <a:pt x="419351" y="429225"/>
                </a:lnTo>
                <a:lnTo>
                  <a:pt x="416847" y="431658"/>
                </a:lnTo>
                <a:close/>
              </a:path>
            </a:pathLst>
          </a:custGeom>
          <a:solidFill xmlns:a="http://schemas.openxmlformats.org/drawingml/2006/main">
            <a:srgbClr val="00FF3E"/>
          </a:solidFill>
          <a:ln xmlns:a="http://schemas.openxmlformats.org/drawingml/2006/main" w="3334">
            <a:solidFill>
              <a:srgbClr val="00FF3E"/>
            </a:solidFill>
          </a:ln>
        </p:spPr>
      </p:sp>
      <p:sp>
        <p:nvSpPr>
          <p:cNvPr id="103" name="path-99">
            <a:extLst xmlns:a="http://schemas.openxmlformats.org/drawingml/2006/main">
              <a:ext uri="{FF2B5EF4-FFF2-40B4-BE49-F238E27FC236}">
                <a16:creationId xmlns:a16="http://schemas.microsoft.com/office/drawing/2014/main" id="{8DD6DD03-8AF9-4213-A927-0EDAD06F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16847" cy="438867"/>
          </a:xfrm>
          <a:custGeom xmlns:a="http://schemas.openxmlformats.org/drawingml/2006/main">
            <a:pathLst>
              <a:path w="416847" h="438867">
                <a:moveTo>
                  <a:pt x="0" y="0"/>
                </a:moveTo>
                <a:lnTo>
                  <a:pt x="416847" y="431658"/>
                </a:lnTo>
                <a:lnTo>
                  <a:pt x="414329" y="434076"/>
                </a:lnTo>
                <a:lnTo>
                  <a:pt x="411796" y="436479"/>
                </a:lnTo>
                <a:lnTo>
                  <a:pt x="409250" y="438867"/>
                </a:lnTo>
                <a:close/>
              </a:path>
            </a:pathLst>
          </a:custGeom>
          <a:solidFill xmlns:a="http://schemas.openxmlformats.org/drawingml/2006/main">
            <a:srgbClr val="00FF39"/>
          </a:solidFill>
          <a:ln xmlns:a="http://schemas.openxmlformats.org/drawingml/2006/main" w="3334">
            <a:solidFill>
              <a:srgbClr val="00FF39"/>
            </a:solidFill>
          </a:ln>
        </p:spPr>
      </p:sp>
      <p:sp>
        <p:nvSpPr>
          <p:cNvPr id="104" name="path-100">
            <a:extLst xmlns:a="http://schemas.openxmlformats.org/drawingml/2006/main">
              <a:ext uri="{FF2B5EF4-FFF2-40B4-BE49-F238E27FC236}">
                <a16:creationId xmlns:a16="http://schemas.microsoft.com/office/drawing/2014/main" id="{38BB9ECA-CF38-45BA-846A-F7930370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09250" cy="445943"/>
          </a:xfrm>
          <a:custGeom xmlns:a="http://schemas.openxmlformats.org/drawingml/2006/main">
            <a:pathLst>
              <a:path w="409250" h="445943">
                <a:moveTo>
                  <a:pt x="0" y="0"/>
                </a:moveTo>
                <a:lnTo>
                  <a:pt x="409250" y="438867"/>
                </a:lnTo>
                <a:lnTo>
                  <a:pt x="406690" y="441241"/>
                </a:lnTo>
                <a:lnTo>
                  <a:pt x="404116" y="443599"/>
                </a:lnTo>
                <a:lnTo>
                  <a:pt x="401529" y="445943"/>
                </a:lnTo>
                <a:close/>
              </a:path>
            </a:pathLst>
          </a:custGeom>
          <a:solidFill xmlns:a="http://schemas.openxmlformats.org/drawingml/2006/main">
            <a:srgbClr val="00FF35"/>
          </a:solidFill>
          <a:ln xmlns:a="http://schemas.openxmlformats.org/drawingml/2006/main" w="3334">
            <a:solidFill>
              <a:srgbClr val="00FF35"/>
            </a:solidFill>
          </a:ln>
        </p:spPr>
      </p:sp>
      <p:sp>
        <p:nvSpPr>
          <p:cNvPr id="105" name="path-101">
            <a:extLst xmlns:a="http://schemas.openxmlformats.org/drawingml/2006/main">
              <a:ext uri="{FF2B5EF4-FFF2-40B4-BE49-F238E27FC236}">
                <a16:creationId xmlns:a16="http://schemas.microsoft.com/office/drawing/2014/main" id="{7CA631A2-CAEC-4098-AD32-90BB3724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01529" cy="452882"/>
          </a:xfrm>
          <a:custGeom xmlns:a="http://schemas.openxmlformats.org/drawingml/2006/main">
            <a:pathLst>
              <a:path w="401529" h="452882">
                <a:moveTo>
                  <a:pt x="0" y="0"/>
                </a:moveTo>
                <a:lnTo>
                  <a:pt x="401529" y="445943"/>
                </a:lnTo>
                <a:lnTo>
                  <a:pt x="398927" y="448271"/>
                </a:lnTo>
                <a:lnTo>
                  <a:pt x="396313" y="450584"/>
                </a:lnTo>
                <a:lnTo>
                  <a:pt x="393685" y="452882"/>
                </a:lnTo>
                <a:close/>
              </a:path>
            </a:pathLst>
          </a:custGeom>
          <a:solidFill xmlns:a="http://schemas.openxmlformats.org/drawingml/2006/main">
            <a:srgbClr val="00FF31"/>
          </a:solidFill>
          <a:ln xmlns:a="http://schemas.openxmlformats.org/drawingml/2006/main" w="3334">
            <a:solidFill>
              <a:srgbClr val="00FF31"/>
            </a:solidFill>
          </a:ln>
        </p:spPr>
      </p:sp>
      <p:sp>
        <p:nvSpPr>
          <p:cNvPr id="106" name="path-102">
            <a:extLst xmlns:a="http://schemas.openxmlformats.org/drawingml/2006/main">
              <a:ext uri="{FF2B5EF4-FFF2-40B4-BE49-F238E27FC236}">
                <a16:creationId xmlns:a16="http://schemas.microsoft.com/office/drawing/2014/main" id="{DDEE3973-05ED-4653-8E58-83F1EE65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93685" cy="459684"/>
          </a:xfrm>
          <a:custGeom xmlns:a="http://schemas.openxmlformats.org/drawingml/2006/main">
            <a:pathLst>
              <a:path w="393685" h="459684">
                <a:moveTo>
                  <a:pt x="0" y="0"/>
                </a:moveTo>
                <a:lnTo>
                  <a:pt x="393685" y="452882"/>
                </a:lnTo>
                <a:lnTo>
                  <a:pt x="391043" y="455165"/>
                </a:lnTo>
                <a:lnTo>
                  <a:pt x="388389" y="457432"/>
                </a:lnTo>
                <a:lnTo>
                  <a:pt x="385721" y="459684"/>
                </a:lnTo>
                <a:close/>
              </a:path>
            </a:pathLst>
          </a:custGeom>
          <a:solidFill xmlns:a="http://schemas.openxmlformats.org/drawingml/2006/main">
            <a:srgbClr val="00FF2D"/>
          </a:solidFill>
          <a:ln xmlns:a="http://schemas.openxmlformats.org/drawingml/2006/main" w="3334">
            <a:solidFill>
              <a:srgbClr val="00FF2D"/>
            </a:solidFill>
          </a:ln>
        </p:spPr>
      </p:sp>
      <p:sp>
        <p:nvSpPr>
          <p:cNvPr id="107" name="path-103">
            <a:extLst xmlns:a="http://schemas.openxmlformats.org/drawingml/2006/main">
              <a:ext uri="{FF2B5EF4-FFF2-40B4-BE49-F238E27FC236}">
                <a16:creationId xmlns:a16="http://schemas.microsoft.com/office/drawing/2014/main" id="{A410D6A0-41DF-40DF-AB94-2B3D538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85721" cy="466346"/>
          </a:xfrm>
          <a:custGeom xmlns:a="http://schemas.openxmlformats.org/drawingml/2006/main">
            <a:pathLst>
              <a:path w="385721" h="466346">
                <a:moveTo>
                  <a:pt x="0" y="0"/>
                </a:moveTo>
                <a:lnTo>
                  <a:pt x="385721" y="459684"/>
                </a:lnTo>
                <a:lnTo>
                  <a:pt x="383040" y="461920"/>
                </a:lnTo>
                <a:lnTo>
                  <a:pt x="380346" y="464141"/>
                </a:lnTo>
                <a:lnTo>
                  <a:pt x="377639" y="466346"/>
                </a:lnTo>
                <a:close/>
              </a:path>
            </a:pathLst>
          </a:custGeom>
          <a:solidFill xmlns:a="http://schemas.openxmlformats.org/drawingml/2006/main">
            <a:srgbClr val="00FF28"/>
          </a:solidFill>
          <a:ln xmlns:a="http://schemas.openxmlformats.org/drawingml/2006/main" w="3334">
            <a:solidFill>
              <a:srgbClr val="00FF28"/>
            </a:solidFill>
          </a:ln>
        </p:spPr>
      </p:sp>
      <p:sp>
        <p:nvSpPr>
          <p:cNvPr id="108" name="path-104">
            <a:extLst xmlns:a="http://schemas.openxmlformats.org/drawingml/2006/main">
              <a:ext uri="{FF2B5EF4-FFF2-40B4-BE49-F238E27FC236}">
                <a16:creationId xmlns:a16="http://schemas.microsoft.com/office/drawing/2014/main" id="{0704E10B-33A0-45F4-B729-EBF92830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77639" cy="472866"/>
          </a:xfrm>
          <a:custGeom xmlns:a="http://schemas.openxmlformats.org/drawingml/2006/main">
            <a:pathLst>
              <a:path w="377639" h="472866">
                <a:moveTo>
                  <a:pt x="0" y="0"/>
                </a:moveTo>
                <a:lnTo>
                  <a:pt x="377639" y="466346"/>
                </a:lnTo>
                <a:lnTo>
                  <a:pt x="374920" y="468535"/>
                </a:lnTo>
                <a:lnTo>
                  <a:pt x="372188" y="470708"/>
                </a:lnTo>
                <a:lnTo>
                  <a:pt x="369443" y="472866"/>
                </a:lnTo>
                <a:close/>
              </a:path>
            </a:pathLst>
          </a:custGeom>
          <a:solidFill xmlns:a="http://schemas.openxmlformats.org/drawingml/2006/main">
            <a:srgbClr val="00FF24"/>
          </a:solidFill>
          <a:ln xmlns:a="http://schemas.openxmlformats.org/drawingml/2006/main" w="3334">
            <a:solidFill>
              <a:srgbClr val="00FF24"/>
            </a:solidFill>
          </a:ln>
        </p:spPr>
      </p:sp>
      <p:sp>
        <p:nvSpPr>
          <p:cNvPr id="109" name="path-105">
            <a:extLst xmlns:a="http://schemas.openxmlformats.org/drawingml/2006/main">
              <a:ext uri="{FF2B5EF4-FFF2-40B4-BE49-F238E27FC236}">
                <a16:creationId xmlns:a16="http://schemas.microsoft.com/office/drawing/2014/main" id="{62AC3970-C584-4BEE-AB90-F6651FAE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69443" cy="479241"/>
          </a:xfrm>
          <a:custGeom xmlns:a="http://schemas.openxmlformats.org/drawingml/2006/main">
            <a:pathLst>
              <a:path w="369443" h="479241">
                <a:moveTo>
                  <a:pt x="0" y="0"/>
                </a:moveTo>
                <a:lnTo>
                  <a:pt x="369443" y="472866"/>
                </a:lnTo>
                <a:lnTo>
                  <a:pt x="366686" y="475007"/>
                </a:lnTo>
                <a:lnTo>
                  <a:pt x="363916" y="477132"/>
                </a:lnTo>
                <a:lnTo>
                  <a:pt x="361134" y="479241"/>
                </a:lnTo>
                <a:close/>
              </a:path>
            </a:pathLst>
          </a:custGeom>
          <a:solidFill xmlns:a="http://schemas.openxmlformats.org/drawingml/2006/main">
            <a:srgbClr val="00FF20"/>
          </a:solidFill>
          <a:ln xmlns:a="http://schemas.openxmlformats.org/drawingml/2006/main" w="3334">
            <a:solidFill>
              <a:srgbClr val="00FF20"/>
            </a:solidFill>
          </a:ln>
        </p:spPr>
      </p:sp>
      <p:sp>
        <p:nvSpPr>
          <p:cNvPr id="110" name="path-106">
            <a:extLst xmlns:a="http://schemas.openxmlformats.org/drawingml/2006/main">
              <a:ext uri="{FF2B5EF4-FFF2-40B4-BE49-F238E27FC236}">
                <a16:creationId xmlns:a16="http://schemas.microsoft.com/office/drawing/2014/main" id="{4990A163-50E7-4B37-8B3F-C1E08093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61134" cy="485471"/>
          </a:xfrm>
          <a:custGeom xmlns:a="http://schemas.openxmlformats.org/drawingml/2006/main">
            <a:pathLst>
              <a:path w="361134" h="485471">
                <a:moveTo>
                  <a:pt x="0" y="0"/>
                </a:moveTo>
                <a:lnTo>
                  <a:pt x="361134" y="479241"/>
                </a:lnTo>
                <a:lnTo>
                  <a:pt x="358340" y="481334"/>
                </a:lnTo>
                <a:lnTo>
                  <a:pt x="355534" y="483411"/>
                </a:lnTo>
                <a:lnTo>
                  <a:pt x="352715" y="485471"/>
                </a:lnTo>
                <a:close/>
              </a:path>
            </a:pathLst>
          </a:custGeom>
          <a:solidFill xmlns:a="http://schemas.openxmlformats.org/drawingml/2006/main">
            <a:srgbClr val="00FF1C"/>
          </a:solidFill>
          <a:ln xmlns:a="http://schemas.openxmlformats.org/drawingml/2006/main" w="3334">
            <a:solidFill>
              <a:srgbClr val="00FF1C"/>
            </a:solidFill>
          </a:ln>
        </p:spPr>
      </p:sp>
      <p:sp>
        <p:nvSpPr>
          <p:cNvPr id="111" name="path-107">
            <a:extLst xmlns:a="http://schemas.openxmlformats.org/drawingml/2006/main">
              <a:ext uri="{FF2B5EF4-FFF2-40B4-BE49-F238E27FC236}">
                <a16:creationId xmlns:a16="http://schemas.microsoft.com/office/drawing/2014/main" id="{B6CF5045-B83B-4DAA-A59B-A6534D2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52715" cy="491553"/>
          </a:xfrm>
          <a:custGeom xmlns:a="http://schemas.openxmlformats.org/drawingml/2006/main">
            <a:pathLst>
              <a:path w="352715" h="491553">
                <a:moveTo>
                  <a:pt x="0" y="0"/>
                </a:moveTo>
                <a:lnTo>
                  <a:pt x="352715" y="485471"/>
                </a:lnTo>
                <a:lnTo>
                  <a:pt x="349885" y="487515"/>
                </a:lnTo>
                <a:lnTo>
                  <a:pt x="347043" y="489542"/>
                </a:lnTo>
                <a:lnTo>
                  <a:pt x="344189" y="491553"/>
                </a:lnTo>
                <a:close/>
              </a:path>
            </a:pathLst>
          </a:custGeom>
          <a:solidFill xmlns:a="http://schemas.openxmlformats.org/drawingml/2006/main">
            <a:srgbClr val="00FF17"/>
          </a:solidFill>
          <a:ln xmlns:a="http://schemas.openxmlformats.org/drawingml/2006/main" w="3334">
            <a:solidFill>
              <a:srgbClr val="00FF17"/>
            </a:solidFill>
          </a:ln>
        </p:spPr>
      </p:sp>
      <p:sp>
        <p:nvSpPr>
          <p:cNvPr id="112" name="path-108">
            <a:extLst xmlns:a="http://schemas.openxmlformats.org/drawingml/2006/main">
              <a:ext uri="{FF2B5EF4-FFF2-40B4-BE49-F238E27FC236}">
                <a16:creationId xmlns:a16="http://schemas.microsoft.com/office/drawing/2014/main" id="{3A61A4EB-B074-4502-844D-6D448228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44189" cy="497485"/>
          </a:xfrm>
          <a:custGeom xmlns:a="http://schemas.openxmlformats.org/drawingml/2006/main">
            <a:pathLst>
              <a:path w="344189" h="497485">
                <a:moveTo>
                  <a:pt x="0" y="0"/>
                </a:moveTo>
                <a:lnTo>
                  <a:pt x="344189" y="491553"/>
                </a:lnTo>
                <a:lnTo>
                  <a:pt x="341323" y="493547"/>
                </a:lnTo>
                <a:lnTo>
                  <a:pt x="338446" y="495524"/>
                </a:lnTo>
                <a:lnTo>
                  <a:pt x="335558" y="497485"/>
                </a:lnTo>
                <a:close/>
              </a:path>
            </a:pathLst>
          </a:custGeom>
          <a:solidFill xmlns:a="http://schemas.openxmlformats.org/drawingml/2006/main">
            <a:srgbClr val="00FF13"/>
          </a:solidFill>
          <a:ln xmlns:a="http://schemas.openxmlformats.org/drawingml/2006/main" w="3334">
            <a:solidFill>
              <a:srgbClr val="00FF13"/>
            </a:solidFill>
          </a:ln>
        </p:spPr>
      </p:sp>
      <p:sp>
        <p:nvSpPr>
          <p:cNvPr id="113" name="path-109">
            <a:extLst xmlns:a="http://schemas.openxmlformats.org/drawingml/2006/main">
              <a:ext uri="{FF2B5EF4-FFF2-40B4-BE49-F238E27FC236}">
                <a16:creationId xmlns:a16="http://schemas.microsoft.com/office/drawing/2014/main" id="{9C0E023F-CA3F-4154-963D-D77B5C00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35558" cy="503265"/>
          </a:xfrm>
          <a:custGeom xmlns:a="http://schemas.openxmlformats.org/drawingml/2006/main">
            <a:pathLst>
              <a:path w="335558" h="503265">
                <a:moveTo>
                  <a:pt x="0" y="0"/>
                </a:moveTo>
                <a:lnTo>
                  <a:pt x="335558" y="497485"/>
                </a:lnTo>
                <a:lnTo>
                  <a:pt x="332658" y="499428"/>
                </a:lnTo>
                <a:lnTo>
                  <a:pt x="329747" y="501355"/>
                </a:lnTo>
                <a:lnTo>
                  <a:pt x="326824" y="503265"/>
                </a:lnTo>
                <a:close/>
              </a:path>
            </a:pathLst>
          </a:custGeom>
          <a:solidFill xmlns:a="http://schemas.openxmlformats.org/drawingml/2006/main">
            <a:srgbClr val="00FF0F"/>
          </a:solidFill>
          <a:ln xmlns:a="http://schemas.openxmlformats.org/drawingml/2006/main" w="3334">
            <a:solidFill>
              <a:srgbClr val="00FF0F"/>
            </a:solidFill>
          </a:ln>
        </p:spPr>
      </p:sp>
      <p:sp>
        <p:nvSpPr>
          <p:cNvPr id="114" name="path-110">
            <a:extLst xmlns:a="http://schemas.openxmlformats.org/drawingml/2006/main">
              <a:ext uri="{FF2B5EF4-FFF2-40B4-BE49-F238E27FC236}">
                <a16:creationId xmlns:a16="http://schemas.microsoft.com/office/drawing/2014/main" id="{642C43CD-3491-43CF-B950-858FC409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26824" cy="508892"/>
          </a:xfrm>
          <a:custGeom xmlns:a="http://schemas.openxmlformats.org/drawingml/2006/main">
            <a:pathLst>
              <a:path w="326824" h="508892">
                <a:moveTo>
                  <a:pt x="0" y="0"/>
                </a:moveTo>
                <a:lnTo>
                  <a:pt x="326824" y="503265"/>
                </a:lnTo>
                <a:lnTo>
                  <a:pt x="323891" y="505158"/>
                </a:lnTo>
                <a:lnTo>
                  <a:pt x="320947" y="507034"/>
                </a:lnTo>
                <a:lnTo>
                  <a:pt x="317991" y="508892"/>
                </a:lnTo>
                <a:close/>
              </a:path>
            </a:pathLst>
          </a:custGeom>
          <a:solidFill xmlns:a="http://schemas.openxmlformats.org/drawingml/2006/main">
            <a:srgbClr val="00FF0B"/>
          </a:solidFill>
          <a:ln xmlns:a="http://schemas.openxmlformats.org/drawingml/2006/main" w="3334">
            <a:solidFill>
              <a:srgbClr val="00FF0B"/>
            </a:solidFill>
          </a:ln>
        </p:spPr>
      </p:sp>
      <p:sp>
        <p:nvSpPr>
          <p:cNvPr id="115" name="path-111">
            <a:extLst xmlns:a="http://schemas.openxmlformats.org/drawingml/2006/main">
              <a:ext uri="{FF2B5EF4-FFF2-40B4-BE49-F238E27FC236}">
                <a16:creationId xmlns:a16="http://schemas.microsoft.com/office/drawing/2014/main" id="{57D4DD0E-32B9-4755-856C-A3C6E739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17991" cy="514365"/>
          </a:xfrm>
          <a:custGeom xmlns:a="http://schemas.openxmlformats.org/drawingml/2006/main">
            <a:pathLst>
              <a:path w="317991" h="514365">
                <a:moveTo>
                  <a:pt x="0" y="0"/>
                </a:moveTo>
                <a:lnTo>
                  <a:pt x="317991" y="508892"/>
                </a:lnTo>
                <a:lnTo>
                  <a:pt x="315025" y="510734"/>
                </a:lnTo>
                <a:lnTo>
                  <a:pt x="312049" y="512558"/>
                </a:lnTo>
                <a:lnTo>
                  <a:pt x="309061" y="514365"/>
                </a:lnTo>
                <a:close/>
              </a:path>
            </a:pathLst>
          </a:custGeom>
          <a:solidFill xmlns:a="http://schemas.openxmlformats.org/drawingml/2006/main">
            <a:srgbClr val="00FF06"/>
          </a:solidFill>
          <a:ln xmlns:a="http://schemas.openxmlformats.org/drawingml/2006/main" w="3334">
            <a:solidFill>
              <a:srgbClr val="00FF06"/>
            </a:solidFill>
          </a:ln>
        </p:spPr>
      </p:sp>
      <p:sp>
        <p:nvSpPr>
          <p:cNvPr id="116" name="path-112">
            <a:extLst xmlns:a="http://schemas.openxmlformats.org/drawingml/2006/main">
              <a:ext uri="{FF2B5EF4-FFF2-40B4-BE49-F238E27FC236}">
                <a16:creationId xmlns:a16="http://schemas.microsoft.com/office/drawing/2014/main" id="{FA59F01A-CC88-4786-9CB8-8D07044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09061" cy="519680"/>
          </a:xfrm>
          <a:custGeom xmlns:a="http://schemas.openxmlformats.org/drawingml/2006/main">
            <a:pathLst>
              <a:path w="309061" h="519680">
                <a:moveTo>
                  <a:pt x="0" y="0"/>
                </a:moveTo>
                <a:lnTo>
                  <a:pt x="309061" y="514365"/>
                </a:lnTo>
                <a:lnTo>
                  <a:pt x="306064" y="516154"/>
                </a:lnTo>
                <a:lnTo>
                  <a:pt x="303056" y="517926"/>
                </a:lnTo>
                <a:lnTo>
                  <a:pt x="300038" y="519680"/>
                </a:lnTo>
                <a:close/>
              </a:path>
            </a:pathLst>
          </a:custGeom>
          <a:solidFill xmlns:a="http://schemas.openxmlformats.org/drawingml/2006/main">
            <a:srgbClr val="00FF02"/>
          </a:solidFill>
          <a:ln xmlns:a="http://schemas.openxmlformats.org/drawingml/2006/main" w="3334">
            <a:solidFill>
              <a:srgbClr val="00FF02"/>
            </a:solidFill>
          </a:ln>
        </p:spPr>
      </p:sp>
      <p:sp>
        <p:nvSpPr>
          <p:cNvPr id="117" name="path-113">
            <a:extLst xmlns:a="http://schemas.openxmlformats.org/drawingml/2006/main">
              <a:ext uri="{FF2B5EF4-FFF2-40B4-BE49-F238E27FC236}">
                <a16:creationId xmlns:a16="http://schemas.microsoft.com/office/drawing/2014/main" id="{BB049093-4F0E-498F-8287-EAF4D4C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00038" cy="524837"/>
          </a:xfrm>
          <a:custGeom xmlns:a="http://schemas.openxmlformats.org/drawingml/2006/main">
            <a:pathLst>
              <a:path w="300038" h="524837">
                <a:moveTo>
                  <a:pt x="0" y="0"/>
                </a:moveTo>
                <a:lnTo>
                  <a:pt x="300038" y="519680"/>
                </a:lnTo>
                <a:lnTo>
                  <a:pt x="297009" y="521417"/>
                </a:lnTo>
                <a:lnTo>
                  <a:pt x="293971" y="523136"/>
                </a:lnTo>
                <a:lnTo>
                  <a:pt x="290922" y="524837"/>
                </a:lnTo>
                <a:close/>
              </a:path>
            </a:pathLst>
          </a:custGeom>
          <a:solidFill xmlns:a="http://schemas.openxmlformats.org/drawingml/2006/main">
            <a:srgbClr val="02FF00"/>
          </a:solidFill>
          <a:ln xmlns:a="http://schemas.openxmlformats.org/drawingml/2006/main" w="3334">
            <a:solidFill>
              <a:srgbClr val="02FF00"/>
            </a:solidFill>
          </a:ln>
        </p:spPr>
      </p:sp>
      <p:sp>
        <p:nvSpPr>
          <p:cNvPr id="118" name="path-114">
            <a:extLst xmlns:a="http://schemas.openxmlformats.org/drawingml/2006/main">
              <a:ext uri="{FF2B5EF4-FFF2-40B4-BE49-F238E27FC236}">
                <a16:creationId xmlns:a16="http://schemas.microsoft.com/office/drawing/2014/main" id="{A7902EED-A85D-4848-9CDE-3CA37352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90922" cy="529835"/>
          </a:xfrm>
          <a:custGeom xmlns:a="http://schemas.openxmlformats.org/drawingml/2006/main">
            <a:pathLst>
              <a:path w="290922" h="529835">
                <a:moveTo>
                  <a:pt x="0" y="0"/>
                </a:moveTo>
                <a:lnTo>
                  <a:pt x="290922" y="524837"/>
                </a:lnTo>
                <a:lnTo>
                  <a:pt x="287864" y="526521"/>
                </a:lnTo>
                <a:lnTo>
                  <a:pt x="284796" y="528187"/>
                </a:lnTo>
                <a:lnTo>
                  <a:pt x="281718" y="529835"/>
                </a:lnTo>
                <a:close/>
              </a:path>
            </a:pathLst>
          </a:custGeom>
          <a:solidFill xmlns:a="http://schemas.openxmlformats.org/drawingml/2006/main">
            <a:srgbClr val="06FF00"/>
          </a:solidFill>
          <a:ln xmlns:a="http://schemas.openxmlformats.org/drawingml/2006/main" w="3334">
            <a:solidFill>
              <a:srgbClr val="06FF00"/>
            </a:solidFill>
          </a:ln>
        </p:spPr>
      </p:sp>
      <p:sp>
        <p:nvSpPr>
          <p:cNvPr id="119" name="path-115">
            <a:extLst xmlns:a="http://schemas.openxmlformats.org/drawingml/2006/main">
              <a:ext uri="{FF2B5EF4-FFF2-40B4-BE49-F238E27FC236}">
                <a16:creationId xmlns:a16="http://schemas.microsoft.com/office/drawing/2014/main" id="{4D7FF2E3-9390-4105-89D9-4706746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81718" cy="534671"/>
          </a:xfrm>
          <a:custGeom xmlns:a="http://schemas.openxmlformats.org/drawingml/2006/main">
            <a:pathLst>
              <a:path w="281718" h="534671">
                <a:moveTo>
                  <a:pt x="0" y="0"/>
                </a:moveTo>
                <a:lnTo>
                  <a:pt x="281718" y="529835"/>
                </a:lnTo>
                <a:lnTo>
                  <a:pt x="278631" y="531465"/>
                </a:lnTo>
                <a:lnTo>
                  <a:pt x="275534" y="533077"/>
                </a:lnTo>
                <a:lnTo>
                  <a:pt x="272428" y="534671"/>
                </a:lnTo>
                <a:close/>
              </a:path>
            </a:pathLst>
          </a:custGeom>
          <a:solidFill xmlns:a="http://schemas.openxmlformats.org/drawingml/2006/main">
            <a:srgbClr val="0BFF00"/>
          </a:solidFill>
          <a:ln xmlns:a="http://schemas.openxmlformats.org/drawingml/2006/main" w="3334">
            <a:solidFill>
              <a:srgbClr val="0BFF00"/>
            </a:solidFill>
          </a:ln>
        </p:spPr>
      </p:sp>
      <p:sp>
        <p:nvSpPr>
          <p:cNvPr id="120" name="path-116">
            <a:extLst xmlns:a="http://schemas.openxmlformats.org/drawingml/2006/main">
              <a:ext uri="{FF2B5EF4-FFF2-40B4-BE49-F238E27FC236}">
                <a16:creationId xmlns:a16="http://schemas.microsoft.com/office/drawing/2014/main" id="{AF5D9D0F-61A3-404C-BF3F-9E3E7C4A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72428" cy="539344"/>
          </a:xfrm>
          <a:custGeom xmlns:a="http://schemas.openxmlformats.org/drawingml/2006/main">
            <a:pathLst>
              <a:path w="272428" h="539344">
                <a:moveTo>
                  <a:pt x="0" y="0"/>
                </a:moveTo>
                <a:lnTo>
                  <a:pt x="272428" y="534671"/>
                </a:lnTo>
                <a:lnTo>
                  <a:pt x="269313" y="536247"/>
                </a:lnTo>
                <a:lnTo>
                  <a:pt x="266189" y="537804"/>
                </a:lnTo>
                <a:lnTo>
                  <a:pt x="263056" y="539344"/>
                </a:lnTo>
                <a:close/>
              </a:path>
            </a:pathLst>
          </a:custGeom>
          <a:solidFill xmlns:a="http://schemas.openxmlformats.org/drawingml/2006/main">
            <a:srgbClr val="0FFF00"/>
          </a:solidFill>
          <a:ln xmlns:a="http://schemas.openxmlformats.org/drawingml/2006/main" w="3334">
            <a:solidFill>
              <a:srgbClr val="0FFF00"/>
            </a:solidFill>
          </a:ln>
        </p:spPr>
      </p:sp>
      <p:sp>
        <p:nvSpPr>
          <p:cNvPr id="121" name="path-117">
            <a:extLst xmlns:a="http://schemas.openxmlformats.org/drawingml/2006/main">
              <a:ext uri="{FF2B5EF4-FFF2-40B4-BE49-F238E27FC236}">
                <a16:creationId xmlns:a16="http://schemas.microsoft.com/office/drawing/2014/main" id="{C6844C64-B624-4B1E-B5EC-7A3CC9FF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63056" cy="543853"/>
          </a:xfrm>
          <a:custGeom xmlns:a="http://schemas.openxmlformats.org/drawingml/2006/main">
            <a:pathLst>
              <a:path w="263056" h="543853">
                <a:moveTo>
                  <a:pt x="0" y="0"/>
                </a:moveTo>
                <a:lnTo>
                  <a:pt x="263056" y="539344"/>
                </a:lnTo>
                <a:lnTo>
                  <a:pt x="259913" y="540865"/>
                </a:lnTo>
                <a:lnTo>
                  <a:pt x="256762" y="542368"/>
                </a:lnTo>
                <a:lnTo>
                  <a:pt x="253603" y="543853"/>
                </a:lnTo>
                <a:close/>
              </a:path>
            </a:pathLst>
          </a:custGeom>
          <a:solidFill xmlns:a="http://schemas.openxmlformats.org/drawingml/2006/main">
            <a:srgbClr val="13FF00"/>
          </a:solidFill>
          <a:ln xmlns:a="http://schemas.openxmlformats.org/drawingml/2006/main" w="3334">
            <a:solidFill>
              <a:srgbClr val="13FF00"/>
            </a:solidFill>
          </a:ln>
        </p:spPr>
      </p:sp>
      <p:sp>
        <p:nvSpPr>
          <p:cNvPr id="122" name="path-118">
            <a:extLst xmlns:a="http://schemas.openxmlformats.org/drawingml/2006/main">
              <a:ext uri="{FF2B5EF4-FFF2-40B4-BE49-F238E27FC236}">
                <a16:creationId xmlns:a16="http://schemas.microsoft.com/office/drawing/2014/main" id="{8C726657-1F00-4D70-8959-0E546A5A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53603" cy="548196"/>
          </a:xfrm>
          <a:custGeom xmlns:a="http://schemas.openxmlformats.org/drawingml/2006/main">
            <a:pathLst>
              <a:path w="253603" h="548196">
                <a:moveTo>
                  <a:pt x="0" y="0"/>
                </a:moveTo>
                <a:lnTo>
                  <a:pt x="253603" y="543853"/>
                </a:lnTo>
                <a:lnTo>
                  <a:pt x="250434" y="545319"/>
                </a:lnTo>
                <a:lnTo>
                  <a:pt x="247258" y="546767"/>
                </a:lnTo>
                <a:lnTo>
                  <a:pt x="244072" y="548196"/>
                </a:lnTo>
                <a:close/>
              </a:path>
            </a:pathLst>
          </a:custGeom>
          <a:solidFill xmlns:a="http://schemas.openxmlformats.org/drawingml/2006/main">
            <a:srgbClr val="17FF00"/>
          </a:solidFill>
          <a:ln xmlns:a="http://schemas.openxmlformats.org/drawingml/2006/main" w="3334">
            <a:solidFill>
              <a:srgbClr val="17FF00"/>
            </a:solidFill>
          </a:ln>
        </p:spPr>
      </p:sp>
      <p:sp>
        <p:nvSpPr>
          <p:cNvPr id="123" name="path-119">
            <a:extLst xmlns:a="http://schemas.openxmlformats.org/drawingml/2006/main">
              <a:ext uri="{FF2B5EF4-FFF2-40B4-BE49-F238E27FC236}">
                <a16:creationId xmlns:a16="http://schemas.microsoft.com/office/drawing/2014/main" id="{000218DA-3879-46BC-BCC5-EAD0CF08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44072" cy="552372"/>
          </a:xfrm>
          <a:custGeom xmlns:a="http://schemas.openxmlformats.org/drawingml/2006/main">
            <a:pathLst>
              <a:path w="244072" h="552372">
                <a:moveTo>
                  <a:pt x="0" y="0"/>
                </a:moveTo>
                <a:lnTo>
                  <a:pt x="244072" y="548196"/>
                </a:lnTo>
                <a:lnTo>
                  <a:pt x="240879" y="549606"/>
                </a:lnTo>
                <a:lnTo>
                  <a:pt x="237678" y="550999"/>
                </a:lnTo>
                <a:lnTo>
                  <a:pt x="234468" y="552372"/>
                </a:lnTo>
                <a:close/>
              </a:path>
            </a:pathLst>
          </a:custGeom>
          <a:solidFill xmlns:a="http://schemas.openxmlformats.org/drawingml/2006/main">
            <a:srgbClr val="1CFF00"/>
          </a:solidFill>
          <a:ln xmlns:a="http://schemas.openxmlformats.org/drawingml/2006/main" w="3334">
            <a:solidFill>
              <a:srgbClr val="1CFF00"/>
            </a:solidFill>
          </a:ln>
        </p:spPr>
      </p:sp>
      <p:sp>
        <p:nvSpPr>
          <p:cNvPr id="124" name="path-120">
            <a:extLst xmlns:a="http://schemas.openxmlformats.org/drawingml/2006/main">
              <a:ext uri="{FF2B5EF4-FFF2-40B4-BE49-F238E27FC236}">
                <a16:creationId xmlns:a16="http://schemas.microsoft.com/office/drawing/2014/main" id="{CBBD7A5A-A7B5-440F-ADC5-98A0816C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34468" cy="556380"/>
          </a:xfrm>
          <a:custGeom xmlns:a="http://schemas.openxmlformats.org/drawingml/2006/main">
            <a:pathLst>
              <a:path w="234468" h="556380">
                <a:moveTo>
                  <a:pt x="0" y="0"/>
                </a:moveTo>
                <a:lnTo>
                  <a:pt x="234468" y="552372"/>
                </a:lnTo>
                <a:lnTo>
                  <a:pt x="231250" y="553727"/>
                </a:lnTo>
                <a:lnTo>
                  <a:pt x="228025" y="555063"/>
                </a:lnTo>
                <a:lnTo>
                  <a:pt x="224792" y="556380"/>
                </a:lnTo>
                <a:close/>
              </a:path>
            </a:pathLst>
          </a:custGeom>
          <a:solidFill xmlns:a="http://schemas.openxmlformats.org/drawingml/2006/main">
            <a:srgbClr val="20FF00"/>
          </a:solidFill>
          <a:ln xmlns:a="http://schemas.openxmlformats.org/drawingml/2006/main" w="3334">
            <a:solidFill>
              <a:srgbClr val="20FF00"/>
            </a:solidFill>
          </a:ln>
        </p:spPr>
      </p:sp>
      <p:sp>
        <p:nvSpPr>
          <p:cNvPr id="125" name="path-121">
            <a:extLst xmlns:a="http://schemas.openxmlformats.org/drawingml/2006/main">
              <a:ext uri="{FF2B5EF4-FFF2-40B4-BE49-F238E27FC236}">
                <a16:creationId xmlns:a16="http://schemas.microsoft.com/office/drawing/2014/main" id="{A64FE43D-F146-4A09-B81B-FBEBF5E6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24792" cy="560218"/>
          </a:xfrm>
          <a:custGeom xmlns:a="http://schemas.openxmlformats.org/drawingml/2006/main">
            <a:pathLst>
              <a:path w="224792" h="560218">
                <a:moveTo>
                  <a:pt x="0" y="0"/>
                </a:moveTo>
                <a:lnTo>
                  <a:pt x="224792" y="556380"/>
                </a:lnTo>
                <a:lnTo>
                  <a:pt x="221551" y="557678"/>
                </a:lnTo>
                <a:lnTo>
                  <a:pt x="218303" y="558958"/>
                </a:lnTo>
                <a:lnTo>
                  <a:pt x="215048" y="560218"/>
                </a:lnTo>
                <a:close/>
              </a:path>
            </a:pathLst>
          </a:custGeom>
          <a:solidFill xmlns:a="http://schemas.openxmlformats.org/drawingml/2006/main">
            <a:srgbClr val="24FF00"/>
          </a:solidFill>
          <a:ln xmlns:a="http://schemas.openxmlformats.org/drawingml/2006/main" w="3334">
            <a:solidFill>
              <a:srgbClr val="24FF00"/>
            </a:solidFill>
          </a:ln>
        </p:spPr>
      </p:sp>
      <p:sp>
        <p:nvSpPr>
          <p:cNvPr id="126" name="path-122">
            <a:extLst xmlns:a="http://schemas.openxmlformats.org/drawingml/2006/main">
              <a:ext uri="{FF2B5EF4-FFF2-40B4-BE49-F238E27FC236}">
                <a16:creationId xmlns:a16="http://schemas.microsoft.com/office/drawing/2014/main" id="{C24E8068-A4B5-4232-A6EC-A26AD518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15048" cy="563886"/>
          </a:xfrm>
          <a:custGeom xmlns:a="http://schemas.openxmlformats.org/drawingml/2006/main">
            <a:pathLst>
              <a:path w="215048" h="563886">
                <a:moveTo>
                  <a:pt x="0" y="0"/>
                </a:moveTo>
                <a:lnTo>
                  <a:pt x="215048" y="560218"/>
                </a:lnTo>
                <a:lnTo>
                  <a:pt x="211785" y="561460"/>
                </a:lnTo>
                <a:lnTo>
                  <a:pt x="208515" y="562682"/>
                </a:lnTo>
                <a:lnTo>
                  <a:pt x="205238" y="563886"/>
                </a:lnTo>
                <a:close/>
              </a:path>
            </a:pathLst>
          </a:custGeom>
          <a:solidFill xmlns:a="http://schemas.openxmlformats.org/drawingml/2006/main">
            <a:srgbClr val="28FF00"/>
          </a:solidFill>
          <a:ln xmlns:a="http://schemas.openxmlformats.org/drawingml/2006/main" w="3334">
            <a:solidFill>
              <a:srgbClr val="28FF00"/>
            </a:solidFill>
          </a:ln>
        </p:spPr>
      </p:sp>
      <p:sp>
        <p:nvSpPr>
          <p:cNvPr id="127" name="path-123">
            <a:extLst xmlns:a="http://schemas.openxmlformats.org/drawingml/2006/main">
              <a:ext uri="{FF2B5EF4-FFF2-40B4-BE49-F238E27FC236}">
                <a16:creationId xmlns:a16="http://schemas.microsoft.com/office/drawing/2014/main" id="{A6991EBB-6CEE-4BF0-BD08-2DBDDBA4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05238" cy="567382"/>
          </a:xfrm>
          <a:custGeom xmlns:a="http://schemas.openxmlformats.org/drawingml/2006/main">
            <a:pathLst>
              <a:path w="205238" h="567382">
                <a:moveTo>
                  <a:pt x="0" y="0"/>
                </a:moveTo>
                <a:lnTo>
                  <a:pt x="205238" y="563886"/>
                </a:lnTo>
                <a:lnTo>
                  <a:pt x="201954" y="565071"/>
                </a:lnTo>
                <a:lnTo>
                  <a:pt x="198663" y="566236"/>
                </a:lnTo>
                <a:lnTo>
                  <a:pt x="195365" y="567382"/>
                </a:lnTo>
                <a:close/>
              </a:path>
            </a:pathLst>
          </a:custGeom>
          <a:solidFill xmlns:a="http://schemas.openxmlformats.org/drawingml/2006/main">
            <a:srgbClr val="2DFF00"/>
          </a:solidFill>
          <a:ln xmlns:a="http://schemas.openxmlformats.org/drawingml/2006/main" w="3334">
            <a:solidFill>
              <a:srgbClr val="2DFF00"/>
            </a:solidFill>
          </a:ln>
        </p:spPr>
      </p:sp>
      <p:sp>
        <p:nvSpPr>
          <p:cNvPr id="128" name="path-124">
            <a:extLst xmlns:a="http://schemas.openxmlformats.org/drawingml/2006/main">
              <a:ext uri="{FF2B5EF4-FFF2-40B4-BE49-F238E27FC236}">
                <a16:creationId xmlns:a16="http://schemas.microsoft.com/office/drawing/2014/main" id="{D195826F-99DE-47D8-A112-1D8E7464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95365" cy="570705"/>
          </a:xfrm>
          <a:custGeom xmlns:a="http://schemas.openxmlformats.org/drawingml/2006/main">
            <a:pathLst>
              <a:path w="195365" h="570705">
                <a:moveTo>
                  <a:pt x="0" y="0"/>
                </a:moveTo>
                <a:lnTo>
                  <a:pt x="195365" y="567382"/>
                </a:lnTo>
                <a:lnTo>
                  <a:pt x="192061" y="568509"/>
                </a:lnTo>
                <a:lnTo>
                  <a:pt x="188750" y="569617"/>
                </a:lnTo>
                <a:lnTo>
                  <a:pt x="185433" y="570705"/>
                </a:lnTo>
                <a:close/>
              </a:path>
            </a:pathLst>
          </a:custGeom>
          <a:solidFill xmlns:a="http://schemas.openxmlformats.org/drawingml/2006/main">
            <a:srgbClr val="31FF00"/>
          </a:solidFill>
          <a:ln xmlns:a="http://schemas.openxmlformats.org/drawingml/2006/main" w="3334">
            <a:solidFill>
              <a:srgbClr val="31FF00"/>
            </a:solidFill>
          </a:ln>
        </p:spPr>
      </p:sp>
      <p:sp>
        <p:nvSpPr>
          <p:cNvPr id="129" name="path-125">
            <a:extLst xmlns:a="http://schemas.openxmlformats.org/drawingml/2006/main">
              <a:ext uri="{FF2B5EF4-FFF2-40B4-BE49-F238E27FC236}">
                <a16:creationId xmlns:a16="http://schemas.microsoft.com/office/drawing/2014/main" id="{A2B5E85D-69C7-4CF4-92F0-C80C5CA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85433" cy="573855"/>
          </a:xfrm>
          <a:custGeom xmlns:a="http://schemas.openxmlformats.org/drawingml/2006/main">
            <a:pathLst>
              <a:path w="185433" h="573855">
                <a:moveTo>
                  <a:pt x="0" y="0"/>
                </a:moveTo>
                <a:lnTo>
                  <a:pt x="185433" y="570705"/>
                </a:lnTo>
                <a:lnTo>
                  <a:pt x="182110" y="571774"/>
                </a:lnTo>
                <a:lnTo>
                  <a:pt x="178781" y="572824"/>
                </a:lnTo>
                <a:lnTo>
                  <a:pt x="175445" y="573855"/>
                </a:lnTo>
                <a:close/>
              </a:path>
            </a:pathLst>
          </a:custGeom>
          <a:solidFill xmlns:a="http://schemas.openxmlformats.org/drawingml/2006/main">
            <a:srgbClr val="35FF00"/>
          </a:solidFill>
          <a:ln xmlns:a="http://schemas.openxmlformats.org/drawingml/2006/main" w="3334">
            <a:solidFill>
              <a:srgbClr val="35FF00"/>
            </a:solidFill>
          </a:ln>
        </p:spPr>
      </p:sp>
      <p:sp>
        <p:nvSpPr>
          <p:cNvPr id="130" name="path-126">
            <a:extLst xmlns:a="http://schemas.openxmlformats.org/drawingml/2006/main">
              <a:ext uri="{FF2B5EF4-FFF2-40B4-BE49-F238E27FC236}">
                <a16:creationId xmlns:a16="http://schemas.microsoft.com/office/drawing/2014/main" id="{D2ABCF13-FC39-49B2-B631-394DC982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75445" cy="576829"/>
          </a:xfrm>
          <a:custGeom xmlns:a="http://schemas.openxmlformats.org/drawingml/2006/main">
            <a:pathLst>
              <a:path w="175445" h="576829">
                <a:moveTo>
                  <a:pt x="0" y="0"/>
                </a:moveTo>
                <a:lnTo>
                  <a:pt x="175445" y="573855"/>
                </a:lnTo>
                <a:lnTo>
                  <a:pt x="172103" y="574866"/>
                </a:lnTo>
                <a:lnTo>
                  <a:pt x="168756" y="575857"/>
                </a:lnTo>
                <a:lnTo>
                  <a:pt x="165403" y="576829"/>
                </a:lnTo>
                <a:close/>
              </a:path>
            </a:pathLst>
          </a:custGeom>
          <a:solidFill xmlns:a="http://schemas.openxmlformats.org/drawingml/2006/main">
            <a:srgbClr val="39FF00"/>
          </a:solidFill>
          <a:ln xmlns:a="http://schemas.openxmlformats.org/drawingml/2006/main" w="3334">
            <a:solidFill>
              <a:srgbClr val="39FF00"/>
            </a:solidFill>
          </a:ln>
        </p:spPr>
      </p:sp>
      <p:sp>
        <p:nvSpPr>
          <p:cNvPr id="131" name="path-127">
            <a:extLst xmlns:a="http://schemas.openxmlformats.org/drawingml/2006/main">
              <a:ext uri="{FF2B5EF4-FFF2-40B4-BE49-F238E27FC236}">
                <a16:creationId xmlns:a16="http://schemas.microsoft.com/office/drawing/2014/main" id="{BF82B40E-6DA6-4566-BF03-68D84F15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65403" cy="579628"/>
          </a:xfrm>
          <a:custGeom xmlns:a="http://schemas.openxmlformats.org/drawingml/2006/main">
            <a:pathLst>
              <a:path w="165403" h="579628">
                <a:moveTo>
                  <a:pt x="0" y="0"/>
                </a:moveTo>
                <a:lnTo>
                  <a:pt x="165403" y="576829"/>
                </a:lnTo>
                <a:lnTo>
                  <a:pt x="162044" y="577782"/>
                </a:lnTo>
                <a:lnTo>
                  <a:pt x="158680" y="578715"/>
                </a:lnTo>
                <a:lnTo>
                  <a:pt x="155311" y="579628"/>
                </a:lnTo>
                <a:close/>
              </a:path>
            </a:pathLst>
          </a:custGeom>
          <a:solidFill xmlns:a="http://schemas.openxmlformats.org/drawingml/2006/main">
            <a:srgbClr val="3EFF00"/>
          </a:solidFill>
          <a:ln xmlns:a="http://schemas.openxmlformats.org/drawingml/2006/main" w="3334">
            <a:solidFill>
              <a:srgbClr val="3EFF00"/>
            </a:solidFill>
          </a:ln>
        </p:spPr>
      </p:sp>
      <p:sp>
        <p:nvSpPr>
          <p:cNvPr id="132" name="path-128">
            <a:extLst xmlns:a="http://schemas.openxmlformats.org/drawingml/2006/main">
              <a:ext uri="{FF2B5EF4-FFF2-40B4-BE49-F238E27FC236}">
                <a16:creationId xmlns:a16="http://schemas.microsoft.com/office/drawing/2014/main" id="{2F801DF6-4B91-40F9-AB31-6E43DEB1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55311" cy="582250"/>
          </a:xfrm>
          <a:custGeom xmlns:a="http://schemas.openxmlformats.org/drawingml/2006/main">
            <a:pathLst>
              <a:path w="155311" h="582250">
                <a:moveTo>
                  <a:pt x="0" y="0"/>
                </a:moveTo>
                <a:lnTo>
                  <a:pt x="155311" y="579628"/>
                </a:lnTo>
                <a:lnTo>
                  <a:pt x="151936" y="580522"/>
                </a:lnTo>
                <a:lnTo>
                  <a:pt x="148556" y="581396"/>
                </a:lnTo>
                <a:lnTo>
                  <a:pt x="145171" y="582250"/>
                </a:lnTo>
                <a:close/>
              </a:path>
            </a:pathLst>
          </a:custGeom>
          <a:solidFill xmlns:a="http://schemas.openxmlformats.org/drawingml/2006/main">
            <a:srgbClr val="42FF00"/>
          </a:solidFill>
          <a:ln xmlns:a="http://schemas.openxmlformats.org/drawingml/2006/main" w="3334">
            <a:solidFill>
              <a:srgbClr val="42FF00"/>
            </a:solidFill>
          </a:ln>
        </p:spPr>
      </p:sp>
      <p:sp>
        <p:nvSpPr>
          <p:cNvPr id="133" name="path-129">
            <a:extLst xmlns:a="http://schemas.openxmlformats.org/drawingml/2006/main">
              <a:ext uri="{FF2B5EF4-FFF2-40B4-BE49-F238E27FC236}">
                <a16:creationId xmlns:a16="http://schemas.microsoft.com/office/drawing/2014/main" id="{A9B4ACC1-E941-4933-B953-48858067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45171" cy="584695"/>
          </a:xfrm>
          <a:custGeom xmlns:a="http://schemas.openxmlformats.org/drawingml/2006/main">
            <a:pathLst>
              <a:path w="145171" h="584695">
                <a:moveTo>
                  <a:pt x="0" y="0"/>
                </a:moveTo>
                <a:lnTo>
                  <a:pt x="145171" y="582250"/>
                </a:lnTo>
                <a:lnTo>
                  <a:pt x="141781" y="583085"/>
                </a:lnTo>
                <a:lnTo>
                  <a:pt x="138387" y="583900"/>
                </a:lnTo>
                <a:lnTo>
                  <a:pt x="134988" y="584695"/>
                </a:lnTo>
                <a:close/>
              </a:path>
            </a:pathLst>
          </a:custGeom>
          <a:solidFill xmlns:a="http://schemas.openxmlformats.org/drawingml/2006/main">
            <a:srgbClr val="46FF00"/>
          </a:solidFill>
          <a:ln xmlns:a="http://schemas.openxmlformats.org/drawingml/2006/main" w="3334">
            <a:solidFill>
              <a:srgbClr val="46FF00"/>
            </a:solidFill>
          </a:ln>
        </p:spPr>
      </p:sp>
      <p:sp>
        <p:nvSpPr>
          <p:cNvPr id="134" name="path-130">
            <a:extLst xmlns:a="http://schemas.openxmlformats.org/drawingml/2006/main">
              <a:ext uri="{FF2B5EF4-FFF2-40B4-BE49-F238E27FC236}">
                <a16:creationId xmlns:a16="http://schemas.microsoft.com/office/drawing/2014/main" id="{AB013349-024F-4FBA-A287-09240A9F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34988" cy="586962"/>
          </a:xfrm>
          <a:custGeom xmlns:a="http://schemas.openxmlformats.org/drawingml/2006/main">
            <a:pathLst>
              <a:path w="134988" h="586962">
                <a:moveTo>
                  <a:pt x="0" y="0"/>
                </a:moveTo>
                <a:lnTo>
                  <a:pt x="134988" y="584695"/>
                </a:lnTo>
                <a:lnTo>
                  <a:pt x="131584" y="585471"/>
                </a:lnTo>
                <a:lnTo>
                  <a:pt x="128175" y="586226"/>
                </a:lnTo>
                <a:lnTo>
                  <a:pt x="124763" y="586962"/>
                </a:lnTo>
                <a:close/>
              </a:path>
            </a:pathLst>
          </a:custGeom>
          <a:solidFill xmlns:a="http://schemas.openxmlformats.org/drawingml/2006/main">
            <a:srgbClr val="4AFF00"/>
          </a:solidFill>
          <a:ln xmlns:a="http://schemas.openxmlformats.org/drawingml/2006/main" w="3334">
            <a:solidFill>
              <a:srgbClr val="4AFF00"/>
            </a:solidFill>
          </a:ln>
        </p:spPr>
      </p:sp>
      <p:sp>
        <p:nvSpPr>
          <p:cNvPr id="135" name="path-131">
            <a:extLst xmlns:a="http://schemas.openxmlformats.org/drawingml/2006/main">
              <a:ext uri="{FF2B5EF4-FFF2-40B4-BE49-F238E27FC236}">
                <a16:creationId xmlns:a16="http://schemas.microsoft.com/office/drawing/2014/main" id="{0C645AC2-38AC-4616-A188-5E2C2C39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24763" cy="589050"/>
          </a:xfrm>
          <a:custGeom xmlns:a="http://schemas.openxmlformats.org/drawingml/2006/main">
            <a:pathLst>
              <a:path w="124763" h="589050">
                <a:moveTo>
                  <a:pt x="0" y="0"/>
                </a:moveTo>
                <a:lnTo>
                  <a:pt x="124763" y="586962"/>
                </a:lnTo>
                <a:lnTo>
                  <a:pt x="121346" y="587678"/>
                </a:lnTo>
                <a:lnTo>
                  <a:pt x="117925" y="588374"/>
                </a:lnTo>
                <a:lnTo>
                  <a:pt x="114500" y="589050"/>
                </a:lnTo>
                <a:close/>
              </a:path>
            </a:pathLst>
          </a:custGeom>
          <a:solidFill xmlns:a="http://schemas.openxmlformats.org/drawingml/2006/main">
            <a:srgbClr val="4FFF00"/>
          </a:solidFill>
          <a:ln xmlns:a="http://schemas.openxmlformats.org/drawingml/2006/main" w="3334">
            <a:solidFill>
              <a:srgbClr val="4FFF00"/>
            </a:solidFill>
          </a:ln>
        </p:spPr>
      </p:sp>
      <p:sp>
        <p:nvSpPr>
          <p:cNvPr id="136" name="path-132">
            <a:extLst xmlns:a="http://schemas.openxmlformats.org/drawingml/2006/main">
              <a:ext uri="{FF2B5EF4-FFF2-40B4-BE49-F238E27FC236}">
                <a16:creationId xmlns:a16="http://schemas.microsoft.com/office/drawing/2014/main" id="{410A7FD4-C297-41F2-B560-E693BEB8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14500" cy="590959"/>
          </a:xfrm>
          <a:custGeom xmlns:a="http://schemas.openxmlformats.org/drawingml/2006/main">
            <a:pathLst>
              <a:path w="114500" h="590959">
                <a:moveTo>
                  <a:pt x="0" y="0"/>
                </a:moveTo>
                <a:lnTo>
                  <a:pt x="114500" y="589050"/>
                </a:lnTo>
                <a:lnTo>
                  <a:pt x="111071" y="589706"/>
                </a:lnTo>
                <a:lnTo>
                  <a:pt x="107638" y="590342"/>
                </a:lnTo>
                <a:lnTo>
                  <a:pt x="104202" y="590959"/>
                </a:lnTo>
                <a:close/>
              </a:path>
            </a:pathLst>
          </a:custGeom>
          <a:solidFill xmlns:a="http://schemas.openxmlformats.org/drawingml/2006/main">
            <a:srgbClr val="53FF00"/>
          </a:solidFill>
          <a:ln xmlns:a="http://schemas.openxmlformats.org/drawingml/2006/main" w="3334">
            <a:solidFill>
              <a:srgbClr val="53FF00"/>
            </a:solidFill>
          </a:ln>
        </p:spPr>
      </p:sp>
      <p:sp>
        <p:nvSpPr>
          <p:cNvPr id="137" name="path-133">
            <a:extLst xmlns:a="http://schemas.openxmlformats.org/drawingml/2006/main">
              <a:ext uri="{FF2B5EF4-FFF2-40B4-BE49-F238E27FC236}">
                <a16:creationId xmlns:a16="http://schemas.microsoft.com/office/drawing/2014/main" id="{707DD13A-19B4-4341-9374-76B236FB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04202" cy="592687"/>
          </a:xfrm>
          <a:custGeom xmlns:a="http://schemas.openxmlformats.org/drawingml/2006/main">
            <a:pathLst>
              <a:path w="104202" h="592687">
                <a:moveTo>
                  <a:pt x="0" y="0"/>
                </a:moveTo>
                <a:lnTo>
                  <a:pt x="104202" y="590959"/>
                </a:lnTo>
                <a:lnTo>
                  <a:pt x="100762" y="591555"/>
                </a:lnTo>
                <a:lnTo>
                  <a:pt x="97319" y="592131"/>
                </a:lnTo>
                <a:lnTo>
                  <a:pt x="93872" y="592687"/>
                </a:lnTo>
                <a:close/>
              </a:path>
            </a:pathLst>
          </a:custGeom>
          <a:solidFill xmlns:a="http://schemas.openxmlformats.org/drawingml/2006/main">
            <a:srgbClr val="57FF00"/>
          </a:solidFill>
          <a:ln xmlns:a="http://schemas.openxmlformats.org/drawingml/2006/main" w="3334">
            <a:solidFill>
              <a:srgbClr val="57FF00"/>
            </a:solidFill>
          </a:ln>
        </p:spPr>
      </p:sp>
      <p:sp>
        <p:nvSpPr>
          <p:cNvPr id="138" name="path-134">
            <a:extLst xmlns:a="http://schemas.openxmlformats.org/drawingml/2006/main">
              <a:ext uri="{FF2B5EF4-FFF2-40B4-BE49-F238E27FC236}">
                <a16:creationId xmlns:a16="http://schemas.microsoft.com/office/drawing/2014/main" id="{93ADF70D-B066-4F7D-97C3-64194075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93872" cy="594235"/>
          </a:xfrm>
          <a:custGeom xmlns:a="http://schemas.openxmlformats.org/drawingml/2006/main">
            <a:pathLst>
              <a:path w="93872" h="594235">
                <a:moveTo>
                  <a:pt x="0" y="0"/>
                </a:moveTo>
                <a:lnTo>
                  <a:pt x="93872" y="592687"/>
                </a:lnTo>
                <a:lnTo>
                  <a:pt x="90423" y="593223"/>
                </a:lnTo>
                <a:lnTo>
                  <a:pt x="86970" y="593739"/>
                </a:lnTo>
                <a:lnTo>
                  <a:pt x="83514" y="594235"/>
                </a:lnTo>
                <a:close/>
              </a:path>
            </a:pathLst>
          </a:custGeom>
          <a:solidFill xmlns:a="http://schemas.openxmlformats.org/drawingml/2006/main">
            <a:srgbClr val="5BFF00"/>
          </a:solidFill>
          <a:ln xmlns:a="http://schemas.openxmlformats.org/drawingml/2006/main" w="3334">
            <a:solidFill>
              <a:srgbClr val="5BFF00"/>
            </a:solidFill>
          </a:ln>
        </p:spPr>
      </p:sp>
      <p:sp>
        <p:nvSpPr>
          <p:cNvPr id="139" name="path-135">
            <a:extLst xmlns:a="http://schemas.openxmlformats.org/drawingml/2006/main">
              <a:ext uri="{FF2B5EF4-FFF2-40B4-BE49-F238E27FC236}">
                <a16:creationId xmlns:a16="http://schemas.microsoft.com/office/drawing/2014/main" id="{39D2E34F-B9B0-41AB-ACD8-DF0A6DF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83514" cy="595602"/>
          </a:xfrm>
          <a:custGeom xmlns:a="http://schemas.openxmlformats.org/drawingml/2006/main">
            <a:pathLst>
              <a:path w="83514" h="595602">
                <a:moveTo>
                  <a:pt x="0" y="0"/>
                </a:moveTo>
                <a:lnTo>
                  <a:pt x="83514" y="594235"/>
                </a:lnTo>
                <a:lnTo>
                  <a:pt x="80056" y="594711"/>
                </a:lnTo>
                <a:lnTo>
                  <a:pt x="76595" y="595167"/>
                </a:lnTo>
                <a:lnTo>
                  <a:pt x="73131" y="595602"/>
                </a:lnTo>
                <a:close/>
              </a:path>
            </a:pathLst>
          </a:custGeom>
          <a:solidFill xmlns:a="http://schemas.openxmlformats.org/drawingml/2006/main">
            <a:srgbClr val="60FF00"/>
          </a:solidFill>
          <a:ln xmlns:a="http://schemas.openxmlformats.org/drawingml/2006/main" w="3334">
            <a:solidFill>
              <a:srgbClr val="60FF00"/>
            </a:solidFill>
          </a:ln>
        </p:spPr>
      </p:sp>
      <p:sp>
        <p:nvSpPr>
          <p:cNvPr id="140" name="path-136">
            <a:extLst xmlns:a="http://schemas.openxmlformats.org/drawingml/2006/main">
              <a:ext uri="{FF2B5EF4-FFF2-40B4-BE49-F238E27FC236}">
                <a16:creationId xmlns:a16="http://schemas.microsoft.com/office/drawing/2014/main" id="{2243C17E-13AB-4E6D-89F8-3EFFE165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73131" cy="596788"/>
          </a:xfrm>
          <a:custGeom xmlns:a="http://schemas.openxmlformats.org/drawingml/2006/main">
            <a:pathLst>
              <a:path w="73131" h="596788">
                <a:moveTo>
                  <a:pt x="0" y="0"/>
                </a:moveTo>
                <a:lnTo>
                  <a:pt x="73131" y="595602"/>
                </a:lnTo>
                <a:lnTo>
                  <a:pt x="69664" y="596018"/>
                </a:lnTo>
                <a:lnTo>
                  <a:pt x="66196" y="596413"/>
                </a:lnTo>
                <a:lnTo>
                  <a:pt x="62725" y="596788"/>
                </a:lnTo>
                <a:close/>
              </a:path>
            </a:pathLst>
          </a:custGeom>
          <a:solidFill xmlns:a="http://schemas.openxmlformats.org/drawingml/2006/main">
            <a:srgbClr val="64FF00"/>
          </a:solidFill>
          <a:ln xmlns:a="http://schemas.openxmlformats.org/drawingml/2006/main" w="3334">
            <a:solidFill>
              <a:srgbClr val="64FF00"/>
            </a:solidFill>
          </a:ln>
        </p:spPr>
      </p:sp>
      <p:sp>
        <p:nvSpPr>
          <p:cNvPr id="141" name="path-137">
            <a:extLst xmlns:a="http://schemas.openxmlformats.org/drawingml/2006/main">
              <a:ext uri="{FF2B5EF4-FFF2-40B4-BE49-F238E27FC236}">
                <a16:creationId xmlns:a16="http://schemas.microsoft.com/office/drawing/2014/main" id="{FF072EC7-34A3-4D86-9F1E-E1D2CDC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62725" cy="597792"/>
          </a:xfrm>
          <a:custGeom xmlns:a="http://schemas.openxmlformats.org/drawingml/2006/main">
            <a:pathLst>
              <a:path w="62725" h="597792">
                <a:moveTo>
                  <a:pt x="0" y="0"/>
                </a:moveTo>
                <a:lnTo>
                  <a:pt x="62725" y="596788"/>
                </a:lnTo>
                <a:lnTo>
                  <a:pt x="59252" y="597143"/>
                </a:lnTo>
                <a:lnTo>
                  <a:pt x="55777" y="597477"/>
                </a:lnTo>
                <a:lnTo>
                  <a:pt x="52300" y="597792"/>
                </a:lnTo>
                <a:close/>
              </a:path>
            </a:pathLst>
          </a:custGeom>
          <a:solidFill xmlns:a="http://schemas.openxmlformats.org/drawingml/2006/main">
            <a:srgbClr val="68FF00"/>
          </a:solidFill>
          <a:ln xmlns:a="http://schemas.openxmlformats.org/drawingml/2006/main" w="3334">
            <a:solidFill>
              <a:srgbClr val="68FF00"/>
            </a:solidFill>
          </a:ln>
        </p:spPr>
      </p:sp>
      <p:sp>
        <p:nvSpPr>
          <p:cNvPr id="142" name="path-138">
            <a:extLst xmlns:a="http://schemas.openxmlformats.org/drawingml/2006/main">
              <a:ext uri="{FF2B5EF4-FFF2-40B4-BE49-F238E27FC236}">
                <a16:creationId xmlns:a16="http://schemas.microsoft.com/office/drawing/2014/main" id="{7FE08CDC-5727-418B-A2BC-C98A0FB9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52300" cy="598613"/>
          </a:xfrm>
          <a:custGeom xmlns:a="http://schemas.openxmlformats.org/drawingml/2006/main">
            <a:pathLst>
              <a:path w="52300" h="598613">
                <a:moveTo>
                  <a:pt x="0" y="0"/>
                </a:moveTo>
                <a:lnTo>
                  <a:pt x="52300" y="597792"/>
                </a:lnTo>
                <a:lnTo>
                  <a:pt x="48821" y="598086"/>
                </a:lnTo>
                <a:lnTo>
                  <a:pt x="45341" y="598360"/>
                </a:lnTo>
                <a:lnTo>
                  <a:pt x="41859" y="598613"/>
                </a:lnTo>
                <a:close/>
              </a:path>
            </a:pathLst>
          </a:custGeom>
          <a:solidFill xmlns:a="http://schemas.openxmlformats.org/drawingml/2006/main">
            <a:srgbClr val="6CFF00"/>
          </a:solidFill>
          <a:ln xmlns:a="http://schemas.openxmlformats.org/drawingml/2006/main" w="3334">
            <a:solidFill>
              <a:srgbClr val="6CFF00"/>
            </a:solidFill>
          </a:ln>
        </p:spPr>
      </p:sp>
      <p:sp>
        <p:nvSpPr>
          <p:cNvPr id="143" name="path-139">
            <a:extLst xmlns:a="http://schemas.openxmlformats.org/drawingml/2006/main">
              <a:ext uri="{FF2B5EF4-FFF2-40B4-BE49-F238E27FC236}">
                <a16:creationId xmlns:a16="http://schemas.microsoft.com/office/drawing/2014/main" id="{16257D40-C5F0-4D99-8798-E54179B6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41859" cy="599253"/>
          </a:xfrm>
          <a:custGeom xmlns:a="http://schemas.openxmlformats.org/drawingml/2006/main">
            <a:pathLst>
              <a:path w="41859" h="599253">
                <a:moveTo>
                  <a:pt x="0" y="0"/>
                </a:moveTo>
                <a:lnTo>
                  <a:pt x="41859" y="598613"/>
                </a:lnTo>
                <a:lnTo>
                  <a:pt x="38376" y="598847"/>
                </a:lnTo>
                <a:lnTo>
                  <a:pt x="34891" y="599060"/>
                </a:lnTo>
                <a:lnTo>
                  <a:pt x="31405" y="599253"/>
                </a:lnTo>
                <a:close/>
              </a:path>
            </a:pathLst>
          </a:custGeom>
          <a:solidFill xmlns:a="http://schemas.openxmlformats.org/drawingml/2006/main">
            <a:srgbClr val="71FF00"/>
          </a:solidFill>
          <a:ln xmlns:a="http://schemas.openxmlformats.org/drawingml/2006/main" w="3334">
            <a:solidFill>
              <a:srgbClr val="71FF00"/>
            </a:solidFill>
          </a:ln>
        </p:spPr>
      </p:sp>
      <p:sp>
        <p:nvSpPr>
          <p:cNvPr id="144" name="path-140">
            <a:extLst xmlns:a="http://schemas.openxmlformats.org/drawingml/2006/main">
              <a:ext uri="{FF2B5EF4-FFF2-40B4-BE49-F238E27FC236}">
                <a16:creationId xmlns:a16="http://schemas.microsoft.com/office/drawing/2014/main" id="{A0E6B278-FF3F-4739-B9B7-50339C75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31405" cy="599709"/>
          </a:xfrm>
          <a:custGeom xmlns:a="http://schemas.openxmlformats.org/drawingml/2006/main">
            <a:pathLst>
              <a:path w="31405" h="599709">
                <a:moveTo>
                  <a:pt x="0" y="0"/>
                </a:moveTo>
                <a:lnTo>
                  <a:pt x="31405" y="599253"/>
                </a:lnTo>
                <a:lnTo>
                  <a:pt x="27919" y="599425"/>
                </a:lnTo>
                <a:lnTo>
                  <a:pt x="24431" y="599577"/>
                </a:lnTo>
                <a:lnTo>
                  <a:pt x="20942" y="599709"/>
                </a:lnTo>
                <a:close/>
              </a:path>
            </a:pathLst>
          </a:custGeom>
          <a:solidFill xmlns:a="http://schemas.openxmlformats.org/drawingml/2006/main">
            <a:srgbClr val="75FF00"/>
          </a:solidFill>
          <a:ln xmlns:a="http://schemas.openxmlformats.org/drawingml/2006/main" w="3334">
            <a:solidFill>
              <a:srgbClr val="75FF00"/>
            </a:solidFill>
          </a:ln>
        </p:spPr>
      </p:sp>
      <p:sp>
        <p:nvSpPr>
          <p:cNvPr id="145" name="path-141">
            <a:extLst xmlns:a="http://schemas.openxmlformats.org/drawingml/2006/main">
              <a:ext uri="{FF2B5EF4-FFF2-40B4-BE49-F238E27FC236}">
                <a16:creationId xmlns:a16="http://schemas.microsoft.com/office/drawing/2014/main" id="{EF0F6032-30E8-4816-8159-AF8DCD69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20942" cy="599984"/>
          </a:xfrm>
          <a:custGeom xmlns:a="http://schemas.openxmlformats.org/drawingml/2006/main">
            <a:pathLst>
              <a:path w="20942" h="599984">
                <a:moveTo>
                  <a:pt x="0" y="0"/>
                </a:moveTo>
                <a:lnTo>
                  <a:pt x="20942" y="599709"/>
                </a:lnTo>
                <a:lnTo>
                  <a:pt x="17453" y="599821"/>
                </a:lnTo>
                <a:lnTo>
                  <a:pt x="13963" y="599913"/>
                </a:lnTo>
                <a:lnTo>
                  <a:pt x="10473" y="599984"/>
                </a:lnTo>
                <a:close/>
              </a:path>
            </a:pathLst>
          </a:custGeom>
          <a:solidFill xmlns:a="http://schemas.openxmlformats.org/drawingml/2006/main">
            <a:srgbClr val="79FF00"/>
          </a:solidFill>
          <a:ln xmlns:a="http://schemas.openxmlformats.org/drawingml/2006/main" w="3334">
            <a:solidFill>
              <a:srgbClr val="79FF00"/>
            </a:solidFill>
          </a:ln>
        </p:spPr>
      </p:sp>
      <p:sp>
        <p:nvSpPr>
          <p:cNvPr id="146" name="path-142">
            <a:extLst xmlns:a="http://schemas.openxmlformats.org/drawingml/2006/main">
              <a:ext uri="{FF2B5EF4-FFF2-40B4-BE49-F238E27FC236}">
                <a16:creationId xmlns:a16="http://schemas.microsoft.com/office/drawing/2014/main" id="{6CCBCED9-4957-426B-9421-EA7FC432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86375"/>
            <a:ext cx="10473" cy="600075"/>
          </a:xfrm>
          <a:custGeom xmlns:a="http://schemas.openxmlformats.org/drawingml/2006/main">
            <a:pathLst>
              <a:path w="10473" h="600075">
                <a:moveTo>
                  <a:pt x="0" y="0"/>
                </a:moveTo>
                <a:lnTo>
                  <a:pt x="10473" y="599984"/>
                </a:lnTo>
                <a:lnTo>
                  <a:pt x="6982" y="600034"/>
                </a:lnTo>
                <a:lnTo>
                  <a:pt x="3491" y="600065"/>
                </a:lnTo>
                <a:lnTo>
                  <a:pt x="0" y="600075"/>
                </a:lnTo>
                <a:close/>
              </a:path>
            </a:pathLst>
          </a:custGeom>
          <a:solidFill xmlns:a="http://schemas.openxmlformats.org/drawingml/2006/main">
            <a:srgbClr val="7DFF00"/>
          </a:solidFill>
          <a:ln xmlns:a="http://schemas.openxmlformats.org/drawingml/2006/main" w="3334">
            <a:solidFill>
              <a:srgbClr val="7DFF00"/>
            </a:solidFill>
          </a:ln>
        </p:spPr>
      </p:sp>
      <p:sp>
        <p:nvSpPr>
          <p:cNvPr id="147" name="path-143">
            <a:extLst xmlns:a="http://schemas.openxmlformats.org/drawingml/2006/main">
              <a:ext uri="{FF2B5EF4-FFF2-40B4-BE49-F238E27FC236}">
                <a16:creationId xmlns:a16="http://schemas.microsoft.com/office/drawing/2014/main" id="{158FE25A-13D4-4DAC-B4A0-22F6EEA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752" y="5286375"/>
            <a:ext cx="10473" cy="600075"/>
          </a:xfrm>
          <a:custGeom xmlns:a="http://schemas.openxmlformats.org/drawingml/2006/main">
            <a:pathLst>
              <a:path w="10473" h="600075">
                <a:moveTo>
                  <a:pt x="10473" y="0"/>
                </a:moveTo>
                <a:lnTo>
                  <a:pt x="10473" y="600075"/>
                </a:lnTo>
                <a:lnTo>
                  <a:pt x="6982" y="600065"/>
                </a:lnTo>
                <a:lnTo>
                  <a:pt x="3491" y="600034"/>
                </a:lnTo>
                <a:lnTo>
                  <a:pt x="0" y="599984"/>
                </a:lnTo>
                <a:close/>
              </a:path>
            </a:pathLst>
          </a:custGeom>
          <a:solidFill xmlns:a="http://schemas.openxmlformats.org/drawingml/2006/main">
            <a:srgbClr val="82FF00"/>
          </a:solidFill>
          <a:ln xmlns:a="http://schemas.openxmlformats.org/drawingml/2006/main" w="3334">
            <a:solidFill>
              <a:srgbClr val="82FF00"/>
            </a:solidFill>
          </a:ln>
        </p:spPr>
      </p:sp>
      <p:sp>
        <p:nvSpPr>
          <p:cNvPr id="148" name="path-144">
            <a:extLst xmlns:a="http://schemas.openxmlformats.org/drawingml/2006/main">
              <a:ext uri="{FF2B5EF4-FFF2-40B4-BE49-F238E27FC236}">
                <a16:creationId xmlns:a16="http://schemas.microsoft.com/office/drawing/2014/main" id="{B7D7B021-F6EA-42D6-B306-F27D2B13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283" y="5286375"/>
            <a:ext cx="20942" cy="599984"/>
          </a:xfrm>
          <a:custGeom xmlns:a="http://schemas.openxmlformats.org/drawingml/2006/main">
            <a:pathLst>
              <a:path w="20942" h="599984">
                <a:moveTo>
                  <a:pt x="20942" y="0"/>
                </a:moveTo>
                <a:lnTo>
                  <a:pt x="10470" y="599984"/>
                </a:lnTo>
                <a:lnTo>
                  <a:pt x="6979" y="599913"/>
                </a:lnTo>
                <a:lnTo>
                  <a:pt x="3489" y="599821"/>
                </a:lnTo>
                <a:lnTo>
                  <a:pt x="0" y="599709"/>
                </a:lnTo>
                <a:close/>
              </a:path>
            </a:pathLst>
          </a:custGeom>
          <a:solidFill xmlns:a="http://schemas.openxmlformats.org/drawingml/2006/main">
            <a:srgbClr val="86FF00"/>
          </a:solidFill>
          <a:ln xmlns:a="http://schemas.openxmlformats.org/drawingml/2006/main" w="3334">
            <a:solidFill>
              <a:srgbClr val="86FF00"/>
            </a:solidFill>
          </a:ln>
        </p:spPr>
      </p:sp>
      <p:sp>
        <p:nvSpPr>
          <p:cNvPr id="149" name="path-145">
            <a:extLst xmlns:a="http://schemas.openxmlformats.org/drawingml/2006/main">
              <a:ext uri="{FF2B5EF4-FFF2-40B4-BE49-F238E27FC236}">
                <a16:creationId xmlns:a16="http://schemas.microsoft.com/office/drawing/2014/main" id="{65E92A16-A760-4C25-B93C-B5B9262E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820" y="5286375"/>
            <a:ext cx="31405" cy="599709"/>
          </a:xfrm>
          <a:custGeom xmlns:a="http://schemas.openxmlformats.org/drawingml/2006/main">
            <a:pathLst>
              <a:path w="31405" h="599709">
                <a:moveTo>
                  <a:pt x="31405" y="0"/>
                </a:moveTo>
                <a:lnTo>
                  <a:pt x="10463" y="599709"/>
                </a:lnTo>
                <a:lnTo>
                  <a:pt x="6975" y="599577"/>
                </a:lnTo>
                <a:lnTo>
                  <a:pt x="3487" y="599425"/>
                </a:lnTo>
                <a:lnTo>
                  <a:pt x="0" y="599253"/>
                </a:lnTo>
                <a:close/>
              </a:path>
            </a:pathLst>
          </a:custGeom>
          <a:solidFill xmlns:a="http://schemas.openxmlformats.org/drawingml/2006/main">
            <a:srgbClr val="8AFF00"/>
          </a:solidFill>
          <a:ln xmlns:a="http://schemas.openxmlformats.org/drawingml/2006/main" w="3334">
            <a:solidFill>
              <a:srgbClr val="8AFF00"/>
            </a:solidFill>
          </a:ln>
        </p:spPr>
      </p:sp>
      <p:sp>
        <p:nvSpPr>
          <p:cNvPr id="150" name="path-146">
            <a:extLst xmlns:a="http://schemas.openxmlformats.org/drawingml/2006/main">
              <a:ext uri="{FF2B5EF4-FFF2-40B4-BE49-F238E27FC236}">
                <a16:creationId xmlns:a16="http://schemas.microsoft.com/office/drawing/2014/main" id="{ED2A21CF-E956-4998-8F41-4BFB79C6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66" y="5286375"/>
            <a:ext cx="41859" cy="599253"/>
          </a:xfrm>
          <a:custGeom xmlns:a="http://schemas.openxmlformats.org/drawingml/2006/main">
            <a:pathLst>
              <a:path w="41859" h="599253">
                <a:moveTo>
                  <a:pt x="41859" y="0"/>
                </a:moveTo>
                <a:lnTo>
                  <a:pt x="10454" y="599253"/>
                </a:lnTo>
                <a:lnTo>
                  <a:pt x="6968" y="599060"/>
                </a:lnTo>
                <a:lnTo>
                  <a:pt x="3483" y="598847"/>
                </a:lnTo>
                <a:lnTo>
                  <a:pt x="0" y="598613"/>
                </a:lnTo>
                <a:close/>
              </a:path>
            </a:pathLst>
          </a:custGeom>
          <a:solidFill xmlns:a="http://schemas.openxmlformats.org/drawingml/2006/main">
            <a:srgbClr val="8EFF00"/>
          </a:solidFill>
          <a:ln xmlns:a="http://schemas.openxmlformats.org/drawingml/2006/main" w="3334">
            <a:solidFill>
              <a:srgbClr val="8EFF00"/>
            </a:solidFill>
          </a:ln>
        </p:spPr>
      </p:sp>
      <p:sp>
        <p:nvSpPr>
          <p:cNvPr id="151" name="path-147">
            <a:extLst xmlns:a="http://schemas.openxmlformats.org/drawingml/2006/main">
              <a:ext uri="{FF2B5EF4-FFF2-40B4-BE49-F238E27FC236}">
                <a16:creationId xmlns:a16="http://schemas.microsoft.com/office/drawing/2014/main" id="{7B5EA48D-7471-443F-9E01-E4685A2B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925" y="5286375"/>
            <a:ext cx="52300" cy="598613"/>
          </a:xfrm>
          <a:custGeom xmlns:a="http://schemas.openxmlformats.org/drawingml/2006/main">
            <a:pathLst>
              <a:path w="52300" h="598613">
                <a:moveTo>
                  <a:pt x="52300" y="0"/>
                </a:moveTo>
                <a:lnTo>
                  <a:pt x="10441" y="598613"/>
                </a:lnTo>
                <a:lnTo>
                  <a:pt x="6959" y="598360"/>
                </a:lnTo>
                <a:lnTo>
                  <a:pt x="3479" y="598086"/>
                </a:lnTo>
                <a:lnTo>
                  <a:pt x="0" y="597792"/>
                </a:lnTo>
                <a:close/>
              </a:path>
            </a:pathLst>
          </a:custGeom>
          <a:solidFill xmlns:a="http://schemas.openxmlformats.org/drawingml/2006/main">
            <a:srgbClr val="93FF00"/>
          </a:solidFill>
          <a:ln xmlns:a="http://schemas.openxmlformats.org/drawingml/2006/main" w="3334">
            <a:solidFill>
              <a:srgbClr val="93FF00"/>
            </a:solidFill>
          </a:ln>
        </p:spPr>
      </p:sp>
      <p:sp>
        <p:nvSpPr>
          <p:cNvPr id="152" name="path-148">
            <a:extLst xmlns:a="http://schemas.openxmlformats.org/drawingml/2006/main">
              <a:ext uri="{FF2B5EF4-FFF2-40B4-BE49-F238E27FC236}">
                <a16:creationId xmlns:a16="http://schemas.microsoft.com/office/drawing/2014/main" id="{46612B36-9464-4280-B98C-75BA5B9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500" y="5286375"/>
            <a:ext cx="62725" cy="597792"/>
          </a:xfrm>
          <a:custGeom xmlns:a="http://schemas.openxmlformats.org/drawingml/2006/main">
            <a:pathLst>
              <a:path w="62725" h="597792">
                <a:moveTo>
                  <a:pt x="62725" y="0"/>
                </a:moveTo>
                <a:lnTo>
                  <a:pt x="10425" y="597792"/>
                </a:lnTo>
                <a:lnTo>
                  <a:pt x="6948" y="597477"/>
                </a:lnTo>
                <a:lnTo>
                  <a:pt x="3473" y="597143"/>
                </a:lnTo>
                <a:lnTo>
                  <a:pt x="0" y="596788"/>
                </a:lnTo>
                <a:close/>
              </a:path>
            </a:pathLst>
          </a:custGeom>
          <a:solidFill xmlns:a="http://schemas.openxmlformats.org/drawingml/2006/main">
            <a:srgbClr val="97FF00"/>
          </a:solidFill>
          <a:ln xmlns:a="http://schemas.openxmlformats.org/drawingml/2006/main" w="3334">
            <a:solidFill>
              <a:srgbClr val="97FF00"/>
            </a:solidFill>
          </a:ln>
        </p:spPr>
      </p:sp>
      <p:sp>
        <p:nvSpPr>
          <p:cNvPr id="153" name="path-149">
            <a:extLst xmlns:a="http://schemas.openxmlformats.org/drawingml/2006/main">
              <a:ext uri="{FF2B5EF4-FFF2-40B4-BE49-F238E27FC236}">
                <a16:creationId xmlns:a16="http://schemas.microsoft.com/office/drawing/2014/main" id="{78947EFA-FBAF-4C34-B0B6-BD814CA9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094" y="5286375"/>
            <a:ext cx="73131" cy="596788"/>
          </a:xfrm>
          <a:custGeom xmlns:a="http://schemas.openxmlformats.org/drawingml/2006/main">
            <a:pathLst>
              <a:path w="73131" h="596788">
                <a:moveTo>
                  <a:pt x="73131" y="0"/>
                </a:moveTo>
                <a:lnTo>
                  <a:pt x="10406" y="596788"/>
                </a:lnTo>
                <a:lnTo>
                  <a:pt x="6935" y="596413"/>
                </a:lnTo>
                <a:lnTo>
                  <a:pt x="3466" y="596018"/>
                </a:lnTo>
                <a:lnTo>
                  <a:pt x="0" y="595602"/>
                </a:lnTo>
                <a:close/>
              </a:path>
            </a:pathLst>
          </a:custGeom>
          <a:solidFill xmlns:a="http://schemas.openxmlformats.org/drawingml/2006/main">
            <a:srgbClr val="9BFF00"/>
          </a:solidFill>
          <a:ln xmlns:a="http://schemas.openxmlformats.org/drawingml/2006/main" w="3334">
            <a:solidFill>
              <a:srgbClr val="9BFF00"/>
            </a:solidFill>
          </a:ln>
        </p:spPr>
      </p:sp>
      <p:sp>
        <p:nvSpPr>
          <p:cNvPr id="154" name="path-150">
            <a:extLst xmlns:a="http://schemas.openxmlformats.org/drawingml/2006/main">
              <a:ext uri="{FF2B5EF4-FFF2-40B4-BE49-F238E27FC236}">
                <a16:creationId xmlns:a16="http://schemas.microsoft.com/office/drawing/2014/main" id="{4DC5A7E1-F56F-4DBE-BF35-D36C991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11" y="5286375"/>
            <a:ext cx="83514" cy="595602"/>
          </a:xfrm>
          <a:custGeom xmlns:a="http://schemas.openxmlformats.org/drawingml/2006/main">
            <a:pathLst>
              <a:path w="83514" h="595602">
                <a:moveTo>
                  <a:pt x="83514" y="0"/>
                </a:moveTo>
                <a:lnTo>
                  <a:pt x="10384" y="595602"/>
                </a:lnTo>
                <a:lnTo>
                  <a:pt x="6920" y="595167"/>
                </a:lnTo>
                <a:lnTo>
                  <a:pt x="3459" y="594711"/>
                </a:lnTo>
                <a:lnTo>
                  <a:pt x="0" y="594235"/>
                </a:lnTo>
                <a:close/>
              </a:path>
            </a:pathLst>
          </a:custGeom>
          <a:solidFill xmlns:a="http://schemas.openxmlformats.org/drawingml/2006/main">
            <a:srgbClr val="9FFF00"/>
          </a:solidFill>
          <a:ln xmlns:a="http://schemas.openxmlformats.org/drawingml/2006/main" w="3334">
            <a:solidFill>
              <a:srgbClr val="9FFF00"/>
            </a:solidFill>
          </a:ln>
        </p:spPr>
      </p:sp>
      <p:sp>
        <p:nvSpPr>
          <p:cNvPr id="155" name="path-151">
            <a:extLst xmlns:a="http://schemas.openxmlformats.org/drawingml/2006/main">
              <a:ext uri="{FF2B5EF4-FFF2-40B4-BE49-F238E27FC236}">
                <a16:creationId xmlns:a16="http://schemas.microsoft.com/office/drawing/2014/main" id="{FBFDDBE1-8353-4F07-8E17-60FF4CC9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353" y="5286375"/>
            <a:ext cx="93872" cy="594235"/>
          </a:xfrm>
          <a:custGeom xmlns:a="http://schemas.openxmlformats.org/drawingml/2006/main">
            <a:pathLst>
              <a:path w="93872" h="594235">
                <a:moveTo>
                  <a:pt x="93872" y="0"/>
                </a:moveTo>
                <a:lnTo>
                  <a:pt x="10358" y="594235"/>
                </a:lnTo>
                <a:lnTo>
                  <a:pt x="6902" y="593739"/>
                </a:lnTo>
                <a:lnTo>
                  <a:pt x="3450" y="593223"/>
                </a:lnTo>
                <a:lnTo>
                  <a:pt x="0" y="592687"/>
                </a:lnTo>
                <a:close/>
              </a:path>
            </a:pathLst>
          </a:custGeom>
          <a:solidFill xmlns:a="http://schemas.openxmlformats.org/drawingml/2006/main">
            <a:srgbClr val="A4FF00"/>
          </a:solidFill>
          <a:ln xmlns:a="http://schemas.openxmlformats.org/drawingml/2006/main" w="3334">
            <a:solidFill>
              <a:srgbClr val="A4FF00"/>
            </a:solidFill>
          </a:ln>
        </p:spPr>
      </p:sp>
      <p:sp>
        <p:nvSpPr>
          <p:cNvPr id="156" name="path-152">
            <a:extLst xmlns:a="http://schemas.openxmlformats.org/drawingml/2006/main">
              <a:ext uri="{FF2B5EF4-FFF2-40B4-BE49-F238E27FC236}">
                <a16:creationId xmlns:a16="http://schemas.microsoft.com/office/drawing/2014/main" id="{30117B89-4692-4152-8C39-997EFCE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023" y="5286375"/>
            <a:ext cx="104202" cy="592687"/>
          </a:xfrm>
          <a:custGeom xmlns:a="http://schemas.openxmlformats.org/drawingml/2006/main">
            <a:pathLst>
              <a:path w="104202" h="592687">
                <a:moveTo>
                  <a:pt x="104202" y="0"/>
                </a:moveTo>
                <a:lnTo>
                  <a:pt x="10330" y="592687"/>
                </a:lnTo>
                <a:lnTo>
                  <a:pt x="6883" y="592131"/>
                </a:lnTo>
                <a:lnTo>
                  <a:pt x="3440" y="591555"/>
                </a:lnTo>
                <a:lnTo>
                  <a:pt x="0" y="590959"/>
                </a:lnTo>
                <a:close/>
              </a:path>
            </a:pathLst>
          </a:custGeom>
          <a:solidFill xmlns:a="http://schemas.openxmlformats.org/drawingml/2006/main">
            <a:srgbClr val="A8FF00"/>
          </a:solidFill>
          <a:ln xmlns:a="http://schemas.openxmlformats.org/drawingml/2006/main" w="3334">
            <a:solidFill>
              <a:srgbClr val="A8FF00"/>
            </a:solidFill>
          </a:ln>
        </p:spPr>
      </p:sp>
      <p:sp>
        <p:nvSpPr>
          <p:cNvPr id="157" name="path-153">
            <a:extLst xmlns:a="http://schemas.openxmlformats.org/drawingml/2006/main">
              <a:ext uri="{FF2B5EF4-FFF2-40B4-BE49-F238E27FC236}">
                <a16:creationId xmlns:a16="http://schemas.microsoft.com/office/drawing/2014/main" id="{4C247BD8-22CF-4DBE-8D42-4BE2D792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25" y="5286375"/>
            <a:ext cx="114500" cy="590959"/>
          </a:xfrm>
          <a:custGeom xmlns:a="http://schemas.openxmlformats.org/drawingml/2006/main">
            <a:pathLst>
              <a:path w="114500" h="590959">
                <a:moveTo>
                  <a:pt x="114500" y="0"/>
                </a:moveTo>
                <a:lnTo>
                  <a:pt x="10298" y="590959"/>
                </a:lnTo>
                <a:lnTo>
                  <a:pt x="6862" y="590342"/>
                </a:lnTo>
                <a:lnTo>
                  <a:pt x="3429" y="589706"/>
                </a:lnTo>
                <a:lnTo>
                  <a:pt x="0" y="589050"/>
                </a:lnTo>
                <a:close/>
              </a:path>
            </a:pathLst>
          </a:custGeom>
          <a:solidFill xmlns:a="http://schemas.openxmlformats.org/drawingml/2006/main">
            <a:srgbClr val="ACFF00"/>
          </a:solidFill>
          <a:ln xmlns:a="http://schemas.openxmlformats.org/drawingml/2006/main" w="3334">
            <a:solidFill>
              <a:srgbClr val="ACFF00"/>
            </a:solidFill>
          </a:ln>
        </p:spPr>
      </p:sp>
      <p:sp>
        <p:nvSpPr>
          <p:cNvPr id="158" name="path-154">
            <a:extLst xmlns:a="http://schemas.openxmlformats.org/drawingml/2006/main">
              <a:ext uri="{FF2B5EF4-FFF2-40B4-BE49-F238E27FC236}">
                <a16:creationId xmlns:a16="http://schemas.microsoft.com/office/drawing/2014/main" id="{DE35811A-E5BB-4D2B-902C-8082352E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462" y="5286375"/>
            <a:ext cx="124763" cy="589050"/>
          </a:xfrm>
          <a:custGeom xmlns:a="http://schemas.openxmlformats.org/drawingml/2006/main">
            <a:pathLst>
              <a:path w="124763" h="589050">
                <a:moveTo>
                  <a:pt x="124763" y="0"/>
                </a:moveTo>
                <a:lnTo>
                  <a:pt x="10263" y="589050"/>
                </a:lnTo>
                <a:lnTo>
                  <a:pt x="6838" y="588374"/>
                </a:lnTo>
                <a:lnTo>
                  <a:pt x="3417" y="587678"/>
                </a:lnTo>
                <a:lnTo>
                  <a:pt x="0" y="586962"/>
                </a:lnTo>
                <a:close/>
              </a:path>
            </a:pathLst>
          </a:custGeom>
          <a:solidFill xmlns:a="http://schemas.openxmlformats.org/drawingml/2006/main">
            <a:srgbClr val="B0FF00"/>
          </a:solidFill>
          <a:ln xmlns:a="http://schemas.openxmlformats.org/drawingml/2006/main" w="3334">
            <a:solidFill>
              <a:srgbClr val="B0FF00"/>
            </a:solidFill>
          </a:ln>
        </p:spPr>
      </p:sp>
      <p:sp>
        <p:nvSpPr>
          <p:cNvPr id="159" name="path-155">
            <a:extLst xmlns:a="http://schemas.openxmlformats.org/drawingml/2006/main">
              <a:ext uri="{FF2B5EF4-FFF2-40B4-BE49-F238E27FC236}">
                <a16:creationId xmlns:a16="http://schemas.microsoft.com/office/drawing/2014/main" id="{F10508F0-FF92-41D2-AFE6-E6B03D99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237" y="5286375"/>
            <a:ext cx="134988" cy="586962"/>
          </a:xfrm>
          <a:custGeom xmlns:a="http://schemas.openxmlformats.org/drawingml/2006/main">
            <a:pathLst>
              <a:path w="134988" h="586962">
                <a:moveTo>
                  <a:pt x="134988" y="0"/>
                </a:moveTo>
                <a:lnTo>
                  <a:pt x="10225" y="586962"/>
                </a:lnTo>
                <a:lnTo>
                  <a:pt x="6812" y="586226"/>
                </a:lnTo>
                <a:lnTo>
                  <a:pt x="3404" y="585471"/>
                </a:lnTo>
                <a:lnTo>
                  <a:pt x="0" y="584695"/>
                </a:lnTo>
                <a:close/>
              </a:path>
            </a:pathLst>
          </a:custGeom>
          <a:solidFill xmlns:a="http://schemas.openxmlformats.org/drawingml/2006/main">
            <a:srgbClr val="B5FF00"/>
          </a:solidFill>
          <a:ln xmlns:a="http://schemas.openxmlformats.org/drawingml/2006/main" w="3334">
            <a:solidFill>
              <a:srgbClr val="B5FF00"/>
            </a:solidFill>
          </a:ln>
        </p:spPr>
      </p:sp>
      <p:sp>
        <p:nvSpPr>
          <p:cNvPr id="160" name="path-156">
            <a:extLst xmlns:a="http://schemas.openxmlformats.org/drawingml/2006/main">
              <a:ext uri="{FF2B5EF4-FFF2-40B4-BE49-F238E27FC236}">
                <a16:creationId xmlns:a16="http://schemas.microsoft.com/office/drawing/2014/main" id="{619D8212-44BF-408D-B40F-BB316F2A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054" y="5286375"/>
            <a:ext cx="145171" cy="584695"/>
          </a:xfrm>
          <a:custGeom xmlns:a="http://schemas.openxmlformats.org/drawingml/2006/main">
            <a:pathLst>
              <a:path w="145171" h="584695">
                <a:moveTo>
                  <a:pt x="145171" y="0"/>
                </a:moveTo>
                <a:lnTo>
                  <a:pt x="10184" y="584695"/>
                </a:lnTo>
                <a:lnTo>
                  <a:pt x="6784" y="583900"/>
                </a:lnTo>
                <a:lnTo>
                  <a:pt x="3390" y="583085"/>
                </a:lnTo>
                <a:lnTo>
                  <a:pt x="0" y="582250"/>
                </a:lnTo>
                <a:close/>
              </a:path>
            </a:pathLst>
          </a:custGeom>
          <a:solidFill xmlns:a="http://schemas.openxmlformats.org/drawingml/2006/main">
            <a:srgbClr val="B9FF00"/>
          </a:solidFill>
          <a:ln xmlns:a="http://schemas.openxmlformats.org/drawingml/2006/main" w="3334">
            <a:solidFill>
              <a:srgbClr val="B9FF00"/>
            </a:solidFill>
          </a:ln>
        </p:spPr>
      </p:sp>
      <p:sp>
        <p:nvSpPr>
          <p:cNvPr id="161" name="path-157">
            <a:extLst xmlns:a="http://schemas.openxmlformats.org/drawingml/2006/main">
              <a:ext uri="{FF2B5EF4-FFF2-40B4-BE49-F238E27FC236}">
                <a16:creationId xmlns:a16="http://schemas.microsoft.com/office/drawing/2014/main" id="{D1C068BA-C197-4747-AA5F-3860F8E6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914" y="5286375"/>
            <a:ext cx="155311" cy="582250"/>
          </a:xfrm>
          <a:custGeom xmlns:a="http://schemas.openxmlformats.org/drawingml/2006/main">
            <a:pathLst>
              <a:path w="155311" h="582250">
                <a:moveTo>
                  <a:pt x="155311" y="0"/>
                </a:moveTo>
                <a:lnTo>
                  <a:pt x="10140" y="582250"/>
                </a:lnTo>
                <a:lnTo>
                  <a:pt x="6755" y="581396"/>
                </a:lnTo>
                <a:lnTo>
                  <a:pt x="3375" y="580522"/>
                </a:lnTo>
                <a:lnTo>
                  <a:pt x="0" y="579628"/>
                </a:lnTo>
                <a:close/>
              </a:path>
            </a:pathLst>
          </a:custGeom>
          <a:solidFill xmlns:a="http://schemas.openxmlformats.org/drawingml/2006/main">
            <a:srgbClr val="BDFF00"/>
          </a:solidFill>
          <a:ln xmlns:a="http://schemas.openxmlformats.org/drawingml/2006/main" w="3334">
            <a:solidFill>
              <a:srgbClr val="BDFF00"/>
            </a:solidFill>
          </a:ln>
        </p:spPr>
      </p:sp>
      <p:sp>
        <p:nvSpPr>
          <p:cNvPr id="162" name="path-158">
            <a:extLst xmlns:a="http://schemas.openxmlformats.org/drawingml/2006/main">
              <a:ext uri="{FF2B5EF4-FFF2-40B4-BE49-F238E27FC236}">
                <a16:creationId xmlns:a16="http://schemas.microsoft.com/office/drawing/2014/main" id="{3162E0D1-5547-4695-A362-2ECCDA07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822" y="5286375"/>
            <a:ext cx="165403" cy="579628"/>
          </a:xfrm>
          <a:custGeom xmlns:a="http://schemas.openxmlformats.org/drawingml/2006/main">
            <a:pathLst>
              <a:path w="165403" h="579628">
                <a:moveTo>
                  <a:pt x="165403" y="0"/>
                </a:moveTo>
                <a:lnTo>
                  <a:pt x="10092" y="579628"/>
                </a:lnTo>
                <a:lnTo>
                  <a:pt x="6723" y="578715"/>
                </a:lnTo>
                <a:lnTo>
                  <a:pt x="3359" y="577782"/>
                </a:lnTo>
                <a:lnTo>
                  <a:pt x="0" y="576829"/>
                </a:lnTo>
                <a:close/>
              </a:path>
            </a:pathLst>
          </a:custGeom>
          <a:solidFill xmlns:a="http://schemas.openxmlformats.org/drawingml/2006/main">
            <a:srgbClr val="C1FF00"/>
          </a:solidFill>
          <a:ln xmlns:a="http://schemas.openxmlformats.org/drawingml/2006/main" w="3334">
            <a:solidFill>
              <a:srgbClr val="C1FF00"/>
            </a:solidFill>
          </a:ln>
        </p:spPr>
      </p:sp>
      <p:sp>
        <p:nvSpPr>
          <p:cNvPr id="163" name="path-159">
            <a:extLst xmlns:a="http://schemas.openxmlformats.org/drawingml/2006/main">
              <a:ext uri="{FF2B5EF4-FFF2-40B4-BE49-F238E27FC236}">
                <a16:creationId xmlns:a16="http://schemas.microsoft.com/office/drawing/2014/main" id="{0D340ADA-31AC-44D0-A4F9-B50AD59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780" y="5286375"/>
            <a:ext cx="175445" cy="576829"/>
          </a:xfrm>
          <a:custGeom xmlns:a="http://schemas.openxmlformats.org/drawingml/2006/main">
            <a:pathLst>
              <a:path w="175445" h="576829">
                <a:moveTo>
                  <a:pt x="175445" y="0"/>
                </a:moveTo>
                <a:lnTo>
                  <a:pt x="10042" y="576829"/>
                </a:lnTo>
                <a:lnTo>
                  <a:pt x="6689" y="575857"/>
                </a:lnTo>
                <a:lnTo>
                  <a:pt x="3342" y="574866"/>
                </a:lnTo>
                <a:lnTo>
                  <a:pt x="0" y="573855"/>
                </a:lnTo>
                <a:close/>
              </a:path>
            </a:pathLst>
          </a:custGeom>
          <a:solidFill xmlns:a="http://schemas.openxmlformats.org/drawingml/2006/main">
            <a:srgbClr val="C6FF00"/>
          </a:solidFill>
          <a:ln xmlns:a="http://schemas.openxmlformats.org/drawingml/2006/main" w="3334">
            <a:solidFill>
              <a:srgbClr val="C6FF00"/>
            </a:solidFill>
          </a:ln>
        </p:spPr>
      </p:sp>
      <p:sp>
        <p:nvSpPr>
          <p:cNvPr id="164" name="path-160">
            <a:extLst xmlns:a="http://schemas.openxmlformats.org/drawingml/2006/main">
              <a:ext uri="{FF2B5EF4-FFF2-40B4-BE49-F238E27FC236}">
                <a16:creationId xmlns:a16="http://schemas.microsoft.com/office/drawing/2014/main" id="{64C30518-3D33-4076-8094-280CD7CB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792" y="5286375"/>
            <a:ext cx="185433" cy="573855"/>
          </a:xfrm>
          <a:custGeom xmlns:a="http://schemas.openxmlformats.org/drawingml/2006/main">
            <a:pathLst>
              <a:path w="185433" h="573855">
                <a:moveTo>
                  <a:pt x="185433" y="0"/>
                </a:moveTo>
                <a:lnTo>
                  <a:pt x="9988" y="573855"/>
                </a:lnTo>
                <a:lnTo>
                  <a:pt x="6653" y="572824"/>
                </a:lnTo>
                <a:lnTo>
                  <a:pt x="3323" y="571774"/>
                </a:lnTo>
                <a:lnTo>
                  <a:pt x="0" y="570705"/>
                </a:lnTo>
                <a:close/>
              </a:path>
            </a:pathLst>
          </a:custGeom>
          <a:solidFill xmlns:a="http://schemas.openxmlformats.org/drawingml/2006/main">
            <a:srgbClr val="CAFF00"/>
          </a:solidFill>
          <a:ln xmlns:a="http://schemas.openxmlformats.org/drawingml/2006/main" w="3334">
            <a:solidFill>
              <a:srgbClr val="CAFF00"/>
            </a:solidFill>
          </a:ln>
        </p:spPr>
      </p:sp>
      <p:sp>
        <p:nvSpPr>
          <p:cNvPr id="165" name="path-161">
            <a:extLst xmlns:a="http://schemas.openxmlformats.org/drawingml/2006/main">
              <a:ext uri="{FF2B5EF4-FFF2-40B4-BE49-F238E27FC236}">
                <a16:creationId xmlns:a16="http://schemas.microsoft.com/office/drawing/2014/main" id="{900C9887-91EF-4A25-BD24-1064D8FA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860" y="5286375"/>
            <a:ext cx="195365" cy="570705"/>
          </a:xfrm>
          <a:custGeom xmlns:a="http://schemas.openxmlformats.org/drawingml/2006/main">
            <a:pathLst>
              <a:path w="195365" h="570705">
                <a:moveTo>
                  <a:pt x="195365" y="0"/>
                </a:moveTo>
                <a:lnTo>
                  <a:pt x="9932" y="570705"/>
                </a:lnTo>
                <a:lnTo>
                  <a:pt x="6615" y="569617"/>
                </a:lnTo>
                <a:lnTo>
                  <a:pt x="3304" y="568509"/>
                </a:lnTo>
                <a:lnTo>
                  <a:pt x="0" y="567382"/>
                </a:lnTo>
                <a:close/>
              </a:path>
            </a:pathLst>
          </a:custGeom>
          <a:solidFill xmlns:a="http://schemas.openxmlformats.org/drawingml/2006/main">
            <a:srgbClr val="CEFF00"/>
          </a:solidFill>
          <a:ln xmlns:a="http://schemas.openxmlformats.org/drawingml/2006/main" w="3334">
            <a:solidFill>
              <a:srgbClr val="CEFF00"/>
            </a:solidFill>
          </a:ln>
        </p:spPr>
      </p:sp>
      <p:sp>
        <p:nvSpPr>
          <p:cNvPr id="166" name="path-162">
            <a:extLst xmlns:a="http://schemas.openxmlformats.org/drawingml/2006/main">
              <a:ext uri="{FF2B5EF4-FFF2-40B4-BE49-F238E27FC236}">
                <a16:creationId xmlns:a16="http://schemas.microsoft.com/office/drawing/2014/main" id="{9B67AACD-786C-4A67-BDEF-3CFFAD76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987" y="5286375"/>
            <a:ext cx="205238" cy="567382"/>
          </a:xfrm>
          <a:custGeom xmlns:a="http://schemas.openxmlformats.org/drawingml/2006/main">
            <a:pathLst>
              <a:path w="205238" h="567382">
                <a:moveTo>
                  <a:pt x="205238" y="0"/>
                </a:moveTo>
                <a:lnTo>
                  <a:pt x="9872" y="567382"/>
                </a:lnTo>
                <a:lnTo>
                  <a:pt x="6575" y="566236"/>
                </a:lnTo>
                <a:lnTo>
                  <a:pt x="3284" y="565071"/>
                </a:lnTo>
                <a:lnTo>
                  <a:pt x="0" y="563886"/>
                </a:lnTo>
                <a:close/>
              </a:path>
            </a:pathLst>
          </a:custGeom>
          <a:solidFill xmlns:a="http://schemas.openxmlformats.org/drawingml/2006/main">
            <a:srgbClr val="D2FF00"/>
          </a:solidFill>
          <a:ln xmlns:a="http://schemas.openxmlformats.org/drawingml/2006/main" w="3334">
            <a:solidFill>
              <a:srgbClr val="D2FF00"/>
            </a:solidFill>
          </a:ln>
        </p:spPr>
      </p:sp>
      <p:sp>
        <p:nvSpPr>
          <p:cNvPr id="167" name="path-163">
            <a:extLst xmlns:a="http://schemas.openxmlformats.org/drawingml/2006/main">
              <a:ext uri="{FF2B5EF4-FFF2-40B4-BE49-F238E27FC236}">
                <a16:creationId xmlns:a16="http://schemas.microsoft.com/office/drawing/2014/main" id="{B628E162-443C-473B-B1C9-25F02C46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177" y="5286375"/>
            <a:ext cx="215048" cy="563886"/>
          </a:xfrm>
          <a:custGeom xmlns:a="http://schemas.openxmlformats.org/drawingml/2006/main">
            <a:pathLst>
              <a:path w="215048" h="563886">
                <a:moveTo>
                  <a:pt x="215048" y="0"/>
                </a:moveTo>
                <a:lnTo>
                  <a:pt x="9810" y="563886"/>
                </a:lnTo>
                <a:lnTo>
                  <a:pt x="6533" y="562682"/>
                </a:lnTo>
                <a:lnTo>
                  <a:pt x="3263" y="561460"/>
                </a:lnTo>
                <a:lnTo>
                  <a:pt x="0" y="560218"/>
                </a:lnTo>
                <a:close/>
              </a:path>
            </a:pathLst>
          </a:custGeom>
          <a:solidFill xmlns:a="http://schemas.openxmlformats.org/drawingml/2006/main">
            <a:srgbClr val="D7FF00"/>
          </a:solidFill>
          <a:ln xmlns:a="http://schemas.openxmlformats.org/drawingml/2006/main" w="3334">
            <a:solidFill>
              <a:srgbClr val="D7FF00"/>
            </a:solidFill>
          </a:ln>
        </p:spPr>
      </p:sp>
      <p:sp>
        <p:nvSpPr>
          <p:cNvPr id="168" name="path-164">
            <a:extLst xmlns:a="http://schemas.openxmlformats.org/drawingml/2006/main">
              <a:ext uri="{FF2B5EF4-FFF2-40B4-BE49-F238E27FC236}">
                <a16:creationId xmlns:a16="http://schemas.microsoft.com/office/drawing/2014/main" id="{3CD7A64A-298C-4A01-8FA6-69EDD4A0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433" y="5286375"/>
            <a:ext cx="224792" cy="560218"/>
          </a:xfrm>
          <a:custGeom xmlns:a="http://schemas.openxmlformats.org/drawingml/2006/main">
            <a:pathLst>
              <a:path w="224792" h="560218">
                <a:moveTo>
                  <a:pt x="224792" y="0"/>
                </a:moveTo>
                <a:lnTo>
                  <a:pt x="9744" y="560218"/>
                </a:lnTo>
                <a:lnTo>
                  <a:pt x="6489" y="558958"/>
                </a:lnTo>
                <a:lnTo>
                  <a:pt x="3241" y="557678"/>
                </a:lnTo>
                <a:lnTo>
                  <a:pt x="0" y="556380"/>
                </a:lnTo>
                <a:close/>
              </a:path>
            </a:pathLst>
          </a:custGeom>
          <a:solidFill xmlns:a="http://schemas.openxmlformats.org/drawingml/2006/main">
            <a:srgbClr val="DBFF00"/>
          </a:solidFill>
          <a:ln xmlns:a="http://schemas.openxmlformats.org/drawingml/2006/main" w="3334">
            <a:solidFill>
              <a:srgbClr val="DBFF00"/>
            </a:solidFill>
          </a:ln>
        </p:spPr>
      </p:sp>
      <p:sp>
        <p:nvSpPr>
          <p:cNvPr id="169" name="path-165">
            <a:extLst xmlns:a="http://schemas.openxmlformats.org/drawingml/2006/main">
              <a:ext uri="{FF2B5EF4-FFF2-40B4-BE49-F238E27FC236}">
                <a16:creationId xmlns:a16="http://schemas.microsoft.com/office/drawing/2014/main" id="{6B4367A7-13BB-46A3-8014-D4C6B0AB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757" y="5286375"/>
            <a:ext cx="234468" cy="556380"/>
          </a:xfrm>
          <a:custGeom xmlns:a="http://schemas.openxmlformats.org/drawingml/2006/main">
            <a:pathLst>
              <a:path w="234468" h="556380">
                <a:moveTo>
                  <a:pt x="234468" y="0"/>
                </a:moveTo>
                <a:lnTo>
                  <a:pt x="9676" y="556380"/>
                </a:lnTo>
                <a:lnTo>
                  <a:pt x="6443" y="555063"/>
                </a:lnTo>
                <a:lnTo>
                  <a:pt x="3218" y="553727"/>
                </a:lnTo>
                <a:lnTo>
                  <a:pt x="0" y="552372"/>
                </a:lnTo>
                <a:close/>
              </a:path>
            </a:pathLst>
          </a:custGeom>
          <a:solidFill xmlns:a="http://schemas.openxmlformats.org/drawingml/2006/main">
            <a:srgbClr val="DFFF00"/>
          </a:solidFill>
          <a:ln xmlns:a="http://schemas.openxmlformats.org/drawingml/2006/main" w="3334">
            <a:solidFill>
              <a:srgbClr val="DFFF00"/>
            </a:solidFill>
          </a:ln>
        </p:spPr>
      </p:sp>
      <p:sp>
        <p:nvSpPr>
          <p:cNvPr id="170" name="path-166">
            <a:extLst xmlns:a="http://schemas.openxmlformats.org/drawingml/2006/main">
              <a:ext uri="{FF2B5EF4-FFF2-40B4-BE49-F238E27FC236}">
                <a16:creationId xmlns:a16="http://schemas.microsoft.com/office/drawing/2014/main" id="{668B54FB-55A9-4F87-8604-F6F3A5A1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153" y="5286375"/>
            <a:ext cx="244072" cy="552372"/>
          </a:xfrm>
          <a:custGeom xmlns:a="http://schemas.openxmlformats.org/drawingml/2006/main">
            <a:pathLst>
              <a:path w="244072" h="552372">
                <a:moveTo>
                  <a:pt x="244072" y="0"/>
                </a:moveTo>
                <a:lnTo>
                  <a:pt x="9605" y="552372"/>
                </a:lnTo>
                <a:lnTo>
                  <a:pt x="6395" y="550999"/>
                </a:lnTo>
                <a:lnTo>
                  <a:pt x="3193" y="549606"/>
                </a:lnTo>
                <a:lnTo>
                  <a:pt x="0" y="548196"/>
                </a:lnTo>
                <a:close/>
              </a:path>
            </a:pathLst>
          </a:custGeom>
          <a:solidFill xmlns:a="http://schemas.openxmlformats.org/drawingml/2006/main">
            <a:srgbClr val="E3FF00"/>
          </a:solidFill>
          <a:ln xmlns:a="http://schemas.openxmlformats.org/drawingml/2006/main" w="3334">
            <a:solidFill>
              <a:srgbClr val="E3FF00"/>
            </a:solidFill>
          </a:ln>
        </p:spPr>
      </p:sp>
      <p:sp>
        <p:nvSpPr>
          <p:cNvPr id="171" name="path-167">
            <a:extLst xmlns:a="http://schemas.openxmlformats.org/drawingml/2006/main">
              <a:ext uri="{FF2B5EF4-FFF2-40B4-BE49-F238E27FC236}">
                <a16:creationId xmlns:a16="http://schemas.microsoft.com/office/drawing/2014/main" id="{9CF06D04-8783-4B77-9C0D-1E10416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622" y="5286375"/>
            <a:ext cx="253603" cy="548196"/>
          </a:xfrm>
          <a:custGeom xmlns:a="http://schemas.openxmlformats.org/drawingml/2006/main">
            <a:pathLst>
              <a:path w="253603" h="548196">
                <a:moveTo>
                  <a:pt x="253603" y="0"/>
                </a:moveTo>
                <a:lnTo>
                  <a:pt x="9530" y="548196"/>
                </a:lnTo>
                <a:lnTo>
                  <a:pt x="6345" y="546767"/>
                </a:lnTo>
                <a:lnTo>
                  <a:pt x="3168" y="545319"/>
                </a:lnTo>
                <a:lnTo>
                  <a:pt x="0" y="543853"/>
                </a:lnTo>
                <a:close/>
              </a:path>
            </a:pathLst>
          </a:custGeom>
          <a:solidFill xmlns:a="http://schemas.openxmlformats.org/drawingml/2006/main">
            <a:srgbClr val="E8FF00"/>
          </a:solidFill>
          <a:ln xmlns:a="http://schemas.openxmlformats.org/drawingml/2006/main" w="3334">
            <a:solidFill>
              <a:srgbClr val="E8FF00"/>
            </a:solidFill>
          </a:ln>
        </p:spPr>
      </p:sp>
      <p:sp>
        <p:nvSpPr>
          <p:cNvPr id="172" name="path-168">
            <a:extLst xmlns:a="http://schemas.openxmlformats.org/drawingml/2006/main">
              <a:ext uri="{FF2B5EF4-FFF2-40B4-BE49-F238E27FC236}">
                <a16:creationId xmlns:a16="http://schemas.microsoft.com/office/drawing/2014/main" id="{3B5A8555-66EE-42D4-A693-44D6A80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169" y="5286375"/>
            <a:ext cx="263056" cy="543853"/>
          </a:xfrm>
          <a:custGeom xmlns:a="http://schemas.openxmlformats.org/drawingml/2006/main">
            <a:pathLst>
              <a:path w="263056" h="543853">
                <a:moveTo>
                  <a:pt x="263056" y="0"/>
                </a:moveTo>
                <a:lnTo>
                  <a:pt x="9453" y="543853"/>
                </a:lnTo>
                <a:lnTo>
                  <a:pt x="6293" y="542368"/>
                </a:lnTo>
                <a:lnTo>
                  <a:pt x="3142" y="540865"/>
                </a:lnTo>
                <a:lnTo>
                  <a:pt x="0" y="539344"/>
                </a:lnTo>
                <a:close/>
              </a:path>
            </a:pathLst>
          </a:custGeom>
          <a:solidFill xmlns:a="http://schemas.openxmlformats.org/drawingml/2006/main">
            <a:srgbClr val="ECFF00"/>
          </a:solidFill>
          <a:ln xmlns:a="http://schemas.openxmlformats.org/drawingml/2006/main" w="3334">
            <a:solidFill>
              <a:srgbClr val="ECFF00"/>
            </a:solidFill>
          </a:ln>
        </p:spPr>
      </p:sp>
      <p:sp>
        <p:nvSpPr>
          <p:cNvPr id="173" name="path-169">
            <a:extLst xmlns:a="http://schemas.openxmlformats.org/drawingml/2006/main">
              <a:ext uri="{FF2B5EF4-FFF2-40B4-BE49-F238E27FC236}">
                <a16:creationId xmlns:a16="http://schemas.microsoft.com/office/drawing/2014/main" id="{76309333-F469-4351-B08E-3CEDED40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797" y="5286375"/>
            <a:ext cx="272428" cy="539344"/>
          </a:xfrm>
          <a:custGeom xmlns:a="http://schemas.openxmlformats.org/drawingml/2006/main">
            <a:pathLst>
              <a:path w="272428" h="539344">
                <a:moveTo>
                  <a:pt x="272428" y="0"/>
                </a:moveTo>
                <a:lnTo>
                  <a:pt x="9373" y="539344"/>
                </a:lnTo>
                <a:lnTo>
                  <a:pt x="6239" y="537804"/>
                </a:lnTo>
                <a:lnTo>
                  <a:pt x="3115" y="536247"/>
                </a:lnTo>
                <a:lnTo>
                  <a:pt x="0" y="534671"/>
                </a:lnTo>
                <a:close/>
              </a:path>
            </a:pathLst>
          </a:custGeom>
          <a:solidFill xmlns:a="http://schemas.openxmlformats.org/drawingml/2006/main">
            <a:srgbClr val="F0FF00"/>
          </a:solidFill>
          <a:ln xmlns:a="http://schemas.openxmlformats.org/drawingml/2006/main" w="3334">
            <a:solidFill>
              <a:srgbClr val="F0FF00"/>
            </a:solidFill>
          </a:ln>
        </p:spPr>
      </p:sp>
      <p:sp>
        <p:nvSpPr>
          <p:cNvPr id="174" name="path-170">
            <a:extLst xmlns:a="http://schemas.openxmlformats.org/drawingml/2006/main">
              <a:ext uri="{FF2B5EF4-FFF2-40B4-BE49-F238E27FC236}">
                <a16:creationId xmlns:a16="http://schemas.microsoft.com/office/drawing/2014/main" id="{6C4985F6-DF42-487E-9F3B-87D50BC5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507" y="5286375"/>
            <a:ext cx="281718" cy="534671"/>
          </a:xfrm>
          <a:custGeom xmlns:a="http://schemas.openxmlformats.org/drawingml/2006/main">
            <a:pathLst>
              <a:path w="281718" h="534671">
                <a:moveTo>
                  <a:pt x="281718" y="0"/>
                </a:moveTo>
                <a:lnTo>
                  <a:pt x="9290" y="534671"/>
                </a:lnTo>
                <a:lnTo>
                  <a:pt x="6184" y="533077"/>
                </a:lnTo>
                <a:lnTo>
                  <a:pt x="3087" y="531465"/>
                </a:lnTo>
                <a:lnTo>
                  <a:pt x="0" y="529835"/>
                </a:lnTo>
                <a:close/>
              </a:path>
            </a:pathLst>
          </a:custGeom>
          <a:solidFill xmlns:a="http://schemas.openxmlformats.org/drawingml/2006/main">
            <a:srgbClr val="F4FF00"/>
          </a:solidFill>
          <a:ln xmlns:a="http://schemas.openxmlformats.org/drawingml/2006/main" w="3334">
            <a:solidFill>
              <a:srgbClr val="F4FF00"/>
            </a:solidFill>
          </a:ln>
        </p:spPr>
      </p:sp>
      <p:sp>
        <p:nvSpPr>
          <p:cNvPr id="175" name="path-171">
            <a:extLst xmlns:a="http://schemas.openxmlformats.org/drawingml/2006/main">
              <a:ext uri="{FF2B5EF4-FFF2-40B4-BE49-F238E27FC236}">
                <a16:creationId xmlns:a16="http://schemas.microsoft.com/office/drawing/2014/main" id="{955D4809-FB55-4749-919B-5960763E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303" y="5286375"/>
            <a:ext cx="290922" cy="529835"/>
          </a:xfrm>
          <a:custGeom xmlns:a="http://schemas.openxmlformats.org/drawingml/2006/main">
            <a:pathLst>
              <a:path w="290922" h="529835">
                <a:moveTo>
                  <a:pt x="290922" y="0"/>
                </a:moveTo>
                <a:lnTo>
                  <a:pt x="9204" y="529835"/>
                </a:lnTo>
                <a:lnTo>
                  <a:pt x="6126" y="528187"/>
                </a:lnTo>
                <a:lnTo>
                  <a:pt x="3058" y="526521"/>
                </a:lnTo>
                <a:lnTo>
                  <a:pt x="0" y="524837"/>
                </a:lnTo>
                <a:close/>
              </a:path>
            </a:pathLst>
          </a:custGeom>
          <a:solidFill xmlns:a="http://schemas.openxmlformats.org/drawingml/2006/main">
            <a:srgbClr val="F9FF00"/>
          </a:solidFill>
          <a:ln xmlns:a="http://schemas.openxmlformats.org/drawingml/2006/main" w="3334">
            <a:solidFill>
              <a:srgbClr val="F9FF00"/>
            </a:solidFill>
          </a:ln>
        </p:spPr>
      </p:sp>
      <p:sp>
        <p:nvSpPr>
          <p:cNvPr id="176" name="path-172">
            <a:extLst xmlns:a="http://schemas.openxmlformats.org/drawingml/2006/main">
              <a:ext uri="{FF2B5EF4-FFF2-40B4-BE49-F238E27FC236}">
                <a16:creationId xmlns:a16="http://schemas.microsoft.com/office/drawing/2014/main" id="{63F641F7-F873-49A0-AAAC-6668BA6F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5286375"/>
            <a:ext cx="300038" cy="524837"/>
          </a:xfrm>
          <a:custGeom xmlns:a="http://schemas.openxmlformats.org/drawingml/2006/main">
            <a:pathLst>
              <a:path w="300038" h="524837">
                <a:moveTo>
                  <a:pt x="300038" y="0"/>
                </a:moveTo>
                <a:lnTo>
                  <a:pt x="9115" y="524837"/>
                </a:lnTo>
                <a:lnTo>
                  <a:pt x="6067" y="523136"/>
                </a:lnTo>
                <a:lnTo>
                  <a:pt x="3028" y="521417"/>
                </a:lnTo>
                <a:lnTo>
                  <a:pt x="0" y="519680"/>
                </a:lnTo>
                <a:close/>
              </a:path>
            </a:pathLst>
          </a:custGeom>
          <a:solidFill xmlns:a="http://schemas.openxmlformats.org/drawingml/2006/main">
            <a:srgbClr val="FDFF00"/>
          </a:solidFill>
          <a:ln xmlns:a="http://schemas.openxmlformats.org/drawingml/2006/main" w="3334">
            <a:solidFill>
              <a:srgbClr val="FDFF00"/>
            </a:solidFill>
          </a:ln>
        </p:spPr>
      </p:sp>
      <p:sp>
        <p:nvSpPr>
          <p:cNvPr id="177" name="path-173">
            <a:extLst xmlns:a="http://schemas.openxmlformats.org/drawingml/2006/main">
              <a:ext uri="{FF2B5EF4-FFF2-40B4-BE49-F238E27FC236}">
                <a16:creationId xmlns:a16="http://schemas.microsoft.com/office/drawing/2014/main" id="{B06239BB-1E46-4F59-B3B7-54CFB05F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164" y="5286375"/>
            <a:ext cx="309061" cy="519680"/>
          </a:xfrm>
          <a:custGeom xmlns:a="http://schemas.openxmlformats.org/drawingml/2006/main">
            <a:pathLst>
              <a:path w="309061" h="519680">
                <a:moveTo>
                  <a:pt x="309061" y="0"/>
                </a:moveTo>
                <a:lnTo>
                  <a:pt x="9024" y="519680"/>
                </a:lnTo>
                <a:lnTo>
                  <a:pt x="6006" y="517926"/>
                </a:lnTo>
                <a:lnTo>
                  <a:pt x="2998" y="516154"/>
                </a:lnTo>
                <a:lnTo>
                  <a:pt x="0" y="514365"/>
                </a:lnTo>
                <a:close/>
              </a:path>
            </a:pathLst>
          </a:custGeom>
          <a:solidFill xmlns:a="http://schemas.openxmlformats.org/drawingml/2006/main">
            <a:srgbClr val="FFFD00"/>
          </a:solidFill>
          <a:ln xmlns:a="http://schemas.openxmlformats.org/drawingml/2006/main" w="3334">
            <a:solidFill>
              <a:srgbClr val="FFFD00"/>
            </a:solidFill>
          </a:ln>
        </p:spPr>
      </p:sp>
      <p:sp>
        <p:nvSpPr>
          <p:cNvPr id="178" name="path-174">
            <a:extLst xmlns:a="http://schemas.openxmlformats.org/drawingml/2006/main">
              <a:ext uri="{FF2B5EF4-FFF2-40B4-BE49-F238E27FC236}">
                <a16:creationId xmlns:a16="http://schemas.microsoft.com/office/drawing/2014/main" id="{A885EF72-4A32-4B51-9553-C553C241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234" y="5286375"/>
            <a:ext cx="317991" cy="514365"/>
          </a:xfrm>
          <a:custGeom xmlns:a="http://schemas.openxmlformats.org/drawingml/2006/main">
            <a:pathLst>
              <a:path w="317991" h="514365">
                <a:moveTo>
                  <a:pt x="317991" y="0"/>
                </a:moveTo>
                <a:lnTo>
                  <a:pt x="8930" y="514365"/>
                </a:lnTo>
                <a:lnTo>
                  <a:pt x="5943" y="512558"/>
                </a:lnTo>
                <a:lnTo>
                  <a:pt x="2966" y="510734"/>
                </a:lnTo>
                <a:lnTo>
                  <a:pt x="0" y="508892"/>
                </a:lnTo>
                <a:close/>
              </a:path>
            </a:pathLst>
          </a:custGeom>
          <a:solidFill xmlns:a="http://schemas.openxmlformats.org/drawingml/2006/main">
            <a:srgbClr val="FFF900"/>
          </a:solidFill>
          <a:ln xmlns:a="http://schemas.openxmlformats.org/drawingml/2006/main" w="3334">
            <a:solidFill>
              <a:srgbClr val="FFF900"/>
            </a:solidFill>
          </a:ln>
        </p:spPr>
      </p:sp>
      <p:sp>
        <p:nvSpPr>
          <p:cNvPr id="179" name="path-175">
            <a:extLst xmlns:a="http://schemas.openxmlformats.org/drawingml/2006/main">
              <a:ext uri="{FF2B5EF4-FFF2-40B4-BE49-F238E27FC236}">
                <a16:creationId xmlns:a16="http://schemas.microsoft.com/office/drawing/2014/main" id="{E9C9CE80-EE29-4FA4-9B6C-CFD3D9EB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401" y="5286375"/>
            <a:ext cx="326824" cy="508892"/>
          </a:xfrm>
          <a:custGeom xmlns:a="http://schemas.openxmlformats.org/drawingml/2006/main">
            <a:pathLst>
              <a:path w="326824" h="508892">
                <a:moveTo>
                  <a:pt x="326824" y="0"/>
                </a:moveTo>
                <a:lnTo>
                  <a:pt x="8833" y="508892"/>
                </a:lnTo>
                <a:lnTo>
                  <a:pt x="5878" y="507034"/>
                </a:lnTo>
                <a:lnTo>
                  <a:pt x="2933" y="505158"/>
                </a:lnTo>
                <a:lnTo>
                  <a:pt x="0" y="503265"/>
                </a:lnTo>
                <a:close/>
              </a:path>
            </a:pathLst>
          </a:custGeom>
          <a:solidFill xmlns:a="http://schemas.openxmlformats.org/drawingml/2006/main">
            <a:srgbClr val="FFF400"/>
          </a:solidFill>
          <a:ln xmlns:a="http://schemas.openxmlformats.org/drawingml/2006/main" w="3334">
            <a:solidFill>
              <a:srgbClr val="FFF400"/>
            </a:solidFill>
          </a:ln>
        </p:spPr>
      </p:sp>
      <p:sp>
        <p:nvSpPr>
          <p:cNvPr id="180" name="path-176">
            <a:extLst xmlns:a="http://schemas.openxmlformats.org/drawingml/2006/main">
              <a:ext uri="{FF2B5EF4-FFF2-40B4-BE49-F238E27FC236}">
                <a16:creationId xmlns:a16="http://schemas.microsoft.com/office/drawing/2014/main" id="{7CAAB9FE-B196-4E48-A884-928591BF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667" y="5286375"/>
            <a:ext cx="335558" cy="503265"/>
          </a:xfrm>
          <a:custGeom xmlns:a="http://schemas.openxmlformats.org/drawingml/2006/main">
            <a:pathLst>
              <a:path w="335558" h="503265">
                <a:moveTo>
                  <a:pt x="335558" y="0"/>
                </a:moveTo>
                <a:lnTo>
                  <a:pt x="8733" y="503265"/>
                </a:lnTo>
                <a:lnTo>
                  <a:pt x="5811" y="501355"/>
                </a:lnTo>
                <a:lnTo>
                  <a:pt x="2900" y="499428"/>
                </a:lnTo>
                <a:lnTo>
                  <a:pt x="0" y="497485"/>
                </a:lnTo>
                <a:close/>
              </a:path>
            </a:pathLst>
          </a:custGeom>
          <a:solidFill xmlns:a="http://schemas.openxmlformats.org/drawingml/2006/main">
            <a:srgbClr val="FFF000"/>
          </a:solidFill>
          <a:ln xmlns:a="http://schemas.openxmlformats.org/drawingml/2006/main" w="3334">
            <a:solidFill>
              <a:srgbClr val="FFF000"/>
            </a:solidFill>
          </a:ln>
        </p:spPr>
      </p:sp>
      <p:sp>
        <p:nvSpPr>
          <p:cNvPr id="181" name="path-177">
            <a:extLst xmlns:a="http://schemas.openxmlformats.org/drawingml/2006/main">
              <a:ext uri="{FF2B5EF4-FFF2-40B4-BE49-F238E27FC236}">
                <a16:creationId xmlns:a16="http://schemas.microsoft.com/office/drawing/2014/main" id="{A41F0016-968D-40E0-9E97-75A67453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036" y="5286375"/>
            <a:ext cx="344189" cy="497485"/>
          </a:xfrm>
          <a:custGeom xmlns:a="http://schemas.openxmlformats.org/drawingml/2006/main">
            <a:pathLst>
              <a:path w="344189" h="497485">
                <a:moveTo>
                  <a:pt x="344189" y="0"/>
                </a:moveTo>
                <a:lnTo>
                  <a:pt x="8631" y="497485"/>
                </a:lnTo>
                <a:lnTo>
                  <a:pt x="5743" y="495524"/>
                </a:lnTo>
                <a:lnTo>
                  <a:pt x="2866" y="493547"/>
                </a:lnTo>
                <a:lnTo>
                  <a:pt x="0" y="491553"/>
                </a:lnTo>
                <a:close/>
              </a:path>
            </a:pathLst>
          </a:custGeom>
          <a:solidFill xmlns:a="http://schemas.openxmlformats.org/drawingml/2006/main">
            <a:srgbClr val="FFEC00"/>
          </a:solidFill>
          <a:ln xmlns:a="http://schemas.openxmlformats.org/drawingml/2006/main" w="3334">
            <a:solidFill>
              <a:srgbClr val="FFEC00"/>
            </a:solidFill>
          </a:ln>
        </p:spPr>
      </p:sp>
      <p:sp>
        <p:nvSpPr>
          <p:cNvPr id="182" name="path-178">
            <a:extLst xmlns:a="http://schemas.openxmlformats.org/drawingml/2006/main">
              <a:ext uri="{FF2B5EF4-FFF2-40B4-BE49-F238E27FC236}">
                <a16:creationId xmlns:a16="http://schemas.microsoft.com/office/drawing/2014/main" id="{FB40CAE9-F469-439C-9610-6845C36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510" y="5286375"/>
            <a:ext cx="352715" cy="491553"/>
          </a:xfrm>
          <a:custGeom xmlns:a="http://schemas.openxmlformats.org/drawingml/2006/main">
            <a:pathLst>
              <a:path w="352715" h="491553">
                <a:moveTo>
                  <a:pt x="352715" y="0"/>
                </a:moveTo>
                <a:lnTo>
                  <a:pt x="8526" y="491553"/>
                </a:lnTo>
                <a:lnTo>
                  <a:pt x="5672" y="489542"/>
                </a:lnTo>
                <a:lnTo>
                  <a:pt x="2830" y="487515"/>
                </a:lnTo>
                <a:lnTo>
                  <a:pt x="0" y="485471"/>
                </a:lnTo>
                <a:close/>
              </a:path>
            </a:pathLst>
          </a:custGeom>
          <a:solidFill xmlns:a="http://schemas.openxmlformats.org/drawingml/2006/main">
            <a:srgbClr val="FFE800"/>
          </a:solidFill>
          <a:ln xmlns:a="http://schemas.openxmlformats.org/drawingml/2006/main" w="3334">
            <a:solidFill>
              <a:srgbClr val="FFE800"/>
            </a:solidFill>
          </a:ln>
        </p:spPr>
      </p:sp>
      <p:sp>
        <p:nvSpPr>
          <p:cNvPr id="183" name="path-179">
            <a:extLst xmlns:a="http://schemas.openxmlformats.org/drawingml/2006/main">
              <a:ext uri="{FF2B5EF4-FFF2-40B4-BE49-F238E27FC236}">
                <a16:creationId xmlns:a16="http://schemas.microsoft.com/office/drawing/2014/main" id="{6A8AB4D2-F0CA-4DA1-A84E-4682E319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091" y="5286375"/>
            <a:ext cx="361134" cy="485471"/>
          </a:xfrm>
          <a:custGeom xmlns:a="http://schemas.openxmlformats.org/drawingml/2006/main">
            <a:pathLst>
              <a:path w="361134" h="485471">
                <a:moveTo>
                  <a:pt x="361134" y="0"/>
                </a:moveTo>
                <a:lnTo>
                  <a:pt x="8419" y="485471"/>
                </a:lnTo>
                <a:lnTo>
                  <a:pt x="5601" y="483411"/>
                </a:lnTo>
                <a:lnTo>
                  <a:pt x="2794" y="481334"/>
                </a:lnTo>
                <a:lnTo>
                  <a:pt x="0" y="479241"/>
                </a:lnTo>
                <a:close/>
              </a:path>
            </a:pathLst>
          </a:custGeom>
          <a:solidFill xmlns:a="http://schemas.openxmlformats.org/drawingml/2006/main">
            <a:srgbClr val="FFE300"/>
          </a:solidFill>
          <a:ln xmlns:a="http://schemas.openxmlformats.org/drawingml/2006/main" w="3334">
            <a:solidFill>
              <a:srgbClr val="FFE300"/>
            </a:solidFill>
          </a:ln>
        </p:spPr>
      </p:sp>
      <p:sp>
        <p:nvSpPr>
          <p:cNvPr id="184" name="path-180">
            <a:extLst xmlns:a="http://schemas.openxmlformats.org/drawingml/2006/main">
              <a:ext uri="{FF2B5EF4-FFF2-40B4-BE49-F238E27FC236}">
                <a16:creationId xmlns:a16="http://schemas.microsoft.com/office/drawing/2014/main" id="{A1430F31-21CF-4EC2-8AB9-14129D17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782" y="5286375"/>
            <a:ext cx="369443" cy="479241"/>
          </a:xfrm>
          <a:custGeom xmlns:a="http://schemas.openxmlformats.org/drawingml/2006/main">
            <a:pathLst>
              <a:path w="369443" h="479241">
                <a:moveTo>
                  <a:pt x="369443" y="0"/>
                </a:moveTo>
                <a:lnTo>
                  <a:pt x="8309" y="479241"/>
                </a:lnTo>
                <a:lnTo>
                  <a:pt x="5527" y="477132"/>
                </a:lnTo>
                <a:lnTo>
                  <a:pt x="2757" y="475007"/>
                </a:lnTo>
                <a:lnTo>
                  <a:pt x="0" y="472866"/>
                </a:lnTo>
                <a:close/>
              </a:path>
            </a:pathLst>
          </a:custGeom>
          <a:solidFill xmlns:a="http://schemas.openxmlformats.org/drawingml/2006/main">
            <a:srgbClr val="FFDF00"/>
          </a:solidFill>
          <a:ln xmlns:a="http://schemas.openxmlformats.org/drawingml/2006/main" w="3334">
            <a:solidFill>
              <a:srgbClr val="FFDF00"/>
            </a:solidFill>
          </a:ln>
        </p:spPr>
      </p:sp>
      <p:sp>
        <p:nvSpPr>
          <p:cNvPr id="185" name="path-181">
            <a:extLst xmlns:a="http://schemas.openxmlformats.org/drawingml/2006/main">
              <a:ext uri="{FF2B5EF4-FFF2-40B4-BE49-F238E27FC236}">
                <a16:creationId xmlns:a16="http://schemas.microsoft.com/office/drawing/2014/main" id="{D7BC7BC3-14D2-44BC-81EB-C3C04CB4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586" y="5286375"/>
            <a:ext cx="377639" cy="472866"/>
          </a:xfrm>
          <a:custGeom xmlns:a="http://schemas.openxmlformats.org/drawingml/2006/main">
            <a:pathLst>
              <a:path w="377639" h="472866">
                <a:moveTo>
                  <a:pt x="377639" y="0"/>
                </a:moveTo>
                <a:lnTo>
                  <a:pt x="8196" y="472866"/>
                </a:lnTo>
                <a:lnTo>
                  <a:pt x="5452" y="470708"/>
                </a:lnTo>
                <a:lnTo>
                  <a:pt x="2719" y="468535"/>
                </a:lnTo>
                <a:lnTo>
                  <a:pt x="0" y="466346"/>
                </a:lnTo>
                <a:close/>
              </a:path>
            </a:pathLst>
          </a:custGeom>
          <a:solidFill xmlns:a="http://schemas.openxmlformats.org/drawingml/2006/main">
            <a:srgbClr val="FFDB00"/>
          </a:solidFill>
          <a:ln xmlns:a="http://schemas.openxmlformats.org/drawingml/2006/main" w="3334">
            <a:solidFill>
              <a:srgbClr val="FFDB00"/>
            </a:solidFill>
          </a:ln>
        </p:spPr>
      </p:sp>
      <p:sp>
        <p:nvSpPr>
          <p:cNvPr id="186" name="path-182">
            <a:extLst xmlns:a="http://schemas.openxmlformats.org/drawingml/2006/main">
              <a:ext uri="{FF2B5EF4-FFF2-40B4-BE49-F238E27FC236}">
                <a16:creationId xmlns:a16="http://schemas.microsoft.com/office/drawing/2014/main" id="{9DCB8101-314D-451F-A578-2777166D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04" y="5286375"/>
            <a:ext cx="385721" cy="466346"/>
          </a:xfrm>
          <a:custGeom xmlns:a="http://schemas.openxmlformats.org/drawingml/2006/main">
            <a:pathLst>
              <a:path w="385721" h="466346">
                <a:moveTo>
                  <a:pt x="385721" y="0"/>
                </a:moveTo>
                <a:lnTo>
                  <a:pt x="8081" y="466346"/>
                </a:lnTo>
                <a:lnTo>
                  <a:pt x="5375" y="464141"/>
                </a:lnTo>
                <a:lnTo>
                  <a:pt x="2681" y="461920"/>
                </a:lnTo>
                <a:lnTo>
                  <a:pt x="0" y="459684"/>
                </a:lnTo>
                <a:close/>
              </a:path>
            </a:pathLst>
          </a:custGeom>
          <a:solidFill xmlns:a="http://schemas.openxmlformats.org/drawingml/2006/main">
            <a:srgbClr val="FFD700"/>
          </a:solidFill>
          <a:ln xmlns:a="http://schemas.openxmlformats.org/drawingml/2006/main" w="3334">
            <a:solidFill>
              <a:srgbClr val="FFD700"/>
            </a:solidFill>
          </a:ln>
        </p:spPr>
      </p:sp>
      <p:sp>
        <p:nvSpPr>
          <p:cNvPr id="187" name="path-183">
            <a:extLst xmlns:a="http://schemas.openxmlformats.org/drawingml/2006/main">
              <a:ext uri="{FF2B5EF4-FFF2-40B4-BE49-F238E27FC236}">
                <a16:creationId xmlns:a16="http://schemas.microsoft.com/office/drawing/2014/main" id="{65EBB11B-1FF2-4715-865E-88E94FC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40" y="5286375"/>
            <a:ext cx="393685" cy="459684"/>
          </a:xfrm>
          <a:custGeom xmlns:a="http://schemas.openxmlformats.org/drawingml/2006/main">
            <a:pathLst>
              <a:path w="393685" h="459684">
                <a:moveTo>
                  <a:pt x="393685" y="0"/>
                </a:moveTo>
                <a:lnTo>
                  <a:pt x="7964" y="459684"/>
                </a:lnTo>
                <a:lnTo>
                  <a:pt x="5296" y="457432"/>
                </a:lnTo>
                <a:lnTo>
                  <a:pt x="2641" y="455165"/>
                </a:lnTo>
                <a:lnTo>
                  <a:pt x="0" y="452882"/>
                </a:lnTo>
                <a:close/>
              </a:path>
            </a:pathLst>
          </a:custGeom>
          <a:solidFill xmlns:a="http://schemas.openxmlformats.org/drawingml/2006/main">
            <a:srgbClr val="FFD200"/>
          </a:solidFill>
          <a:ln xmlns:a="http://schemas.openxmlformats.org/drawingml/2006/main" w="3334">
            <a:solidFill>
              <a:srgbClr val="FFD200"/>
            </a:solidFill>
          </a:ln>
        </p:spPr>
      </p:sp>
      <p:sp>
        <p:nvSpPr>
          <p:cNvPr id="188" name="path-184">
            <a:extLst xmlns:a="http://schemas.openxmlformats.org/drawingml/2006/main">
              <a:ext uri="{FF2B5EF4-FFF2-40B4-BE49-F238E27FC236}">
                <a16:creationId xmlns:a16="http://schemas.microsoft.com/office/drawing/2014/main" id="{3253F2F3-4C7D-4C79-9C19-7BB12641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696" y="5286375"/>
            <a:ext cx="401529" cy="452882"/>
          </a:xfrm>
          <a:custGeom xmlns:a="http://schemas.openxmlformats.org/drawingml/2006/main">
            <a:pathLst>
              <a:path w="401529" h="452882">
                <a:moveTo>
                  <a:pt x="401529" y="0"/>
                </a:moveTo>
                <a:lnTo>
                  <a:pt x="7844" y="452882"/>
                </a:lnTo>
                <a:lnTo>
                  <a:pt x="5216" y="450584"/>
                </a:lnTo>
                <a:lnTo>
                  <a:pt x="2601" y="448271"/>
                </a:lnTo>
                <a:lnTo>
                  <a:pt x="0" y="445943"/>
                </a:lnTo>
                <a:close/>
              </a:path>
            </a:pathLst>
          </a:custGeom>
          <a:solidFill xmlns:a="http://schemas.openxmlformats.org/drawingml/2006/main">
            <a:srgbClr val="FFCE00"/>
          </a:solidFill>
          <a:ln xmlns:a="http://schemas.openxmlformats.org/drawingml/2006/main" w="3334">
            <a:solidFill>
              <a:srgbClr val="FFCE00"/>
            </a:solidFill>
          </a:ln>
        </p:spPr>
      </p:sp>
      <p:sp>
        <p:nvSpPr>
          <p:cNvPr id="189" name="path-185">
            <a:extLst xmlns:a="http://schemas.openxmlformats.org/drawingml/2006/main">
              <a:ext uri="{FF2B5EF4-FFF2-40B4-BE49-F238E27FC236}">
                <a16:creationId xmlns:a16="http://schemas.microsoft.com/office/drawing/2014/main" id="{E6AF6C94-BA29-4307-9119-FFBB4D85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975" y="5286375"/>
            <a:ext cx="409250" cy="445943"/>
          </a:xfrm>
          <a:custGeom xmlns:a="http://schemas.openxmlformats.org/drawingml/2006/main">
            <a:pathLst>
              <a:path w="409250" h="445943">
                <a:moveTo>
                  <a:pt x="409250" y="0"/>
                </a:moveTo>
                <a:lnTo>
                  <a:pt x="7722" y="445943"/>
                </a:lnTo>
                <a:lnTo>
                  <a:pt x="5134" y="443599"/>
                </a:lnTo>
                <a:lnTo>
                  <a:pt x="2560" y="441241"/>
                </a:lnTo>
                <a:lnTo>
                  <a:pt x="0" y="438867"/>
                </a:lnTo>
                <a:close/>
              </a:path>
            </a:pathLst>
          </a:custGeom>
          <a:solidFill xmlns:a="http://schemas.openxmlformats.org/drawingml/2006/main">
            <a:srgbClr val="FFCA00"/>
          </a:solidFill>
          <a:ln xmlns:a="http://schemas.openxmlformats.org/drawingml/2006/main" w="3334">
            <a:solidFill>
              <a:srgbClr val="FFCA00"/>
            </a:solidFill>
          </a:ln>
        </p:spPr>
      </p:sp>
      <p:sp>
        <p:nvSpPr>
          <p:cNvPr id="190" name="path-186">
            <a:extLst xmlns:a="http://schemas.openxmlformats.org/drawingml/2006/main">
              <a:ext uri="{FF2B5EF4-FFF2-40B4-BE49-F238E27FC236}">
                <a16:creationId xmlns:a16="http://schemas.microsoft.com/office/drawing/2014/main" id="{010EE057-AC31-4779-8657-BE1FD95B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378" y="5286375"/>
            <a:ext cx="416847" cy="438867"/>
          </a:xfrm>
          <a:custGeom xmlns:a="http://schemas.openxmlformats.org/drawingml/2006/main">
            <a:pathLst>
              <a:path w="416847" h="438867">
                <a:moveTo>
                  <a:pt x="416847" y="0"/>
                </a:moveTo>
                <a:lnTo>
                  <a:pt x="7597" y="438867"/>
                </a:lnTo>
                <a:lnTo>
                  <a:pt x="5051" y="436479"/>
                </a:lnTo>
                <a:lnTo>
                  <a:pt x="2518" y="434076"/>
                </a:lnTo>
                <a:lnTo>
                  <a:pt x="0" y="431658"/>
                </a:lnTo>
                <a:close/>
              </a:path>
            </a:pathLst>
          </a:custGeom>
          <a:solidFill xmlns:a="http://schemas.openxmlformats.org/drawingml/2006/main">
            <a:srgbClr val="FFC600"/>
          </a:solidFill>
          <a:ln xmlns:a="http://schemas.openxmlformats.org/drawingml/2006/main" w="3334">
            <a:solidFill>
              <a:srgbClr val="FFC600"/>
            </a:solidFill>
          </a:ln>
        </p:spPr>
      </p:sp>
      <p:sp>
        <p:nvSpPr>
          <p:cNvPr id="191" name="path-187">
            <a:extLst xmlns:a="http://schemas.openxmlformats.org/drawingml/2006/main">
              <a:ext uri="{FF2B5EF4-FFF2-40B4-BE49-F238E27FC236}">
                <a16:creationId xmlns:a16="http://schemas.microsoft.com/office/drawing/2014/main" id="{FD1ACC14-95AB-47EA-BDBE-612F3AFC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08" y="5286375"/>
            <a:ext cx="424317" cy="431658"/>
          </a:xfrm>
          <a:custGeom xmlns:a="http://schemas.openxmlformats.org/drawingml/2006/main">
            <a:pathLst>
              <a:path w="424317" h="431658">
                <a:moveTo>
                  <a:pt x="424317" y="0"/>
                </a:moveTo>
                <a:lnTo>
                  <a:pt x="7470" y="431658"/>
                </a:lnTo>
                <a:lnTo>
                  <a:pt x="4966" y="429225"/>
                </a:lnTo>
                <a:lnTo>
                  <a:pt x="2476" y="426778"/>
                </a:lnTo>
                <a:lnTo>
                  <a:pt x="0" y="424317"/>
                </a:lnTo>
                <a:close/>
              </a:path>
            </a:pathLst>
          </a:custGeom>
          <a:solidFill xmlns:a="http://schemas.openxmlformats.org/drawingml/2006/main">
            <a:srgbClr val="FFC100"/>
          </a:solidFill>
          <a:ln xmlns:a="http://schemas.openxmlformats.org/drawingml/2006/main" w="3334">
            <a:solidFill>
              <a:srgbClr val="FFC100"/>
            </a:solidFill>
          </a:ln>
        </p:spPr>
      </p:sp>
      <p:sp>
        <p:nvSpPr>
          <p:cNvPr id="192" name="path-188">
            <a:extLst xmlns:a="http://schemas.openxmlformats.org/drawingml/2006/main">
              <a:ext uri="{FF2B5EF4-FFF2-40B4-BE49-F238E27FC236}">
                <a16:creationId xmlns:a16="http://schemas.microsoft.com/office/drawing/2014/main" id="{40E48EFC-FFD2-4F3F-8B38-500DB3A9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67" y="5286375"/>
            <a:ext cx="431658" cy="424317"/>
          </a:xfrm>
          <a:custGeom xmlns:a="http://schemas.openxmlformats.org/drawingml/2006/main">
            <a:pathLst>
              <a:path w="431658" h="424317">
                <a:moveTo>
                  <a:pt x="431658" y="0"/>
                </a:moveTo>
                <a:lnTo>
                  <a:pt x="7341" y="424317"/>
                </a:lnTo>
                <a:lnTo>
                  <a:pt x="4879" y="421841"/>
                </a:lnTo>
                <a:lnTo>
                  <a:pt x="2432" y="419351"/>
                </a:lnTo>
                <a:lnTo>
                  <a:pt x="0" y="416847"/>
                </a:lnTo>
                <a:close/>
              </a:path>
            </a:pathLst>
          </a:custGeom>
          <a:solidFill xmlns:a="http://schemas.openxmlformats.org/drawingml/2006/main">
            <a:srgbClr val="FFBD00"/>
          </a:solidFill>
          <a:ln xmlns:a="http://schemas.openxmlformats.org/drawingml/2006/main" w="3334">
            <a:solidFill>
              <a:srgbClr val="FFBD00"/>
            </a:solidFill>
          </a:ln>
        </p:spPr>
      </p:sp>
      <p:sp>
        <p:nvSpPr>
          <p:cNvPr id="193" name="path-189">
            <a:extLst xmlns:a="http://schemas.openxmlformats.org/drawingml/2006/main">
              <a:ext uri="{FF2B5EF4-FFF2-40B4-BE49-F238E27FC236}">
                <a16:creationId xmlns:a16="http://schemas.microsoft.com/office/drawing/2014/main" id="{604F6756-6A41-41D7-8CA0-D5308B5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358" y="5286375"/>
            <a:ext cx="438867" cy="416847"/>
          </a:xfrm>
          <a:custGeom xmlns:a="http://schemas.openxmlformats.org/drawingml/2006/main">
            <a:pathLst>
              <a:path w="438867" h="416847">
                <a:moveTo>
                  <a:pt x="438867" y="0"/>
                </a:moveTo>
                <a:lnTo>
                  <a:pt x="7209" y="416847"/>
                </a:lnTo>
                <a:lnTo>
                  <a:pt x="4791" y="414329"/>
                </a:lnTo>
                <a:lnTo>
                  <a:pt x="2388" y="411796"/>
                </a:lnTo>
                <a:lnTo>
                  <a:pt x="0" y="409250"/>
                </a:lnTo>
                <a:close/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3334">
            <a:solidFill>
              <a:srgbClr val="FFB900"/>
            </a:solidFill>
          </a:ln>
        </p:spPr>
      </p:sp>
      <p:sp>
        <p:nvSpPr>
          <p:cNvPr id="194" name="path-190">
            <a:extLst xmlns:a="http://schemas.openxmlformats.org/drawingml/2006/main">
              <a:ext uri="{FF2B5EF4-FFF2-40B4-BE49-F238E27FC236}">
                <a16:creationId xmlns:a16="http://schemas.microsoft.com/office/drawing/2014/main" id="{E624BD0B-E6F6-4908-87F2-C1F442E9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282" y="5286375"/>
            <a:ext cx="445943" cy="409250"/>
          </a:xfrm>
          <a:custGeom xmlns:a="http://schemas.openxmlformats.org/drawingml/2006/main">
            <a:pathLst>
              <a:path w="445943" h="409250">
                <a:moveTo>
                  <a:pt x="445943" y="0"/>
                </a:moveTo>
                <a:lnTo>
                  <a:pt x="7076" y="409250"/>
                </a:lnTo>
                <a:lnTo>
                  <a:pt x="4702" y="406690"/>
                </a:lnTo>
                <a:lnTo>
                  <a:pt x="2344" y="404116"/>
                </a:lnTo>
                <a:lnTo>
                  <a:pt x="0" y="401529"/>
                </a:lnTo>
                <a:close/>
              </a:path>
            </a:pathLst>
          </a:custGeom>
          <a:solidFill xmlns:a="http://schemas.openxmlformats.org/drawingml/2006/main">
            <a:srgbClr val="FFB500"/>
          </a:solidFill>
          <a:ln xmlns:a="http://schemas.openxmlformats.org/drawingml/2006/main" w="3334">
            <a:solidFill>
              <a:srgbClr val="FFB500"/>
            </a:solidFill>
          </a:ln>
        </p:spPr>
      </p:sp>
      <p:sp>
        <p:nvSpPr>
          <p:cNvPr id="195" name="path-191">
            <a:extLst xmlns:a="http://schemas.openxmlformats.org/drawingml/2006/main">
              <a:ext uri="{FF2B5EF4-FFF2-40B4-BE49-F238E27FC236}">
                <a16:creationId xmlns:a16="http://schemas.microsoft.com/office/drawing/2014/main" id="{20D86304-65D1-4FE7-B8BF-CEB6343C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343" y="5286375"/>
            <a:ext cx="452882" cy="401529"/>
          </a:xfrm>
          <a:custGeom xmlns:a="http://schemas.openxmlformats.org/drawingml/2006/main">
            <a:pathLst>
              <a:path w="452882" h="401529">
                <a:moveTo>
                  <a:pt x="452882" y="0"/>
                </a:moveTo>
                <a:lnTo>
                  <a:pt x="6940" y="401529"/>
                </a:lnTo>
                <a:lnTo>
                  <a:pt x="4611" y="398927"/>
                </a:lnTo>
                <a:lnTo>
                  <a:pt x="2298" y="396313"/>
                </a:lnTo>
                <a:lnTo>
                  <a:pt x="0" y="393685"/>
                </a:lnTo>
                <a:close/>
              </a:path>
            </a:pathLst>
          </a:custGeom>
          <a:solidFill xmlns:a="http://schemas.openxmlformats.org/drawingml/2006/main">
            <a:srgbClr val="FFB000"/>
          </a:solidFill>
          <a:ln xmlns:a="http://schemas.openxmlformats.org/drawingml/2006/main" w="3334">
            <a:solidFill>
              <a:srgbClr val="FFB000"/>
            </a:solidFill>
          </a:ln>
        </p:spPr>
      </p:sp>
      <p:sp>
        <p:nvSpPr>
          <p:cNvPr id="196" name="path-192">
            <a:extLst xmlns:a="http://schemas.openxmlformats.org/drawingml/2006/main">
              <a:ext uri="{FF2B5EF4-FFF2-40B4-BE49-F238E27FC236}">
                <a16:creationId xmlns:a16="http://schemas.microsoft.com/office/drawing/2014/main" id="{0C84FC64-A5D0-439E-A05E-1C1BCE8F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541" y="5286375"/>
            <a:ext cx="459684" cy="393685"/>
          </a:xfrm>
          <a:custGeom xmlns:a="http://schemas.openxmlformats.org/drawingml/2006/main">
            <a:pathLst>
              <a:path w="459684" h="393685">
                <a:moveTo>
                  <a:pt x="459684" y="0"/>
                </a:moveTo>
                <a:lnTo>
                  <a:pt x="6802" y="393685"/>
                </a:lnTo>
                <a:lnTo>
                  <a:pt x="4519" y="391043"/>
                </a:lnTo>
                <a:lnTo>
                  <a:pt x="2252" y="388389"/>
                </a:lnTo>
                <a:lnTo>
                  <a:pt x="0" y="385721"/>
                </a:lnTo>
                <a:close/>
              </a:path>
            </a:pathLst>
          </a:custGeom>
          <a:solidFill xmlns:a="http://schemas.openxmlformats.org/drawingml/2006/main">
            <a:srgbClr val="FFAC00"/>
          </a:solidFill>
          <a:ln xmlns:a="http://schemas.openxmlformats.org/drawingml/2006/main" w="3334">
            <a:solidFill>
              <a:srgbClr val="FFAC00"/>
            </a:solidFill>
          </a:ln>
        </p:spPr>
      </p:sp>
      <p:sp>
        <p:nvSpPr>
          <p:cNvPr id="197" name="path-193">
            <a:extLst xmlns:a="http://schemas.openxmlformats.org/drawingml/2006/main">
              <a:ext uri="{FF2B5EF4-FFF2-40B4-BE49-F238E27FC236}">
                <a16:creationId xmlns:a16="http://schemas.microsoft.com/office/drawing/2014/main" id="{4712CC0D-083E-41D1-A777-7E4F3F63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879" y="5286375"/>
            <a:ext cx="466346" cy="385721"/>
          </a:xfrm>
          <a:custGeom xmlns:a="http://schemas.openxmlformats.org/drawingml/2006/main">
            <a:pathLst>
              <a:path w="466346" h="385721">
                <a:moveTo>
                  <a:pt x="466346" y="0"/>
                </a:moveTo>
                <a:lnTo>
                  <a:pt x="6662" y="385721"/>
                </a:lnTo>
                <a:lnTo>
                  <a:pt x="4426" y="383040"/>
                </a:lnTo>
                <a:lnTo>
                  <a:pt x="2205" y="380346"/>
                </a:lnTo>
                <a:lnTo>
                  <a:pt x="0" y="377639"/>
                </a:lnTo>
                <a:close/>
              </a:path>
            </a:pathLst>
          </a:custGeom>
          <a:solidFill xmlns:a="http://schemas.openxmlformats.org/drawingml/2006/main">
            <a:srgbClr val="FFA800"/>
          </a:solidFill>
          <a:ln xmlns:a="http://schemas.openxmlformats.org/drawingml/2006/main" w="3334">
            <a:solidFill>
              <a:srgbClr val="FFA800"/>
            </a:solidFill>
          </a:ln>
        </p:spPr>
      </p:sp>
      <p:sp>
        <p:nvSpPr>
          <p:cNvPr id="198" name="path-194">
            <a:extLst xmlns:a="http://schemas.openxmlformats.org/drawingml/2006/main">
              <a:ext uri="{FF2B5EF4-FFF2-40B4-BE49-F238E27FC236}">
                <a16:creationId xmlns:a16="http://schemas.microsoft.com/office/drawing/2014/main" id="{7272FECB-0F13-498C-9CAF-E8931103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359" y="5286375"/>
            <a:ext cx="472866" cy="377639"/>
          </a:xfrm>
          <a:custGeom xmlns:a="http://schemas.openxmlformats.org/drawingml/2006/main">
            <a:pathLst>
              <a:path w="472866" h="377639">
                <a:moveTo>
                  <a:pt x="472866" y="0"/>
                </a:moveTo>
                <a:lnTo>
                  <a:pt x="6520" y="377639"/>
                </a:lnTo>
                <a:lnTo>
                  <a:pt x="4331" y="374920"/>
                </a:lnTo>
                <a:lnTo>
                  <a:pt x="2157" y="372188"/>
                </a:lnTo>
                <a:lnTo>
                  <a:pt x="0" y="369443"/>
                </a:lnTo>
                <a:close/>
              </a:path>
            </a:pathLst>
          </a:custGeom>
          <a:solidFill xmlns:a="http://schemas.openxmlformats.org/drawingml/2006/main">
            <a:srgbClr val="FFA400"/>
          </a:solidFill>
          <a:ln xmlns:a="http://schemas.openxmlformats.org/drawingml/2006/main" w="3334">
            <a:solidFill>
              <a:srgbClr val="FFA400"/>
            </a:solidFill>
          </a:ln>
        </p:spPr>
      </p:sp>
      <p:sp>
        <p:nvSpPr>
          <p:cNvPr id="199" name="path-195">
            <a:extLst xmlns:a="http://schemas.openxmlformats.org/drawingml/2006/main">
              <a:ext uri="{FF2B5EF4-FFF2-40B4-BE49-F238E27FC236}">
                <a16:creationId xmlns:a16="http://schemas.microsoft.com/office/drawing/2014/main" id="{738FE82F-DFD1-48A7-BACD-8D7D4C88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984" y="5286375"/>
            <a:ext cx="479241" cy="369443"/>
          </a:xfrm>
          <a:custGeom xmlns:a="http://schemas.openxmlformats.org/drawingml/2006/main">
            <a:pathLst>
              <a:path w="479241" h="369443">
                <a:moveTo>
                  <a:pt x="479241" y="0"/>
                </a:moveTo>
                <a:lnTo>
                  <a:pt x="6376" y="369443"/>
                </a:lnTo>
                <a:lnTo>
                  <a:pt x="4234" y="366686"/>
                </a:lnTo>
                <a:lnTo>
                  <a:pt x="2109" y="363916"/>
                </a:lnTo>
                <a:lnTo>
                  <a:pt x="0" y="361134"/>
                </a:lnTo>
                <a:close/>
              </a:path>
            </a:pathLst>
          </a:custGeom>
          <a:solidFill xmlns:a="http://schemas.openxmlformats.org/drawingml/2006/main">
            <a:srgbClr val="FF9F00"/>
          </a:solidFill>
          <a:ln xmlns:a="http://schemas.openxmlformats.org/drawingml/2006/main" w="3334">
            <a:solidFill>
              <a:srgbClr val="FF9F00"/>
            </a:solidFill>
          </a:ln>
        </p:spPr>
      </p:sp>
      <p:sp>
        <p:nvSpPr>
          <p:cNvPr id="200" name="path-196">
            <a:extLst xmlns:a="http://schemas.openxmlformats.org/drawingml/2006/main">
              <a:ext uri="{FF2B5EF4-FFF2-40B4-BE49-F238E27FC236}">
                <a16:creationId xmlns:a16="http://schemas.microsoft.com/office/drawing/2014/main" id="{EF27A910-D322-4F7E-8623-22D1A63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754" y="5286375"/>
            <a:ext cx="485471" cy="361134"/>
          </a:xfrm>
          <a:custGeom xmlns:a="http://schemas.openxmlformats.org/drawingml/2006/main">
            <a:pathLst>
              <a:path w="485471" h="361134">
                <a:moveTo>
                  <a:pt x="485471" y="0"/>
                </a:moveTo>
                <a:lnTo>
                  <a:pt x="6230" y="361134"/>
                </a:lnTo>
                <a:lnTo>
                  <a:pt x="4137" y="358340"/>
                </a:lnTo>
                <a:lnTo>
                  <a:pt x="2060" y="355534"/>
                </a:lnTo>
                <a:lnTo>
                  <a:pt x="0" y="352715"/>
                </a:lnTo>
                <a:close/>
              </a:path>
            </a:pathLst>
          </a:custGeom>
          <a:solidFill xmlns:a="http://schemas.openxmlformats.org/drawingml/2006/main">
            <a:srgbClr val="FF9B00"/>
          </a:solidFill>
          <a:ln xmlns:a="http://schemas.openxmlformats.org/drawingml/2006/main" w="3334">
            <a:solidFill>
              <a:srgbClr val="FF9B00"/>
            </a:solidFill>
          </a:ln>
        </p:spPr>
      </p:sp>
      <p:sp>
        <p:nvSpPr>
          <p:cNvPr id="201" name="path-197">
            <a:extLst xmlns:a="http://schemas.openxmlformats.org/drawingml/2006/main">
              <a:ext uri="{FF2B5EF4-FFF2-40B4-BE49-F238E27FC236}">
                <a16:creationId xmlns:a16="http://schemas.microsoft.com/office/drawing/2014/main" id="{E6E2D714-B6A0-4F6C-81CD-513D05D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672" y="5286375"/>
            <a:ext cx="491553" cy="352715"/>
          </a:xfrm>
          <a:custGeom xmlns:a="http://schemas.openxmlformats.org/drawingml/2006/main">
            <a:pathLst>
              <a:path w="491553" h="352715">
                <a:moveTo>
                  <a:pt x="491553" y="0"/>
                </a:moveTo>
                <a:lnTo>
                  <a:pt x="6082" y="352715"/>
                </a:lnTo>
                <a:lnTo>
                  <a:pt x="4038" y="349885"/>
                </a:lnTo>
                <a:lnTo>
                  <a:pt x="2011" y="347043"/>
                </a:lnTo>
                <a:lnTo>
                  <a:pt x="0" y="344189"/>
                </a:lnTo>
                <a:close/>
              </a:path>
            </a:pathLst>
          </a:custGeom>
          <a:solidFill xmlns:a="http://schemas.openxmlformats.org/drawingml/2006/main">
            <a:srgbClr val="FF9700"/>
          </a:solidFill>
          <a:ln xmlns:a="http://schemas.openxmlformats.org/drawingml/2006/main" w="3334">
            <a:solidFill>
              <a:srgbClr val="FF9700"/>
            </a:solidFill>
          </a:ln>
        </p:spPr>
      </p:sp>
      <p:sp>
        <p:nvSpPr>
          <p:cNvPr id="202" name="path-198">
            <a:extLst xmlns:a="http://schemas.openxmlformats.org/drawingml/2006/main">
              <a:ext uri="{FF2B5EF4-FFF2-40B4-BE49-F238E27FC236}">
                <a16:creationId xmlns:a16="http://schemas.microsoft.com/office/drawing/2014/main" id="{8D139637-BC1D-420F-86DE-FC5484E1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740" y="5286375"/>
            <a:ext cx="497485" cy="344189"/>
          </a:xfrm>
          <a:custGeom xmlns:a="http://schemas.openxmlformats.org/drawingml/2006/main">
            <a:pathLst>
              <a:path w="497485" h="344189">
                <a:moveTo>
                  <a:pt x="497485" y="0"/>
                </a:moveTo>
                <a:lnTo>
                  <a:pt x="5932" y="344189"/>
                </a:lnTo>
                <a:lnTo>
                  <a:pt x="3938" y="341323"/>
                </a:lnTo>
                <a:lnTo>
                  <a:pt x="1961" y="338446"/>
                </a:lnTo>
                <a:lnTo>
                  <a:pt x="0" y="335558"/>
                </a:lnTo>
                <a:close/>
              </a:path>
            </a:pathLst>
          </a:custGeom>
          <a:solidFill xmlns:a="http://schemas.openxmlformats.org/drawingml/2006/main">
            <a:srgbClr val="FF9300"/>
          </a:solidFill>
          <a:ln xmlns:a="http://schemas.openxmlformats.org/drawingml/2006/main" w="3334">
            <a:solidFill>
              <a:srgbClr val="FF9300"/>
            </a:solidFill>
          </a:ln>
        </p:spPr>
      </p:sp>
      <p:sp>
        <p:nvSpPr>
          <p:cNvPr id="203" name="path-199">
            <a:extLst xmlns:a="http://schemas.openxmlformats.org/drawingml/2006/main">
              <a:ext uri="{FF2B5EF4-FFF2-40B4-BE49-F238E27FC236}">
                <a16:creationId xmlns:a16="http://schemas.microsoft.com/office/drawing/2014/main" id="{B32F3BF0-AB71-45C2-9287-6BA43B95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960" y="5286375"/>
            <a:ext cx="503265" cy="335558"/>
          </a:xfrm>
          <a:custGeom xmlns:a="http://schemas.openxmlformats.org/drawingml/2006/main">
            <a:pathLst>
              <a:path w="503265" h="335558">
                <a:moveTo>
                  <a:pt x="503265" y="0"/>
                </a:moveTo>
                <a:lnTo>
                  <a:pt x="5781" y="335558"/>
                </a:lnTo>
                <a:lnTo>
                  <a:pt x="3837" y="332658"/>
                </a:lnTo>
                <a:lnTo>
                  <a:pt x="1910" y="329747"/>
                </a:lnTo>
                <a:lnTo>
                  <a:pt x="0" y="326824"/>
                </a:lnTo>
                <a:close/>
              </a:path>
            </a:pathLst>
          </a:custGeom>
          <a:solidFill xmlns:a="http://schemas.openxmlformats.org/drawingml/2006/main">
            <a:srgbClr val="FF8E00"/>
          </a:solidFill>
          <a:ln xmlns:a="http://schemas.openxmlformats.org/drawingml/2006/main" w="3334">
            <a:solidFill>
              <a:srgbClr val="FF8E00"/>
            </a:solidFill>
          </a:ln>
        </p:spPr>
      </p:sp>
      <p:sp>
        <p:nvSpPr>
          <p:cNvPr id="204" name="path-200">
            <a:extLst xmlns:a="http://schemas.openxmlformats.org/drawingml/2006/main">
              <a:ext uri="{FF2B5EF4-FFF2-40B4-BE49-F238E27FC236}">
                <a16:creationId xmlns:a16="http://schemas.microsoft.com/office/drawing/2014/main" id="{4BF21A0D-ED66-48C9-8A2A-E4FA3AA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33" y="5286375"/>
            <a:ext cx="508892" cy="326824"/>
          </a:xfrm>
          <a:custGeom xmlns:a="http://schemas.openxmlformats.org/drawingml/2006/main">
            <a:pathLst>
              <a:path w="508892" h="326824">
                <a:moveTo>
                  <a:pt x="508892" y="0"/>
                </a:moveTo>
                <a:lnTo>
                  <a:pt x="5627" y="326824"/>
                </a:lnTo>
                <a:lnTo>
                  <a:pt x="3734" y="323891"/>
                </a:lnTo>
                <a:lnTo>
                  <a:pt x="1859" y="320947"/>
                </a:lnTo>
                <a:lnTo>
                  <a:pt x="0" y="317991"/>
                </a:lnTo>
                <a:close/>
              </a:path>
            </a:pathLst>
          </a:custGeom>
          <a:solidFill xmlns:a="http://schemas.openxmlformats.org/drawingml/2006/main">
            <a:srgbClr val="FF8A00"/>
          </a:solidFill>
          <a:ln xmlns:a="http://schemas.openxmlformats.org/drawingml/2006/main" w="3334">
            <a:solidFill>
              <a:srgbClr val="FF8A00"/>
            </a:solidFill>
          </a:ln>
        </p:spPr>
      </p:sp>
      <p:sp>
        <p:nvSpPr>
          <p:cNvPr id="205" name="path-201">
            <a:extLst xmlns:a="http://schemas.openxmlformats.org/drawingml/2006/main">
              <a:ext uri="{FF2B5EF4-FFF2-40B4-BE49-F238E27FC236}">
                <a16:creationId xmlns:a16="http://schemas.microsoft.com/office/drawing/2014/main" id="{9A0CA1CE-18E2-4DB2-8A33-8AC9D656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60" y="5286375"/>
            <a:ext cx="514365" cy="317991"/>
          </a:xfrm>
          <a:custGeom xmlns:a="http://schemas.openxmlformats.org/drawingml/2006/main">
            <a:pathLst>
              <a:path w="514365" h="317991">
                <a:moveTo>
                  <a:pt x="514365" y="0"/>
                </a:moveTo>
                <a:lnTo>
                  <a:pt x="5472" y="317991"/>
                </a:lnTo>
                <a:lnTo>
                  <a:pt x="3631" y="315025"/>
                </a:lnTo>
                <a:lnTo>
                  <a:pt x="1807" y="312049"/>
                </a:lnTo>
                <a:lnTo>
                  <a:pt x="0" y="309061"/>
                </a:lnTo>
                <a:close/>
              </a:path>
            </a:pathLst>
          </a:custGeom>
          <a:solidFill xmlns:a="http://schemas.openxmlformats.org/drawingml/2006/main">
            <a:srgbClr val="FF8600"/>
          </a:solidFill>
          <a:ln xmlns:a="http://schemas.openxmlformats.org/drawingml/2006/main" w="3334">
            <a:solidFill>
              <a:srgbClr val="FF8600"/>
            </a:solidFill>
          </a:ln>
        </p:spPr>
      </p:sp>
      <p:sp>
        <p:nvSpPr>
          <p:cNvPr id="206" name="path-202">
            <a:extLst xmlns:a="http://schemas.openxmlformats.org/drawingml/2006/main">
              <a:ext uri="{FF2B5EF4-FFF2-40B4-BE49-F238E27FC236}">
                <a16:creationId xmlns:a16="http://schemas.microsoft.com/office/drawing/2014/main" id="{E1AE125B-243B-42AB-8DDF-6C7CFC0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45" y="5286375"/>
            <a:ext cx="519680" cy="309061"/>
          </a:xfrm>
          <a:custGeom xmlns:a="http://schemas.openxmlformats.org/drawingml/2006/main">
            <a:pathLst>
              <a:path w="519680" h="309061">
                <a:moveTo>
                  <a:pt x="519680" y="0"/>
                </a:moveTo>
                <a:lnTo>
                  <a:pt x="5316" y="309061"/>
                </a:lnTo>
                <a:lnTo>
                  <a:pt x="3526" y="306064"/>
                </a:lnTo>
                <a:lnTo>
                  <a:pt x="1754" y="303056"/>
                </a:lnTo>
                <a:lnTo>
                  <a:pt x="0" y="300038"/>
                </a:lnTo>
                <a:close/>
              </a:path>
            </a:pathLst>
          </a:custGeom>
          <a:solidFill xmlns:a="http://schemas.openxmlformats.org/drawingml/2006/main">
            <a:srgbClr val="FF8200"/>
          </a:solidFill>
          <a:ln xmlns:a="http://schemas.openxmlformats.org/drawingml/2006/main" w="3334">
            <a:solidFill>
              <a:srgbClr val="FF8200"/>
            </a:solidFill>
          </a:ln>
        </p:spPr>
      </p:sp>
      <p:sp>
        <p:nvSpPr>
          <p:cNvPr id="207" name="path-203">
            <a:extLst xmlns:a="http://schemas.openxmlformats.org/drawingml/2006/main">
              <a:ext uri="{FF2B5EF4-FFF2-40B4-BE49-F238E27FC236}">
                <a16:creationId xmlns:a16="http://schemas.microsoft.com/office/drawing/2014/main" id="{A2EA96AA-1197-45D2-A666-17AAC31E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388" y="5286375"/>
            <a:ext cx="524837" cy="300038"/>
          </a:xfrm>
          <a:custGeom xmlns:a="http://schemas.openxmlformats.org/drawingml/2006/main">
            <a:pathLst>
              <a:path w="524837" h="300038">
                <a:moveTo>
                  <a:pt x="524837" y="0"/>
                </a:moveTo>
                <a:lnTo>
                  <a:pt x="5157" y="300038"/>
                </a:lnTo>
                <a:lnTo>
                  <a:pt x="3420" y="297009"/>
                </a:lnTo>
                <a:lnTo>
                  <a:pt x="1701" y="293971"/>
                </a:lnTo>
                <a:lnTo>
                  <a:pt x="0" y="290922"/>
                </a:lnTo>
                <a:close/>
              </a:path>
            </a:pathLst>
          </a:custGeom>
          <a:solidFill xmlns:a="http://schemas.openxmlformats.org/drawingml/2006/main">
            <a:srgbClr val="FF7D00"/>
          </a:solidFill>
          <a:ln xmlns:a="http://schemas.openxmlformats.org/drawingml/2006/main" w="3334">
            <a:solidFill>
              <a:srgbClr val="FF7D00"/>
            </a:solidFill>
          </a:ln>
        </p:spPr>
      </p:sp>
      <p:sp>
        <p:nvSpPr>
          <p:cNvPr id="208" name="path-204">
            <a:extLst xmlns:a="http://schemas.openxmlformats.org/drawingml/2006/main">
              <a:ext uri="{FF2B5EF4-FFF2-40B4-BE49-F238E27FC236}">
                <a16:creationId xmlns:a16="http://schemas.microsoft.com/office/drawing/2014/main" id="{A1B15B05-A534-4FBC-8E51-673D77BB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390" y="5286375"/>
            <a:ext cx="529835" cy="290922"/>
          </a:xfrm>
          <a:custGeom xmlns:a="http://schemas.openxmlformats.org/drawingml/2006/main">
            <a:pathLst>
              <a:path w="529835" h="290922">
                <a:moveTo>
                  <a:pt x="529835" y="0"/>
                </a:moveTo>
                <a:lnTo>
                  <a:pt x="4997" y="290922"/>
                </a:lnTo>
                <a:lnTo>
                  <a:pt x="3314" y="287864"/>
                </a:lnTo>
                <a:lnTo>
                  <a:pt x="1648" y="284796"/>
                </a:lnTo>
                <a:lnTo>
                  <a:pt x="0" y="281718"/>
                </a:lnTo>
                <a:close/>
              </a:path>
            </a:pathLst>
          </a:custGeom>
          <a:solidFill xmlns:a="http://schemas.openxmlformats.org/drawingml/2006/main">
            <a:srgbClr val="FF7900"/>
          </a:solidFill>
          <a:ln xmlns:a="http://schemas.openxmlformats.org/drawingml/2006/main" w="3334">
            <a:solidFill>
              <a:srgbClr val="FF7900"/>
            </a:solidFill>
          </a:ln>
        </p:spPr>
      </p:sp>
      <p:sp>
        <p:nvSpPr>
          <p:cNvPr id="209" name="path-205">
            <a:extLst xmlns:a="http://schemas.openxmlformats.org/drawingml/2006/main">
              <a:ext uri="{FF2B5EF4-FFF2-40B4-BE49-F238E27FC236}">
                <a16:creationId xmlns:a16="http://schemas.microsoft.com/office/drawing/2014/main" id="{5A14B9A7-0FDD-48E0-822F-139362FA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554" y="5286375"/>
            <a:ext cx="534671" cy="281718"/>
          </a:xfrm>
          <a:custGeom xmlns:a="http://schemas.openxmlformats.org/drawingml/2006/main">
            <a:pathLst>
              <a:path w="534671" h="281718">
                <a:moveTo>
                  <a:pt x="534671" y="0"/>
                </a:moveTo>
                <a:lnTo>
                  <a:pt x="4836" y="281718"/>
                </a:lnTo>
                <a:lnTo>
                  <a:pt x="3206" y="278631"/>
                </a:lnTo>
                <a:lnTo>
                  <a:pt x="1594" y="275534"/>
                </a:lnTo>
                <a:lnTo>
                  <a:pt x="0" y="272428"/>
                </a:lnTo>
                <a:close/>
              </a:path>
            </a:pathLst>
          </a:custGeom>
          <a:solidFill xmlns:a="http://schemas.openxmlformats.org/drawingml/2006/main">
            <a:srgbClr val="FF7500"/>
          </a:solidFill>
          <a:ln xmlns:a="http://schemas.openxmlformats.org/drawingml/2006/main" w="3334">
            <a:solidFill>
              <a:srgbClr val="FF7500"/>
            </a:solidFill>
          </a:ln>
        </p:spPr>
      </p:sp>
      <p:sp>
        <p:nvSpPr>
          <p:cNvPr id="210" name="path-206">
            <a:extLst xmlns:a="http://schemas.openxmlformats.org/drawingml/2006/main">
              <a:ext uri="{FF2B5EF4-FFF2-40B4-BE49-F238E27FC236}">
                <a16:creationId xmlns:a16="http://schemas.microsoft.com/office/drawing/2014/main" id="{16DB5264-AC55-4D72-95A7-1313CE5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5286375"/>
            <a:ext cx="539344" cy="272428"/>
          </a:xfrm>
          <a:custGeom xmlns:a="http://schemas.openxmlformats.org/drawingml/2006/main">
            <a:pathLst>
              <a:path w="539344" h="272428">
                <a:moveTo>
                  <a:pt x="539344" y="0"/>
                </a:moveTo>
                <a:lnTo>
                  <a:pt x="4673" y="272428"/>
                </a:lnTo>
                <a:lnTo>
                  <a:pt x="3097" y="269313"/>
                </a:lnTo>
                <a:lnTo>
                  <a:pt x="1540" y="266189"/>
                </a:lnTo>
                <a:lnTo>
                  <a:pt x="0" y="263056"/>
                </a:lnTo>
                <a:close/>
              </a:path>
            </a:pathLst>
          </a:custGeom>
          <a:solidFill xmlns:a="http://schemas.openxmlformats.org/drawingml/2006/main">
            <a:srgbClr val="FF7100"/>
          </a:solidFill>
          <a:ln xmlns:a="http://schemas.openxmlformats.org/drawingml/2006/main" w="3334">
            <a:solidFill>
              <a:srgbClr val="FF7100"/>
            </a:solidFill>
          </a:ln>
        </p:spPr>
      </p:sp>
      <p:sp>
        <p:nvSpPr>
          <p:cNvPr id="211" name="path-207">
            <a:extLst xmlns:a="http://schemas.openxmlformats.org/drawingml/2006/main">
              <a:ext uri="{FF2B5EF4-FFF2-40B4-BE49-F238E27FC236}">
                <a16:creationId xmlns:a16="http://schemas.microsoft.com/office/drawing/2014/main" id="{AD8642EA-DD0C-4A7F-BFFB-17C4EFEE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372" y="5286375"/>
            <a:ext cx="543853" cy="263056"/>
          </a:xfrm>
          <a:custGeom xmlns:a="http://schemas.openxmlformats.org/drawingml/2006/main">
            <a:pathLst>
              <a:path w="543853" h="263056">
                <a:moveTo>
                  <a:pt x="543853" y="0"/>
                </a:moveTo>
                <a:lnTo>
                  <a:pt x="4509" y="263056"/>
                </a:lnTo>
                <a:lnTo>
                  <a:pt x="2988" y="259913"/>
                </a:lnTo>
                <a:lnTo>
                  <a:pt x="1485" y="256762"/>
                </a:lnTo>
                <a:lnTo>
                  <a:pt x="0" y="253603"/>
                </a:lnTo>
                <a:close/>
              </a:path>
            </a:pathLst>
          </a:custGeom>
          <a:solidFill xmlns:a="http://schemas.openxmlformats.org/drawingml/2006/main">
            <a:srgbClr val="FF6C00"/>
          </a:solidFill>
          <a:ln xmlns:a="http://schemas.openxmlformats.org/drawingml/2006/main" w="3334">
            <a:solidFill>
              <a:srgbClr val="FF6C00"/>
            </a:solidFill>
          </a:ln>
        </p:spPr>
      </p:sp>
      <p:sp>
        <p:nvSpPr>
          <p:cNvPr id="212" name="path-208">
            <a:extLst xmlns:a="http://schemas.openxmlformats.org/drawingml/2006/main">
              <a:ext uri="{FF2B5EF4-FFF2-40B4-BE49-F238E27FC236}">
                <a16:creationId xmlns:a16="http://schemas.microsoft.com/office/drawing/2014/main" id="{49B24151-1294-424B-A756-4AE86774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029" y="5286375"/>
            <a:ext cx="548196" cy="253603"/>
          </a:xfrm>
          <a:custGeom xmlns:a="http://schemas.openxmlformats.org/drawingml/2006/main">
            <a:pathLst>
              <a:path w="548196" h="253603">
                <a:moveTo>
                  <a:pt x="548196" y="0"/>
                </a:moveTo>
                <a:lnTo>
                  <a:pt x="4343" y="253603"/>
                </a:lnTo>
                <a:lnTo>
                  <a:pt x="2877" y="250434"/>
                </a:lnTo>
                <a:lnTo>
                  <a:pt x="1429" y="247258"/>
                </a:lnTo>
                <a:lnTo>
                  <a:pt x="0" y="244072"/>
                </a:lnTo>
                <a:close/>
              </a:path>
            </a:pathLst>
          </a:custGeom>
          <a:solidFill xmlns:a="http://schemas.openxmlformats.org/drawingml/2006/main">
            <a:srgbClr val="FF6800"/>
          </a:solidFill>
          <a:ln xmlns:a="http://schemas.openxmlformats.org/drawingml/2006/main" w="3334">
            <a:solidFill>
              <a:srgbClr val="FF6800"/>
            </a:solidFill>
          </a:ln>
        </p:spPr>
      </p:sp>
      <p:sp>
        <p:nvSpPr>
          <p:cNvPr id="213" name="path-209">
            <a:extLst xmlns:a="http://schemas.openxmlformats.org/drawingml/2006/main">
              <a:ext uri="{FF2B5EF4-FFF2-40B4-BE49-F238E27FC236}">
                <a16:creationId xmlns:a16="http://schemas.microsoft.com/office/drawing/2014/main" id="{C8B3E47D-3AAD-4AAC-82F3-778C4901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853" y="5286375"/>
            <a:ext cx="552372" cy="244072"/>
          </a:xfrm>
          <a:custGeom xmlns:a="http://schemas.openxmlformats.org/drawingml/2006/main">
            <a:pathLst>
              <a:path w="552372" h="244072">
                <a:moveTo>
                  <a:pt x="552372" y="0"/>
                </a:moveTo>
                <a:lnTo>
                  <a:pt x="4176" y="244072"/>
                </a:lnTo>
                <a:lnTo>
                  <a:pt x="2765" y="240879"/>
                </a:lnTo>
                <a:lnTo>
                  <a:pt x="1373" y="237678"/>
                </a:lnTo>
                <a:lnTo>
                  <a:pt x="0" y="234468"/>
                </a:lnTo>
                <a:close/>
              </a:path>
            </a:pathLst>
          </a:custGeom>
          <a:solidFill xmlns:a="http://schemas.openxmlformats.org/drawingml/2006/main">
            <a:srgbClr val="FF6400"/>
          </a:solidFill>
          <a:ln xmlns:a="http://schemas.openxmlformats.org/drawingml/2006/main" w="3334">
            <a:solidFill>
              <a:srgbClr val="FF6400"/>
            </a:solidFill>
          </a:ln>
        </p:spPr>
      </p:sp>
      <p:sp>
        <p:nvSpPr>
          <p:cNvPr id="214" name="path-210">
            <a:extLst xmlns:a="http://schemas.openxmlformats.org/drawingml/2006/main">
              <a:ext uri="{FF2B5EF4-FFF2-40B4-BE49-F238E27FC236}">
                <a16:creationId xmlns:a16="http://schemas.microsoft.com/office/drawing/2014/main" id="{84DF009B-0238-4AF0-9993-0E35C437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845" y="5286375"/>
            <a:ext cx="556380" cy="234468"/>
          </a:xfrm>
          <a:custGeom xmlns:a="http://schemas.openxmlformats.org/drawingml/2006/main">
            <a:pathLst>
              <a:path w="556380" h="234468">
                <a:moveTo>
                  <a:pt x="556380" y="0"/>
                </a:moveTo>
                <a:lnTo>
                  <a:pt x="4008" y="234468"/>
                </a:lnTo>
                <a:lnTo>
                  <a:pt x="2653" y="231250"/>
                </a:lnTo>
                <a:lnTo>
                  <a:pt x="1317" y="228025"/>
                </a:lnTo>
                <a:lnTo>
                  <a:pt x="0" y="224792"/>
                </a:lnTo>
                <a:close/>
              </a:path>
            </a:pathLst>
          </a:custGeom>
          <a:solidFill xmlns:a="http://schemas.openxmlformats.org/drawingml/2006/main">
            <a:srgbClr val="FF6000"/>
          </a:solidFill>
          <a:ln xmlns:a="http://schemas.openxmlformats.org/drawingml/2006/main" w="3334">
            <a:solidFill>
              <a:srgbClr val="FF6000"/>
            </a:solidFill>
          </a:ln>
        </p:spPr>
      </p:sp>
      <p:sp>
        <p:nvSpPr>
          <p:cNvPr id="215" name="path-211">
            <a:extLst xmlns:a="http://schemas.openxmlformats.org/drawingml/2006/main">
              <a:ext uri="{FF2B5EF4-FFF2-40B4-BE49-F238E27FC236}">
                <a16:creationId xmlns:a16="http://schemas.microsoft.com/office/drawing/2014/main" id="{F11FCBB4-4FB1-42F2-9125-770103B7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007" y="5286375"/>
            <a:ext cx="560218" cy="224792"/>
          </a:xfrm>
          <a:custGeom xmlns:a="http://schemas.openxmlformats.org/drawingml/2006/main">
            <a:pathLst>
              <a:path w="560218" h="224792">
                <a:moveTo>
                  <a:pt x="560218" y="0"/>
                </a:moveTo>
                <a:lnTo>
                  <a:pt x="3838" y="224792"/>
                </a:lnTo>
                <a:lnTo>
                  <a:pt x="2540" y="221551"/>
                </a:lnTo>
                <a:lnTo>
                  <a:pt x="1261" y="218303"/>
                </a:lnTo>
                <a:lnTo>
                  <a:pt x="0" y="215048"/>
                </a:lnTo>
                <a:close/>
              </a:path>
            </a:pathLst>
          </a:custGeom>
          <a:solidFill xmlns:a="http://schemas.openxmlformats.org/drawingml/2006/main">
            <a:srgbClr val="FF5B00"/>
          </a:solidFill>
          <a:ln xmlns:a="http://schemas.openxmlformats.org/drawingml/2006/main" w="3334">
            <a:solidFill>
              <a:srgbClr val="FF5B00"/>
            </a:solidFill>
          </a:ln>
        </p:spPr>
      </p:sp>
      <p:sp>
        <p:nvSpPr>
          <p:cNvPr id="216" name="path-212">
            <a:extLst xmlns:a="http://schemas.openxmlformats.org/drawingml/2006/main">
              <a:ext uri="{FF2B5EF4-FFF2-40B4-BE49-F238E27FC236}">
                <a16:creationId xmlns:a16="http://schemas.microsoft.com/office/drawing/2014/main" id="{ABCAB65B-6731-4905-8BB8-9F03C86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339" y="5286375"/>
            <a:ext cx="563886" cy="215048"/>
          </a:xfrm>
          <a:custGeom xmlns:a="http://schemas.openxmlformats.org/drawingml/2006/main">
            <a:pathLst>
              <a:path w="563886" h="215048">
                <a:moveTo>
                  <a:pt x="563886" y="0"/>
                </a:moveTo>
                <a:lnTo>
                  <a:pt x="3668" y="215048"/>
                </a:lnTo>
                <a:lnTo>
                  <a:pt x="2426" y="211785"/>
                </a:lnTo>
                <a:lnTo>
                  <a:pt x="1204" y="208515"/>
                </a:lnTo>
                <a:lnTo>
                  <a:pt x="0" y="205238"/>
                </a:lnTo>
                <a:close/>
              </a:path>
            </a:pathLst>
          </a:custGeom>
          <a:solidFill xmlns:a="http://schemas.openxmlformats.org/drawingml/2006/main">
            <a:srgbClr val="FF5700"/>
          </a:solidFill>
          <a:ln xmlns:a="http://schemas.openxmlformats.org/drawingml/2006/main" w="3334">
            <a:solidFill>
              <a:srgbClr val="FF5700"/>
            </a:solidFill>
          </a:ln>
        </p:spPr>
      </p:sp>
      <p:sp>
        <p:nvSpPr>
          <p:cNvPr id="217" name="path-213">
            <a:extLst xmlns:a="http://schemas.openxmlformats.org/drawingml/2006/main">
              <a:ext uri="{FF2B5EF4-FFF2-40B4-BE49-F238E27FC236}">
                <a16:creationId xmlns:a16="http://schemas.microsoft.com/office/drawing/2014/main" id="{A0D22861-BF24-4564-A851-701034CF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843" y="5286375"/>
            <a:ext cx="567382" cy="205238"/>
          </a:xfrm>
          <a:custGeom xmlns:a="http://schemas.openxmlformats.org/drawingml/2006/main">
            <a:pathLst>
              <a:path w="567382" h="205238">
                <a:moveTo>
                  <a:pt x="567382" y="0"/>
                </a:moveTo>
                <a:lnTo>
                  <a:pt x="3496" y="205238"/>
                </a:lnTo>
                <a:lnTo>
                  <a:pt x="2312" y="201954"/>
                </a:lnTo>
                <a:lnTo>
                  <a:pt x="1146" y="198663"/>
                </a:lnTo>
                <a:lnTo>
                  <a:pt x="0" y="195365"/>
                </a:lnTo>
                <a:close/>
              </a:path>
            </a:pathLst>
          </a:custGeom>
          <a:solidFill xmlns:a="http://schemas.openxmlformats.org/drawingml/2006/main">
            <a:srgbClr val="FF5300"/>
          </a:solidFill>
          <a:ln xmlns:a="http://schemas.openxmlformats.org/drawingml/2006/main" w="3334">
            <a:solidFill>
              <a:srgbClr val="FF5300"/>
            </a:solidFill>
          </a:ln>
        </p:spPr>
      </p:sp>
      <p:sp>
        <p:nvSpPr>
          <p:cNvPr id="218" name="path-214">
            <a:extLst xmlns:a="http://schemas.openxmlformats.org/drawingml/2006/main">
              <a:ext uri="{FF2B5EF4-FFF2-40B4-BE49-F238E27FC236}">
                <a16:creationId xmlns:a16="http://schemas.microsoft.com/office/drawing/2014/main" id="{A37B76A5-DB5F-4D0F-B31A-CDC615DC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520" y="5286375"/>
            <a:ext cx="570705" cy="195365"/>
          </a:xfrm>
          <a:custGeom xmlns:a="http://schemas.openxmlformats.org/drawingml/2006/main">
            <a:pathLst>
              <a:path w="570705" h="195365">
                <a:moveTo>
                  <a:pt x="570705" y="0"/>
                </a:moveTo>
                <a:lnTo>
                  <a:pt x="3323" y="195365"/>
                </a:lnTo>
                <a:lnTo>
                  <a:pt x="2196" y="192061"/>
                </a:lnTo>
                <a:lnTo>
                  <a:pt x="1088" y="188750"/>
                </a:lnTo>
                <a:lnTo>
                  <a:pt x="0" y="185433"/>
                </a:lnTo>
                <a:close/>
              </a:path>
            </a:pathLst>
          </a:custGeom>
          <a:solidFill xmlns:a="http://schemas.openxmlformats.org/drawingml/2006/main">
            <a:srgbClr val="FF4F00"/>
          </a:solidFill>
          <a:ln xmlns:a="http://schemas.openxmlformats.org/drawingml/2006/main" w="3334">
            <a:solidFill>
              <a:srgbClr val="FF4F00"/>
            </a:solidFill>
          </a:ln>
        </p:spPr>
      </p:sp>
      <p:sp>
        <p:nvSpPr>
          <p:cNvPr id="219" name="path-215">
            <a:extLst xmlns:a="http://schemas.openxmlformats.org/drawingml/2006/main">
              <a:ext uri="{FF2B5EF4-FFF2-40B4-BE49-F238E27FC236}">
                <a16:creationId xmlns:a16="http://schemas.microsoft.com/office/drawing/2014/main" id="{63FC0801-E4F0-42EF-9922-84CAAAAA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70" y="5286375"/>
            <a:ext cx="573855" cy="185433"/>
          </a:xfrm>
          <a:custGeom xmlns:a="http://schemas.openxmlformats.org/drawingml/2006/main">
            <a:pathLst>
              <a:path w="573855" h="185433">
                <a:moveTo>
                  <a:pt x="573855" y="0"/>
                </a:moveTo>
                <a:lnTo>
                  <a:pt x="3149" y="185433"/>
                </a:lnTo>
                <a:lnTo>
                  <a:pt x="2080" y="182110"/>
                </a:lnTo>
                <a:lnTo>
                  <a:pt x="1030" y="178781"/>
                </a:lnTo>
                <a:lnTo>
                  <a:pt x="0" y="175445"/>
                </a:lnTo>
                <a:close/>
              </a:path>
            </a:pathLst>
          </a:custGeom>
          <a:solidFill xmlns:a="http://schemas.openxmlformats.org/drawingml/2006/main">
            <a:srgbClr val="FF4A00"/>
          </a:solidFill>
          <a:ln xmlns:a="http://schemas.openxmlformats.org/drawingml/2006/main" w="3334">
            <a:solidFill>
              <a:srgbClr val="FF4A00"/>
            </a:solidFill>
          </a:ln>
        </p:spPr>
      </p:sp>
      <p:sp>
        <p:nvSpPr>
          <p:cNvPr id="220" name="path-216">
            <a:extLst xmlns:a="http://schemas.openxmlformats.org/drawingml/2006/main">
              <a:ext uri="{FF2B5EF4-FFF2-40B4-BE49-F238E27FC236}">
                <a16:creationId xmlns:a16="http://schemas.microsoft.com/office/drawing/2014/main" id="{692C0A1D-B28B-410A-8D3C-47E286E0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396" y="5286375"/>
            <a:ext cx="576829" cy="175445"/>
          </a:xfrm>
          <a:custGeom xmlns:a="http://schemas.openxmlformats.org/drawingml/2006/main">
            <a:pathLst>
              <a:path w="576829" h="175445">
                <a:moveTo>
                  <a:pt x="576829" y="0"/>
                </a:moveTo>
                <a:lnTo>
                  <a:pt x="2975" y="175445"/>
                </a:lnTo>
                <a:lnTo>
                  <a:pt x="1964" y="172103"/>
                </a:lnTo>
                <a:lnTo>
                  <a:pt x="972" y="168756"/>
                </a:lnTo>
                <a:lnTo>
                  <a:pt x="0" y="165403"/>
                </a:lnTo>
                <a:close/>
              </a:path>
            </a:pathLst>
          </a:custGeom>
          <a:solidFill xmlns:a="http://schemas.openxmlformats.org/drawingml/2006/main">
            <a:srgbClr val="FF4600"/>
          </a:solidFill>
          <a:ln xmlns:a="http://schemas.openxmlformats.org/drawingml/2006/main" w="3334">
            <a:solidFill>
              <a:srgbClr val="FF4600"/>
            </a:solidFill>
          </a:ln>
        </p:spPr>
      </p:sp>
      <p:sp>
        <p:nvSpPr>
          <p:cNvPr id="221" name="path-217">
            <a:extLst xmlns:a="http://schemas.openxmlformats.org/drawingml/2006/main">
              <a:ext uri="{FF2B5EF4-FFF2-40B4-BE49-F238E27FC236}">
                <a16:creationId xmlns:a16="http://schemas.microsoft.com/office/drawing/2014/main" id="{6BE46EF3-F58E-44F5-BD45-4540370A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597" y="5286375"/>
            <a:ext cx="579628" cy="165403"/>
          </a:xfrm>
          <a:custGeom xmlns:a="http://schemas.openxmlformats.org/drawingml/2006/main">
            <a:pathLst>
              <a:path w="579628" h="165403">
                <a:moveTo>
                  <a:pt x="579628" y="0"/>
                </a:moveTo>
                <a:lnTo>
                  <a:pt x="2799" y="165403"/>
                </a:lnTo>
                <a:lnTo>
                  <a:pt x="1846" y="162044"/>
                </a:lnTo>
                <a:lnTo>
                  <a:pt x="913" y="158680"/>
                </a:lnTo>
                <a:lnTo>
                  <a:pt x="0" y="155311"/>
                </a:lnTo>
                <a:close/>
              </a:path>
            </a:pathLst>
          </a:custGeom>
          <a:solidFill xmlns:a="http://schemas.openxmlformats.org/drawingml/2006/main">
            <a:srgbClr val="FF4200"/>
          </a:solidFill>
          <a:ln xmlns:a="http://schemas.openxmlformats.org/drawingml/2006/main" w="3334">
            <a:solidFill>
              <a:srgbClr val="FF4200"/>
            </a:solidFill>
          </a:ln>
        </p:spPr>
      </p:sp>
      <p:sp>
        <p:nvSpPr>
          <p:cNvPr id="222" name="path-218">
            <a:extLst xmlns:a="http://schemas.openxmlformats.org/drawingml/2006/main">
              <a:ext uri="{FF2B5EF4-FFF2-40B4-BE49-F238E27FC236}">
                <a16:creationId xmlns:a16="http://schemas.microsoft.com/office/drawing/2014/main" id="{15F600B4-8CD4-4CAB-92BD-C841A75C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975" y="5286375"/>
            <a:ext cx="582250" cy="155311"/>
          </a:xfrm>
          <a:custGeom xmlns:a="http://schemas.openxmlformats.org/drawingml/2006/main">
            <a:pathLst>
              <a:path w="582250" h="155311">
                <a:moveTo>
                  <a:pt x="582250" y="0"/>
                </a:moveTo>
                <a:lnTo>
                  <a:pt x="2622" y="155311"/>
                </a:lnTo>
                <a:lnTo>
                  <a:pt x="1729" y="151936"/>
                </a:lnTo>
                <a:lnTo>
                  <a:pt x="854" y="148556"/>
                </a:lnTo>
                <a:lnTo>
                  <a:pt x="0" y="145171"/>
                </a:lnTo>
                <a:close/>
              </a:path>
            </a:pathLst>
          </a:custGeom>
          <a:solidFill xmlns:a="http://schemas.openxmlformats.org/drawingml/2006/main">
            <a:srgbClr val="FF3E00"/>
          </a:solidFill>
          <a:ln xmlns:a="http://schemas.openxmlformats.org/drawingml/2006/main" w="3334">
            <a:solidFill>
              <a:srgbClr val="FF3E00"/>
            </a:solidFill>
          </a:ln>
        </p:spPr>
      </p:sp>
      <p:sp>
        <p:nvSpPr>
          <p:cNvPr id="223" name="path-219">
            <a:extLst xmlns:a="http://schemas.openxmlformats.org/drawingml/2006/main">
              <a:ext uri="{FF2B5EF4-FFF2-40B4-BE49-F238E27FC236}">
                <a16:creationId xmlns:a16="http://schemas.microsoft.com/office/drawing/2014/main" id="{E680E965-9130-481B-8CC1-E72F00CA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530" y="5286375"/>
            <a:ext cx="584695" cy="145171"/>
          </a:xfrm>
          <a:custGeom xmlns:a="http://schemas.openxmlformats.org/drawingml/2006/main">
            <a:pathLst>
              <a:path w="584695" h="145171">
                <a:moveTo>
                  <a:pt x="584695" y="0"/>
                </a:moveTo>
                <a:lnTo>
                  <a:pt x="2445" y="145171"/>
                </a:lnTo>
                <a:lnTo>
                  <a:pt x="1610" y="141781"/>
                </a:lnTo>
                <a:lnTo>
                  <a:pt x="795" y="138387"/>
                </a:lnTo>
                <a:lnTo>
                  <a:pt x="0" y="134988"/>
                </a:lnTo>
                <a:close/>
              </a:path>
            </a:pathLst>
          </a:custGeom>
          <a:solidFill xmlns:a="http://schemas.openxmlformats.org/drawingml/2006/main">
            <a:srgbClr val="FF3900"/>
          </a:solidFill>
          <a:ln xmlns:a="http://schemas.openxmlformats.org/drawingml/2006/main" w="3334">
            <a:solidFill>
              <a:srgbClr val="FF3900"/>
            </a:solidFill>
          </a:ln>
        </p:spPr>
      </p:sp>
      <p:sp>
        <p:nvSpPr>
          <p:cNvPr id="224" name="path-220">
            <a:extLst xmlns:a="http://schemas.openxmlformats.org/drawingml/2006/main">
              <a:ext uri="{FF2B5EF4-FFF2-40B4-BE49-F238E27FC236}">
                <a16:creationId xmlns:a16="http://schemas.microsoft.com/office/drawing/2014/main" id="{34B46684-3640-406E-AD27-C84FE5A5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263" y="5286375"/>
            <a:ext cx="586962" cy="134988"/>
          </a:xfrm>
          <a:custGeom xmlns:a="http://schemas.openxmlformats.org/drawingml/2006/main">
            <a:pathLst>
              <a:path w="586962" h="134988">
                <a:moveTo>
                  <a:pt x="586962" y="0"/>
                </a:moveTo>
                <a:lnTo>
                  <a:pt x="2267" y="134988"/>
                </a:lnTo>
                <a:lnTo>
                  <a:pt x="1491" y="131584"/>
                </a:lnTo>
                <a:lnTo>
                  <a:pt x="736" y="128175"/>
                </a:lnTo>
                <a:lnTo>
                  <a:pt x="0" y="124763"/>
                </a:lnTo>
                <a:close/>
              </a:path>
            </a:pathLst>
          </a:custGeom>
          <a:solidFill xmlns:a="http://schemas.openxmlformats.org/drawingml/2006/main">
            <a:srgbClr val="FF3500"/>
          </a:solidFill>
          <a:ln xmlns:a="http://schemas.openxmlformats.org/drawingml/2006/main" w="3334">
            <a:solidFill>
              <a:srgbClr val="FF3500"/>
            </a:solidFill>
          </a:ln>
        </p:spPr>
      </p:sp>
      <p:sp>
        <p:nvSpPr>
          <p:cNvPr id="225" name="path-221">
            <a:extLst xmlns:a="http://schemas.openxmlformats.org/drawingml/2006/main">
              <a:ext uri="{FF2B5EF4-FFF2-40B4-BE49-F238E27FC236}">
                <a16:creationId xmlns:a16="http://schemas.microsoft.com/office/drawing/2014/main" id="{85041691-5F57-4A61-BFE5-23F8B4A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175" y="5286375"/>
            <a:ext cx="589050" cy="124763"/>
          </a:xfrm>
          <a:custGeom xmlns:a="http://schemas.openxmlformats.org/drawingml/2006/main">
            <a:pathLst>
              <a:path w="589050" h="124763">
                <a:moveTo>
                  <a:pt x="589050" y="0"/>
                </a:moveTo>
                <a:lnTo>
                  <a:pt x="2088" y="124763"/>
                </a:lnTo>
                <a:lnTo>
                  <a:pt x="1372" y="121346"/>
                </a:lnTo>
                <a:lnTo>
                  <a:pt x="676" y="117925"/>
                </a:lnTo>
                <a:lnTo>
                  <a:pt x="0" y="114500"/>
                </a:lnTo>
                <a:close/>
              </a:path>
            </a:pathLst>
          </a:custGeom>
          <a:solidFill xmlns:a="http://schemas.openxmlformats.org/drawingml/2006/main">
            <a:srgbClr val="FF3100"/>
          </a:solidFill>
          <a:ln xmlns:a="http://schemas.openxmlformats.org/drawingml/2006/main" w="3334">
            <a:solidFill>
              <a:srgbClr val="FF3100"/>
            </a:solidFill>
          </a:ln>
        </p:spPr>
      </p:sp>
      <p:sp>
        <p:nvSpPr>
          <p:cNvPr id="226" name="path-222">
            <a:extLst xmlns:a="http://schemas.openxmlformats.org/drawingml/2006/main">
              <a:ext uri="{FF2B5EF4-FFF2-40B4-BE49-F238E27FC236}">
                <a16:creationId xmlns:a16="http://schemas.microsoft.com/office/drawing/2014/main" id="{6E78DDF4-4C92-49E8-96F7-09A18E8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266" y="5286375"/>
            <a:ext cx="590959" cy="114500"/>
          </a:xfrm>
          <a:custGeom xmlns:a="http://schemas.openxmlformats.org/drawingml/2006/main">
            <a:pathLst>
              <a:path w="590959" h="114500">
                <a:moveTo>
                  <a:pt x="590959" y="0"/>
                </a:moveTo>
                <a:lnTo>
                  <a:pt x="1909" y="114500"/>
                </a:lnTo>
                <a:lnTo>
                  <a:pt x="1252" y="111071"/>
                </a:lnTo>
                <a:lnTo>
                  <a:pt x="616" y="107638"/>
                </a:lnTo>
                <a:lnTo>
                  <a:pt x="0" y="104202"/>
                </a:lnTo>
                <a:close/>
              </a:path>
            </a:pathLst>
          </a:custGeom>
          <a:solidFill xmlns:a="http://schemas.openxmlformats.org/drawingml/2006/main">
            <a:srgbClr val="FF2D00"/>
          </a:solidFill>
          <a:ln xmlns:a="http://schemas.openxmlformats.org/drawingml/2006/main" w="3334">
            <a:solidFill>
              <a:srgbClr val="FF2D00"/>
            </a:solidFill>
          </a:ln>
        </p:spPr>
      </p:sp>
      <p:sp>
        <p:nvSpPr>
          <p:cNvPr id="227" name="path-223">
            <a:extLst xmlns:a="http://schemas.openxmlformats.org/drawingml/2006/main">
              <a:ext uri="{FF2B5EF4-FFF2-40B4-BE49-F238E27FC236}">
                <a16:creationId xmlns:a16="http://schemas.microsoft.com/office/drawing/2014/main" id="{D27CC33A-0840-4959-9550-964982CE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538" y="5286375"/>
            <a:ext cx="592687" cy="104202"/>
          </a:xfrm>
          <a:custGeom xmlns:a="http://schemas.openxmlformats.org/drawingml/2006/main">
            <a:pathLst>
              <a:path w="592687" h="104202">
                <a:moveTo>
                  <a:pt x="592687" y="0"/>
                </a:moveTo>
                <a:lnTo>
                  <a:pt x="1729" y="104202"/>
                </a:lnTo>
                <a:lnTo>
                  <a:pt x="1132" y="100762"/>
                </a:lnTo>
                <a:lnTo>
                  <a:pt x="556" y="97319"/>
                </a:lnTo>
                <a:lnTo>
                  <a:pt x="0" y="93872"/>
                </a:lnTo>
                <a:close/>
              </a:path>
            </a:pathLst>
          </a:custGeom>
          <a:solidFill xmlns:a="http://schemas.openxmlformats.org/drawingml/2006/main">
            <a:srgbClr val="FF2800"/>
          </a:solidFill>
          <a:ln xmlns:a="http://schemas.openxmlformats.org/drawingml/2006/main" w="3334">
            <a:solidFill>
              <a:srgbClr val="FF2800"/>
            </a:solidFill>
          </a:ln>
        </p:spPr>
      </p:sp>
      <p:sp>
        <p:nvSpPr>
          <p:cNvPr id="228" name="path-224">
            <a:extLst xmlns:a="http://schemas.openxmlformats.org/drawingml/2006/main">
              <a:ext uri="{FF2B5EF4-FFF2-40B4-BE49-F238E27FC236}">
                <a16:creationId xmlns:a16="http://schemas.microsoft.com/office/drawing/2014/main" id="{32F5B28C-4CD1-4446-BDA5-CDC267AB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990" y="5286375"/>
            <a:ext cx="594235" cy="93872"/>
          </a:xfrm>
          <a:custGeom xmlns:a="http://schemas.openxmlformats.org/drawingml/2006/main">
            <a:pathLst>
              <a:path w="594235" h="93872">
                <a:moveTo>
                  <a:pt x="594235" y="0"/>
                </a:moveTo>
                <a:lnTo>
                  <a:pt x="1548" y="93872"/>
                </a:lnTo>
                <a:lnTo>
                  <a:pt x="1012" y="90423"/>
                </a:lnTo>
                <a:lnTo>
                  <a:pt x="496" y="86970"/>
                </a:lnTo>
                <a:lnTo>
                  <a:pt x="0" y="83514"/>
                </a:lnTo>
                <a:close/>
              </a:path>
            </a:pathLst>
          </a:custGeom>
          <a:solidFill xmlns:a="http://schemas.openxmlformats.org/drawingml/2006/main">
            <a:srgbClr val="FF2400"/>
          </a:solidFill>
          <a:ln xmlns:a="http://schemas.openxmlformats.org/drawingml/2006/main" w="3334">
            <a:solidFill>
              <a:srgbClr val="FF2400"/>
            </a:solidFill>
          </a:ln>
        </p:spPr>
      </p:sp>
      <p:sp>
        <p:nvSpPr>
          <p:cNvPr id="229" name="path-225">
            <a:extLst xmlns:a="http://schemas.openxmlformats.org/drawingml/2006/main">
              <a:ext uri="{FF2B5EF4-FFF2-40B4-BE49-F238E27FC236}">
                <a16:creationId xmlns:a16="http://schemas.microsoft.com/office/drawing/2014/main" id="{13404D56-5833-499B-AB91-979A86B6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23" y="5286375"/>
            <a:ext cx="595602" cy="83514"/>
          </a:xfrm>
          <a:custGeom xmlns:a="http://schemas.openxmlformats.org/drawingml/2006/main">
            <a:pathLst>
              <a:path w="595602" h="83514">
                <a:moveTo>
                  <a:pt x="595602" y="0"/>
                </a:moveTo>
                <a:lnTo>
                  <a:pt x="1367" y="83514"/>
                </a:lnTo>
                <a:lnTo>
                  <a:pt x="891" y="80056"/>
                </a:lnTo>
                <a:lnTo>
                  <a:pt x="436" y="76595"/>
                </a:lnTo>
                <a:lnTo>
                  <a:pt x="0" y="73131"/>
                </a:lnTo>
                <a:close/>
              </a:path>
            </a:pathLst>
          </a:custGeom>
          <a:solidFill xmlns:a="http://schemas.openxmlformats.org/drawingml/2006/main">
            <a:srgbClr val="FF2000"/>
          </a:solidFill>
          <a:ln xmlns:a="http://schemas.openxmlformats.org/drawingml/2006/main" w="3334">
            <a:solidFill>
              <a:srgbClr val="FF2000"/>
            </a:solidFill>
          </a:ln>
        </p:spPr>
      </p:sp>
      <p:sp>
        <p:nvSpPr>
          <p:cNvPr id="230" name="path-226">
            <a:extLst xmlns:a="http://schemas.openxmlformats.org/drawingml/2006/main">
              <a:ext uri="{FF2B5EF4-FFF2-40B4-BE49-F238E27FC236}">
                <a16:creationId xmlns:a16="http://schemas.microsoft.com/office/drawing/2014/main" id="{4D687F19-D08C-4B37-8DA9-97875368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437" y="5286375"/>
            <a:ext cx="596788" cy="73131"/>
          </a:xfrm>
          <a:custGeom xmlns:a="http://schemas.openxmlformats.org/drawingml/2006/main">
            <a:pathLst>
              <a:path w="596788" h="73131">
                <a:moveTo>
                  <a:pt x="596788" y="0"/>
                </a:moveTo>
                <a:lnTo>
                  <a:pt x="1186" y="73131"/>
                </a:lnTo>
                <a:lnTo>
                  <a:pt x="770" y="69664"/>
                </a:lnTo>
                <a:lnTo>
                  <a:pt x="375" y="66196"/>
                </a:lnTo>
                <a:lnTo>
                  <a:pt x="0" y="62725"/>
                </a:lnTo>
                <a:close/>
              </a:path>
            </a:pathLst>
          </a:custGeom>
          <a:solidFill xmlns:a="http://schemas.openxmlformats.org/drawingml/2006/main">
            <a:srgbClr val="FF1C00"/>
          </a:solidFill>
          <a:ln xmlns:a="http://schemas.openxmlformats.org/drawingml/2006/main" w="3334">
            <a:solidFill>
              <a:srgbClr val="FF1C00"/>
            </a:solidFill>
          </a:ln>
        </p:spPr>
      </p:sp>
      <p:sp>
        <p:nvSpPr>
          <p:cNvPr id="231" name="path-227">
            <a:extLst xmlns:a="http://schemas.openxmlformats.org/drawingml/2006/main">
              <a:ext uri="{FF2B5EF4-FFF2-40B4-BE49-F238E27FC236}">
                <a16:creationId xmlns:a16="http://schemas.microsoft.com/office/drawing/2014/main" id="{03E795A9-49C6-4B01-8CA3-3476863C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433" y="5286375"/>
            <a:ext cx="597792" cy="62725"/>
          </a:xfrm>
          <a:custGeom xmlns:a="http://schemas.openxmlformats.org/drawingml/2006/main">
            <a:pathLst>
              <a:path w="597792" h="62725">
                <a:moveTo>
                  <a:pt x="597792" y="0"/>
                </a:moveTo>
                <a:lnTo>
                  <a:pt x="1004" y="62725"/>
                </a:lnTo>
                <a:lnTo>
                  <a:pt x="649" y="59252"/>
                </a:lnTo>
                <a:lnTo>
                  <a:pt x="314" y="55777"/>
                </a:lnTo>
                <a:lnTo>
                  <a:pt x="0" y="52300"/>
                </a:lnTo>
                <a:close/>
              </a:path>
            </a:pathLst>
          </a:custGeom>
          <a:solidFill xmlns:a="http://schemas.openxmlformats.org/drawingml/2006/main">
            <a:srgbClr val="FF1700"/>
          </a:solidFill>
          <a:ln xmlns:a="http://schemas.openxmlformats.org/drawingml/2006/main" w="3334">
            <a:solidFill>
              <a:srgbClr val="FF1700"/>
            </a:solidFill>
          </a:ln>
        </p:spPr>
      </p:sp>
      <p:sp>
        <p:nvSpPr>
          <p:cNvPr id="232" name="path-228">
            <a:extLst xmlns:a="http://schemas.openxmlformats.org/drawingml/2006/main">
              <a:ext uri="{FF2B5EF4-FFF2-40B4-BE49-F238E27FC236}">
                <a16:creationId xmlns:a16="http://schemas.microsoft.com/office/drawing/2014/main" id="{2F6BC887-EDD9-4E09-BB49-A5DA361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612" y="5286375"/>
            <a:ext cx="598613" cy="52300"/>
          </a:xfrm>
          <a:custGeom xmlns:a="http://schemas.openxmlformats.org/drawingml/2006/main">
            <a:pathLst>
              <a:path w="598613" h="52300">
                <a:moveTo>
                  <a:pt x="598613" y="0"/>
                </a:moveTo>
                <a:lnTo>
                  <a:pt x="822" y="52300"/>
                </a:lnTo>
                <a:lnTo>
                  <a:pt x="528" y="48821"/>
                </a:lnTo>
                <a:lnTo>
                  <a:pt x="254" y="45341"/>
                </a:lnTo>
                <a:lnTo>
                  <a:pt x="0" y="41859"/>
                </a:lnTo>
                <a:close/>
              </a:path>
            </a:pathLst>
          </a:custGeom>
          <a:solidFill xmlns:a="http://schemas.openxmlformats.org/drawingml/2006/main">
            <a:srgbClr val="FF1300"/>
          </a:solidFill>
          <a:ln xmlns:a="http://schemas.openxmlformats.org/drawingml/2006/main" w="3334">
            <a:solidFill>
              <a:srgbClr val="FF1300"/>
            </a:solidFill>
          </a:ln>
        </p:spPr>
      </p:sp>
      <p:sp>
        <p:nvSpPr>
          <p:cNvPr id="233" name="path-229">
            <a:extLst xmlns:a="http://schemas.openxmlformats.org/drawingml/2006/main">
              <a:ext uri="{FF2B5EF4-FFF2-40B4-BE49-F238E27FC236}">
                <a16:creationId xmlns:a16="http://schemas.microsoft.com/office/drawing/2014/main" id="{912FE85D-0A05-44B3-B4A0-8A49457E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972" y="5286375"/>
            <a:ext cx="599253" cy="41859"/>
          </a:xfrm>
          <a:custGeom xmlns:a="http://schemas.openxmlformats.org/drawingml/2006/main">
            <a:pathLst>
              <a:path w="599253" h="41859">
                <a:moveTo>
                  <a:pt x="599253" y="0"/>
                </a:moveTo>
                <a:lnTo>
                  <a:pt x="639" y="41859"/>
                </a:lnTo>
                <a:lnTo>
                  <a:pt x="406" y="38376"/>
                </a:lnTo>
                <a:lnTo>
                  <a:pt x="193" y="34891"/>
                </a:lnTo>
                <a:lnTo>
                  <a:pt x="0" y="31405"/>
                </a:lnTo>
                <a:close/>
              </a:path>
            </a:pathLst>
          </a:custGeom>
          <a:solidFill xmlns:a="http://schemas.openxmlformats.org/drawingml/2006/main">
            <a:srgbClr val="FF0F00"/>
          </a:solidFill>
          <a:ln xmlns:a="http://schemas.openxmlformats.org/drawingml/2006/main" w="3334">
            <a:solidFill>
              <a:srgbClr val="FF0F00"/>
            </a:solidFill>
          </a:ln>
        </p:spPr>
      </p:sp>
      <p:sp>
        <p:nvSpPr>
          <p:cNvPr id="234" name="path-230">
            <a:extLst xmlns:a="http://schemas.openxmlformats.org/drawingml/2006/main">
              <a:ext uri="{FF2B5EF4-FFF2-40B4-BE49-F238E27FC236}">
                <a16:creationId xmlns:a16="http://schemas.microsoft.com/office/drawing/2014/main" id="{A066A581-7D55-4C57-A86A-152D888A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16" y="5286375"/>
            <a:ext cx="599709" cy="31405"/>
          </a:xfrm>
          <a:custGeom xmlns:a="http://schemas.openxmlformats.org/drawingml/2006/main">
            <a:pathLst>
              <a:path w="599709" h="31405">
                <a:moveTo>
                  <a:pt x="599709" y="0"/>
                </a:moveTo>
                <a:lnTo>
                  <a:pt x="457" y="31405"/>
                </a:lnTo>
                <a:lnTo>
                  <a:pt x="284" y="27919"/>
                </a:lnTo>
                <a:lnTo>
                  <a:pt x="132" y="24431"/>
                </a:lnTo>
                <a:lnTo>
                  <a:pt x="0" y="20942"/>
                </a:lnTo>
                <a:close/>
              </a:path>
            </a:pathLst>
          </a:custGeom>
          <a:solidFill xmlns:a="http://schemas.openxmlformats.org/drawingml/2006/main">
            <a:srgbClr val="FF0B00"/>
          </a:solidFill>
          <a:ln xmlns:a="http://schemas.openxmlformats.org/drawingml/2006/main" w="3334">
            <a:solidFill>
              <a:srgbClr val="FF0B00"/>
            </a:solidFill>
          </a:ln>
        </p:spPr>
      </p:sp>
      <p:sp>
        <p:nvSpPr>
          <p:cNvPr id="235" name="path-231">
            <a:extLst xmlns:a="http://schemas.openxmlformats.org/drawingml/2006/main">
              <a:ext uri="{FF2B5EF4-FFF2-40B4-BE49-F238E27FC236}">
                <a16:creationId xmlns:a16="http://schemas.microsoft.com/office/drawing/2014/main" id="{BC83F0C7-CA71-4E47-B2A5-066EBA64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241" y="5286375"/>
            <a:ext cx="599984" cy="20942"/>
          </a:xfrm>
          <a:custGeom xmlns:a="http://schemas.openxmlformats.org/drawingml/2006/main">
            <a:pathLst>
              <a:path w="599984" h="20942">
                <a:moveTo>
                  <a:pt x="599984" y="0"/>
                </a:moveTo>
                <a:lnTo>
                  <a:pt x="274" y="20942"/>
                </a:lnTo>
                <a:lnTo>
                  <a:pt x="162" y="17453"/>
                </a:lnTo>
                <a:lnTo>
                  <a:pt x="71" y="13963"/>
                </a:lnTo>
                <a:lnTo>
                  <a:pt x="0" y="10473"/>
                </a:lnTo>
                <a:close/>
              </a:path>
            </a:pathLst>
          </a:custGeom>
          <a:solidFill xmlns:a="http://schemas.openxmlformats.org/drawingml/2006/main">
            <a:srgbClr val="FF0600"/>
          </a:solidFill>
          <a:ln xmlns:a="http://schemas.openxmlformats.org/drawingml/2006/main" w="3334">
            <a:solidFill>
              <a:srgbClr val="FF0600"/>
            </a:solidFill>
          </a:ln>
        </p:spPr>
      </p:sp>
      <p:sp>
        <p:nvSpPr>
          <p:cNvPr id="236" name="path-232">
            <a:extLst xmlns:a="http://schemas.openxmlformats.org/drawingml/2006/main">
              <a:ext uri="{FF2B5EF4-FFF2-40B4-BE49-F238E27FC236}">
                <a16:creationId xmlns:a16="http://schemas.microsoft.com/office/drawing/2014/main" id="{505B139D-436A-41B1-AD37-C8CB358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86375"/>
            <a:ext cx="600075" cy="10473"/>
          </a:xfrm>
          <a:custGeom xmlns:a="http://schemas.openxmlformats.org/drawingml/2006/main">
            <a:pathLst>
              <a:path w="600075" h="10473">
                <a:moveTo>
                  <a:pt x="600075" y="0"/>
                </a:moveTo>
                <a:lnTo>
                  <a:pt x="91" y="10473"/>
                </a:lnTo>
                <a:lnTo>
                  <a:pt x="41" y="6982"/>
                </a:lnTo>
                <a:lnTo>
                  <a:pt x="10" y="34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200"/>
          </a:solidFill>
          <a:ln xmlns:a="http://schemas.openxmlformats.org/drawingml/2006/main" w="3334">
            <a:solidFill>
              <a:srgbClr val="FF0200"/>
            </a:solidFill>
          </a:ln>
        </p:spPr>
      </p:sp>
      <p:sp>
        <p:nvSpPr>
          <p:cNvPr id="237" name="path-233">
            <a:extLst xmlns:a="http://schemas.openxmlformats.org/drawingml/2006/main">
              <a:ext uri="{FF2B5EF4-FFF2-40B4-BE49-F238E27FC236}">
                <a16:creationId xmlns:a16="http://schemas.microsoft.com/office/drawing/2014/main" id="{4FFDA450-B18E-4F22-B2F8-6AB58457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5902"/>
            <a:ext cx="600075" cy="10473"/>
          </a:xfrm>
          <a:custGeom xmlns:a="http://schemas.openxmlformats.org/drawingml/2006/main">
            <a:pathLst>
              <a:path w="600075" h="10473">
                <a:moveTo>
                  <a:pt x="600075" y="10473"/>
                </a:moveTo>
                <a:lnTo>
                  <a:pt x="0" y="10473"/>
                </a:lnTo>
                <a:lnTo>
                  <a:pt x="10" y="6982"/>
                </a:lnTo>
                <a:lnTo>
                  <a:pt x="41" y="3491"/>
                </a:lnTo>
                <a:lnTo>
                  <a:pt x="91" y="0"/>
                </a:lnTo>
                <a:close/>
              </a:path>
            </a:pathLst>
          </a:custGeom>
          <a:solidFill xmlns:a="http://schemas.openxmlformats.org/drawingml/2006/main">
            <a:srgbClr val="FF0002"/>
          </a:solidFill>
          <a:ln xmlns:a="http://schemas.openxmlformats.org/drawingml/2006/main" w="3334">
            <a:solidFill>
              <a:srgbClr val="FF0002"/>
            </a:solidFill>
          </a:ln>
        </p:spPr>
      </p:sp>
      <p:sp>
        <p:nvSpPr>
          <p:cNvPr id="238" name="path-234">
            <a:extLst xmlns:a="http://schemas.openxmlformats.org/drawingml/2006/main">
              <a:ext uri="{FF2B5EF4-FFF2-40B4-BE49-F238E27FC236}">
                <a16:creationId xmlns:a16="http://schemas.microsoft.com/office/drawing/2014/main" id="{E01E3CA1-44EA-4C2C-8F1E-5DB6780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241" y="5265433"/>
            <a:ext cx="599984" cy="20942"/>
          </a:xfrm>
          <a:custGeom xmlns:a="http://schemas.openxmlformats.org/drawingml/2006/main">
            <a:pathLst>
              <a:path w="599984" h="20942">
                <a:moveTo>
                  <a:pt x="599984" y="20942"/>
                </a:moveTo>
                <a:lnTo>
                  <a:pt x="0" y="10470"/>
                </a:lnTo>
                <a:lnTo>
                  <a:pt x="71" y="6979"/>
                </a:lnTo>
                <a:lnTo>
                  <a:pt x="162" y="3489"/>
                </a:lnTo>
                <a:lnTo>
                  <a:pt x="274" y="0"/>
                </a:lnTo>
                <a:close/>
              </a:path>
            </a:pathLst>
          </a:custGeom>
          <a:solidFill xmlns:a="http://schemas.openxmlformats.org/drawingml/2006/main">
            <a:srgbClr val="FF0006"/>
          </a:solidFill>
          <a:ln xmlns:a="http://schemas.openxmlformats.org/drawingml/2006/main" w="3334">
            <a:solidFill>
              <a:srgbClr val="FF0006"/>
            </a:solidFill>
          </a:ln>
        </p:spPr>
      </p:sp>
      <p:sp>
        <p:nvSpPr>
          <p:cNvPr id="239" name="path-235">
            <a:extLst xmlns:a="http://schemas.openxmlformats.org/drawingml/2006/main">
              <a:ext uri="{FF2B5EF4-FFF2-40B4-BE49-F238E27FC236}">
                <a16:creationId xmlns:a16="http://schemas.microsoft.com/office/drawing/2014/main" id="{ADAED2E8-0B26-4247-A040-C29D006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16" y="5254970"/>
            <a:ext cx="599709" cy="31405"/>
          </a:xfrm>
          <a:custGeom xmlns:a="http://schemas.openxmlformats.org/drawingml/2006/main">
            <a:pathLst>
              <a:path w="599709" h="31405">
                <a:moveTo>
                  <a:pt x="599709" y="31405"/>
                </a:moveTo>
                <a:lnTo>
                  <a:pt x="0" y="10463"/>
                </a:lnTo>
                <a:lnTo>
                  <a:pt x="132" y="6975"/>
                </a:lnTo>
                <a:lnTo>
                  <a:pt x="284" y="3487"/>
                </a:lnTo>
                <a:lnTo>
                  <a:pt x="457" y="0"/>
                </a:lnTo>
                <a:close/>
              </a:path>
            </a:pathLst>
          </a:custGeom>
          <a:solidFill xmlns:a="http://schemas.openxmlformats.org/drawingml/2006/main">
            <a:srgbClr val="FF000B"/>
          </a:solidFill>
          <a:ln xmlns:a="http://schemas.openxmlformats.org/drawingml/2006/main" w="3334">
            <a:solidFill>
              <a:srgbClr val="FF000B"/>
            </a:solidFill>
          </a:ln>
        </p:spPr>
      </p:sp>
      <p:sp>
        <p:nvSpPr>
          <p:cNvPr id="240" name="path-236">
            <a:extLst xmlns:a="http://schemas.openxmlformats.org/drawingml/2006/main">
              <a:ext uri="{FF2B5EF4-FFF2-40B4-BE49-F238E27FC236}">
                <a16:creationId xmlns:a16="http://schemas.microsoft.com/office/drawing/2014/main" id="{7B012C03-2161-4A33-BEC0-C9FD11DB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972" y="5244516"/>
            <a:ext cx="599253" cy="41859"/>
          </a:xfrm>
          <a:custGeom xmlns:a="http://schemas.openxmlformats.org/drawingml/2006/main">
            <a:pathLst>
              <a:path w="599253" h="41859">
                <a:moveTo>
                  <a:pt x="599253" y="41859"/>
                </a:moveTo>
                <a:lnTo>
                  <a:pt x="0" y="10454"/>
                </a:lnTo>
                <a:lnTo>
                  <a:pt x="193" y="6968"/>
                </a:lnTo>
                <a:lnTo>
                  <a:pt x="406" y="3483"/>
                </a:lnTo>
                <a:lnTo>
                  <a:pt x="639" y="0"/>
                </a:lnTo>
                <a:close/>
              </a:path>
            </a:pathLst>
          </a:custGeom>
          <a:solidFill xmlns:a="http://schemas.openxmlformats.org/drawingml/2006/main">
            <a:srgbClr val="FF000F"/>
          </a:solidFill>
          <a:ln xmlns:a="http://schemas.openxmlformats.org/drawingml/2006/main" w="3334">
            <a:solidFill>
              <a:srgbClr val="FF000F"/>
            </a:solidFill>
          </a:ln>
        </p:spPr>
      </p:sp>
      <p:sp>
        <p:nvSpPr>
          <p:cNvPr id="241" name="path-237">
            <a:extLst xmlns:a="http://schemas.openxmlformats.org/drawingml/2006/main">
              <a:ext uri="{FF2B5EF4-FFF2-40B4-BE49-F238E27FC236}">
                <a16:creationId xmlns:a16="http://schemas.microsoft.com/office/drawing/2014/main" id="{F1822AF2-8300-4A10-9FF7-F6CAF560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612" y="5234075"/>
            <a:ext cx="598613" cy="52300"/>
          </a:xfrm>
          <a:custGeom xmlns:a="http://schemas.openxmlformats.org/drawingml/2006/main">
            <a:pathLst>
              <a:path w="598613" h="52300">
                <a:moveTo>
                  <a:pt x="598613" y="52300"/>
                </a:moveTo>
                <a:lnTo>
                  <a:pt x="0" y="10441"/>
                </a:lnTo>
                <a:lnTo>
                  <a:pt x="254" y="6959"/>
                </a:lnTo>
                <a:lnTo>
                  <a:pt x="528" y="3479"/>
                </a:lnTo>
                <a:lnTo>
                  <a:pt x="822" y="0"/>
                </a:lnTo>
                <a:close/>
              </a:path>
            </a:pathLst>
          </a:custGeom>
          <a:solidFill xmlns:a="http://schemas.openxmlformats.org/drawingml/2006/main">
            <a:srgbClr val="FF0013"/>
          </a:solidFill>
          <a:ln xmlns:a="http://schemas.openxmlformats.org/drawingml/2006/main" w="3334">
            <a:solidFill>
              <a:srgbClr val="FF0013"/>
            </a:solidFill>
          </a:ln>
        </p:spPr>
      </p:sp>
      <p:sp>
        <p:nvSpPr>
          <p:cNvPr id="242" name="path-238">
            <a:extLst xmlns:a="http://schemas.openxmlformats.org/drawingml/2006/main">
              <a:ext uri="{FF2B5EF4-FFF2-40B4-BE49-F238E27FC236}">
                <a16:creationId xmlns:a16="http://schemas.microsoft.com/office/drawing/2014/main" id="{6460FE65-8F04-4C72-BB60-EE56812E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433" y="5223650"/>
            <a:ext cx="597792" cy="62725"/>
          </a:xfrm>
          <a:custGeom xmlns:a="http://schemas.openxmlformats.org/drawingml/2006/main">
            <a:pathLst>
              <a:path w="597792" h="62725">
                <a:moveTo>
                  <a:pt x="597792" y="62725"/>
                </a:moveTo>
                <a:lnTo>
                  <a:pt x="0" y="10425"/>
                </a:lnTo>
                <a:lnTo>
                  <a:pt x="314" y="6948"/>
                </a:lnTo>
                <a:lnTo>
                  <a:pt x="649" y="3473"/>
                </a:lnTo>
                <a:lnTo>
                  <a:pt x="1004" y="0"/>
                </a:lnTo>
                <a:close/>
              </a:path>
            </a:pathLst>
          </a:custGeom>
          <a:solidFill xmlns:a="http://schemas.openxmlformats.org/drawingml/2006/main">
            <a:srgbClr val="FF0017"/>
          </a:solidFill>
          <a:ln xmlns:a="http://schemas.openxmlformats.org/drawingml/2006/main" w="3334">
            <a:solidFill>
              <a:srgbClr val="FF0017"/>
            </a:solidFill>
          </a:ln>
        </p:spPr>
      </p:sp>
      <p:sp>
        <p:nvSpPr>
          <p:cNvPr id="243" name="path-239">
            <a:extLst xmlns:a="http://schemas.openxmlformats.org/drawingml/2006/main">
              <a:ext uri="{FF2B5EF4-FFF2-40B4-BE49-F238E27FC236}">
                <a16:creationId xmlns:a16="http://schemas.microsoft.com/office/drawing/2014/main" id="{636C0F57-12C4-41FE-BD4D-80E0E4F2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437" y="5213244"/>
            <a:ext cx="596788" cy="73131"/>
          </a:xfrm>
          <a:custGeom xmlns:a="http://schemas.openxmlformats.org/drawingml/2006/main">
            <a:pathLst>
              <a:path w="596788" h="73131">
                <a:moveTo>
                  <a:pt x="596788" y="73131"/>
                </a:moveTo>
                <a:lnTo>
                  <a:pt x="0" y="10406"/>
                </a:lnTo>
                <a:lnTo>
                  <a:pt x="375" y="6935"/>
                </a:lnTo>
                <a:lnTo>
                  <a:pt x="770" y="3466"/>
                </a:lnTo>
                <a:lnTo>
                  <a:pt x="1186" y="0"/>
                </a:lnTo>
                <a:close/>
              </a:path>
            </a:pathLst>
          </a:custGeom>
          <a:solidFill xmlns:a="http://schemas.openxmlformats.org/drawingml/2006/main">
            <a:srgbClr val="FF001C"/>
          </a:solidFill>
          <a:ln xmlns:a="http://schemas.openxmlformats.org/drawingml/2006/main" w="3334">
            <a:solidFill>
              <a:srgbClr val="FF001C"/>
            </a:solidFill>
          </a:ln>
        </p:spPr>
      </p:sp>
      <p:sp>
        <p:nvSpPr>
          <p:cNvPr id="244" name="path-240">
            <a:extLst xmlns:a="http://schemas.openxmlformats.org/drawingml/2006/main">
              <a:ext uri="{FF2B5EF4-FFF2-40B4-BE49-F238E27FC236}">
                <a16:creationId xmlns:a16="http://schemas.microsoft.com/office/drawing/2014/main" id="{10E1B732-C821-4D91-BEE2-6831AD08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623" y="5202861"/>
            <a:ext cx="595602" cy="83514"/>
          </a:xfrm>
          <a:custGeom xmlns:a="http://schemas.openxmlformats.org/drawingml/2006/main">
            <a:pathLst>
              <a:path w="595602" h="83514">
                <a:moveTo>
                  <a:pt x="595602" y="83514"/>
                </a:moveTo>
                <a:lnTo>
                  <a:pt x="0" y="10384"/>
                </a:lnTo>
                <a:lnTo>
                  <a:pt x="436" y="6920"/>
                </a:lnTo>
                <a:lnTo>
                  <a:pt x="891" y="3459"/>
                </a:lnTo>
                <a:lnTo>
                  <a:pt x="1367" y="0"/>
                </a:lnTo>
                <a:close/>
              </a:path>
            </a:pathLst>
          </a:custGeom>
          <a:solidFill xmlns:a="http://schemas.openxmlformats.org/drawingml/2006/main">
            <a:srgbClr val="FF0020"/>
          </a:solidFill>
          <a:ln xmlns:a="http://schemas.openxmlformats.org/drawingml/2006/main" w="3334">
            <a:solidFill>
              <a:srgbClr val="FF0020"/>
            </a:solidFill>
          </a:ln>
        </p:spPr>
      </p:sp>
      <p:sp>
        <p:nvSpPr>
          <p:cNvPr id="245" name="path-241">
            <a:extLst xmlns:a="http://schemas.openxmlformats.org/drawingml/2006/main">
              <a:ext uri="{FF2B5EF4-FFF2-40B4-BE49-F238E27FC236}">
                <a16:creationId xmlns:a16="http://schemas.microsoft.com/office/drawing/2014/main" id="{204655EF-B2E0-4A69-9AB8-9547D7FB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990" y="5192503"/>
            <a:ext cx="594235" cy="93872"/>
          </a:xfrm>
          <a:custGeom xmlns:a="http://schemas.openxmlformats.org/drawingml/2006/main">
            <a:pathLst>
              <a:path w="594235" h="93872">
                <a:moveTo>
                  <a:pt x="594235" y="93872"/>
                </a:moveTo>
                <a:lnTo>
                  <a:pt x="0" y="10358"/>
                </a:lnTo>
                <a:lnTo>
                  <a:pt x="496" y="6902"/>
                </a:lnTo>
                <a:lnTo>
                  <a:pt x="1012" y="3450"/>
                </a:lnTo>
                <a:lnTo>
                  <a:pt x="1548" y="0"/>
                </a:lnTo>
                <a:close/>
              </a:path>
            </a:pathLst>
          </a:custGeom>
          <a:solidFill xmlns:a="http://schemas.openxmlformats.org/drawingml/2006/main">
            <a:srgbClr val="FF0024"/>
          </a:solidFill>
          <a:ln xmlns:a="http://schemas.openxmlformats.org/drawingml/2006/main" w="3334">
            <a:solidFill>
              <a:srgbClr val="FF0024"/>
            </a:solidFill>
          </a:ln>
        </p:spPr>
      </p:sp>
      <p:sp>
        <p:nvSpPr>
          <p:cNvPr id="246" name="path-242">
            <a:extLst xmlns:a="http://schemas.openxmlformats.org/drawingml/2006/main">
              <a:ext uri="{FF2B5EF4-FFF2-40B4-BE49-F238E27FC236}">
                <a16:creationId xmlns:a16="http://schemas.microsoft.com/office/drawing/2014/main" id="{1BE9C138-5F60-4C3B-9549-DB55C374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538" y="5182173"/>
            <a:ext cx="592687" cy="104202"/>
          </a:xfrm>
          <a:custGeom xmlns:a="http://schemas.openxmlformats.org/drawingml/2006/main">
            <a:pathLst>
              <a:path w="592687" h="104202">
                <a:moveTo>
                  <a:pt x="592687" y="104202"/>
                </a:moveTo>
                <a:lnTo>
                  <a:pt x="0" y="10330"/>
                </a:lnTo>
                <a:lnTo>
                  <a:pt x="556" y="6883"/>
                </a:lnTo>
                <a:lnTo>
                  <a:pt x="1132" y="3440"/>
                </a:lnTo>
                <a:lnTo>
                  <a:pt x="1729" y="0"/>
                </a:lnTo>
                <a:close/>
              </a:path>
            </a:pathLst>
          </a:custGeom>
          <a:solidFill xmlns:a="http://schemas.openxmlformats.org/drawingml/2006/main">
            <a:srgbClr val="FF0028"/>
          </a:solidFill>
          <a:ln xmlns:a="http://schemas.openxmlformats.org/drawingml/2006/main" w="3334">
            <a:solidFill>
              <a:srgbClr val="FF0028"/>
            </a:solidFill>
          </a:ln>
        </p:spPr>
      </p:sp>
      <p:sp>
        <p:nvSpPr>
          <p:cNvPr id="247" name="path-243">
            <a:extLst xmlns:a="http://schemas.openxmlformats.org/drawingml/2006/main">
              <a:ext uri="{FF2B5EF4-FFF2-40B4-BE49-F238E27FC236}">
                <a16:creationId xmlns:a16="http://schemas.microsoft.com/office/drawing/2014/main" id="{6CFC408C-0F25-4A24-B8B0-2E6B97B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266" y="5171875"/>
            <a:ext cx="590959" cy="114500"/>
          </a:xfrm>
          <a:custGeom xmlns:a="http://schemas.openxmlformats.org/drawingml/2006/main">
            <a:pathLst>
              <a:path w="590959" h="114500">
                <a:moveTo>
                  <a:pt x="590959" y="114500"/>
                </a:moveTo>
                <a:lnTo>
                  <a:pt x="0" y="10298"/>
                </a:lnTo>
                <a:lnTo>
                  <a:pt x="616" y="6862"/>
                </a:lnTo>
                <a:lnTo>
                  <a:pt x="1252" y="3429"/>
                </a:lnTo>
                <a:lnTo>
                  <a:pt x="1909" y="0"/>
                </a:lnTo>
                <a:close/>
              </a:path>
            </a:pathLst>
          </a:custGeom>
          <a:solidFill xmlns:a="http://schemas.openxmlformats.org/drawingml/2006/main">
            <a:srgbClr val="FF002D"/>
          </a:solidFill>
          <a:ln xmlns:a="http://schemas.openxmlformats.org/drawingml/2006/main" w="3334">
            <a:solidFill>
              <a:srgbClr val="FF002D"/>
            </a:solidFill>
          </a:ln>
        </p:spPr>
      </p:sp>
      <p:sp>
        <p:nvSpPr>
          <p:cNvPr id="248" name="path-244">
            <a:extLst xmlns:a="http://schemas.openxmlformats.org/drawingml/2006/main">
              <a:ext uri="{FF2B5EF4-FFF2-40B4-BE49-F238E27FC236}">
                <a16:creationId xmlns:a16="http://schemas.microsoft.com/office/drawing/2014/main" id="{0F93B78C-6606-40B2-BD7E-992A15D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175" y="5161612"/>
            <a:ext cx="589050" cy="124763"/>
          </a:xfrm>
          <a:custGeom xmlns:a="http://schemas.openxmlformats.org/drawingml/2006/main">
            <a:pathLst>
              <a:path w="589050" h="124763">
                <a:moveTo>
                  <a:pt x="589050" y="124763"/>
                </a:moveTo>
                <a:lnTo>
                  <a:pt x="0" y="10263"/>
                </a:lnTo>
                <a:lnTo>
                  <a:pt x="676" y="6838"/>
                </a:lnTo>
                <a:lnTo>
                  <a:pt x="1372" y="3417"/>
                </a:lnTo>
                <a:lnTo>
                  <a:pt x="2088" y="0"/>
                </a:lnTo>
                <a:close/>
              </a:path>
            </a:pathLst>
          </a:custGeom>
          <a:solidFill xmlns:a="http://schemas.openxmlformats.org/drawingml/2006/main">
            <a:srgbClr val="FF0031"/>
          </a:solidFill>
          <a:ln xmlns:a="http://schemas.openxmlformats.org/drawingml/2006/main" w="3334">
            <a:solidFill>
              <a:srgbClr val="FF0031"/>
            </a:solidFill>
          </a:ln>
        </p:spPr>
      </p:sp>
      <p:sp>
        <p:nvSpPr>
          <p:cNvPr id="249" name="path-245">
            <a:extLst xmlns:a="http://schemas.openxmlformats.org/drawingml/2006/main">
              <a:ext uri="{FF2B5EF4-FFF2-40B4-BE49-F238E27FC236}">
                <a16:creationId xmlns:a16="http://schemas.microsoft.com/office/drawing/2014/main" id="{50AB2A2A-76D7-44F0-821B-DE3747B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263" y="5151387"/>
            <a:ext cx="586962" cy="134988"/>
          </a:xfrm>
          <a:custGeom xmlns:a="http://schemas.openxmlformats.org/drawingml/2006/main">
            <a:pathLst>
              <a:path w="586962" h="134988">
                <a:moveTo>
                  <a:pt x="586962" y="134988"/>
                </a:moveTo>
                <a:lnTo>
                  <a:pt x="0" y="10225"/>
                </a:lnTo>
                <a:lnTo>
                  <a:pt x="736" y="6812"/>
                </a:lnTo>
                <a:lnTo>
                  <a:pt x="1491" y="3404"/>
                </a:lnTo>
                <a:lnTo>
                  <a:pt x="2267" y="0"/>
                </a:lnTo>
                <a:close/>
              </a:path>
            </a:pathLst>
          </a:custGeom>
          <a:solidFill xmlns:a="http://schemas.openxmlformats.org/drawingml/2006/main">
            <a:srgbClr val="FF0035"/>
          </a:solidFill>
          <a:ln xmlns:a="http://schemas.openxmlformats.org/drawingml/2006/main" w="3334">
            <a:solidFill>
              <a:srgbClr val="FF0035"/>
            </a:solidFill>
          </a:ln>
        </p:spPr>
      </p:sp>
      <p:sp>
        <p:nvSpPr>
          <p:cNvPr id="250" name="path-246">
            <a:extLst xmlns:a="http://schemas.openxmlformats.org/drawingml/2006/main">
              <a:ext uri="{FF2B5EF4-FFF2-40B4-BE49-F238E27FC236}">
                <a16:creationId xmlns:a16="http://schemas.microsoft.com/office/drawing/2014/main" id="{727A87CD-3DC4-4C91-ACA8-DCE53375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530" y="5141204"/>
            <a:ext cx="584695" cy="145171"/>
          </a:xfrm>
          <a:custGeom xmlns:a="http://schemas.openxmlformats.org/drawingml/2006/main">
            <a:pathLst>
              <a:path w="584695" h="145171">
                <a:moveTo>
                  <a:pt x="584695" y="145171"/>
                </a:moveTo>
                <a:lnTo>
                  <a:pt x="0" y="10184"/>
                </a:lnTo>
                <a:lnTo>
                  <a:pt x="795" y="6784"/>
                </a:lnTo>
                <a:lnTo>
                  <a:pt x="1610" y="3390"/>
                </a:lnTo>
                <a:lnTo>
                  <a:pt x="2445" y="0"/>
                </a:lnTo>
                <a:close/>
              </a:path>
            </a:pathLst>
          </a:custGeom>
          <a:solidFill xmlns:a="http://schemas.openxmlformats.org/drawingml/2006/main">
            <a:srgbClr val="FF0039"/>
          </a:solidFill>
          <a:ln xmlns:a="http://schemas.openxmlformats.org/drawingml/2006/main" w="3334">
            <a:solidFill>
              <a:srgbClr val="FF0039"/>
            </a:solidFill>
          </a:ln>
        </p:spPr>
      </p:sp>
      <p:sp>
        <p:nvSpPr>
          <p:cNvPr id="251" name="path-247">
            <a:extLst xmlns:a="http://schemas.openxmlformats.org/drawingml/2006/main">
              <a:ext uri="{FF2B5EF4-FFF2-40B4-BE49-F238E27FC236}">
                <a16:creationId xmlns:a16="http://schemas.microsoft.com/office/drawing/2014/main" id="{883520A6-259C-4853-B9A6-15286C9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975" y="5131064"/>
            <a:ext cx="582250" cy="155311"/>
          </a:xfrm>
          <a:custGeom xmlns:a="http://schemas.openxmlformats.org/drawingml/2006/main">
            <a:pathLst>
              <a:path w="582250" h="155311">
                <a:moveTo>
                  <a:pt x="582250" y="155311"/>
                </a:moveTo>
                <a:lnTo>
                  <a:pt x="0" y="10140"/>
                </a:lnTo>
                <a:lnTo>
                  <a:pt x="854" y="6755"/>
                </a:lnTo>
                <a:lnTo>
                  <a:pt x="1729" y="3375"/>
                </a:lnTo>
                <a:lnTo>
                  <a:pt x="2622" y="0"/>
                </a:lnTo>
                <a:close/>
              </a:path>
            </a:pathLst>
          </a:custGeom>
          <a:solidFill xmlns:a="http://schemas.openxmlformats.org/drawingml/2006/main">
            <a:srgbClr val="FF003E"/>
          </a:solidFill>
          <a:ln xmlns:a="http://schemas.openxmlformats.org/drawingml/2006/main" w="3334">
            <a:solidFill>
              <a:srgbClr val="FF003E"/>
            </a:solidFill>
          </a:ln>
        </p:spPr>
      </p:sp>
      <p:sp>
        <p:nvSpPr>
          <p:cNvPr id="252" name="path-248">
            <a:extLst xmlns:a="http://schemas.openxmlformats.org/drawingml/2006/main">
              <a:ext uri="{FF2B5EF4-FFF2-40B4-BE49-F238E27FC236}">
                <a16:creationId xmlns:a16="http://schemas.microsoft.com/office/drawing/2014/main" id="{CE957C5A-CDED-4107-8986-06790AB5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597" y="5120972"/>
            <a:ext cx="579628" cy="165403"/>
          </a:xfrm>
          <a:custGeom xmlns:a="http://schemas.openxmlformats.org/drawingml/2006/main">
            <a:pathLst>
              <a:path w="579628" h="165403">
                <a:moveTo>
                  <a:pt x="579628" y="165403"/>
                </a:moveTo>
                <a:lnTo>
                  <a:pt x="0" y="10092"/>
                </a:lnTo>
                <a:lnTo>
                  <a:pt x="913" y="6723"/>
                </a:lnTo>
                <a:lnTo>
                  <a:pt x="1846" y="3359"/>
                </a:lnTo>
                <a:lnTo>
                  <a:pt x="2799" y="0"/>
                </a:lnTo>
                <a:close/>
              </a:path>
            </a:pathLst>
          </a:custGeom>
          <a:solidFill xmlns:a="http://schemas.openxmlformats.org/drawingml/2006/main">
            <a:srgbClr val="FF0042"/>
          </a:solidFill>
          <a:ln xmlns:a="http://schemas.openxmlformats.org/drawingml/2006/main" w="3334">
            <a:solidFill>
              <a:srgbClr val="FF0042"/>
            </a:solidFill>
          </a:ln>
        </p:spPr>
      </p:sp>
      <p:sp>
        <p:nvSpPr>
          <p:cNvPr id="253" name="path-249">
            <a:extLst xmlns:a="http://schemas.openxmlformats.org/drawingml/2006/main">
              <a:ext uri="{FF2B5EF4-FFF2-40B4-BE49-F238E27FC236}">
                <a16:creationId xmlns:a16="http://schemas.microsoft.com/office/drawing/2014/main" id="{F634A65E-F991-4042-A509-F380C690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396" y="5110930"/>
            <a:ext cx="576829" cy="175445"/>
          </a:xfrm>
          <a:custGeom xmlns:a="http://schemas.openxmlformats.org/drawingml/2006/main">
            <a:pathLst>
              <a:path w="576829" h="175445">
                <a:moveTo>
                  <a:pt x="576829" y="175445"/>
                </a:moveTo>
                <a:lnTo>
                  <a:pt x="0" y="10042"/>
                </a:lnTo>
                <a:lnTo>
                  <a:pt x="972" y="6689"/>
                </a:lnTo>
                <a:lnTo>
                  <a:pt x="1964" y="3342"/>
                </a:lnTo>
                <a:lnTo>
                  <a:pt x="2975" y="0"/>
                </a:lnTo>
                <a:close/>
              </a:path>
            </a:pathLst>
          </a:custGeom>
          <a:solidFill xmlns:a="http://schemas.openxmlformats.org/drawingml/2006/main">
            <a:srgbClr val="FF0046"/>
          </a:solidFill>
          <a:ln xmlns:a="http://schemas.openxmlformats.org/drawingml/2006/main" w="3334">
            <a:solidFill>
              <a:srgbClr val="FF0046"/>
            </a:solidFill>
          </a:ln>
        </p:spPr>
      </p:sp>
      <p:sp>
        <p:nvSpPr>
          <p:cNvPr id="254" name="path-250">
            <a:extLst xmlns:a="http://schemas.openxmlformats.org/drawingml/2006/main">
              <a:ext uri="{FF2B5EF4-FFF2-40B4-BE49-F238E27FC236}">
                <a16:creationId xmlns:a16="http://schemas.microsoft.com/office/drawing/2014/main" id="{270DD04B-F78B-494B-B712-BA352517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70" y="5100942"/>
            <a:ext cx="573855" cy="185433"/>
          </a:xfrm>
          <a:custGeom xmlns:a="http://schemas.openxmlformats.org/drawingml/2006/main">
            <a:pathLst>
              <a:path w="573855" h="185433">
                <a:moveTo>
                  <a:pt x="573855" y="185433"/>
                </a:moveTo>
                <a:lnTo>
                  <a:pt x="0" y="9988"/>
                </a:lnTo>
                <a:lnTo>
                  <a:pt x="1030" y="6653"/>
                </a:lnTo>
                <a:lnTo>
                  <a:pt x="2080" y="3323"/>
                </a:lnTo>
                <a:lnTo>
                  <a:pt x="3149" y="0"/>
                </a:lnTo>
                <a:close/>
              </a:path>
            </a:pathLst>
          </a:custGeom>
          <a:solidFill xmlns:a="http://schemas.openxmlformats.org/drawingml/2006/main">
            <a:srgbClr val="FF004A"/>
          </a:solidFill>
          <a:ln xmlns:a="http://schemas.openxmlformats.org/drawingml/2006/main" w="3334">
            <a:solidFill>
              <a:srgbClr val="FF004A"/>
            </a:solidFill>
          </a:ln>
        </p:spPr>
      </p:sp>
      <p:sp>
        <p:nvSpPr>
          <p:cNvPr id="255" name="path-251">
            <a:extLst xmlns:a="http://schemas.openxmlformats.org/drawingml/2006/main">
              <a:ext uri="{FF2B5EF4-FFF2-40B4-BE49-F238E27FC236}">
                <a16:creationId xmlns:a16="http://schemas.microsoft.com/office/drawing/2014/main" id="{60E60F0F-2ECB-432A-A368-87D4511A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520" y="5091010"/>
            <a:ext cx="570705" cy="195365"/>
          </a:xfrm>
          <a:custGeom xmlns:a="http://schemas.openxmlformats.org/drawingml/2006/main">
            <a:pathLst>
              <a:path w="570705" h="195365">
                <a:moveTo>
                  <a:pt x="570705" y="195365"/>
                </a:moveTo>
                <a:lnTo>
                  <a:pt x="0" y="9932"/>
                </a:lnTo>
                <a:lnTo>
                  <a:pt x="1088" y="6615"/>
                </a:lnTo>
                <a:lnTo>
                  <a:pt x="2196" y="3304"/>
                </a:lnTo>
                <a:lnTo>
                  <a:pt x="3323" y="0"/>
                </a:lnTo>
                <a:close/>
              </a:path>
            </a:pathLst>
          </a:custGeom>
          <a:solidFill xmlns:a="http://schemas.openxmlformats.org/drawingml/2006/main">
            <a:srgbClr val="FF004F"/>
          </a:solidFill>
          <a:ln xmlns:a="http://schemas.openxmlformats.org/drawingml/2006/main" w="3334">
            <a:solidFill>
              <a:srgbClr val="FF004F"/>
            </a:solidFill>
          </a:ln>
        </p:spPr>
      </p:sp>
      <p:sp>
        <p:nvSpPr>
          <p:cNvPr id="256" name="path-252">
            <a:extLst xmlns:a="http://schemas.openxmlformats.org/drawingml/2006/main">
              <a:ext uri="{FF2B5EF4-FFF2-40B4-BE49-F238E27FC236}">
                <a16:creationId xmlns:a16="http://schemas.microsoft.com/office/drawing/2014/main" id="{9846870A-464C-4244-BE96-28A63372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843" y="5081137"/>
            <a:ext cx="567382" cy="205238"/>
          </a:xfrm>
          <a:custGeom xmlns:a="http://schemas.openxmlformats.org/drawingml/2006/main">
            <a:pathLst>
              <a:path w="567382" h="205238">
                <a:moveTo>
                  <a:pt x="567382" y="205238"/>
                </a:moveTo>
                <a:lnTo>
                  <a:pt x="0" y="9872"/>
                </a:lnTo>
                <a:lnTo>
                  <a:pt x="1146" y="6575"/>
                </a:lnTo>
                <a:lnTo>
                  <a:pt x="2312" y="3284"/>
                </a:lnTo>
                <a:lnTo>
                  <a:pt x="3496" y="0"/>
                </a:lnTo>
                <a:close/>
              </a:path>
            </a:pathLst>
          </a:custGeom>
          <a:solidFill xmlns:a="http://schemas.openxmlformats.org/drawingml/2006/main">
            <a:srgbClr val="FF0053"/>
          </a:solidFill>
          <a:ln xmlns:a="http://schemas.openxmlformats.org/drawingml/2006/main" w="3334">
            <a:solidFill>
              <a:srgbClr val="FF0053"/>
            </a:solidFill>
          </a:ln>
        </p:spPr>
      </p:sp>
      <p:sp>
        <p:nvSpPr>
          <p:cNvPr id="257" name="path-253">
            <a:extLst xmlns:a="http://schemas.openxmlformats.org/drawingml/2006/main">
              <a:ext uri="{FF2B5EF4-FFF2-40B4-BE49-F238E27FC236}">
                <a16:creationId xmlns:a16="http://schemas.microsoft.com/office/drawing/2014/main" id="{5354C682-2029-4884-BA4E-D66260E9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339" y="5071327"/>
            <a:ext cx="563886" cy="215048"/>
          </a:xfrm>
          <a:custGeom xmlns:a="http://schemas.openxmlformats.org/drawingml/2006/main">
            <a:pathLst>
              <a:path w="563886" h="215048">
                <a:moveTo>
                  <a:pt x="563886" y="215048"/>
                </a:moveTo>
                <a:lnTo>
                  <a:pt x="0" y="9810"/>
                </a:lnTo>
                <a:lnTo>
                  <a:pt x="1204" y="6533"/>
                </a:lnTo>
                <a:lnTo>
                  <a:pt x="2426" y="3263"/>
                </a:lnTo>
                <a:lnTo>
                  <a:pt x="3668" y="0"/>
                </a:lnTo>
                <a:close/>
              </a:path>
            </a:pathLst>
          </a:custGeom>
          <a:solidFill xmlns:a="http://schemas.openxmlformats.org/drawingml/2006/main">
            <a:srgbClr val="FF0057"/>
          </a:solidFill>
          <a:ln xmlns:a="http://schemas.openxmlformats.org/drawingml/2006/main" w="3334">
            <a:solidFill>
              <a:srgbClr val="FF0057"/>
            </a:solidFill>
          </a:ln>
        </p:spPr>
      </p:sp>
      <p:sp>
        <p:nvSpPr>
          <p:cNvPr id="258" name="path-254">
            <a:extLst xmlns:a="http://schemas.openxmlformats.org/drawingml/2006/main">
              <a:ext uri="{FF2B5EF4-FFF2-40B4-BE49-F238E27FC236}">
                <a16:creationId xmlns:a16="http://schemas.microsoft.com/office/drawing/2014/main" id="{9265AEA2-0771-4519-B526-0CAC915C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007" y="5061583"/>
            <a:ext cx="560218" cy="224792"/>
          </a:xfrm>
          <a:custGeom xmlns:a="http://schemas.openxmlformats.org/drawingml/2006/main">
            <a:pathLst>
              <a:path w="560218" h="224792">
                <a:moveTo>
                  <a:pt x="560218" y="224792"/>
                </a:moveTo>
                <a:lnTo>
                  <a:pt x="0" y="9744"/>
                </a:lnTo>
                <a:lnTo>
                  <a:pt x="1261" y="6489"/>
                </a:lnTo>
                <a:lnTo>
                  <a:pt x="2540" y="3241"/>
                </a:lnTo>
                <a:lnTo>
                  <a:pt x="3838" y="0"/>
                </a:lnTo>
                <a:close/>
              </a:path>
            </a:pathLst>
          </a:custGeom>
          <a:solidFill xmlns:a="http://schemas.openxmlformats.org/drawingml/2006/main">
            <a:srgbClr val="FF005B"/>
          </a:solidFill>
          <a:ln xmlns:a="http://schemas.openxmlformats.org/drawingml/2006/main" w="3334">
            <a:solidFill>
              <a:srgbClr val="FF005B"/>
            </a:solidFill>
          </a:ln>
        </p:spPr>
      </p:sp>
      <p:sp>
        <p:nvSpPr>
          <p:cNvPr id="259" name="path-255">
            <a:extLst xmlns:a="http://schemas.openxmlformats.org/drawingml/2006/main">
              <a:ext uri="{FF2B5EF4-FFF2-40B4-BE49-F238E27FC236}">
                <a16:creationId xmlns:a16="http://schemas.microsoft.com/office/drawing/2014/main" id="{B26B99F2-3419-4028-BF66-95973AE5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845" y="5051907"/>
            <a:ext cx="556380" cy="234468"/>
          </a:xfrm>
          <a:custGeom xmlns:a="http://schemas.openxmlformats.org/drawingml/2006/main">
            <a:pathLst>
              <a:path w="556380" h="234468">
                <a:moveTo>
                  <a:pt x="556380" y="234468"/>
                </a:moveTo>
                <a:lnTo>
                  <a:pt x="0" y="9676"/>
                </a:lnTo>
                <a:lnTo>
                  <a:pt x="1317" y="6443"/>
                </a:lnTo>
                <a:lnTo>
                  <a:pt x="2653" y="3218"/>
                </a:lnTo>
                <a:lnTo>
                  <a:pt x="4008" y="0"/>
                </a:lnTo>
                <a:close/>
              </a:path>
            </a:pathLst>
          </a:custGeom>
          <a:solidFill xmlns:a="http://schemas.openxmlformats.org/drawingml/2006/main">
            <a:srgbClr val="FF0060"/>
          </a:solidFill>
          <a:ln xmlns:a="http://schemas.openxmlformats.org/drawingml/2006/main" w="3334">
            <a:solidFill>
              <a:srgbClr val="FF0060"/>
            </a:solidFill>
          </a:ln>
        </p:spPr>
      </p:sp>
      <p:sp>
        <p:nvSpPr>
          <p:cNvPr id="260" name="path-256">
            <a:extLst xmlns:a="http://schemas.openxmlformats.org/drawingml/2006/main">
              <a:ext uri="{FF2B5EF4-FFF2-40B4-BE49-F238E27FC236}">
                <a16:creationId xmlns:a16="http://schemas.microsoft.com/office/drawing/2014/main" id="{D527FFD2-34D4-4767-A42C-96F930E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853" y="5042303"/>
            <a:ext cx="552372" cy="244072"/>
          </a:xfrm>
          <a:custGeom xmlns:a="http://schemas.openxmlformats.org/drawingml/2006/main">
            <a:pathLst>
              <a:path w="552372" h="244072">
                <a:moveTo>
                  <a:pt x="552372" y="244072"/>
                </a:moveTo>
                <a:lnTo>
                  <a:pt x="0" y="9605"/>
                </a:lnTo>
                <a:lnTo>
                  <a:pt x="1373" y="6395"/>
                </a:lnTo>
                <a:lnTo>
                  <a:pt x="2765" y="3193"/>
                </a:lnTo>
                <a:lnTo>
                  <a:pt x="4176" y="0"/>
                </a:lnTo>
                <a:close/>
              </a:path>
            </a:pathLst>
          </a:custGeom>
          <a:solidFill xmlns:a="http://schemas.openxmlformats.org/drawingml/2006/main">
            <a:srgbClr val="FF0064"/>
          </a:solidFill>
          <a:ln xmlns:a="http://schemas.openxmlformats.org/drawingml/2006/main" w="3334">
            <a:solidFill>
              <a:srgbClr val="FF0064"/>
            </a:solidFill>
          </a:ln>
        </p:spPr>
      </p:sp>
      <p:sp>
        <p:nvSpPr>
          <p:cNvPr id="261" name="path-257">
            <a:extLst xmlns:a="http://schemas.openxmlformats.org/drawingml/2006/main">
              <a:ext uri="{FF2B5EF4-FFF2-40B4-BE49-F238E27FC236}">
                <a16:creationId xmlns:a16="http://schemas.microsoft.com/office/drawing/2014/main" id="{D0B7E96A-268E-44E0-ABB3-F607DAE4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029" y="5032772"/>
            <a:ext cx="548196" cy="253603"/>
          </a:xfrm>
          <a:custGeom xmlns:a="http://schemas.openxmlformats.org/drawingml/2006/main">
            <a:pathLst>
              <a:path w="548196" h="253603">
                <a:moveTo>
                  <a:pt x="548196" y="253603"/>
                </a:moveTo>
                <a:lnTo>
                  <a:pt x="0" y="9530"/>
                </a:lnTo>
                <a:lnTo>
                  <a:pt x="1429" y="6345"/>
                </a:lnTo>
                <a:lnTo>
                  <a:pt x="2877" y="3168"/>
                </a:lnTo>
                <a:lnTo>
                  <a:pt x="4343" y="0"/>
                </a:lnTo>
                <a:close/>
              </a:path>
            </a:pathLst>
          </a:custGeom>
          <a:solidFill xmlns:a="http://schemas.openxmlformats.org/drawingml/2006/main">
            <a:srgbClr val="FF0068"/>
          </a:solidFill>
          <a:ln xmlns:a="http://schemas.openxmlformats.org/drawingml/2006/main" w="3334">
            <a:solidFill>
              <a:srgbClr val="FF0068"/>
            </a:solidFill>
          </a:ln>
        </p:spPr>
      </p:sp>
      <p:sp>
        <p:nvSpPr>
          <p:cNvPr id="262" name="path-258">
            <a:extLst xmlns:a="http://schemas.openxmlformats.org/drawingml/2006/main">
              <a:ext uri="{FF2B5EF4-FFF2-40B4-BE49-F238E27FC236}">
                <a16:creationId xmlns:a16="http://schemas.microsoft.com/office/drawing/2014/main" id="{4865D963-DA01-49D7-A69D-3211706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372" y="5023319"/>
            <a:ext cx="543853" cy="263056"/>
          </a:xfrm>
          <a:custGeom xmlns:a="http://schemas.openxmlformats.org/drawingml/2006/main">
            <a:pathLst>
              <a:path w="543853" h="263056">
                <a:moveTo>
                  <a:pt x="543853" y="263056"/>
                </a:moveTo>
                <a:lnTo>
                  <a:pt x="0" y="9453"/>
                </a:lnTo>
                <a:lnTo>
                  <a:pt x="1485" y="6293"/>
                </a:lnTo>
                <a:lnTo>
                  <a:pt x="2988" y="3142"/>
                </a:lnTo>
                <a:lnTo>
                  <a:pt x="4509" y="0"/>
                </a:lnTo>
                <a:close/>
              </a:path>
            </a:pathLst>
          </a:custGeom>
          <a:solidFill xmlns:a="http://schemas.openxmlformats.org/drawingml/2006/main">
            <a:srgbClr val="FF006C"/>
          </a:solidFill>
          <a:ln xmlns:a="http://schemas.openxmlformats.org/drawingml/2006/main" w="3334">
            <a:solidFill>
              <a:srgbClr val="FF006C"/>
            </a:solidFill>
          </a:ln>
        </p:spPr>
      </p:sp>
      <p:sp>
        <p:nvSpPr>
          <p:cNvPr id="263" name="path-259">
            <a:extLst xmlns:a="http://schemas.openxmlformats.org/drawingml/2006/main">
              <a:ext uri="{FF2B5EF4-FFF2-40B4-BE49-F238E27FC236}">
                <a16:creationId xmlns:a16="http://schemas.microsoft.com/office/drawing/2014/main" id="{D0811D32-6323-4AA8-8EF3-A8B7FC86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881" y="5013947"/>
            <a:ext cx="539344" cy="272428"/>
          </a:xfrm>
          <a:custGeom xmlns:a="http://schemas.openxmlformats.org/drawingml/2006/main">
            <a:pathLst>
              <a:path w="539344" h="272428">
                <a:moveTo>
                  <a:pt x="539344" y="272428"/>
                </a:moveTo>
                <a:lnTo>
                  <a:pt x="0" y="9373"/>
                </a:lnTo>
                <a:lnTo>
                  <a:pt x="1540" y="6239"/>
                </a:lnTo>
                <a:lnTo>
                  <a:pt x="3097" y="3115"/>
                </a:lnTo>
                <a:lnTo>
                  <a:pt x="4673" y="0"/>
                </a:lnTo>
                <a:close/>
              </a:path>
            </a:pathLst>
          </a:custGeom>
          <a:solidFill xmlns:a="http://schemas.openxmlformats.org/drawingml/2006/main">
            <a:srgbClr val="FF0071"/>
          </a:solidFill>
          <a:ln xmlns:a="http://schemas.openxmlformats.org/drawingml/2006/main" w="3334">
            <a:solidFill>
              <a:srgbClr val="FF0071"/>
            </a:solidFill>
          </a:ln>
        </p:spPr>
      </p:sp>
      <p:sp>
        <p:nvSpPr>
          <p:cNvPr id="264" name="path-260">
            <a:extLst xmlns:a="http://schemas.openxmlformats.org/drawingml/2006/main">
              <a:ext uri="{FF2B5EF4-FFF2-40B4-BE49-F238E27FC236}">
                <a16:creationId xmlns:a16="http://schemas.microsoft.com/office/drawing/2014/main" id="{1CCB4501-9521-4304-B24D-A63955A8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554" y="5004657"/>
            <a:ext cx="534671" cy="281718"/>
          </a:xfrm>
          <a:custGeom xmlns:a="http://schemas.openxmlformats.org/drawingml/2006/main">
            <a:pathLst>
              <a:path w="534671" h="281718">
                <a:moveTo>
                  <a:pt x="534671" y="281718"/>
                </a:moveTo>
                <a:lnTo>
                  <a:pt x="0" y="9290"/>
                </a:lnTo>
                <a:lnTo>
                  <a:pt x="1594" y="6184"/>
                </a:lnTo>
                <a:lnTo>
                  <a:pt x="3206" y="3087"/>
                </a:lnTo>
                <a:lnTo>
                  <a:pt x="4836" y="0"/>
                </a:lnTo>
                <a:close/>
              </a:path>
            </a:pathLst>
          </a:custGeom>
          <a:solidFill xmlns:a="http://schemas.openxmlformats.org/drawingml/2006/main">
            <a:srgbClr val="FF0075"/>
          </a:solidFill>
          <a:ln xmlns:a="http://schemas.openxmlformats.org/drawingml/2006/main" w="3334">
            <a:solidFill>
              <a:srgbClr val="FF0075"/>
            </a:solidFill>
          </a:ln>
        </p:spPr>
      </p:sp>
      <p:sp>
        <p:nvSpPr>
          <p:cNvPr id="265" name="path-261">
            <a:extLst xmlns:a="http://schemas.openxmlformats.org/drawingml/2006/main">
              <a:ext uri="{FF2B5EF4-FFF2-40B4-BE49-F238E27FC236}">
                <a16:creationId xmlns:a16="http://schemas.microsoft.com/office/drawing/2014/main" id="{536A0B88-8C3E-44F1-A9B8-1CE7E9A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390" y="4995453"/>
            <a:ext cx="529835" cy="290922"/>
          </a:xfrm>
          <a:custGeom xmlns:a="http://schemas.openxmlformats.org/drawingml/2006/main">
            <a:pathLst>
              <a:path w="529835" h="290922">
                <a:moveTo>
                  <a:pt x="529835" y="290922"/>
                </a:moveTo>
                <a:lnTo>
                  <a:pt x="0" y="9204"/>
                </a:lnTo>
                <a:lnTo>
                  <a:pt x="1648" y="6126"/>
                </a:lnTo>
                <a:lnTo>
                  <a:pt x="3314" y="3058"/>
                </a:lnTo>
                <a:lnTo>
                  <a:pt x="4997" y="0"/>
                </a:lnTo>
                <a:close/>
              </a:path>
            </a:pathLst>
          </a:custGeom>
          <a:solidFill xmlns:a="http://schemas.openxmlformats.org/drawingml/2006/main">
            <a:srgbClr val="FF0079"/>
          </a:solidFill>
          <a:ln xmlns:a="http://schemas.openxmlformats.org/drawingml/2006/main" w="3334">
            <a:solidFill>
              <a:srgbClr val="FF0079"/>
            </a:solidFill>
          </a:ln>
        </p:spPr>
      </p:sp>
      <p:sp>
        <p:nvSpPr>
          <p:cNvPr id="266" name="path-262">
            <a:extLst xmlns:a="http://schemas.openxmlformats.org/drawingml/2006/main">
              <a:ext uri="{FF2B5EF4-FFF2-40B4-BE49-F238E27FC236}">
                <a16:creationId xmlns:a16="http://schemas.microsoft.com/office/drawing/2014/main" id="{24B56232-8869-40E2-A880-951BF94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388" y="4986338"/>
            <a:ext cx="524837" cy="300038"/>
          </a:xfrm>
          <a:custGeom xmlns:a="http://schemas.openxmlformats.org/drawingml/2006/main">
            <a:pathLst>
              <a:path w="524837" h="300038">
                <a:moveTo>
                  <a:pt x="524837" y="300038"/>
                </a:moveTo>
                <a:lnTo>
                  <a:pt x="0" y="9115"/>
                </a:lnTo>
                <a:lnTo>
                  <a:pt x="1701" y="6067"/>
                </a:lnTo>
                <a:lnTo>
                  <a:pt x="3420" y="3028"/>
                </a:lnTo>
                <a:lnTo>
                  <a:pt x="5157" y="0"/>
                </a:lnTo>
                <a:close/>
              </a:path>
            </a:pathLst>
          </a:custGeom>
          <a:solidFill xmlns:a="http://schemas.openxmlformats.org/drawingml/2006/main">
            <a:srgbClr val="FF007D"/>
          </a:solidFill>
          <a:ln xmlns:a="http://schemas.openxmlformats.org/drawingml/2006/main" w="3334">
            <a:solidFill>
              <a:srgbClr val="FF007D"/>
            </a:solidFill>
          </a:ln>
        </p:spPr>
      </p:sp>
      <p:sp>
        <p:nvSpPr>
          <p:cNvPr id="267" name="path-263">
            <a:extLst xmlns:a="http://schemas.openxmlformats.org/drawingml/2006/main">
              <a:ext uri="{FF2B5EF4-FFF2-40B4-BE49-F238E27FC236}">
                <a16:creationId xmlns:a16="http://schemas.microsoft.com/office/drawing/2014/main" id="{5B8F3030-8FDA-43CE-A665-3E447FF4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45" y="4977314"/>
            <a:ext cx="519680" cy="309061"/>
          </a:xfrm>
          <a:custGeom xmlns:a="http://schemas.openxmlformats.org/drawingml/2006/main">
            <a:pathLst>
              <a:path w="519680" h="309061">
                <a:moveTo>
                  <a:pt x="519680" y="309061"/>
                </a:moveTo>
                <a:lnTo>
                  <a:pt x="0" y="9024"/>
                </a:lnTo>
                <a:lnTo>
                  <a:pt x="1754" y="6006"/>
                </a:lnTo>
                <a:lnTo>
                  <a:pt x="3526" y="2998"/>
                </a:lnTo>
                <a:lnTo>
                  <a:pt x="5316" y="0"/>
                </a:lnTo>
                <a:close/>
              </a:path>
            </a:pathLst>
          </a:custGeom>
          <a:solidFill xmlns:a="http://schemas.openxmlformats.org/drawingml/2006/main">
            <a:srgbClr val="FF0082"/>
          </a:solidFill>
          <a:ln xmlns:a="http://schemas.openxmlformats.org/drawingml/2006/main" w="3334">
            <a:solidFill>
              <a:srgbClr val="FF0082"/>
            </a:solidFill>
          </a:ln>
        </p:spPr>
      </p:sp>
      <p:sp>
        <p:nvSpPr>
          <p:cNvPr id="268" name="path-264">
            <a:extLst xmlns:a="http://schemas.openxmlformats.org/drawingml/2006/main">
              <a:ext uri="{FF2B5EF4-FFF2-40B4-BE49-F238E27FC236}">
                <a16:creationId xmlns:a16="http://schemas.microsoft.com/office/drawing/2014/main" id="{49DB1D99-690C-4CF9-AD43-A2C03375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60" y="4968384"/>
            <a:ext cx="514365" cy="317991"/>
          </a:xfrm>
          <a:custGeom xmlns:a="http://schemas.openxmlformats.org/drawingml/2006/main">
            <a:pathLst>
              <a:path w="514365" h="317991">
                <a:moveTo>
                  <a:pt x="514365" y="317991"/>
                </a:moveTo>
                <a:lnTo>
                  <a:pt x="0" y="8930"/>
                </a:lnTo>
                <a:lnTo>
                  <a:pt x="1807" y="5943"/>
                </a:lnTo>
                <a:lnTo>
                  <a:pt x="3631" y="2966"/>
                </a:lnTo>
                <a:lnTo>
                  <a:pt x="5472" y="0"/>
                </a:lnTo>
                <a:close/>
              </a:path>
            </a:pathLst>
          </a:custGeom>
          <a:solidFill xmlns:a="http://schemas.openxmlformats.org/drawingml/2006/main">
            <a:srgbClr val="FF0086"/>
          </a:solidFill>
          <a:ln xmlns:a="http://schemas.openxmlformats.org/drawingml/2006/main" w="3334">
            <a:solidFill>
              <a:srgbClr val="FF0086"/>
            </a:solidFill>
          </a:ln>
        </p:spPr>
      </p:sp>
      <p:sp>
        <p:nvSpPr>
          <p:cNvPr id="269" name="path-265">
            <a:extLst xmlns:a="http://schemas.openxmlformats.org/drawingml/2006/main">
              <a:ext uri="{FF2B5EF4-FFF2-40B4-BE49-F238E27FC236}">
                <a16:creationId xmlns:a16="http://schemas.microsoft.com/office/drawing/2014/main" id="{A251FC5A-61B0-48FB-AACC-DA77A098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33" y="4959551"/>
            <a:ext cx="508892" cy="326824"/>
          </a:xfrm>
          <a:custGeom xmlns:a="http://schemas.openxmlformats.org/drawingml/2006/main">
            <a:pathLst>
              <a:path w="508892" h="326824">
                <a:moveTo>
                  <a:pt x="508892" y="326824"/>
                </a:moveTo>
                <a:lnTo>
                  <a:pt x="0" y="8833"/>
                </a:lnTo>
                <a:lnTo>
                  <a:pt x="1859" y="5878"/>
                </a:lnTo>
                <a:lnTo>
                  <a:pt x="3734" y="2933"/>
                </a:lnTo>
                <a:lnTo>
                  <a:pt x="5627" y="0"/>
                </a:lnTo>
                <a:close/>
              </a:path>
            </a:pathLst>
          </a:custGeom>
          <a:solidFill xmlns:a="http://schemas.openxmlformats.org/drawingml/2006/main">
            <a:srgbClr val="FF008A"/>
          </a:solidFill>
          <a:ln xmlns:a="http://schemas.openxmlformats.org/drawingml/2006/main" w="3334">
            <a:solidFill>
              <a:srgbClr val="FF008A"/>
            </a:solidFill>
          </a:ln>
        </p:spPr>
      </p:sp>
      <p:sp>
        <p:nvSpPr>
          <p:cNvPr id="270" name="path-266">
            <a:extLst xmlns:a="http://schemas.openxmlformats.org/drawingml/2006/main">
              <a:ext uri="{FF2B5EF4-FFF2-40B4-BE49-F238E27FC236}">
                <a16:creationId xmlns:a16="http://schemas.microsoft.com/office/drawing/2014/main" id="{2F74C4B9-7BB9-4310-BE06-963C2664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960" y="4950817"/>
            <a:ext cx="503265" cy="335558"/>
          </a:xfrm>
          <a:custGeom xmlns:a="http://schemas.openxmlformats.org/drawingml/2006/main">
            <a:pathLst>
              <a:path w="503265" h="335558">
                <a:moveTo>
                  <a:pt x="503265" y="335558"/>
                </a:moveTo>
                <a:lnTo>
                  <a:pt x="0" y="8733"/>
                </a:lnTo>
                <a:lnTo>
                  <a:pt x="1910" y="5811"/>
                </a:lnTo>
                <a:lnTo>
                  <a:pt x="3837" y="2900"/>
                </a:lnTo>
                <a:lnTo>
                  <a:pt x="5781" y="0"/>
                </a:lnTo>
                <a:close/>
              </a:path>
            </a:pathLst>
          </a:custGeom>
          <a:solidFill xmlns:a="http://schemas.openxmlformats.org/drawingml/2006/main">
            <a:srgbClr val="FF008E"/>
          </a:solidFill>
          <a:ln xmlns:a="http://schemas.openxmlformats.org/drawingml/2006/main" w="3334">
            <a:solidFill>
              <a:srgbClr val="FF008E"/>
            </a:solidFill>
          </a:ln>
        </p:spPr>
      </p:sp>
      <p:sp>
        <p:nvSpPr>
          <p:cNvPr id="271" name="path-267">
            <a:extLst xmlns:a="http://schemas.openxmlformats.org/drawingml/2006/main">
              <a:ext uri="{FF2B5EF4-FFF2-40B4-BE49-F238E27FC236}">
                <a16:creationId xmlns:a16="http://schemas.microsoft.com/office/drawing/2014/main" id="{BE676526-4104-4360-99DA-314D1716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740" y="4942186"/>
            <a:ext cx="497485" cy="344189"/>
          </a:xfrm>
          <a:custGeom xmlns:a="http://schemas.openxmlformats.org/drawingml/2006/main">
            <a:pathLst>
              <a:path w="497485" h="344189">
                <a:moveTo>
                  <a:pt x="497485" y="344189"/>
                </a:moveTo>
                <a:lnTo>
                  <a:pt x="0" y="8631"/>
                </a:lnTo>
                <a:lnTo>
                  <a:pt x="1961" y="5743"/>
                </a:lnTo>
                <a:lnTo>
                  <a:pt x="3938" y="2866"/>
                </a:lnTo>
                <a:lnTo>
                  <a:pt x="5932" y="0"/>
                </a:lnTo>
                <a:close/>
              </a:path>
            </a:pathLst>
          </a:custGeom>
          <a:solidFill xmlns:a="http://schemas.openxmlformats.org/drawingml/2006/main">
            <a:srgbClr val="FF0093"/>
          </a:solidFill>
          <a:ln xmlns:a="http://schemas.openxmlformats.org/drawingml/2006/main" w="3334">
            <a:solidFill>
              <a:srgbClr val="FF0093"/>
            </a:solidFill>
          </a:ln>
        </p:spPr>
      </p:sp>
      <p:sp>
        <p:nvSpPr>
          <p:cNvPr id="272" name="path-268">
            <a:extLst xmlns:a="http://schemas.openxmlformats.org/drawingml/2006/main">
              <a:ext uri="{FF2B5EF4-FFF2-40B4-BE49-F238E27FC236}">
                <a16:creationId xmlns:a16="http://schemas.microsoft.com/office/drawing/2014/main" id="{A861EBF0-7E77-4E85-8853-C55D063A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672" y="4933660"/>
            <a:ext cx="491553" cy="352715"/>
          </a:xfrm>
          <a:custGeom xmlns:a="http://schemas.openxmlformats.org/drawingml/2006/main">
            <a:pathLst>
              <a:path w="491553" h="352715">
                <a:moveTo>
                  <a:pt x="491553" y="352715"/>
                </a:moveTo>
                <a:lnTo>
                  <a:pt x="0" y="8526"/>
                </a:lnTo>
                <a:lnTo>
                  <a:pt x="2011" y="5672"/>
                </a:lnTo>
                <a:lnTo>
                  <a:pt x="4038" y="2830"/>
                </a:lnTo>
                <a:lnTo>
                  <a:pt x="6082" y="0"/>
                </a:lnTo>
                <a:close/>
              </a:path>
            </a:pathLst>
          </a:custGeom>
          <a:solidFill xmlns:a="http://schemas.openxmlformats.org/drawingml/2006/main">
            <a:srgbClr val="FF0097"/>
          </a:solidFill>
          <a:ln xmlns:a="http://schemas.openxmlformats.org/drawingml/2006/main" w="3334">
            <a:solidFill>
              <a:srgbClr val="FF0097"/>
            </a:solidFill>
          </a:ln>
        </p:spPr>
      </p:sp>
      <p:sp>
        <p:nvSpPr>
          <p:cNvPr id="273" name="path-269">
            <a:extLst xmlns:a="http://schemas.openxmlformats.org/drawingml/2006/main">
              <a:ext uri="{FF2B5EF4-FFF2-40B4-BE49-F238E27FC236}">
                <a16:creationId xmlns:a16="http://schemas.microsoft.com/office/drawing/2014/main" id="{503B869A-8121-4E17-BB54-3D319176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754" y="4925241"/>
            <a:ext cx="485471" cy="361134"/>
          </a:xfrm>
          <a:custGeom xmlns:a="http://schemas.openxmlformats.org/drawingml/2006/main">
            <a:pathLst>
              <a:path w="485471" h="361134">
                <a:moveTo>
                  <a:pt x="485471" y="361134"/>
                </a:moveTo>
                <a:lnTo>
                  <a:pt x="0" y="8419"/>
                </a:lnTo>
                <a:lnTo>
                  <a:pt x="2060" y="5601"/>
                </a:lnTo>
                <a:lnTo>
                  <a:pt x="4137" y="2794"/>
                </a:lnTo>
                <a:lnTo>
                  <a:pt x="6230" y="0"/>
                </a:lnTo>
                <a:close/>
              </a:path>
            </a:pathLst>
          </a:custGeom>
          <a:solidFill xmlns:a="http://schemas.openxmlformats.org/drawingml/2006/main">
            <a:srgbClr val="FF009B"/>
          </a:solidFill>
          <a:ln xmlns:a="http://schemas.openxmlformats.org/drawingml/2006/main" w="3334">
            <a:solidFill>
              <a:srgbClr val="FF009B"/>
            </a:solidFill>
          </a:ln>
        </p:spPr>
      </p:sp>
      <p:sp>
        <p:nvSpPr>
          <p:cNvPr id="274" name="path-270">
            <a:extLst xmlns:a="http://schemas.openxmlformats.org/drawingml/2006/main">
              <a:ext uri="{FF2B5EF4-FFF2-40B4-BE49-F238E27FC236}">
                <a16:creationId xmlns:a16="http://schemas.microsoft.com/office/drawing/2014/main" id="{61A1CE2C-4A82-43B1-A57A-3FDA9B8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984" y="4916932"/>
            <a:ext cx="479241" cy="369443"/>
          </a:xfrm>
          <a:custGeom xmlns:a="http://schemas.openxmlformats.org/drawingml/2006/main">
            <a:pathLst>
              <a:path w="479241" h="369443">
                <a:moveTo>
                  <a:pt x="479241" y="369443"/>
                </a:moveTo>
                <a:lnTo>
                  <a:pt x="0" y="8309"/>
                </a:lnTo>
                <a:lnTo>
                  <a:pt x="2109" y="5527"/>
                </a:lnTo>
                <a:lnTo>
                  <a:pt x="4234" y="2757"/>
                </a:lnTo>
                <a:lnTo>
                  <a:pt x="6376" y="0"/>
                </a:lnTo>
                <a:close/>
              </a:path>
            </a:pathLst>
          </a:custGeom>
          <a:solidFill xmlns:a="http://schemas.openxmlformats.org/drawingml/2006/main">
            <a:srgbClr val="FF009F"/>
          </a:solidFill>
          <a:ln xmlns:a="http://schemas.openxmlformats.org/drawingml/2006/main" w="3334">
            <a:solidFill>
              <a:srgbClr val="FF009F"/>
            </a:solidFill>
          </a:ln>
        </p:spPr>
      </p:sp>
      <p:sp>
        <p:nvSpPr>
          <p:cNvPr id="275" name="path-271">
            <a:extLst xmlns:a="http://schemas.openxmlformats.org/drawingml/2006/main">
              <a:ext uri="{FF2B5EF4-FFF2-40B4-BE49-F238E27FC236}">
                <a16:creationId xmlns:a16="http://schemas.microsoft.com/office/drawing/2014/main" id="{B72CF469-D75A-4DDC-8142-3A8DD397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359" y="4908736"/>
            <a:ext cx="472866" cy="377639"/>
          </a:xfrm>
          <a:custGeom xmlns:a="http://schemas.openxmlformats.org/drawingml/2006/main">
            <a:pathLst>
              <a:path w="472866" h="377639">
                <a:moveTo>
                  <a:pt x="472866" y="377639"/>
                </a:moveTo>
                <a:lnTo>
                  <a:pt x="0" y="8196"/>
                </a:lnTo>
                <a:lnTo>
                  <a:pt x="2157" y="5452"/>
                </a:lnTo>
                <a:lnTo>
                  <a:pt x="4331" y="2719"/>
                </a:lnTo>
                <a:lnTo>
                  <a:pt x="6520" y="0"/>
                </a:lnTo>
                <a:close/>
              </a:path>
            </a:pathLst>
          </a:custGeom>
          <a:solidFill xmlns:a="http://schemas.openxmlformats.org/drawingml/2006/main">
            <a:srgbClr val="FF00A4"/>
          </a:solidFill>
          <a:ln xmlns:a="http://schemas.openxmlformats.org/drawingml/2006/main" w="3334">
            <a:solidFill>
              <a:srgbClr val="FF00A4"/>
            </a:solidFill>
          </a:ln>
        </p:spPr>
      </p:sp>
      <p:sp>
        <p:nvSpPr>
          <p:cNvPr id="276" name="path-272">
            <a:extLst xmlns:a="http://schemas.openxmlformats.org/drawingml/2006/main">
              <a:ext uri="{FF2B5EF4-FFF2-40B4-BE49-F238E27FC236}">
                <a16:creationId xmlns:a16="http://schemas.microsoft.com/office/drawing/2014/main" id="{6DEFF035-A7C6-4989-866D-0BBD6CA6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879" y="4900654"/>
            <a:ext cx="466346" cy="385721"/>
          </a:xfrm>
          <a:custGeom xmlns:a="http://schemas.openxmlformats.org/drawingml/2006/main">
            <a:pathLst>
              <a:path w="466346" h="385721">
                <a:moveTo>
                  <a:pt x="466346" y="385721"/>
                </a:moveTo>
                <a:lnTo>
                  <a:pt x="0" y="8081"/>
                </a:lnTo>
                <a:lnTo>
                  <a:pt x="2205" y="5375"/>
                </a:lnTo>
                <a:lnTo>
                  <a:pt x="4426" y="2681"/>
                </a:lnTo>
                <a:lnTo>
                  <a:pt x="6662" y="0"/>
                </a:lnTo>
                <a:close/>
              </a:path>
            </a:pathLst>
          </a:custGeom>
          <a:solidFill xmlns:a="http://schemas.openxmlformats.org/drawingml/2006/main">
            <a:srgbClr val="FF00A8"/>
          </a:solidFill>
          <a:ln xmlns:a="http://schemas.openxmlformats.org/drawingml/2006/main" w="3334">
            <a:solidFill>
              <a:srgbClr val="FF00A8"/>
            </a:solidFill>
          </a:ln>
        </p:spPr>
      </p:sp>
      <p:sp>
        <p:nvSpPr>
          <p:cNvPr id="277" name="path-273">
            <a:extLst xmlns:a="http://schemas.openxmlformats.org/drawingml/2006/main">
              <a:ext uri="{FF2B5EF4-FFF2-40B4-BE49-F238E27FC236}">
                <a16:creationId xmlns:a16="http://schemas.microsoft.com/office/drawing/2014/main" id="{7C1247E4-321B-434E-9D16-193CE1FE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541" y="4892690"/>
            <a:ext cx="459684" cy="393685"/>
          </a:xfrm>
          <a:custGeom xmlns:a="http://schemas.openxmlformats.org/drawingml/2006/main">
            <a:pathLst>
              <a:path w="459684" h="393685">
                <a:moveTo>
                  <a:pt x="459684" y="393685"/>
                </a:moveTo>
                <a:lnTo>
                  <a:pt x="0" y="7964"/>
                </a:lnTo>
                <a:lnTo>
                  <a:pt x="2252" y="5296"/>
                </a:lnTo>
                <a:lnTo>
                  <a:pt x="4519" y="2641"/>
                </a:lnTo>
                <a:lnTo>
                  <a:pt x="6802" y="0"/>
                </a:lnTo>
                <a:close/>
              </a:path>
            </a:pathLst>
          </a:custGeom>
          <a:solidFill xmlns:a="http://schemas.openxmlformats.org/drawingml/2006/main">
            <a:srgbClr val="FF00AC"/>
          </a:solidFill>
          <a:ln xmlns:a="http://schemas.openxmlformats.org/drawingml/2006/main" w="3334">
            <a:solidFill>
              <a:srgbClr val="FF00AC"/>
            </a:solidFill>
          </a:ln>
        </p:spPr>
      </p:sp>
      <p:sp>
        <p:nvSpPr>
          <p:cNvPr id="278" name="path-274">
            <a:extLst xmlns:a="http://schemas.openxmlformats.org/drawingml/2006/main">
              <a:ext uri="{FF2B5EF4-FFF2-40B4-BE49-F238E27FC236}">
                <a16:creationId xmlns:a16="http://schemas.microsoft.com/office/drawing/2014/main" id="{1C687C7F-46F0-40F7-8A39-9A9010A3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343" y="4884846"/>
            <a:ext cx="452882" cy="401529"/>
          </a:xfrm>
          <a:custGeom xmlns:a="http://schemas.openxmlformats.org/drawingml/2006/main">
            <a:pathLst>
              <a:path w="452882" h="401529">
                <a:moveTo>
                  <a:pt x="452882" y="401529"/>
                </a:moveTo>
                <a:lnTo>
                  <a:pt x="0" y="7844"/>
                </a:lnTo>
                <a:lnTo>
                  <a:pt x="2298" y="5216"/>
                </a:lnTo>
                <a:lnTo>
                  <a:pt x="4611" y="2601"/>
                </a:lnTo>
                <a:lnTo>
                  <a:pt x="6940" y="0"/>
                </a:lnTo>
                <a:close/>
              </a:path>
            </a:pathLst>
          </a:custGeom>
          <a:solidFill xmlns:a="http://schemas.openxmlformats.org/drawingml/2006/main">
            <a:srgbClr val="FF00B0"/>
          </a:solidFill>
          <a:ln xmlns:a="http://schemas.openxmlformats.org/drawingml/2006/main" w="3334">
            <a:solidFill>
              <a:srgbClr val="FF00B0"/>
            </a:solidFill>
          </a:ln>
        </p:spPr>
      </p:sp>
      <p:sp>
        <p:nvSpPr>
          <p:cNvPr id="279" name="path-275">
            <a:extLst xmlns:a="http://schemas.openxmlformats.org/drawingml/2006/main">
              <a:ext uri="{FF2B5EF4-FFF2-40B4-BE49-F238E27FC236}">
                <a16:creationId xmlns:a16="http://schemas.microsoft.com/office/drawing/2014/main" id="{501A7780-DE88-4573-8F17-40ABBF19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282" y="4877125"/>
            <a:ext cx="445943" cy="409250"/>
          </a:xfrm>
          <a:custGeom xmlns:a="http://schemas.openxmlformats.org/drawingml/2006/main">
            <a:pathLst>
              <a:path w="445943" h="409250">
                <a:moveTo>
                  <a:pt x="445943" y="409250"/>
                </a:moveTo>
                <a:lnTo>
                  <a:pt x="0" y="7722"/>
                </a:lnTo>
                <a:lnTo>
                  <a:pt x="2344" y="5134"/>
                </a:lnTo>
                <a:lnTo>
                  <a:pt x="4702" y="2560"/>
                </a:lnTo>
                <a:lnTo>
                  <a:pt x="7076" y="0"/>
                </a:lnTo>
                <a:close/>
              </a:path>
            </a:pathLst>
          </a:custGeom>
          <a:solidFill xmlns:a="http://schemas.openxmlformats.org/drawingml/2006/main">
            <a:srgbClr val="FF00B5"/>
          </a:solidFill>
          <a:ln xmlns:a="http://schemas.openxmlformats.org/drawingml/2006/main" w="3334">
            <a:solidFill>
              <a:srgbClr val="FF00B5"/>
            </a:solidFill>
          </a:ln>
        </p:spPr>
      </p:sp>
      <p:sp>
        <p:nvSpPr>
          <p:cNvPr id="280" name="path-276">
            <a:extLst xmlns:a="http://schemas.openxmlformats.org/drawingml/2006/main">
              <a:ext uri="{FF2B5EF4-FFF2-40B4-BE49-F238E27FC236}">
                <a16:creationId xmlns:a16="http://schemas.microsoft.com/office/drawing/2014/main" id="{40C74C6D-F862-4E45-8B8E-D5BE51BD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358" y="4869528"/>
            <a:ext cx="438867" cy="416847"/>
          </a:xfrm>
          <a:custGeom xmlns:a="http://schemas.openxmlformats.org/drawingml/2006/main">
            <a:pathLst>
              <a:path w="438867" h="416847">
                <a:moveTo>
                  <a:pt x="438867" y="416847"/>
                </a:moveTo>
                <a:lnTo>
                  <a:pt x="0" y="7597"/>
                </a:lnTo>
                <a:lnTo>
                  <a:pt x="2388" y="5051"/>
                </a:lnTo>
                <a:lnTo>
                  <a:pt x="4791" y="2518"/>
                </a:lnTo>
                <a:lnTo>
                  <a:pt x="7209" y="0"/>
                </a:lnTo>
                <a:close/>
              </a:path>
            </a:pathLst>
          </a:custGeom>
          <a:solidFill xmlns:a="http://schemas.openxmlformats.org/drawingml/2006/main">
            <a:srgbClr val="FF00B9"/>
          </a:solidFill>
          <a:ln xmlns:a="http://schemas.openxmlformats.org/drawingml/2006/main" w="3334">
            <a:solidFill>
              <a:srgbClr val="FF00B9"/>
            </a:solidFill>
          </a:ln>
        </p:spPr>
      </p:sp>
      <p:sp>
        <p:nvSpPr>
          <p:cNvPr id="281" name="path-277">
            <a:extLst xmlns:a="http://schemas.openxmlformats.org/drawingml/2006/main">
              <a:ext uri="{FF2B5EF4-FFF2-40B4-BE49-F238E27FC236}">
                <a16:creationId xmlns:a16="http://schemas.microsoft.com/office/drawing/2014/main" id="{8F4F3FFA-E755-4A10-9D1B-2AE7EF4A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67" y="4862058"/>
            <a:ext cx="431658" cy="424317"/>
          </a:xfrm>
          <a:custGeom xmlns:a="http://schemas.openxmlformats.org/drawingml/2006/main">
            <a:pathLst>
              <a:path w="431658" h="424317">
                <a:moveTo>
                  <a:pt x="431658" y="424317"/>
                </a:moveTo>
                <a:lnTo>
                  <a:pt x="0" y="7470"/>
                </a:lnTo>
                <a:lnTo>
                  <a:pt x="2432" y="4966"/>
                </a:lnTo>
                <a:lnTo>
                  <a:pt x="4879" y="2476"/>
                </a:lnTo>
                <a:lnTo>
                  <a:pt x="7341" y="0"/>
                </a:lnTo>
                <a:close/>
              </a:path>
            </a:pathLst>
          </a:custGeom>
          <a:solidFill xmlns:a="http://schemas.openxmlformats.org/drawingml/2006/main">
            <a:srgbClr val="FF00BD"/>
          </a:solidFill>
          <a:ln xmlns:a="http://schemas.openxmlformats.org/drawingml/2006/main" w="3334">
            <a:solidFill>
              <a:srgbClr val="FF00BD"/>
            </a:solidFill>
          </a:ln>
        </p:spPr>
      </p:sp>
      <p:sp>
        <p:nvSpPr>
          <p:cNvPr id="282" name="path-278">
            <a:extLst xmlns:a="http://schemas.openxmlformats.org/drawingml/2006/main">
              <a:ext uri="{FF2B5EF4-FFF2-40B4-BE49-F238E27FC236}">
                <a16:creationId xmlns:a16="http://schemas.microsoft.com/office/drawing/2014/main" id="{9541DEE5-0DBE-487C-8430-0D7B2B87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08" y="4854717"/>
            <a:ext cx="424317" cy="431658"/>
          </a:xfrm>
          <a:custGeom xmlns:a="http://schemas.openxmlformats.org/drawingml/2006/main">
            <a:pathLst>
              <a:path w="424317" h="431658">
                <a:moveTo>
                  <a:pt x="424317" y="431658"/>
                </a:moveTo>
                <a:lnTo>
                  <a:pt x="0" y="7341"/>
                </a:lnTo>
                <a:lnTo>
                  <a:pt x="2476" y="4879"/>
                </a:lnTo>
                <a:lnTo>
                  <a:pt x="4966" y="2432"/>
                </a:lnTo>
                <a:lnTo>
                  <a:pt x="7470" y="0"/>
                </a:lnTo>
                <a:close/>
              </a:path>
            </a:pathLst>
          </a:custGeom>
          <a:solidFill xmlns:a="http://schemas.openxmlformats.org/drawingml/2006/main">
            <a:srgbClr val="FF00C1"/>
          </a:solidFill>
          <a:ln xmlns:a="http://schemas.openxmlformats.org/drawingml/2006/main" w="3334">
            <a:solidFill>
              <a:srgbClr val="FF00C1"/>
            </a:solidFill>
          </a:ln>
        </p:spPr>
      </p:sp>
      <p:sp>
        <p:nvSpPr>
          <p:cNvPr id="283" name="path-279">
            <a:extLst xmlns:a="http://schemas.openxmlformats.org/drawingml/2006/main">
              <a:ext uri="{FF2B5EF4-FFF2-40B4-BE49-F238E27FC236}">
                <a16:creationId xmlns:a16="http://schemas.microsoft.com/office/drawing/2014/main" id="{B426B750-1EA2-4BA5-9392-6C2410FB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378" y="4847508"/>
            <a:ext cx="416847" cy="438867"/>
          </a:xfrm>
          <a:custGeom xmlns:a="http://schemas.openxmlformats.org/drawingml/2006/main">
            <a:pathLst>
              <a:path w="416847" h="438867">
                <a:moveTo>
                  <a:pt x="416847" y="438867"/>
                </a:moveTo>
                <a:lnTo>
                  <a:pt x="0" y="7209"/>
                </a:lnTo>
                <a:lnTo>
                  <a:pt x="2518" y="4791"/>
                </a:lnTo>
                <a:lnTo>
                  <a:pt x="5051" y="2388"/>
                </a:lnTo>
                <a:lnTo>
                  <a:pt x="7597" y="0"/>
                </a:lnTo>
                <a:close/>
              </a:path>
            </a:pathLst>
          </a:custGeom>
          <a:solidFill xmlns:a="http://schemas.openxmlformats.org/drawingml/2006/main">
            <a:srgbClr val="FF00C6"/>
          </a:solidFill>
          <a:ln xmlns:a="http://schemas.openxmlformats.org/drawingml/2006/main" w="3334">
            <a:solidFill>
              <a:srgbClr val="FF00C6"/>
            </a:solidFill>
          </a:ln>
        </p:spPr>
      </p:sp>
      <p:sp>
        <p:nvSpPr>
          <p:cNvPr id="284" name="path-280">
            <a:extLst xmlns:a="http://schemas.openxmlformats.org/drawingml/2006/main">
              <a:ext uri="{FF2B5EF4-FFF2-40B4-BE49-F238E27FC236}">
                <a16:creationId xmlns:a16="http://schemas.microsoft.com/office/drawing/2014/main" id="{4B786DF8-C937-4A43-B16D-D9B0AAD5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975" y="4840432"/>
            <a:ext cx="409250" cy="445943"/>
          </a:xfrm>
          <a:custGeom xmlns:a="http://schemas.openxmlformats.org/drawingml/2006/main">
            <a:pathLst>
              <a:path w="409250" h="445943">
                <a:moveTo>
                  <a:pt x="409250" y="445943"/>
                </a:moveTo>
                <a:lnTo>
                  <a:pt x="0" y="7076"/>
                </a:lnTo>
                <a:lnTo>
                  <a:pt x="2560" y="4702"/>
                </a:lnTo>
                <a:lnTo>
                  <a:pt x="5134" y="2344"/>
                </a:lnTo>
                <a:lnTo>
                  <a:pt x="7722" y="0"/>
                </a:lnTo>
                <a:close/>
              </a:path>
            </a:pathLst>
          </a:custGeom>
          <a:solidFill xmlns:a="http://schemas.openxmlformats.org/drawingml/2006/main">
            <a:srgbClr val="FF00CA"/>
          </a:solidFill>
          <a:ln xmlns:a="http://schemas.openxmlformats.org/drawingml/2006/main" w="3334">
            <a:solidFill>
              <a:srgbClr val="FF00CA"/>
            </a:solidFill>
          </a:ln>
        </p:spPr>
      </p:sp>
      <p:sp>
        <p:nvSpPr>
          <p:cNvPr id="285" name="path-281">
            <a:extLst xmlns:a="http://schemas.openxmlformats.org/drawingml/2006/main">
              <a:ext uri="{FF2B5EF4-FFF2-40B4-BE49-F238E27FC236}">
                <a16:creationId xmlns:a16="http://schemas.microsoft.com/office/drawing/2014/main" id="{21C706BA-8727-4662-B564-B8521629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696" y="4833493"/>
            <a:ext cx="401529" cy="452882"/>
          </a:xfrm>
          <a:custGeom xmlns:a="http://schemas.openxmlformats.org/drawingml/2006/main">
            <a:pathLst>
              <a:path w="401529" h="452882">
                <a:moveTo>
                  <a:pt x="401529" y="452882"/>
                </a:moveTo>
                <a:lnTo>
                  <a:pt x="0" y="6940"/>
                </a:lnTo>
                <a:lnTo>
                  <a:pt x="2601" y="4611"/>
                </a:lnTo>
                <a:lnTo>
                  <a:pt x="5216" y="2298"/>
                </a:lnTo>
                <a:lnTo>
                  <a:pt x="7844" y="0"/>
                </a:lnTo>
                <a:close/>
              </a:path>
            </a:pathLst>
          </a:custGeom>
          <a:solidFill xmlns:a="http://schemas.openxmlformats.org/drawingml/2006/main">
            <a:srgbClr val="FF00CE"/>
          </a:solidFill>
          <a:ln xmlns:a="http://schemas.openxmlformats.org/drawingml/2006/main" w="3334">
            <a:solidFill>
              <a:srgbClr val="FF00CE"/>
            </a:solidFill>
          </a:ln>
        </p:spPr>
      </p:sp>
      <p:sp>
        <p:nvSpPr>
          <p:cNvPr id="286" name="path-282">
            <a:extLst xmlns:a="http://schemas.openxmlformats.org/drawingml/2006/main">
              <a:ext uri="{FF2B5EF4-FFF2-40B4-BE49-F238E27FC236}">
                <a16:creationId xmlns:a16="http://schemas.microsoft.com/office/drawing/2014/main" id="{3820840B-978B-4CA8-88D4-E07C0AC4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40" y="4826691"/>
            <a:ext cx="393685" cy="459684"/>
          </a:xfrm>
          <a:custGeom xmlns:a="http://schemas.openxmlformats.org/drawingml/2006/main">
            <a:pathLst>
              <a:path w="393685" h="459684">
                <a:moveTo>
                  <a:pt x="393685" y="459684"/>
                </a:moveTo>
                <a:lnTo>
                  <a:pt x="0" y="6802"/>
                </a:lnTo>
                <a:lnTo>
                  <a:pt x="2641" y="4519"/>
                </a:lnTo>
                <a:lnTo>
                  <a:pt x="5296" y="2252"/>
                </a:lnTo>
                <a:lnTo>
                  <a:pt x="7964" y="0"/>
                </a:lnTo>
                <a:close/>
              </a:path>
            </a:pathLst>
          </a:custGeom>
          <a:solidFill xmlns:a="http://schemas.openxmlformats.org/drawingml/2006/main">
            <a:srgbClr val="FF00D2"/>
          </a:solidFill>
          <a:ln xmlns:a="http://schemas.openxmlformats.org/drawingml/2006/main" w="3334">
            <a:solidFill>
              <a:srgbClr val="FF00D2"/>
            </a:solidFill>
          </a:ln>
        </p:spPr>
      </p:sp>
      <p:sp>
        <p:nvSpPr>
          <p:cNvPr id="287" name="path-283">
            <a:extLst xmlns:a="http://schemas.openxmlformats.org/drawingml/2006/main">
              <a:ext uri="{FF2B5EF4-FFF2-40B4-BE49-F238E27FC236}">
                <a16:creationId xmlns:a16="http://schemas.microsoft.com/office/drawing/2014/main" id="{02C0ABF9-5BB4-4F32-A134-3073A0B1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04" y="4820029"/>
            <a:ext cx="385721" cy="466346"/>
          </a:xfrm>
          <a:custGeom xmlns:a="http://schemas.openxmlformats.org/drawingml/2006/main">
            <a:pathLst>
              <a:path w="385721" h="466346">
                <a:moveTo>
                  <a:pt x="385721" y="466346"/>
                </a:moveTo>
                <a:lnTo>
                  <a:pt x="0" y="6662"/>
                </a:lnTo>
                <a:lnTo>
                  <a:pt x="2681" y="4426"/>
                </a:lnTo>
                <a:lnTo>
                  <a:pt x="5375" y="2205"/>
                </a:lnTo>
                <a:lnTo>
                  <a:pt x="8081" y="0"/>
                </a:lnTo>
                <a:close/>
              </a:path>
            </a:pathLst>
          </a:custGeom>
          <a:solidFill xmlns:a="http://schemas.openxmlformats.org/drawingml/2006/main">
            <a:srgbClr val="FF00D7"/>
          </a:solidFill>
          <a:ln xmlns:a="http://schemas.openxmlformats.org/drawingml/2006/main" w="3334">
            <a:solidFill>
              <a:srgbClr val="FF00D7"/>
            </a:solidFill>
          </a:ln>
        </p:spPr>
      </p:sp>
      <p:sp>
        <p:nvSpPr>
          <p:cNvPr id="288" name="path-284">
            <a:extLst xmlns:a="http://schemas.openxmlformats.org/drawingml/2006/main">
              <a:ext uri="{FF2B5EF4-FFF2-40B4-BE49-F238E27FC236}">
                <a16:creationId xmlns:a16="http://schemas.microsoft.com/office/drawing/2014/main" id="{154A2FEA-F280-4018-9DA1-AF0AF511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586" y="4813509"/>
            <a:ext cx="377639" cy="472866"/>
          </a:xfrm>
          <a:custGeom xmlns:a="http://schemas.openxmlformats.org/drawingml/2006/main">
            <a:pathLst>
              <a:path w="377639" h="472866">
                <a:moveTo>
                  <a:pt x="377639" y="472866"/>
                </a:moveTo>
                <a:lnTo>
                  <a:pt x="0" y="6520"/>
                </a:lnTo>
                <a:lnTo>
                  <a:pt x="2719" y="4331"/>
                </a:lnTo>
                <a:lnTo>
                  <a:pt x="5452" y="2157"/>
                </a:lnTo>
                <a:lnTo>
                  <a:pt x="8196" y="0"/>
                </a:lnTo>
                <a:close/>
              </a:path>
            </a:pathLst>
          </a:custGeom>
          <a:solidFill xmlns:a="http://schemas.openxmlformats.org/drawingml/2006/main">
            <a:srgbClr val="FF00DB"/>
          </a:solidFill>
          <a:ln xmlns:a="http://schemas.openxmlformats.org/drawingml/2006/main" w="3334">
            <a:solidFill>
              <a:srgbClr val="FF00DB"/>
            </a:solidFill>
          </a:ln>
        </p:spPr>
      </p:sp>
      <p:sp>
        <p:nvSpPr>
          <p:cNvPr id="289" name="path-285">
            <a:extLst xmlns:a="http://schemas.openxmlformats.org/drawingml/2006/main">
              <a:ext uri="{FF2B5EF4-FFF2-40B4-BE49-F238E27FC236}">
                <a16:creationId xmlns:a16="http://schemas.microsoft.com/office/drawing/2014/main" id="{9B9705F5-66D8-4A8A-B53A-3784FE69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782" y="4807134"/>
            <a:ext cx="369443" cy="479241"/>
          </a:xfrm>
          <a:custGeom xmlns:a="http://schemas.openxmlformats.org/drawingml/2006/main">
            <a:pathLst>
              <a:path w="369443" h="479241">
                <a:moveTo>
                  <a:pt x="369443" y="479241"/>
                </a:moveTo>
                <a:lnTo>
                  <a:pt x="0" y="6376"/>
                </a:lnTo>
                <a:lnTo>
                  <a:pt x="2757" y="4234"/>
                </a:lnTo>
                <a:lnTo>
                  <a:pt x="5527" y="2109"/>
                </a:lnTo>
                <a:lnTo>
                  <a:pt x="8309" y="0"/>
                </a:lnTo>
                <a:close/>
              </a:path>
            </a:pathLst>
          </a:custGeom>
          <a:solidFill xmlns:a="http://schemas.openxmlformats.org/drawingml/2006/main">
            <a:srgbClr val="FF00DF"/>
          </a:solidFill>
          <a:ln xmlns:a="http://schemas.openxmlformats.org/drawingml/2006/main" w="3334">
            <a:solidFill>
              <a:srgbClr val="FF00DF"/>
            </a:solidFill>
          </a:ln>
        </p:spPr>
      </p:sp>
      <p:sp>
        <p:nvSpPr>
          <p:cNvPr id="290" name="path-286">
            <a:extLst xmlns:a="http://schemas.openxmlformats.org/drawingml/2006/main">
              <a:ext uri="{FF2B5EF4-FFF2-40B4-BE49-F238E27FC236}">
                <a16:creationId xmlns:a16="http://schemas.microsoft.com/office/drawing/2014/main" id="{7EFFA39D-871A-4145-AFF5-F184A10C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091" y="4800904"/>
            <a:ext cx="361134" cy="485471"/>
          </a:xfrm>
          <a:custGeom xmlns:a="http://schemas.openxmlformats.org/drawingml/2006/main">
            <a:pathLst>
              <a:path w="361134" h="485471">
                <a:moveTo>
                  <a:pt x="361134" y="485471"/>
                </a:moveTo>
                <a:lnTo>
                  <a:pt x="0" y="6230"/>
                </a:lnTo>
                <a:lnTo>
                  <a:pt x="2794" y="4137"/>
                </a:lnTo>
                <a:lnTo>
                  <a:pt x="5601" y="2060"/>
                </a:lnTo>
                <a:lnTo>
                  <a:pt x="8419" y="0"/>
                </a:lnTo>
                <a:close/>
              </a:path>
            </a:pathLst>
          </a:custGeom>
          <a:solidFill xmlns:a="http://schemas.openxmlformats.org/drawingml/2006/main">
            <a:srgbClr val="FF00E3"/>
          </a:solidFill>
          <a:ln xmlns:a="http://schemas.openxmlformats.org/drawingml/2006/main" w="3334">
            <a:solidFill>
              <a:srgbClr val="FF00E3"/>
            </a:solidFill>
          </a:ln>
        </p:spPr>
      </p:sp>
      <p:sp>
        <p:nvSpPr>
          <p:cNvPr id="291" name="path-287">
            <a:extLst xmlns:a="http://schemas.openxmlformats.org/drawingml/2006/main">
              <a:ext uri="{FF2B5EF4-FFF2-40B4-BE49-F238E27FC236}">
                <a16:creationId xmlns:a16="http://schemas.microsoft.com/office/drawing/2014/main" id="{18CDC773-5223-4938-8DFE-12B332E3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510" y="4794822"/>
            <a:ext cx="352715" cy="491553"/>
          </a:xfrm>
          <a:custGeom xmlns:a="http://schemas.openxmlformats.org/drawingml/2006/main">
            <a:pathLst>
              <a:path w="352715" h="491553">
                <a:moveTo>
                  <a:pt x="352715" y="491553"/>
                </a:moveTo>
                <a:lnTo>
                  <a:pt x="0" y="6082"/>
                </a:lnTo>
                <a:lnTo>
                  <a:pt x="2830" y="4038"/>
                </a:lnTo>
                <a:lnTo>
                  <a:pt x="5672" y="2011"/>
                </a:lnTo>
                <a:lnTo>
                  <a:pt x="8526" y="0"/>
                </a:lnTo>
                <a:close/>
              </a:path>
            </a:pathLst>
          </a:custGeom>
          <a:solidFill xmlns:a="http://schemas.openxmlformats.org/drawingml/2006/main">
            <a:srgbClr val="FF00E8"/>
          </a:solidFill>
          <a:ln xmlns:a="http://schemas.openxmlformats.org/drawingml/2006/main" w="3334">
            <a:solidFill>
              <a:srgbClr val="FF00E8"/>
            </a:solidFill>
          </a:ln>
        </p:spPr>
      </p:sp>
      <p:sp>
        <p:nvSpPr>
          <p:cNvPr id="292" name="path-288">
            <a:extLst xmlns:a="http://schemas.openxmlformats.org/drawingml/2006/main">
              <a:ext uri="{FF2B5EF4-FFF2-40B4-BE49-F238E27FC236}">
                <a16:creationId xmlns:a16="http://schemas.microsoft.com/office/drawing/2014/main" id="{195DA823-91A1-4429-90BD-404EB2A2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036" y="4788890"/>
            <a:ext cx="344189" cy="497485"/>
          </a:xfrm>
          <a:custGeom xmlns:a="http://schemas.openxmlformats.org/drawingml/2006/main">
            <a:pathLst>
              <a:path w="344189" h="497485">
                <a:moveTo>
                  <a:pt x="344189" y="497485"/>
                </a:moveTo>
                <a:lnTo>
                  <a:pt x="0" y="5932"/>
                </a:lnTo>
                <a:lnTo>
                  <a:pt x="2866" y="3938"/>
                </a:lnTo>
                <a:lnTo>
                  <a:pt x="5743" y="1961"/>
                </a:lnTo>
                <a:lnTo>
                  <a:pt x="8631" y="0"/>
                </a:lnTo>
                <a:close/>
              </a:path>
            </a:pathLst>
          </a:custGeom>
          <a:solidFill xmlns:a="http://schemas.openxmlformats.org/drawingml/2006/main">
            <a:srgbClr val="FF00EC"/>
          </a:solidFill>
          <a:ln xmlns:a="http://schemas.openxmlformats.org/drawingml/2006/main" w="3334">
            <a:solidFill>
              <a:srgbClr val="FF00EC"/>
            </a:solidFill>
          </a:ln>
        </p:spPr>
      </p:sp>
      <p:sp>
        <p:nvSpPr>
          <p:cNvPr id="293" name="path-289">
            <a:extLst xmlns:a="http://schemas.openxmlformats.org/drawingml/2006/main">
              <a:ext uri="{FF2B5EF4-FFF2-40B4-BE49-F238E27FC236}">
                <a16:creationId xmlns:a16="http://schemas.microsoft.com/office/drawing/2014/main" id="{CB6C52E3-3471-4240-96D5-D4AF9197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667" y="4783110"/>
            <a:ext cx="335558" cy="503265"/>
          </a:xfrm>
          <a:custGeom xmlns:a="http://schemas.openxmlformats.org/drawingml/2006/main">
            <a:pathLst>
              <a:path w="335558" h="503265">
                <a:moveTo>
                  <a:pt x="335558" y="503265"/>
                </a:moveTo>
                <a:lnTo>
                  <a:pt x="0" y="5781"/>
                </a:lnTo>
                <a:lnTo>
                  <a:pt x="2900" y="3837"/>
                </a:lnTo>
                <a:lnTo>
                  <a:pt x="5811" y="1910"/>
                </a:lnTo>
                <a:lnTo>
                  <a:pt x="8733" y="0"/>
                </a:lnTo>
                <a:close/>
              </a:path>
            </a:pathLst>
          </a:custGeom>
          <a:solidFill xmlns:a="http://schemas.openxmlformats.org/drawingml/2006/main">
            <a:srgbClr val="FF00F0"/>
          </a:solidFill>
          <a:ln xmlns:a="http://schemas.openxmlformats.org/drawingml/2006/main" w="3334">
            <a:solidFill>
              <a:srgbClr val="FF00F0"/>
            </a:solidFill>
          </a:ln>
        </p:spPr>
      </p:sp>
      <p:sp>
        <p:nvSpPr>
          <p:cNvPr id="294" name="path-290">
            <a:extLst xmlns:a="http://schemas.openxmlformats.org/drawingml/2006/main">
              <a:ext uri="{FF2B5EF4-FFF2-40B4-BE49-F238E27FC236}">
                <a16:creationId xmlns:a16="http://schemas.microsoft.com/office/drawing/2014/main" id="{1985F060-C130-419F-8321-87354436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401" y="4777483"/>
            <a:ext cx="326824" cy="508892"/>
          </a:xfrm>
          <a:custGeom xmlns:a="http://schemas.openxmlformats.org/drawingml/2006/main">
            <a:pathLst>
              <a:path w="326824" h="508892">
                <a:moveTo>
                  <a:pt x="326824" y="508892"/>
                </a:moveTo>
                <a:lnTo>
                  <a:pt x="0" y="5627"/>
                </a:lnTo>
                <a:lnTo>
                  <a:pt x="2933" y="3734"/>
                </a:lnTo>
                <a:lnTo>
                  <a:pt x="5878" y="1859"/>
                </a:lnTo>
                <a:lnTo>
                  <a:pt x="8833" y="0"/>
                </a:lnTo>
                <a:close/>
              </a:path>
            </a:pathLst>
          </a:custGeom>
          <a:solidFill xmlns:a="http://schemas.openxmlformats.org/drawingml/2006/main">
            <a:srgbClr val="FF00F4"/>
          </a:solidFill>
          <a:ln xmlns:a="http://schemas.openxmlformats.org/drawingml/2006/main" w="3334">
            <a:solidFill>
              <a:srgbClr val="FF00F4"/>
            </a:solidFill>
          </a:ln>
        </p:spPr>
      </p:sp>
      <p:sp>
        <p:nvSpPr>
          <p:cNvPr id="295" name="path-291">
            <a:extLst xmlns:a="http://schemas.openxmlformats.org/drawingml/2006/main">
              <a:ext uri="{FF2B5EF4-FFF2-40B4-BE49-F238E27FC236}">
                <a16:creationId xmlns:a16="http://schemas.microsoft.com/office/drawing/2014/main" id="{52188423-2101-4867-9F56-6203E8C0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234" y="4772010"/>
            <a:ext cx="317991" cy="514365"/>
          </a:xfrm>
          <a:custGeom xmlns:a="http://schemas.openxmlformats.org/drawingml/2006/main">
            <a:pathLst>
              <a:path w="317991" h="514365">
                <a:moveTo>
                  <a:pt x="317991" y="514365"/>
                </a:moveTo>
                <a:lnTo>
                  <a:pt x="0" y="5472"/>
                </a:lnTo>
                <a:lnTo>
                  <a:pt x="2966" y="3631"/>
                </a:lnTo>
                <a:lnTo>
                  <a:pt x="5943" y="1807"/>
                </a:lnTo>
                <a:lnTo>
                  <a:pt x="8930" y="0"/>
                </a:lnTo>
                <a:close/>
              </a:path>
            </a:pathLst>
          </a:custGeom>
          <a:solidFill xmlns:a="http://schemas.openxmlformats.org/drawingml/2006/main">
            <a:srgbClr val="FF00F9"/>
          </a:solidFill>
          <a:ln xmlns:a="http://schemas.openxmlformats.org/drawingml/2006/main" w="3334">
            <a:solidFill>
              <a:srgbClr val="FF00F9"/>
            </a:solidFill>
          </a:ln>
        </p:spPr>
      </p:sp>
      <p:sp>
        <p:nvSpPr>
          <p:cNvPr id="296" name="path-292">
            <a:extLst xmlns:a="http://schemas.openxmlformats.org/drawingml/2006/main">
              <a:ext uri="{FF2B5EF4-FFF2-40B4-BE49-F238E27FC236}">
                <a16:creationId xmlns:a16="http://schemas.microsoft.com/office/drawing/2014/main" id="{E5471B06-E0D0-4EED-B5A8-0E8B7435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164" y="4766695"/>
            <a:ext cx="309061" cy="519680"/>
          </a:xfrm>
          <a:custGeom xmlns:a="http://schemas.openxmlformats.org/drawingml/2006/main">
            <a:pathLst>
              <a:path w="309061" h="519680">
                <a:moveTo>
                  <a:pt x="309061" y="519680"/>
                </a:moveTo>
                <a:lnTo>
                  <a:pt x="0" y="5316"/>
                </a:lnTo>
                <a:lnTo>
                  <a:pt x="2998" y="3526"/>
                </a:lnTo>
                <a:lnTo>
                  <a:pt x="6006" y="1754"/>
                </a:lnTo>
                <a:lnTo>
                  <a:pt x="9024" y="0"/>
                </a:lnTo>
                <a:close/>
              </a:path>
            </a:pathLst>
          </a:custGeom>
          <a:solidFill xmlns:a="http://schemas.openxmlformats.org/drawingml/2006/main">
            <a:srgbClr val="FF00FD"/>
          </a:solidFill>
          <a:ln xmlns:a="http://schemas.openxmlformats.org/drawingml/2006/main" w="3334">
            <a:solidFill>
              <a:srgbClr val="FF00FD"/>
            </a:solidFill>
          </a:ln>
        </p:spPr>
      </p:sp>
      <p:sp>
        <p:nvSpPr>
          <p:cNvPr id="297" name="path-293">
            <a:extLst xmlns:a="http://schemas.openxmlformats.org/drawingml/2006/main">
              <a:ext uri="{FF2B5EF4-FFF2-40B4-BE49-F238E27FC236}">
                <a16:creationId xmlns:a16="http://schemas.microsoft.com/office/drawing/2014/main" id="{D622B5B5-9571-4FCC-8EAA-5BDAAE0A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761538"/>
            <a:ext cx="300038" cy="524837"/>
          </a:xfrm>
          <a:custGeom xmlns:a="http://schemas.openxmlformats.org/drawingml/2006/main">
            <a:pathLst>
              <a:path w="300038" h="524837">
                <a:moveTo>
                  <a:pt x="300038" y="524837"/>
                </a:moveTo>
                <a:lnTo>
                  <a:pt x="0" y="5157"/>
                </a:lnTo>
                <a:lnTo>
                  <a:pt x="3028" y="3420"/>
                </a:lnTo>
                <a:lnTo>
                  <a:pt x="6067" y="1701"/>
                </a:lnTo>
                <a:lnTo>
                  <a:pt x="9115" y="0"/>
                </a:lnTo>
                <a:close/>
              </a:path>
            </a:pathLst>
          </a:custGeom>
          <a:solidFill xmlns:a="http://schemas.openxmlformats.org/drawingml/2006/main">
            <a:srgbClr val="FD00FF"/>
          </a:solidFill>
          <a:ln xmlns:a="http://schemas.openxmlformats.org/drawingml/2006/main" w="3334">
            <a:solidFill>
              <a:srgbClr val="FD00FF"/>
            </a:solidFill>
          </a:ln>
        </p:spPr>
      </p:sp>
      <p:sp>
        <p:nvSpPr>
          <p:cNvPr id="298" name="path-294">
            <a:extLst xmlns:a="http://schemas.openxmlformats.org/drawingml/2006/main">
              <a:ext uri="{FF2B5EF4-FFF2-40B4-BE49-F238E27FC236}">
                <a16:creationId xmlns:a16="http://schemas.microsoft.com/office/drawing/2014/main" id="{BE6645FF-B60B-4616-B45C-743C4D1B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303" y="4756540"/>
            <a:ext cx="290922" cy="529835"/>
          </a:xfrm>
          <a:custGeom xmlns:a="http://schemas.openxmlformats.org/drawingml/2006/main">
            <a:pathLst>
              <a:path w="290922" h="529835">
                <a:moveTo>
                  <a:pt x="290922" y="529835"/>
                </a:moveTo>
                <a:lnTo>
                  <a:pt x="0" y="4997"/>
                </a:lnTo>
                <a:lnTo>
                  <a:pt x="3058" y="3314"/>
                </a:lnTo>
                <a:lnTo>
                  <a:pt x="6126" y="1648"/>
                </a:lnTo>
                <a:lnTo>
                  <a:pt x="9204" y="0"/>
                </a:lnTo>
                <a:close/>
              </a:path>
            </a:pathLst>
          </a:custGeom>
          <a:solidFill xmlns:a="http://schemas.openxmlformats.org/drawingml/2006/main">
            <a:srgbClr val="F900FF"/>
          </a:solidFill>
          <a:ln xmlns:a="http://schemas.openxmlformats.org/drawingml/2006/main" w="3334">
            <a:solidFill>
              <a:srgbClr val="F900FF"/>
            </a:solidFill>
          </a:ln>
        </p:spPr>
      </p:sp>
      <p:sp>
        <p:nvSpPr>
          <p:cNvPr id="299" name="path-295">
            <a:extLst xmlns:a="http://schemas.openxmlformats.org/drawingml/2006/main">
              <a:ext uri="{FF2B5EF4-FFF2-40B4-BE49-F238E27FC236}">
                <a16:creationId xmlns:a16="http://schemas.microsoft.com/office/drawing/2014/main" id="{5843C3CA-FB44-4771-87D1-C01F44D8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507" y="4751704"/>
            <a:ext cx="281718" cy="534671"/>
          </a:xfrm>
          <a:custGeom xmlns:a="http://schemas.openxmlformats.org/drawingml/2006/main">
            <a:pathLst>
              <a:path w="281718" h="534671">
                <a:moveTo>
                  <a:pt x="281718" y="534671"/>
                </a:moveTo>
                <a:lnTo>
                  <a:pt x="0" y="4836"/>
                </a:lnTo>
                <a:lnTo>
                  <a:pt x="3087" y="3206"/>
                </a:lnTo>
                <a:lnTo>
                  <a:pt x="6184" y="1594"/>
                </a:lnTo>
                <a:lnTo>
                  <a:pt x="9290" y="0"/>
                </a:lnTo>
                <a:close/>
              </a:path>
            </a:pathLst>
          </a:custGeom>
          <a:solidFill xmlns:a="http://schemas.openxmlformats.org/drawingml/2006/main">
            <a:srgbClr val="F400FF"/>
          </a:solidFill>
          <a:ln xmlns:a="http://schemas.openxmlformats.org/drawingml/2006/main" w="3334">
            <a:solidFill>
              <a:srgbClr val="F400FF"/>
            </a:solidFill>
          </a:ln>
        </p:spPr>
      </p:sp>
      <p:sp>
        <p:nvSpPr>
          <p:cNvPr id="300" name="path-296">
            <a:extLst xmlns:a="http://schemas.openxmlformats.org/drawingml/2006/main">
              <a:ext uri="{FF2B5EF4-FFF2-40B4-BE49-F238E27FC236}">
                <a16:creationId xmlns:a16="http://schemas.microsoft.com/office/drawing/2014/main" id="{F836DBA9-A166-4CC4-B016-28D5DBF2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797" y="4747031"/>
            <a:ext cx="272428" cy="539344"/>
          </a:xfrm>
          <a:custGeom xmlns:a="http://schemas.openxmlformats.org/drawingml/2006/main">
            <a:pathLst>
              <a:path w="272428" h="539344">
                <a:moveTo>
                  <a:pt x="272428" y="539344"/>
                </a:moveTo>
                <a:lnTo>
                  <a:pt x="0" y="4673"/>
                </a:lnTo>
                <a:lnTo>
                  <a:pt x="3115" y="3097"/>
                </a:lnTo>
                <a:lnTo>
                  <a:pt x="6239" y="1540"/>
                </a:lnTo>
                <a:lnTo>
                  <a:pt x="9373" y="0"/>
                </a:lnTo>
                <a:close/>
              </a:path>
            </a:pathLst>
          </a:custGeom>
          <a:solidFill xmlns:a="http://schemas.openxmlformats.org/drawingml/2006/main">
            <a:srgbClr val="F000FF"/>
          </a:solidFill>
          <a:ln xmlns:a="http://schemas.openxmlformats.org/drawingml/2006/main" w="3334">
            <a:solidFill>
              <a:srgbClr val="F000FF"/>
            </a:solidFill>
          </a:ln>
        </p:spPr>
      </p:sp>
      <p:sp>
        <p:nvSpPr>
          <p:cNvPr id="301" name="path-297">
            <a:extLst xmlns:a="http://schemas.openxmlformats.org/drawingml/2006/main">
              <a:ext uri="{FF2B5EF4-FFF2-40B4-BE49-F238E27FC236}">
                <a16:creationId xmlns:a16="http://schemas.microsoft.com/office/drawing/2014/main" id="{05B1D9CF-4B5C-4E2D-8F74-357AE461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169" y="4742522"/>
            <a:ext cx="263056" cy="543853"/>
          </a:xfrm>
          <a:custGeom xmlns:a="http://schemas.openxmlformats.org/drawingml/2006/main">
            <a:pathLst>
              <a:path w="263056" h="543853">
                <a:moveTo>
                  <a:pt x="263056" y="543853"/>
                </a:moveTo>
                <a:lnTo>
                  <a:pt x="0" y="4509"/>
                </a:lnTo>
                <a:lnTo>
                  <a:pt x="3142" y="2988"/>
                </a:lnTo>
                <a:lnTo>
                  <a:pt x="6293" y="1485"/>
                </a:lnTo>
                <a:lnTo>
                  <a:pt x="9453" y="0"/>
                </a:lnTo>
                <a:close/>
              </a:path>
            </a:pathLst>
          </a:custGeom>
          <a:solidFill xmlns:a="http://schemas.openxmlformats.org/drawingml/2006/main">
            <a:srgbClr val="EC00FF"/>
          </a:solidFill>
          <a:ln xmlns:a="http://schemas.openxmlformats.org/drawingml/2006/main" w="3334">
            <a:solidFill>
              <a:srgbClr val="EC00FF"/>
            </a:solidFill>
          </a:ln>
        </p:spPr>
      </p:sp>
      <p:sp>
        <p:nvSpPr>
          <p:cNvPr id="302" name="path-298">
            <a:extLst xmlns:a="http://schemas.openxmlformats.org/drawingml/2006/main">
              <a:ext uri="{FF2B5EF4-FFF2-40B4-BE49-F238E27FC236}">
                <a16:creationId xmlns:a16="http://schemas.microsoft.com/office/drawing/2014/main" id="{4F645E2A-DB6C-4F8E-9D2D-C16F9D00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622" y="4738179"/>
            <a:ext cx="253603" cy="548196"/>
          </a:xfrm>
          <a:custGeom xmlns:a="http://schemas.openxmlformats.org/drawingml/2006/main">
            <a:pathLst>
              <a:path w="253603" h="548196">
                <a:moveTo>
                  <a:pt x="253603" y="548196"/>
                </a:moveTo>
                <a:lnTo>
                  <a:pt x="0" y="4343"/>
                </a:lnTo>
                <a:lnTo>
                  <a:pt x="3168" y="2877"/>
                </a:lnTo>
                <a:lnTo>
                  <a:pt x="6345" y="1429"/>
                </a:lnTo>
                <a:lnTo>
                  <a:pt x="9530" y="0"/>
                </a:lnTo>
                <a:close/>
              </a:path>
            </a:pathLst>
          </a:custGeom>
          <a:solidFill xmlns:a="http://schemas.openxmlformats.org/drawingml/2006/main">
            <a:srgbClr val="E800FF"/>
          </a:solidFill>
          <a:ln xmlns:a="http://schemas.openxmlformats.org/drawingml/2006/main" w="3334">
            <a:solidFill>
              <a:srgbClr val="E800FF"/>
            </a:solidFill>
          </a:ln>
        </p:spPr>
      </p:sp>
      <p:sp>
        <p:nvSpPr>
          <p:cNvPr id="303" name="path-299">
            <a:extLst xmlns:a="http://schemas.openxmlformats.org/drawingml/2006/main">
              <a:ext uri="{FF2B5EF4-FFF2-40B4-BE49-F238E27FC236}">
                <a16:creationId xmlns:a16="http://schemas.microsoft.com/office/drawing/2014/main" id="{0BBB6778-7616-4A6A-A2B7-CA13CEBD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153" y="4734003"/>
            <a:ext cx="244072" cy="552372"/>
          </a:xfrm>
          <a:custGeom xmlns:a="http://schemas.openxmlformats.org/drawingml/2006/main">
            <a:pathLst>
              <a:path w="244072" h="552372">
                <a:moveTo>
                  <a:pt x="244072" y="552372"/>
                </a:moveTo>
                <a:lnTo>
                  <a:pt x="0" y="4176"/>
                </a:lnTo>
                <a:lnTo>
                  <a:pt x="3193" y="2765"/>
                </a:lnTo>
                <a:lnTo>
                  <a:pt x="6395" y="1373"/>
                </a:lnTo>
                <a:lnTo>
                  <a:pt x="9605" y="0"/>
                </a:lnTo>
                <a:close/>
              </a:path>
            </a:pathLst>
          </a:custGeom>
          <a:solidFill xmlns:a="http://schemas.openxmlformats.org/drawingml/2006/main">
            <a:srgbClr val="E300FF"/>
          </a:solidFill>
          <a:ln xmlns:a="http://schemas.openxmlformats.org/drawingml/2006/main" w="3334">
            <a:solidFill>
              <a:srgbClr val="E300FF"/>
            </a:solidFill>
          </a:ln>
        </p:spPr>
      </p:sp>
      <p:sp>
        <p:nvSpPr>
          <p:cNvPr id="304" name="path-300">
            <a:extLst xmlns:a="http://schemas.openxmlformats.org/drawingml/2006/main">
              <a:ext uri="{FF2B5EF4-FFF2-40B4-BE49-F238E27FC236}">
                <a16:creationId xmlns:a16="http://schemas.microsoft.com/office/drawing/2014/main" id="{EA1E14C5-DFF5-4519-98EB-29597E83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757" y="4729995"/>
            <a:ext cx="234468" cy="556380"/>
          </a:xfrm>
          <a:custGeom xmlns:a="http://schemas.openxmlformats.org/drawingml/2006/main">
            <a:pathLst>
              <a:path w="234468" h="556380">
                <a:moveTo>
                  <a:pt x="234468" y="556380"/>
                </a:moveTo>
                <a:lnTo>
                  <a:pt x="0" y="4008"/>
                </a:lnTo>
                <a:lnTo>
                  <a:pt x="3218" y="2653"/>
                </a:lnTo>
                <a:lnTo>
                  <a:pt x="6443" y="1317"/>
                </a:lnTo>
                <a:lnTo>
                  <a:pt x="9676" y="0"/>
                </a:lnTo>
                <a:close/>
              </a:path>
            </a:pathLst>
          </a:custGeom>
          <a:solidFill xmlns:a="http://schemas.openxmlformats.org/drawingml/2006/main">
            <a:srgbClr val="DF00FF"/>
          </a:solidFill>
          <a:ln xmlns:a="http://schemas.openxmlformats.org/drawingml/2006/main" w="3334">
            <a:solidFill>
              <a:srgbClr val="DF00FF"/>
            </a:solidFill>
          </a:ln>
        </p:spPr>
      </p:sp>
      <p:sp>
        <p:nvSpPr>
          <p:cNvPr id="305" name="path-301">
            <a:extLst xmlns:a="http://schemas.openxmlformats.org/drawingml/2006/main">
              <a:ext uri="{FF2B5EF4-FFF2-40B4-BE49-F238E27FC236}">
                <a16:creationId xmlns:a16="http://schemas.microsoft.com/office/drawing/2014/main" id="{34486B54-4412-46E4-B405-6D5B2489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433" y="4726157"/>
            <a:ext cx="224792" cy="560218"/>
          </a:xfrm>
          <a:custGeom xmlns:a="http://schemas.openxmlformats.org/drawingml/2006/main">
            <a:pathLst>
              <a:path w="224792" h="560218">
                <a:moveTo>
                  <a:pt x="224792" y="560218"/>
                </a:moveTo>
                <a:lnTo>
                  <a:pt x="0" y="3838"/>
                </a:lnTo>
                <a:lnTo>
                  <a:pt x="3241" y="2540"/>
                </a:lnTo>
                <a:lnTo>
                  <a:pt x="6489" y="1261"/>
                </a:lnTo>
                <a:lnTo>
                  <a:pt x="9744" y="0"/>
                </a:lnTo>
                <a:close/>
              </a:path>
            </a:pathLst>
          </a:custGeom>
          <a:solidFill xmlns:a="http://schemas.openxmlformats.org/drawingml/2006/main">
            <a:srgbClr val="DB00FF"/>
          </a:solidFill>
          <a:ln xmlns:a="http://schemas.openxmlformats.org/drawingml/2006/main" w="3334">
            <a:solidFill>
              <a:srgbClr val="DB00FF"/>
            </a:solidFill>
          </a:ln>
        </p:spPr>
      </p:sp>
      <p:sp>
        <p:nvSpPr>
          <p:cNvPr id="306" name="path-302">
            <a:extLst xmlns:a="http://schemas.openxmlformats.org/drawingml/2006/main">
              <a:ext uri="{FF2B5EF4-FFF2-40B4-BE49-F238E27FC236}">
                <a16:creationId xmlns:a16="http://schemas.microsoft.com/office/drawing/2014/main" id="{7C707673-A4A4-4B00-8BA3-04FF3811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177" y="4722489"/>
            <a:ext cx="215048" cy="563886"/>
          </a:xfrm>
          <a:custGeom xmlns:a="http://schemas.openxmlformats.org/drawingml/2006/main">
            <a:pathLst>
              <a:path w="215048" h="563886">
                <a:moveTo>
                  <a:pt x="215048" y="563886"/>
                </a:moveTo>
                <a:lnTo>
                  <a:pt x="0" y="3668"/>
                </a:lnTo>
                <a:lnTo>
                  <a:pt x="3263" y="2426"/>
                </a:lnTo>
                <a:lnTo>
                  <a:pt x="6533" y="1204"/>
                </a:lnTo>
                <a:lnTo>
                  <a:pt x="9810" y="0"/>
                </a:lnTo>
                <a:close/>
              </a:path>
            </a:pathLst>
          </a:custGeom>
          <a:solidFill xmlns:a="http://schemas.openxmlformats.org/drawingml/2006/main">
            <a:srgbClr val="D700FF"/>
          </a:solidFill>
          <a:ln xmlns:a="http://schemas.openxmlformats.org/drawingml/2006/main" w="3334">
            <a:solidFill>
              <a:srgbClr val="D700FF"/>
            </a:solidFill>
          </a:ln>
        </p:spPr>
      </p:sp>
      <p:sp>
        <p:nvSpPr>
          <p:cNvPr id="307" name="path-303">
            <a:extLst xmlns:a="http://schemas.openxmlformats.org/drawingml/2006/main">
              <a:ext uri="{FF2B5EF4-FFF2-40B4-BE49-F238E27FC236}">
                <a16:creationId xmlns:a16="http://schemas.microsoft.com/office/drawing/2014/main" id="{D5032C9A-441C-4DE2-87DB-71CD56B1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987" y="4718993"/>
            <a:ext cx="205238" cy="567382"/>
          </a:xfrm>
          <a:custGeom xmlns:a="http://schemas.openxmlformats.org/drawingml/2006/main">
            <a:pathLst>
              <a:path w="205238" h="567382">
                <a:moveTo>
                  <a:pt x="205238" y="567382"/>
                </a:moveTo>
                <a:lnTo>
                  <a:pt x="0" y="3496"/>
                </a:lnTo>
                <a:lnTo>
                  <a:pt x="3284" y="2312"/>
                </a:lnTo>
                <a:lnTo>
                  <a:pt x="6575" y="1146"/>
                </a:lnTo>
                <a:lnTo>
                  <a:pt x="9872" y="0"/>
                </a:lnTo>
                <a:close/>
              </a:path>
            </a:pathLst>
          </a:custGeom>
          <a:solidFill xmlns:a="http://schemas.openxmlformats.org/drawingml/2006/main">
            <a:srgbClr val="D200FF"/>
          </a:solidFill>
          <a:ln xmlns:a="http://schemas.openxmlformats.org/drawingml/2006/main" w="3334">
            <a:solidFill>
              <a:srgbClr val="D200FF"/>
            </a:solidFill>
          </a:ln>
        </p:spPr>
      </p:sp>
      <p:sp>
        <p:nvSpPr>
          <p:cNvPr id="308" name="path-304">
            <a:extLst xmlns:a="http://schemas.openxmlformats.org/drawingml/2006/main">
              <a:ext uri="{FF2B5EF4-FFF2-40B4-BE49-F238E27FC236}">
                <a16:creationId xmlns:a16="http://schemas.microsoft.com/office/drawing/2014/main" id="{AE8D42FF-E110-4B18-9094-6DC74C03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860" y="4715670"/>
            <a:ext cx="195365" cy="570705"/>
          </a:xfrm>
          <a:custGeom xmlns:a="http://schemas.openxmlformats.org/drawingml/2006/main">
            <a:pathLst>
              <a:path w="195365" h="570705">
                <a:moveTo>
                  <a:pt x="195365" y="570705"/>
                </a:moveTo>
                <a:lnTo>
                  <a:pt x="0" y="3323"/>
                </a:lnTo>
                <a:lnTo>
                  <a:pt x="3304" y="2196"/>
                </a:lnTo>
                <a:lnTo>
                  <a:pt x="6615" y="1088"/>
                </a:lnTo>
                <a:lnTo>
                  <a:pt x="9932" y="0"/>
                </a:lnTo>
                <a:close/>
              </a:path>
            </a:pathLst>
          </a:custGeom>
          <a:solidFill xmlns:a="http://schemas.openxmlformats.org/drawingml/2006/main">
            <a:srgbClr val="CE00FF"/>
          </a:solidFill>
          <a:ln xmlns:a="http://schemas.openxmlformats.org/drawingml/2006/main" w="3334">
            <a:solidFill>
              <a:srgbClr val="CE00FF"/>
            </a:solidFill>
          </a:ln>
        </p:spPr>
      </p:sp>
      <p:sp>
        <p:nvSpPr>
          <p:cNvPr id="309" name="path-305">
            <a:extLst xmlns:a="http://schemas.openxmlformats.org/drawingml/2006/main">
              <a:ext uri="{FF2B5EF4-FFF2-40B4-BE49-F238E27FC236}">
                <a16:creationId xmlns:a16="http://schemas.microsoft.com/office/drawing/2014/main" id="{A48F88F3-1107-4C6E-82DD-0F300803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792" y="4712520"/>
            <a:ext cx="185433" cy="573855"/>
          </a:xfrm>
          <a:custGeom xmlns:a="http://schemas.openxmlformats.org/drawingml/2006/main">
            <a:pathLst>
              <a:path w="185433" h="573855">
                <a:moveTo>
                  <a:pt x="185433" y="573855"/>
                </a:moveTo>
                <a:lnTo>
                  <a:pt x="0" y="3149"/>
                </a:lnTo>
                <a:lnTo>
                  <a:pt x="3323" y="2080"/>
                </a:lnTo>
                <a:lnTo>
                  <a:pt x="6653" y="1030"/>
                </a:lnTo>
                <a:lnTo>
                  <a:pt x="9988" y="0"/>
                </a:lnTo>
                <a:close/>
              </a:path>
            </a:pathLst>
          </a:custGeom>
          <a:solidFill xmlns:a="http://schemas.openxmlformats.org/drawingml/2006/main">
            <a:srgbClr val="CA00FF"/>
          </a:solidFill>
          <a:ln xmlns:a="http://schemas.openxmlformats.org/drawingml/2006/main" w="3334">
            <a:solidFill>
              <a:srgbClr val="CA00FF"/>
            </a:solidFill>
          </a:ln>
        </p:spPr>
      </p:sp>
      <p:sp>
        <p:nvSpPr>
          <p:cNvPr id="310" name="path-306">
            <a:extLst xmlns:a="http://schemas.openxmlformats.org/drawingml/2006/main">
              <a:ext uri="{FF2B5EF4-FFF2-40B4-BE49-F238E27FC236}">
                <a16:creationId xmlns:a16="http://schemas.microsoft.com/office/drawing/2014/main" id="{046B9FB1-96F7-4D65-A594-FF1F968D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780" y="4709546"/>
            <a:ext cx="175445" cy="576829"/>
          </a:xfrm>
          <a:custGeom xmlns:a="http://schemas.openxmlformats.org/drawingml/2006/main">
            <a:pathLst>
              <a:path w="175445" h="576829">
                <a:moveTo>
                  <a:pt x="175445" y="576829"/>
                </a:moveTo>
                <a:lnTo>
                  <a:pt x="0" y="2975"/>
                </a:lnTo>
                <a:lnTo>
                  <a:pt x="3342" y="1964"/>
                </a:lnTo>
                <a:lnTo>
                  <a:pt x="6689" y="972"/>
                </a:lnTo>
                <a:lnTo>
                  <a:pt x="10042" y="0"/>
                </a:lnTo>
                <a:close/>
              </a:path>
            </a:pathLst>
          </a:custGeom>
          <a:solidFill xmlns:a="http://schemas.openxmlformats.org/drawingml/2006/main">
            <a:srgbClr val="C600FF"/>
          </a:solidFill>
          <a:ln xmlns:a="http://schemas.openxmlformats.org/drawingml/2006/main" w="3334">
            <a:solidFill>
              <a:srgbClr val="C600FF"/>
            </a:solidFill>
          </a:ln>
        </p:spPr>
      </p:sp>
      <p:sp>
        <p:nvSpPr>
          <p:cNvPr id="311" name="path-307">
            <a:extLst xmlns:a="http://schemas.openxmlformats.org/drawingml/2006/main">
              <a:ext uri="{FF2B5EF4-FFF2-40B4-BE49-F238E27FC236}">
                <a16:creationId xmlns:a16="http://schemas.microsoft.com/office/drawing/2014/main" id="{02FBC641-A587-4164-990E-54BBFD97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822" y="4706747"/>
            <a:ext cx="165403" cy="579628"/>
          </a:xfrm>
          <a:custGeom xmlns:a="http://schemas.openxmlformats.org/drawingml/2006/main">
            <a:pathLst>
              <a:path w="165403" h="579628">
                <a:moveTo>
                  <a:pt x="165403" y="579628"/>
                </a:moveTo>
                <a:lnTo>
                  <a:pt x="0" y="2799"/>
                </a:lnTo>
                <a:lnTo>
                  <a:pt x="3359" y="1846"/>
                </a:lnTo>
                <a:lnTo>
                  <a:pt x="6723" y="913"/>
                </a:lnTo>
                <a:lnTo>
                  <a:pt x="10092" y="0"/>
                </a:lnTo>
                <a:close/>
              </a:path>
            </a:pathLst>
          </a:custGeom>
          <a:solidFill xmlns:a="http://schemas.openxmlformats.org/drawingml/2006/main">
            <a:srgbClr val="C100FF"/>
          </a:solidFill>
          <a:ln xmlns:a="http://schemas.openxmlformats.org/drawingml/2006/main" w="3334">
            <a:solidFill>
              <a:srgbClr val="C100FF"/>
            </a:solidFill>
          </a:ln>
        </p:spPr>
      </p:sp>
      <p:sp>
        <p:nvSpPr>
          <p:cNvPr id="312" name="path-308">
            <a:extLst xmlns:a="http://schemas.openxmlformats.org/drawingml/2006/main">
              <a:ext uri="{FF2B5EF4-FFF2-40B4-BE49-F238E27FC236}">
                <a16:creationId xmlns:a16="http://schemas.microsoft.com/office/drawing/2014/main" id="{73D98738-6DC0-4294-BBD1-B5433658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914" y="4704125"/>
            <a:ext cx="155311" cy="582250"/>
          </a:xfrm>
          <a:custGeom xmlns:a="http://schemas.openxmlformats.org/drawingml/2006/main">
            <a:pathLst>
              <a:path w="155311" h="582250">
                <a:moveTo>
                  <a:pt x="155311" y="582250"/>
                </a:moveTo>
                <a:lnTo>
                  <a:pt x="0" y="2622"/>
                </a:lnTo>
                <a:lnTo>
                  <a:pt x="3375" y="1729"/>
                </a:lnTo>
                <a:lnTo>
                  <a:pt x="6755" y="854"/>
                </a:lnTo>
                <a:lnTo>
                  <a:pt x="10140" y="0"/>
                </a:lnTo>
                <a:close/>
              </a:path>
            </a:pathLst>
          </a:custGeom>
          <a:solidFill xmlns:a="http://schemas.openxmlformats.org/drawingml/2006/main">
            <a:srgbClr val="BD00FF"/>
          </a:solidFill>
          <a:ln xmlns:a="http://schemas.openxmlformats.org/drawingml/2006/main" w="3334">
            <a:solidFill>
              <a:srgbClr val="BD00FF"/>
            </a:solidFill>
          </a:ln>
        </p:spPr>
      </p:sp>
      <p:sp>
        <p:nvSpPr>
          <p:cNvPr id="313" name="path-309">
            <a:extLst xmlns:a="http://schemas.openxmlformats.org/drawingml/2006/main">
              <a:ext uri="{FF2B5EF4-FFF2-40B4-BE49-F238E27FC236}">
                <a16:creationId xmlns:a16="http://schemas.microsoft.com/office/drawing/2014/main" id="{DCF7B1BF-F592-4D73-9F9B-2F16F07C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054" y="4701680"/>
            <a:ext cx="145171" cy="584695"/>
          </a:xfrm>
          <a:custGeom xmlns:a="http://schemas.openxmlformats.org/drawingml/2006/main">
            <a:pathLst>
              <a:path w="145171" h="584695">
                <a:moveTo>
                  <a:pt x="145171" y="584695"/>
                </a:moveTo>
                <a:lnTo>
                  <a:pt x="0" y="2445"/>
                </a:lnTo>
                <a:lnTo>
                  <a:pt x="3390" y="1610"/>
                </a:lnTo>
                <a:lnTo>
                  <a:pt x="6784" y="795"/>
                </a:lnTo>
                <a:lnTo>
                  <a:pt x="10184" y="0"/>
                </a:lnTo>
                <a:close/>
              </a:path>
            </a:pathLst>
          </a:custGeom>
          <a:solidFill xmlns:a="http://schemas.openxmlformats.org/drawingml/2006/main">
            <a:srgbClr val="B900FF"/>
          </a:solidFill>
          <a:ln xmlns:a="http://schemas.openxmlformats.org/drawingml/2006/main" w="3334">
            <a:solidFill>
              <a:srgbClr val="B900FF"/>
            </a:solidFill>
          </a:ln>
        </p:spPr>
      </p:sp>
      <p:sp>
        <p:nvSpPr>
          <p:cNvPr id="314" name="path-310">
            <a:extLst xmlns:a="http://schemas.openxmlformats.org/drawingml/2006/main">
              <a:ext uri="{FF2B5EF4-FFF2-40B4-BE49-F238E27FC236}">
                <a16:creationId xmlns:a16="http://schemas.microsoft.com/office/drawing/2014/main" id="{49AB329D-F266-472E-9A6B-1C96572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237" y="4699413"/>
            <a:ext cx="134988" cy="586962"/>
          </a:xfrm>
          <a:custGeom xmlns:a="http://schemas.openxmlformats.org/drawingml/2006/main">
            <a:pathLst>
              <a:path w="134988" h="586962">
                <a:moveTo>
                  <a:pt x="134988" y="586962"/>
                </a:moveTo>
                <a:lnTo>
                  <a:pt x="0" y="2267"/>
                </a:lnTo>
                <a:lnTo>
                  <a:pt x="3404" y="1491"/>
                </a:lnTo>
                <a:lnTo>
                  <a:pt x="6812" y="736"/>
                </a:lnTo>
                <a:lnTo>
                  <a:pt x="10225" y="0"/>
                </a:lnTo>
                <a:close/>
              </a:path>
            </a:pathLst>
          </a:custGeom>
          <a:solidFill xmlns:a="http://schemas.openxmlformats.org/drawingml/2006/main">
            <a:srgbClr val="B500FF"/>
          </a:solidFill>
          <a:ln xmlns:a="http://schemas.openxmlformats.org/drawingml/2006/main" w="3334">
            <a:solidFill>
              <a:srgbClr val="B500FF"/>
            </a:solidFill>
          </a:ln>
        </p:spPr>
      </p:sp>
      <p:sp>
        <p:nvSpPr>
          <p:cNvPr id="315" name="path-311">
            <a:extLst xmlns:a="http://schemas.openxmlformats.org/drawingml/2006/main">
              <a:ext uri="{FF2B5EF4-FFF2-40B4-BE49-F238E27FC236}">
                <a16:creationId xmlns:a16="http://schemas.microsoft.com/office/drawing/2014/main" id="{662D904E-71EA-4E0B-B52C-97D37109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462" y="4697325"/>
            <a:ext cx="124763" cy="589050"/>
          </a:xfrm>
          <a:custGeom xmlns:a="http://schemas.openxmlformats.org/drawingml/2006/main">
            <a:pathLst>
              <a:path w="124763" h="589050">
                <a:moveTo>
                  <a:pt x="124763" y="589050"/>
                </a:moveTo>
                <a:lnTo>
                  <a:pt x="0" y="2088"/>
                </a:lnTo>
                <a:lnTo>
                  <a:pt x="3417" y="1372"/>
                </a:lnTo>
                <a:lnTo>
                  <a:pt x="6838" y="676"/>
                </a:lnTo>
                <a:lnTo>
                  <a:pt x="10263" y="0"/>
                </a:lnTo>
                <a:close/>
              </a:path>
            </a:pathLst>
          </a:custGeom>
          <a:solidFill xmlns:a="http://schemas.openxmlformats.org/drawingml/2006/main">
            <a:srgbClr val="B000FF"/>
          </a:solidFill>
          <a:ln xmlns:a="http://schemas.openxmlformats.org/drawingml/2006/main" w="3334">
            <a:solidFill>
              <a:srgbClr val="B000FF"/>
            </a:solidFill>
          </a:ln>
        </p:spPr>
      </p:sp>
      <p:sp>
        <p:nvSpPr>
          <p:cNvPr id="316" name="path-312">
            <a:extLst xmlns:a="http://schemas.openxmlformats.org/drawingml/2006/main">
              <a:ext uri="{FF2B5EF4-FFF2-40B4-BE49-F238E27FC236}">
                <a16:creationId xmlns:a16="http://schemas.microsoft.com/office/drawing/2014/main" id="{BDD08292-642E-4DDB-9B35-9E7E7C01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25" y="4695416"/>
            <a:ext cx="114500" cy="590959"/>
          </a:xfrm>
          <a:custGeom xmlns:a="http://schemas.openxmlformats.org/drawingml/2006/main">
            <a:pathLst>
              <a:path w="114500" h="590959">
                <a:moveTo>
                  <a:pt x="114500" y="590959"/>
                </a:moveTo>
                <a:lnTo>
                  <a:pt x="0" y="1909"/>
                </a:lnTo>
                <a:lnTo>
                  <a:pt x="3429" y="1252"/>
                </a:lnTo>
                <a:lnTo>
                  <a:pt x="6862" y="616"/>
                </a:lnTo>
                <a:lnTo>
                  <a:pt x="10298" y="0"/>
                </a:lnTo>
                <a:close/>
              </a:path>
            </a:pathLst>
          </a:custGeom>
          <a:solidFill xmlns:a="http://schemas.openxmlformats.org/drawingml/2006/main">
            <a:srgbClr val="AC00FF"/>
          </a:solidFill>
          <a:ln xmlns:a="http://schemas.openxmlformats.org/drawingml/2006/main" w="3334">
            <a:solidFill>
              <a:srgbClr val="AC00FF"/>
            </a:solidFill>
          </a:ln>
        </p:spPr>
      </p:sp>
      <p:sp>
        <p:nvSpPr>
          <p:cNvPr id="317" name="path-313">
            <a:extLst xmlns:a="http://schemas.openxmlformats.org/drawingml/2006/main">
              <a:ext uri="{FF2B5EF4-FFF2-40B4-BE49-F238E27FC236}">
                <a16:creationId xmlns:a16="http://schemas.microsoft.com/office/drawing/2014/main" id="{82C8CCB5-B2BD-4DB7-BF6A-93E1287F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023" y="4693688"/>
            <a:ext cx="104202" cy="592687"/>
          </a:xfrm>
          <a:custGeom xmlns:a="http://schemas.openxmlformats.org/drawingml/2006/main">
            <a:pathLst>
              <a:path w="104202" h="592687">
                <a:moveTo>
                  <a:pt x="104202" y="592687"/>
                </a:moveTo>
                <a:lnTo>
                  <a:pt x="0" y="1729"/>
                </a:lnTo>
                <a:lnTo>
                  <a:pt x="3440" y="1132"/>
                </a:lnTo>
                <a:lnTo>
                  <a:pt x="6883" y="556"/>
                </a:lnTo>
                <a:lnTo>
                  <a:pt x="10330" y="0"/>
                </a:lnTo>
                <a:close/>
              </a:path>
            </a:pathLst>
          </a:custGeom>
          <a:solidFill xmlns:a="http://schemas.openxmlformats.org/drawingml/2006/main">
            <a:srgbClr val="A800FF"/>
          </a:solidFill>
          <a:ln xmlns:a="http://schemas.openxmlformats.org/drawingml/2006/main" w="3334">
            <a:solidFill>
              <a:srgbClr val="A800FF"/>
            </a:solidFill>
          </a:ln>
        </p:spPr>
      </p:sp>
      <p:sp>
        <p:nvSpPr>
          <p:cNvPr id="318" name="path-314">
            <a:extLst xmlns:a="http://schemas.openxmlformats.org/drawingml/2006/main">
              <a:ext uri="{FF2B5EF4-FFF2-40B4-BE49-F238E27FC236}">
                <a16:creationId xmlns:a16="http://schemas.microsoft.com/office/drawing/2014/main" id="{C6BB380E-A497-48D7-910F-4B92330E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353" y="4692140"/>
            <a:ext cx="93872" cy="594235"/>
          </a:xfrm>
          <a:custGeom xmlns:a="http://schemas.openxmlformats.org/drawingml/2006/main">
            <a:pathLst>
              <a:path w="93872" h="594235">
                <a:moveTo>
                  <a:pt x="93872" y="594235"/>
                </a:moveTo>
                <a:lnTo>
                  <a:pt x="0" y="1548"/>
                </a:lnTo>
                <a:lnTo>
                  <a:pt x="3450" y="1012"/>
                </a:lnTo>
                <a:lnTo>
                  <a:pt x="6902" y="496"/>
                </a:lnTo>
                <a:lnTo>
                  <a:pt x="10358" y="0"/>
                </a:lnTo>
                <a:close/>
              </a:path>
            </a:pathLst>
          </a:custGeom>
          <a:solidFill xmlns:a="http://schemas.openxmlformats.org/drawingml/2006/main">
            <a:srgbClr val="A400FF"/>
          </a:solidFill>
          <a:ln xmlns:a="http://schemas.openxmlformats.org/drawingml/2006/main" w="3334">
            <a:solidFill>
              <a:srgbClr val="A400FF"/>
            </a:solidFill>
          </a:ln>
        </p:spPr>
      </p:sp>
      <p:sp>
        <p:nvSpPr>
          <p:cNvPr id="319" name="path-315">
            <a:extLst xmlns:a="http://schemas.openxmlformats.org/drawingml/2006/main">
              <a:ext uri="{FF2B5EF4-FFF2-40B4-BE49-F238E27FC236}">
                <a16:creationId xmlns:a16="http://schemas.microsoft.com/office/drawing/2014/main" id="{93D6CD8D-6D7F-4CF3-909F-660DB6B3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11" y="4690773"/>
            <a:ext cx="83514" cy="595602"/>
          </a:xfrm>
          <a:custGeom xmlns:a="http://schemas.openxmlformats.org/drawingml/2006/main">
            <a:pathLst>
              <a:path w="83514" h="595602">
                <a:moveTo>
                  <a:pt x="83514" y="595602"/>
                </a:moveTo>
                <a:lnTo>
                  <a:pt x="0" y="1367"/>
                </a:lnTo>
                <a:lnTo>
                  <a:pt x="3459" y="891"/>
                </a:lnTo>
                <a:lnTo>
                  <a:pt x="6920" y="436"/>
                </a:lnTo>
                <a:lnTo>
                  <a:pt x="10384" y="0"/>
                </a:lnTo>
                <a:close/>
              </a:path>
            </a:pathLst>
          </a:custGeom>
          <a:solidFill xmlns:a="http://schemas.openxmlformats.org/drawingml/2006/main">
            <a:srgbClr val="9F00FF"/>
          </a:solidFill>
          <a:ln xmlns:a="http://schemas.openxmlformats.org/drawingml/2006/main" w="3334">
            <a:solidFill>
              <a:srgbClr val="9F00FF"/>
            </a:solidFill>
          </a:ln>
        </p:spPr>
      </p:sp>
      <p:sp>
        <p:nvSpPr>
          <p:cNvPr id="320" name="path-316">
            <a:extLst xmlns:a="http://schemas.openxmlformats.org/drawingml/2006/main">
              <a:ext uri="{FF2B5EF4-FFF2-40B4-BE49-F238E27FC236}">
                <a16:creationId xmlns:a16="http://schemas.microsoft.com/office/drawing/2014/main" id="{6F2C1930-F437-43FB-827A-4C615483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094" y="4689587"/>
            <a:ext cx="73131" cy="596788"/>
          </a:xfrm>
          <a:custGeom xmlns:a="http://schemas.openxmlformats.org/drawingml/2006/main">
            <a:pathLst>
              <a:path w="73131" h="596788">
                <a:moveTo>
                  <a:pt x="73131" y="596788"/>
                </a:moveTo>
                <a:lnTo>
                  <a:pt x="0" y="1186"/>
                </a:lnTo>
                <a:lnTo>
                  <a:pt x="3466" y="770"/>
                </a:lnTo>
                <a:lnTo>
                  <a:pt x="6935" y="375"/>
                </a:lnTo>
                <a:lnTo>
                  <a:pt x="10406" y="0"/>
                </a:lnTo>
                <a:close/>
              </a:path>
            </a:pathLst>
          </a:custGeom>
          <a:solidFill xmlns:a="http://schemas.openxmlformats.org/drawingml/2006/main">
            <a:srgbClr val="9B00FF"/>
          </a:solidFill>
          <a:ln xmlns:a="http://schemas.openxmlformats.org/drawingml/2006/main" w="3334">
            <a:solidFill>
              <a:srgbClr val="9B00FF"/>
            </a:solidFill>
          </a:ln>
        </p:spPr>
      </p:sp>
      <p:sp>
        <p:nvSpPr>
          <p:cNvPr id="321" name="path-317">
            <a:extLst xmlns:a="http://schemas.openxmlformats.org/drawingml/2006/main">
              <a:ext uri="{FF2B5EF4-FFF2-40B4-BE49-F238E27FC236}">
                <a16:creationId xmlns:a16="http://schemas.microsoft.com/office/drawing/2014/main" id="{6B51668C-30DB-4C64-92A1-EECAC6C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500" y="4688583"/>
            <a:ext cx="62725" cy="597792"/>
          </a:xfrm>
          <a:custGeom xmlns:a="http://schemas.openxmlformats.org/drawingml/2006/main">
            <a:pathLst>
              <a:path w="62725" h="597792">
                <a:moveTo>
                  <a:pt x="62725" y="597792"/>
                </a:moveTo>
                <a:lnTo>
                  <a:pt x="0" y="1004"/>
                </a:lnTo>
                <a:lnTo>
                  <a:pt x="3473" y="649"/>
                </a:lnTo>
                <a:lnTo>
                  <a:pt x="6948" y="314"/>
                </a:lnTo>
                <a:lnTo>
                  <a:pt x="10425" y="0"/>
                </a:lnTo>
                <a:close/>
              </a:path>
            </a:pathLst>
          </a:custGeom>
          <a:solidFill xmlns:a="http://schemas.openxmlformats.org/drawingml/2006/main">
            <a:srgbClr val="9700FF"/>
          </a:solidFill>
          <a:ln xmlns:a="http://schemas.openxmlformats.org/drawingml/2006/main" w="3334">
            <a:solidFill>
              <a:srgbClr val="9700FF"/>
            </a:solidFill>
          </a:ln>
        </p:spPr>
      </p:sp>
      <p:sp>
        <p:nvSpPr>
          <p:cNvPr id="322" name="path-318">
            <a:extLst xmlns:a="http://schemas.openxmlformats.org/drawingml/2006/main">
              <a:ext uri="{FF2B5EF4-FFF2-40B4-BE49-F238E27FC236}">
                <a16:creationId xmlns:a16="http://schemas.microsoft.com/office/drawing/2014/main" id="{6DD3C346-6C0E-468B-A49D-F5684F4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925" y="4687762"/>
            <a:ext cx="52300" cy="598613"/>
          </a:xfrm>
          <a:custGeom xmlns:a="http://schemas.openxmlformats.org/drawingml/2006/main">
            <a:pathLst>
              <a:path w="52300" h="598613">
                <a:moveTo>
                  <a:pt x="52300" y="598613"/>
                </a:moveTo>
                <a:lnTo>
                  <a:pt x="0" y="822"/>
                </a:lnTo>
                <a:lnTo>
                  <a:pt x="3479" y="528"/>
                </a:lnTo>
                <a:lnTo>
                  <a:pt x="6959" y="254"/>
                </a:lnTo>
                <a:lnTo>
                  <a:pt x="10441" y="0"/>
                </a:lnTo>
                <a:close/>
              </a:path>
            </a:pathLst>
          </a:custGeom>
          <a:solidFill xmlns:a="http://schemas.openxmlformats.org/drawingml/2006/main">
            <a:srgbClr val="9300FF"/>
          </a:solidFill>
          <a:ln xmlns:a="http://schemas.openxmlformats.org/drawingml/2006/main" w="3334">
            <a:solidFill>
              <a:srgbClr val="9300FF"/>
            </a:solidFill>
          </a:ln>
        </p:spPr>
      </p:sp>
      <p:sp>
        <p:nvSpPr>
          <p:cNvPr id="323" name="path-319">
            <a:extLst xmlns:a="http://schemas.openxmlformats.org/drawingml/2006/main">
              <a:ext uri="{FF2B5EF4-FFF2-40B4-BE49-F238E27FC236}">
                <a16:creationId xmlns:a16="http://schemas.microsoft.com/office/drawing/2014/main" id="{BAA07AD7-285C-4C14-B452-53B1FCD4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66" y="4687122"/>
            <a:ext cx="41859" cy="599253"/>
          </a:xfrm>
          <a:custGeom xmlns:a="http://schemas.openxmlformats.org/drawingml/2006/main">
            <a:pathLst>
              <a:path w="41859" h="599253">
                <a:moveTo>
                  <a:pt x="41859" y="599253"/>
                </a:moveTo>
                <a:lnTo>
                  <a:pt x="0" y="639"/>
                </a:lnTo>
                <a:lnTo>
                  <a:pt x="3483" y="406"/>
                </a:lnTo>
                <a:lnTo>
                  <a:pt x="6968" y="193"/>
                </a:lnTo>
                <a:lnTo>
                  <a:pt x="10454" y="0"/>
                </a:lnTo>
                <a:close/>
              </a:path>
            </a:pathLst>
          </a:custGeom>
          <a:solidFill xmlns:a="http://schemas.openxmlformats.org/drawingml/2006/main">
            <a:srgbClr val="8E00FF"/>
          </a:solidFill>
          <a:ln xmlns:a="http://schemas.openxmlformats.org/drawingml/2006/main" w="3334">
            <a:solidFill>
              <a:srgbClr val="8E00FF"/>
            </a:solidFill>
          </a:ln>
        </p:spPr>
      </p:sp>
      <p:sp>
        <p:nvSpPr>
          <p:cNvPr id="324" name="path-320">
            <a:extLst xmlns:a="http://schemas.openxmlformats.org/drawingml/2006/main">
              <a:ext uri="{FF2B5EF4-FFF2-40B4-BE49-F238E27FC236}">
                <a16:creationId xmlns:a16="http://schemas.microsoft.com/office/drawing/2014/main" id="{5CBEC338-42E6-4B60-8AD6-C901F760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820" y="4686666"/>
            <a:ext cx="31405" cy="599709"/>
          </a:xfrm>
          <a:custGeom xmlns:a="http://schemas.openxmlformats.org/drawingml/2006/main">
            <a:pathLst>
              <a:path w="31405" h="599709">
                <a:moveTo>
                  <a:pt x="31405" y="599709"/>
                </a:moveTo>
                <a:lnTo>
                  <a:pt x="0" y="457"/>
                </a:lnTo>
                <a:lnTo>
                  <a:pt x="3487" y="284"/>
                </a:lnTo>
                <a:lnTo>
                  <a:pt x="6975" y="132"/>
                </a:lnTo>
                <a:lnTo>
                  <a:pt x="10463" y="0"/>
                </a:lnTo>
                <a:close/>
              </a:path>
            </a:pathLst>
          </a:custGeom>
          <a:solidFill xmlns:a="http://schemas.openxmlformats.org/drawingml/2006/main">
            <a:srgbClr val="8A00FF"/>
          </a:solidFill>
          <a:ln xmlns:a="http://schemas.openxmlformats.org/drawingml/2006/main" w="3334">
            <a:solidFill>
              <a:srgbClr val="8A00FF"/>
            </a:solidFill>
          </a:ln>
        </p:spPr>
      </p:sp>
      <p:sp>
        <p:nvSpPr>
          <p:cNvPr id="325" name="path-321">
            <a:extLst xmlns:a="http://schemas.openxmlformats.org/drawingml/2006/main">
              <a:ext uri="{FF2B5EF4-FFF2-40B4-BE49-F238E27FC236}">
                <a16:creationId xmlns:a16="http://schemas.microsoft.com/office/drawing/2014/main" id="{DB1AE25D-F135-4734-9642-710E4B6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283" y="4686391"/>
            <a:ext cx="20942" cy="599984"/>
          </a:xfrm>
          <a:custGeom xmlns:a="http://schemas.openxmlformats.org/drawingml/2006/main">
            <a:pathLst>
              <a:path w="20942" h="599984">
                <a:moveTo>
                  <a:pt x="20942" y="599984"/>
                </a:moveTo>
                <a:lnTo>
                  <a:pt x="0" y="274"/>
                </a:lnTo>
                <a:lnTo>
                  <a:pt x="3489" y="162"/>
                </a:lnTo>
                <a:lnTo>
                  <a:pt x="6979" y="71"/>
                </a:lnTo>
                <a:lnTo>
                  <a:pt x="10470" y="0"/>
                </a:lnTo>
                <a:close/>
              </a:path>
            </a:pathLst>
          </a:custGeom>
          <a:solidFill xmlns:a="http://schemas.openxmlformats.org/drawingml/2006/main">
            <a:srgbClr val="8600FF"/>
          </a:solidFill>
          <a:ln xmlns:a="http://schemas.openxmlformats.org/drawingml/2006/main" w="3334">
            <a:solidFill>
              <a:srgbClr val="8600FF"/>
            </a:solidFill>
          </a:ln>
        </p:spPr>
      </p:sp>
      <p:sp>
        <p:nvSpPr>
          <p:cNvPr id="326" name="path-322">
            <a:extLst xmlns:a="http://schemas.openxmlformats.org/drawingml/2006/main">
              <a:ext uri="{FF2B5EF4-FFF2-40B4-BE49-F238E27FC236}">
                <a16:creationId xmlns:a16="http://schemas.microsoft.com/office/drawing/2014/main" id="{AA78F9A2-91EB-4BDD-ABAE-45F9CBB8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752" y="4686300"/>
            <a:ext cx="10473" cy="600075"/>
          </a:xfrm>
          <a:custGeom xmlns:a="http://schemas.openxmlformats.org/drawingml/2006/main">
            <a:pathLst>
              <a:path w="10473" h="600075">
                <a:moveTo>
                  <a:pt x="10473" y="600075"/>
                </a:moveTo>
                <a:lnTo>
                  <a:pt x="0" y="91"/>
                </a:lnTo>
                <a:lnTo>
                  <a:pt x="3491" y="41"/>
                </a:lnTo>
                <a:lnTo>
                  <a:pt x="6982" y="10"/>
                </a:lnTo>
                <a:lnTo>
                  <a:pt x="10473" y="0"/>
                </a:lnTo>
                <a:close/>
              </a:path>
            </a:pathLst>
          </a:custGeom>
          <a:solidFill xmlns:a="http://schemas.openxmlformats.org/drawingml/2006/main">
            <a:srgbClr val="8200FF"/>
          </a:solidFill>
          <a:ln xmlns:a="http://schemas.openxmlformats.org/drawingml/2006/main" w="3334">
            <a:solidFill>
              <a:srgbClr val="8200FF"/>
            </a:solidFill>
          </a:ln>
        </p:spPr>
      </p:sp>
      <p:sp>
        <p:nvSpPr>
          <p:cNvPr id="327" name="path-323">
            <a:extLst xmlns:a="http://schemas.openxmlformats.org/drawingml/2006/main">
              <a:ext uri="{FF2B5EF4-FFF2-40B4-BE49-F238E27FC236}">
                <a16:creationId xmlns:a16="http://schemas.microsoft.com/office/drawing/2014/main" id="{CD782699-665D-42C0-B3F3-CFEA1A70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86300"/>
            <a:ext cx="10473" cy="600075"/>
          </a:xfrm>
          <a:custGeom xmlns:a="http://schemas.openxmlformats.org/drawingml/2006/main">
            <a:pathLst>
              <a:path w="10473" h="600075">
                <a:moveTo>
                  <a:pt x="0" y="600075"/>
                </a:moveTo>
                <a:lnTo>
                  <a:pt x="0" y="0"/>
                </a:lnTo>
                <a:lnTo>
                  <a:pt x="3491" y="10"/>
                </a:lnTo>
                <a:lnTo>
                  <a:pt x="6982" y="41"/>
                </a:lnTo>
                <a:lnTo>
                  <a:pt x="10473" y="91"/>
                </a:lnTo>
                <a:close/>
              </a:path>
            </a:pathLst>
          </a:custGeom>
          <a:solidFill xmlns:a="http://schemas.openxmlformats.org/drawingml/2006/main">
            <a:srgbClr val="7D00FF"/>
          </a:solidFill>
          <a:ln xmlns:a="http://schemas.openxmlformats.org/drawingml/2006/main" w="3334">
            <a:solidFill>
              <a:srgbClr val="7D00FF"/>
            </a:solidFill>
          </a:ln>
        </p:spPr>
      </p:sp>
      <p:sp>
        <p:nvSpPr>
          <p:cNvPr id="328" name="path-324">
            <a:extLst xmlns:a="http://schemas.openxmlformats.org/drawingml/2006/main">
              <a:ext uri="{FF2B5EF4-FFF2-40B4-BE49-F238E27FC236}">
                <a16:creationId xmlns:a16="http://schemas.microsoft.com/office/drawing/2014/main" id="{8EB1D20B-9373-4615-8DED-CF355AA8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86391"/>
            <a:ext cx="20942" cy="599984"/>
          </a:xfrm>
          <a:custGeom xmlns:a="http://schemas.openxmlformats.org/drawingml/2006/main">
            <a:pathLst>
              <a:path w="20942" h="599984">
                <a:moveTo>
                  <a:pt x="0" y="599984"/>
                </a:moveTo>
                <a:lnTo>
                  <a:pt x="10473" y="0"/>
                </a:lnTo>
                <a:lnTo>
                  <a:pt x="13963" y="71"/>
                </a:lnTo>
                <a:lnTo>
                  <a:pt x="17453" y="162"/>
                </a:lnTo>
                <a:lnTo>
                  <a:pt x="20942" y="274"/>
                </a:lnTo>
                <a:close/>
              </a:path>
            </a:pathLst>
          </a:custGeom>
          <a:solidFill xmlns:a="http://schemas.openxmlformats.org/drawingml/2006/main">
            <a:srgbClr val="7900FF"/>
          </a:solidFill>
          <a:ln xmlns:a="http://schemas.openxmlformats.org/drawingml/2006/main" w="3334">
            <a:solidFill>
              <a:srgbClr val="7900FF"/>
            </a:solidFill>
          </a:ln>
        </p:spPr>
      </p:sp>
      <p:sp>
        <p:nvSpPr>
          <p:cNvPr id="329" name="path-325">
            <a:extLst xmlns:a="http://schemas.openxmlformats.org/drawingml/2006/main">
              <a:ext uri="{FF2B5EF4-FFF2-40B4-BE49-F238E27FC236}">
                <a16:creationId xmlns:a16="http://schemas.microsoft.com/office/drawing/2014/main" id="{EF511C16-EB55-46C8-BBA5-7F5EC29F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86666"/>
            <a:ext cx="31405" cy="599709"/>
          </a:xfrm>
          <a:custGeom xmlns:a="http://schemas.openxmlformats.org/drawingml/2006/main">
            <a:pathLst>
              <a:path w="31405" h="599709">
                <a:moveTo>
                  <a:pt x="0" y="599709"/>
                </a:moveTo>
                <a:lnTo>
                  <a:pt x="20942" y="0"/>
                </a:lnTo>
                <a:lnTo>
                  <a:pt x="24431" y="132"/>
                </a:lnTo>
                <a:lnTo>
                  <a:pt x="27919" y="284"/>
                </a:lnTo>
                <a:lnTo>
                  <a:pt x="31405" y="457"/>
                </a:lnTo>
                <a:close/>
              </a:path>
            </a:pathLst>
          </a:custGeom>
          <a:solidFill xmlns:a="http://schemas.openxmlformats.org/drawingml/2006/main">
            <a:srgbClr val="7500FF"/>
          </a:solidFill>
          <a:ln xmlns:a="http://schemas.openxmlformats.org/drawingml/2006/main" w="3334">
            <a:solidFill>
              <a:srgbClr val="7500FF"/>
            </a:solidFill>
          </a:ln>
        </p:spPr>
      </p:sp>
      <p:sp>
        <p:nvSpPr>
          <p:cNvPr id="330" name="path-326">
            <a:extLst xmlns:a="http://schemas.openxmlformats.org/drawingml/2006/main">
              <a:ext uri="{FF2B5EF4-FFF2-40B4-BE49-F238E27FC236}">
                <a16:creationId xmlns:a16="http://schemas.microsoft.com/office/drawing/2014/main" id="{84ADCE49-58CF-44B2-9D15-7D36A0B2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87122"/>
            <a:ext cx="41859" cy="599253"/>
          </a:xfrm>
          <a:custGeom xmlns:a="http://schemas.openxmlformats.org/drawingml/2006/main">
            <a:pathLst>
              <a:path w="41859" h="599253">
                <a:moveTo>
                  <a:pt x="0" y="599253"/>
                </a:moveTo>
                <a:lnTo>
                  <a:pt x="31405" y="0"/>
                </a:lnTo>
                <a:lnTo>
                  <a:pt x="34891" y="193"/>
                </a:lnTo>
                <a:lnTo>
                  <a:pt x="38376" y="406"/>
                </a:lnTo>
                <a:lnTo>
                  <a:pt x="41859" y="639"/>
                </a:lnTo>
                <a:close/>
              </a:path>
            </a:pathLst>
          </a:custGeom>
          <a:solidFill xmlns:a="http://schemas.openxmlformats.org/drawingml/2006/main">
            <a:srgbClr val="7100FF"/>
          </a:solidFill>
          <a:ln xmlns:a="http://schemas.openxmlformats.org/drawingml/2006/main" w="3334">
            <a:solidFill>
              <a:srgbClr val="7100FF"/>
            </a:solidFill>
          </a:ln>
        </p:spPr>
      </p:sp>
      <p:sp>
        <p:nvSpPr>
          <p:cNvPr id="331" name="path-327">
            <a:extLst xmlns:a="http://schemas.openxmlformats.org/drawingml/2006/main">
              <a:ext uri="{FF2B5EF4-FFF2-40B4-BE49-F238E27FC236}">
                <a16:creationId xmlns:a16="http://schemas.microsoft.com/office/drawing/2014/main" id="{78200FAC-F541-436E-BABA-38BF502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87762"/>
            <a:ext cx="52300" cy="598613"/>
          </a:xfrm>
          <a:custGeom xmlns:a="http://schemas.openxmlformats.org/drawingml/2006/main">
            <a:pathLst>
              <a:path w="52300" h="598613">
                <a:moveTo>
                  <a:pt x="0" y="598613"/>
                </a:moveTo>
                <a:lnTo>
                  <a:pt x="41859" y="0"/>
                </a:lnTo>
                <a:lnTo>
                  <a:pt x="45341" y="254"/>
                </a:lnTo>
                <a:lnTo>
                  <a:pt x="48821" y="528"/>
                </a:lnTo>
                <a:lnTo>
                  <a:pt x="52300" y="822"/>
                </a:lnTo>
                <a:close/>
              </a:path>
            </a:pathLst>
          </a:custGeom>
          <a:solidFill xmlns:a="http://schemas.openxmlformats.org/drawingml/2006/main">
            <a:srgbClr val="6C00FF"/>
          </a:solidFill>
          <a:ln xmlns:a="http://schemas.openxmlformats.org/drawingml/2006/main" w="3334">
            <a:solidFill>
              <a:srgbClr val="6C00FF"/>
            </a:solidFill>
          </a:ln>
        </p:spPr>
      </p:sp>
      <p:sp>
        <p:nvSpPr>
          <p:cNvPr id="332" name="path-328">
            <a:extLst xmlns:a="http://schemas.openxmlformats.org/drawingml/2006/main">
              <a:ext uri="{FF2B5EF4-FFF2-40B4-BE49-F238E27FC236}">
                <a16:creationId xmlns:a16="http://schemas.microsoft.com/office/drawing/2014/main" id="{4B9AA82D-508E-4455-9A16-F19162B9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88583"/>
            <a:ext cx="62725" cy="597792"/>
          </a:xfrm>
          <a:custGeom xmlns:a="http://schemas.openxmlformats.org/drawingml/2006/main">
            <a:pathLst>
              <a:path w="62725" h="597792">
                <a:moveTo>
                  <a:pt x="0" y="597792"/>
                </a:moveTo>
                <a:lnTo>
                  <a:pt x="52300" y="0"/>
                </a:lnTo>
                <a:lnTo>
                  <a:pt x="55777" y="314"/>
                </a:lnTo>
                <a:lnTo>
                  <a:pt x="59252" y="649"/>
                </a:lnTo>
                <a:lnTo>
                  <a:pt x="62725" y="1004"/>
                </a:lnTo>
                <a:close/>
              </a:path>
            </a:pathLst>
          </a:custGeom>
          <a:solidFill xmlns:a="http://schemas.openxmlformats.org/drawingml/2006/main">
            <a:srgbClr val="6800FF"/>
          </a:solidFill>
          <a:ln xmlns:a="http://schemas.openxmlformats.org/drawingml/2006/main" w="3334">
            <a:solidFill>
              <a:srgbClr val="6800FF"/>
            </a:solidFill>
          </a:ln>
        </p:spPr>
      </p:sp>
      <p:sp>
        <p:nvSpPr>
          <p:cNvPr id="333" name="path-329">
            <a:extLst xmlns:a="http://schemas.openxmlformats.org/drawingml/2006/main">
              <a:ext uri="{FF2B5EF4-FFF2-40B4-BE49-F238E27FC236}">
                <a16:creationId xmlns:a16="http://schemas.microsoft.com/office/drawing/2014/main" id="{510AF9F7-50C4-40DE-8AC2-22B93153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89587"/>
            <a:ext cx="73131" cy="596788"/>
          </a:xfrm>
          <a:custGeom xmlns:a="http://schemas.openxmlformats.org/drawingml/2006/main">
            <a:pathLst>
              <a:path w="73131" h="596788">
                <a:moveTo>
                  <a:pt x="0" y="596788"/>
                </a:moveTo>
                <a:lnTo>
                  <a:pt x="62725" y="0"/>
                </a:lnTo>
                <a:lnTo>
                  <a:pt x="66196" y="375"/>
                </a:lnTo>
                <a:lnTo>
                  <a:pt x="69664" y="770"/>
                </a:lnTo>
                <a:lnTo>
                  <a:pt x="73131" y="1186"/>
                </a:lnTo>
                <a:close/>
              </a:path>
            </a:pathLst>
          </a:custGeom>
          <a:solidFill xmlns:a="http://schemas.openxmlformats.org/drawingml/2006/main">
            <a:srgbClr val="6400FF"/>
          </a:solidFill>
          <a:ln xmlns:a="http://schemas.openxmlformats.org/drawingml/2006/main" w="3334">
            <a:solidFill>
              <a:srgbClr val="6400FF"/>
            </a:solidFill>
          </a:ln>
        </p:spPr>
      </p:sp>
      <p:sp>
        <p:nvSpPr>
          <p:cNvPr id="334" name="path-330">
            <a:extLst xmlns:a="http://schemas.openxmlformats.org/drawingml/2006/main">
              <a:ext uri="{FF2B5EF4-FFF2-40B4-BE49-F238E27FC236}">
                <a16:creationId xmlns:a16="http://schemas.microsoft.com/office/drawing/2014/main" id="{C9C4B6A6-0E88-4802-9992-0BC9453E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90773"/>
            <a:ext cx="83514" cy="595602"/>
          </a:xfrm>
          <a:custGeom xmlns:a="http://schemas.openxmlformats.org/drawingml/2006/main">
            <a:pathLst>
              <a:path w="83514" h="595602">
                <a:moveTo>
                  <a:pt x="0" y="595602"/>
                </a:moveTo>
                <a:lnTo>
                  <a:pt x="73131" y="0"/>
                </a:lnTo>
                <a:lnTo>
                  <a:pt x="76595" y="436"/>
                </a:lnTo>
                <a:lnTo>
                  <a:pt x="80056" y="891"/>
                </a:lnTo>
                <a:lnTo>
                  <a:pt x="83514" y="1367"/>
                </a:lnTo>
                <a:close/>
              </a:path>
            </a:pathLst>
          </a:custGeom>
          <a:solidFill xmlns:a="http://schemas.openxmlformats.org/drawingml/2006/main">
            <a:srgbClr val="6000FF"/>
          </a:solidFill>
          <a:ln xmlns:a="http://schemas.openxmlformats.org/drawingml/2006/main" w="3334">
            <a:solidFill>
              <a:srgbClr val="6000FF"/>
            </a:solidFill>
          </a:ln>
        </p:spPr>
      </p:sp>
      <p:sp>
        <p:nvSpPr>
          <p:cNvPr id="335" name="path-331">
            <a:extLst xmlns:a="http://schemas.openxmlformats.org/drawingml/2006/main">
              <a:ext uri="{FF2B5EF4-FFF2-40B4-BE49-F238E27FC236}">
                <a16:creationId xmlns:a16="http://schemas.microsoft.com/office/drawing/2014/main" id="{B1823600-952A-46A3-AF3D-8E486375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92140"/>
            <a:ext cx="93872" cy="594235"/>
          </a:xfrm>
          <a:custGeom xmlns:a="http://schemas.openxmlformats.org/drawingml/2006/main">
            <a:pathLst>
              <a:path w="93872" h="594235">
                <a:moveTo>
                  <a:pt x="0" y="594235"/>
                </a:moveTo>
                <a:lnTo>
                  <a:pt x="83514" y="0"/>
                </a:lnTo>
                <a:lnTo>
                  <a:pt x="86970" y="496"/>
                </a:lnTo>
                <a:lnTo>
                  <a:pt x="90423" y="1012"/>
                </a:lnTo>
                <a:lnTo>
                  <a:pt x="93872" y="1548"/>
                </a:lnTo>
                <a:close/>
              </a:path>
            </a:pathLst>
          </a:custGeom>
          <a:solidFill xmlns:a="http://schemas.openxmlformats.org/drawingml/2006/main">
            <a:srgbClr val="5B00FF"/>
          </a:solidFill>
          <a:ln xmlns:a="http://schemas.openxmlformats.org/drawingml/2006/main" w="3334">
            <a:solidFill>
              <a:srgbClr val="5B00FF"/>
            </a:solidFill>
          </a:ln>
        </p:spPr>
      </p:sp>
      <p:sp>
        <p:nvSpPr>
          <p:cNvPr id="336" name="path-332">
            <a:extLst xmlns:a="http://schemas.openxmlformats.org/drawingml/2006/main">
              <a:ext uri="{FF2B5EF4-FFF2-40B4-BE49-F238E27FC236}">
                <a16:creationId xmlns:a16="http://schemas.microsoft.com/office/drawing/2014/main" id="{AA038C5A-2301-4D71-928A-8E9D7FE4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93688"/>
            <a:ext cx="104202" cy="592687"/>
          </a:xfrm>
          <a:custGeom xmlns:a="http://schemas.openxmlformats.org/drawingml/2006/main">
            <a:pathLst>
              <a:path w="104202" h="592687">
                <a:moveTo>
                  <a:pt x="0" y="592687"/>
                </a:moveTo>
                <a:lnTo>
                  <a:pt x="93872" y="0"/>
                </a:lnTo>
                <a:lnTo>
                  <a:pt x="97319" y="556"/>
                </a:lnTo>
                <a:lnTo>
                  <a:pt x="100762" y="1132"/>
                </a:lnTo>
                <a:lnTo>
                  <a:pt x="104202" y="1729"/>
                </a:lnTo>
                <a:close/>
              </a:path>
            </a:pathLst>
          </a:custGeom>
          <a:solidFill xmlns:a="http://schemas.openxmlformats.org/drawingml/2006/main">
            <a:srgbClr val="5700FF"/>
          </a:solidFill>
          <a:ln xmlns:a="http://schemas.openxmlformats.org/drawingml/2006/main" w="3334">
            <a:solidFill>
              <a:srgbClr val="5700FF"/>
            </a:solidFill>
          </a:ln>
        </p:spPr>
      </p:sp>
      <p:sp>
        <p:nvSpPr>
          <p:cNvPr id="337" name="path-333">
            <a:extLst xmlns:a="http://schemas.openxmlformats.org/drawingml/2006/main">
              <a:ext uri="{FF2B5EF4-FFF2-40B4-BE49-F238E27FC236}">
                <a16:creationId xmlns:a16="http://schemas.microsoft.com/office/drawing/2014/main" id="{B5CADA6C-BCA4-4E7F-9F4D-068BBE17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95416"/>
            <a:ext cx="114500" cy="590959"/>
          </a:xfrm>
          <a:custGeom xmlns:a="http://schemas.openxmlformats.org/drawingml/2006/main">
            <a:pathLst>
              <a:path w="114500" h="590959">
                <a:moveTo>
                  <a:pt x="0" y="590959"/>
                </a:moveTo>
                <a:lnTo>
                  <a:pt x="104202" y="0"/>
                </a:lnTo>
                <a:lnTo>
                  <a:pt x="107638" y="616"/>
                </a:lnTo>
                <a:lnTo>
                  <a:pt x="111071" y="1252"/>
                </a:lnTo>
                <a:lnTo>
                  <a:pt x="114500" y="1909"/>
                </a:lnTo>
                <a:close/>
              </a:path>
            </a:pathLst>
          </a:custGeom>
          <a:solidFill xmlns:a="http://schemas.openxmlformats.org/drawingml/2006/main">
            <a:srgbClr val="5300FF"/>
          </a:solidFill>
          <a:ln xmlns:a="http://schemas.openxmlformats.org/drawingml/2006/main" w="3334">
            <a:solidFill>
              <a:srgbClr val="5300FF"/>
            </a:solidFill>
          </a:ln>
        </p:spPr>
      </p:sp>
      <p:sp>
        <p:nvSpPr>
          <p:cNvPr id="338" name="path-334">
            <a:extLst xmlns:a="http://schemas.openxmlformats.org/drawingml/2006/main">
              <a:ext uri="{FF2B5EF4-FFF2-40B4-BE49-F238E27FC236}">
                <a16:creationId xmlns:a16="http://schemas.microsoft.com/office/drawing/2014/main" id="{25FF5F22-EBA1-40DC-A787-91CF572F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97325"/>
            <a:ext cx="124763" cy="589050"/>
          </a:xfrm>
          <a:custGeom xmlns:a="http://schemas.openxmlformats.org/drawingml/2006/main">
            <a:pathLst>
              <a:path w="124763" h="589050">
                <a:moveTo>
                  <a:pt x="0" y="589050"/>
                </a:moveTo>
                <a:lnTo>
                  <a:pt x="114500" y="0"/>
                </a:lnTo>
                <a:lnTo>
                  <a:pt x="117925" y="676"/>
                </a:lnTo>
                <a:lnTo>
                  <a:pt x="121346" y="1372"/>
                </a:lnTo>
                <a:lnTo>
                  <a:pt x="124763" y="2088"/>
                </a:lnTo>
                <a:close/>
              </a:path>
            </a:pathLst>
          </a:custGeom>
          <a:solidFill xmlns:a="http://schemas.openxmlformats.org/drawingml/2006/main">
            <a:srgbClr val="4F00FF"/>
          </a:solidFill>
          <a:ln xmlns:a="http://schemas.openxmlformats.org/drawingml/2006/main" w="3334">
            <a:solidFill>
              <a:srgbClr val="4F00FF"/>
            </a:solidFill>
          </a:ln>
        </p:spPr>
      </p:sp>
      <p:sp>
        <p:nvSpPr>
          <p:cNvPr id="339" name="path-335">
            <a:extLst xmlns:a="http://schemas.openxmlformats.org/drawingml/2006/main">
              <a:ext uri="{FF2B5EF4-FFF2-40B4-BE49-F238E27FC236}">
                <a16:creationId xmlns:a16="http://schemas.microsoft.com/office/drawing/2014/main" id="{B222CACA-6922-4794-974B-21452BAE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99413"/>
            <a:ext cx="134988" cy="586962"/>
          </a:xfrm>
          <a:custGeom xmlns:a="http://schemas.openxmlformats.org/drawingml/2006/main">
            <a:pathLst>
              <a:path w="134988" h="586962">
                <a:moveTo>
                  <a:pt x="0" y="586962"/>
                </a:moveTo>
                <a:lnTo>
                  <a:pt x="124763" y="0"/>
                </a:lnTo>
                <a:lnTo>
                  <a:pt x="128175" y="736"/>
                </a:lnTo>
                <a:lnTo>
                  <a:pt x="131584" y="1491"/>
                </a:lnTo>
                <a:lnTo>
                  <a:pt x="134988" y="2267"/>
                </a:lnTo>
                <a:close/>
              </a:path>
            </a:pathLst>
          </a:custGeom>
          <a:solidFill xmlns:a="http://schemas.openxmlformats.org/drawingml/2006/main">
            <a:srgbClr val="4A00FF"/>
          </a:solidFill>
          <a:ln xmlns:a="http://schemas.openxmlformats.org/drawingml/2006/main" w="3334">
            <a:solidFill>
              <a:srgbClr val="4A00FF"/>
            </a:solidFill>
          </a:ln>
        </p:spPr>
      </p:sp>
      <p:sp>
        <p:nvSpPr>
          <p:cNvPr id="340" name="path-336">
            <a:extLst xmlns:a="http://schemas.openxmlformats.org/drawingml/2006/main">
              <a:ext uri="{FF2B5EF4-FFF2-40B4-BE49-F238E27FC236}">
                <a16:creationId xmlns:a16="http://schemas.microsoft.com/office/drawing/2014/main" id="{3EE224A6-26DF-4008-93B9-074E6DEA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01680"/>
            <a:ext cx="145171" cy="584695"/>
          </a:xfrm>
          <a:custGeom xmlns:a="http://schemas.openxmlformats.org/drawingml/2006/main">
            <a:pathLst>
              <a:path w="145171" h="584695">
                <a:moveTo>
                  <a:pt x="0" y="584695"/>
                </a:moveTo>
                <a:lnTo>
                  <a:pt x="134988" y="0"/>
                </a:lnTo>
                <a:lnTo>
                  <a:pt x="138387" y="795"/>
                </a:lnTo>
                <a:lnTo>
                  <a:pt x="141781" y="1610"/>
                </a:lnTo>
                <a:lnTo>
                  <a:pt x="145171" y="2445"/>
                </a:lnTo>
                <a:close/>
              </a:path>
            </a:pathLst>
          </a:custGeom>
          <a:solidFill xmlns:a="http://schemas.openxmlformats.org/drawingml/2006/main">
            <a:srgbClr val="4600FF"/>
          </a:solidFill>
          <a:ln xmlns:a="http://schemas.openxmlformats.org/drawingml/2006/main" w="3334">
            <a:solidFill>
              <a:srgbClr val="4600FF"/>
            </a:solidFill>
          </a:ln>
        </p:spPr>
      </p:sp>
      <p:sp>
        <p:nvSpPr>
          <p:cNvPr id="341" name="path-337">
            <a:extLst xmlns:a="http://schemas.openxmlformats.org/drawingml/2006/main">
              <a:ext uri="{FF2B5EF4-FFF2-40B4-BE49-F238E27FC236}">
                <a16:creationId xmlns:a16="http://schemas.microsoft.com/office/drawing/2014/main" id="{37184450-6032-4C0B-9D2C-9234FD1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04125"/>
            <a:ext cx="155311" cy="582250"/>
          </a:xfrm>
          <a:custGeom xmlns:a="http://schemas.openxmlformats.org/drawingml/2006/main">
            <a:pathLst>
              <a:path w="155311" h="582250">
                <a:moveTo>
                  <a:pt x="0" y="582250"/>
                </a:moveTo>
                <a:lnTo>
                  <a:pt x="145171" y="0"/>
                </a:lnTo>
                <a:lnTo>
                  <a:pt x="148556" y="854"/>
                </a:lnTo>
                <a:lnTo>
                  <a:pt x="151936" y="1729"/>
                </a:lnTo>
                <a:lnTo>
                  <a:pt x="155311" y="2622"/>
                </a:lnTo>
                <a:close/>
              </a:path>
            </a:pathLst>
          </a:custGeom>
          <a:solidFill xmlns:a="http://schemas.openxmlformats.org/drawingml/2006/main">
            <a:srgbClr val="4200FF"/>
          </a:solidFill>
          <a:ln xmlns:a="http://schemas.openxmlformats.org/drawingml/2006/main" w="3334">
            <a:solidFill>
              <a:srgbClr val="4200FF"/>
            </a:solidFill>
          </a:ln>
        </p:spPr>
      </p:sp>
      <p:sp>
        <p:nvSpPr>
          <p:cNvPr id="342" name="path-338">
            <a:extLst xmlns:a="http://schemas.openxmlformats.org/drawingml/2006/main">
              <a:ext uri="{FF2B5EF4-FFF2-40B4-BE49-F238E27FC236}">
                <a16:creationId xmlns:a16="http://schemas.microsoft.com/office/drawing/2014/main" id="{A2228ED7-E6E0-481C-BC13-0BC6103C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06747"/>
            <a:ext cx="165403" cy="579628"/>
          </a:xfrm>
          <a:custGeom xmlns:a="http://schemas.openxmlformats.org/drawingml/2006/main">
            <a:pathLst>
              <a:path w="165403" h="579628">
                <a:moveTo>
                  <a:pt x="0" y="579628"/>
                </a:moveTo>
                <a:lnTo>
                  <a:pt x="155311" y="0"/>
                </a:lnTo>
                <a:lnTo>
                  <a:pt x="158680" y="913"/>
                </a:lnTo>
                <a:lnTo>
                  <a:pt x="162044" y="1846"/>
                </a:lnTo>
                <a:lnTo>
                  <a:pt x="165403" y="2799"/>
                </a:lnTo>
                <a:close/>
              </a:path>
            </a:pathLst>
          </a:custGeom>
          <a:solidFill xmlns:a="http://schemas.openxmlformats.org/drawingml/2006/main">
            <a:srgbClr val="3E00FF"/>
          </a:solidFill>
          <a:ln xmlns:a="http://schemas.openxmlformats.org/drawingml/2006/main" w="3334">
            <a:solidFill>
              <a:srgbClr val="3E00FF"/>
            </a:solidFill>
          </a:ln>
        </p:spPr>
      </p:sp>
      <p:sp>
        <p:nvSpPr>
          <p:cNvPr id="343" name="path-339">
            <a:extLst xmlns:a="http://schemas.openxmlformats.org/drawingml/2006/main">
              <a:ext uri="{FF2B5EF4-FFF2-40B4-BE49-F238E27FC236}">
                <a16:creationId xmlns:a16="http://schemas.microsoft.com/office/drawing/2014/main" id="{C34D47DE-BF17-433C-B838-755C9805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09546"/>
            <a:ext cx="175445" cy="576829"/>
          </a:xfrm>
          <a:custGeom xmlns:a="http://schemas.openxmlformats.org/drawingml/2006/main">
            <a:pathLst>
              <a:path w="175445" h="576829">
                <a:moveTo>
                  <a:pt x="0" y="576829"/>
                </a:moveTo>
                <a:lnTo>
                  <a:pt x="165403" y="0"/>
                </a:lnTo>
                <a:lnTo>
                  <a:pt x="168756" y="972"/>
                </a:lnTo>
                <a:lnTo>
                  <a:pt x="172103" y="1964"/>
                </a:lnTo>
                <a:lnTo>
                  <a:pt x="175445" y="2975"/>
                </a:lnTo>
                <a:close/>
              </a:path>
            </a:pathLst>
          </a:custGeom>
          <a:solidFill xmlns:a="http://schemas.openxmlformats.org/drawingml/2006/main">
            <a:srgbClr val="3900FF"/>
          </a:solidFill>
          <a:ln xmlns:a="http://schemas.openxmlformats.org/drawingml/2006/main" w="3334">
            <a:solidFill>
              <a:srgbClr val="3900FF"/>
            </a:solidFill>
          </a:ln>
        </p:spPr>
      </p:sp>
      <p:sp>
        <p:nvSpPr>
          <p:cNvPr id="344" name="path-340">
            <a:extLst xmlns:a="http://schemas.openxmlformats.org/drawingml/2006/main">
              <a:ext uri="{FF2B5EF4-FFF2-40B4-BE49-F238E27FC236}">
                <a16:creationId xmlns:a16="http://schemas.microsoft.com/office/drawing/2014/main" id="{377F8ACF-70A9-4E79-BB08-FD3E7CB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12520"/>
            <a:ext cx="185433" cy="573855"/>
          </a:xfrm>
          <a:custGeom xmlns:a="http://schemas.openxmlformats.org/drawingml/2006/main">
            <a:pathLst>
              <a:path w="185433" h="573855">
                <a:moveTo>
                  <a:pt x="0" y="573855"/>
                </a:moveTo>
                <a:lnTo>
                  <a:pt x="175445" y="0"/>
                </a:lnTo>
                <a:lnTo>
                  <a:pt x="178781" y="1030"/>
                </a:lnTo>
                <a:lnTo>
                  <a:pt x="182110" y="2080"/>
                </a:lnTo>
                <a:lnTo>
                  <a:pt x="185433" y="3149"/>
                </a:lnTo>
                <a:close/>
              </a:path>
            </a:pathLst>
          </a:custGeom>
          <a:solidFill xmlns:a="http://schemas.openxmlformats.org/drawingml/2006/main">
            <a:srgbClr val="3500FF"/>
          </a:solidFill>
          <a:ln xmlns:a="http://schemas.openxmlformats.org/drawingml/2006/main" w="3334">
            <a:solidFill>
              <a:srgbClr val="3500FF"/>
            </a:solidFill>
          </a:ln>
        </p:spPr>
      </p:sp>
      <p:sp>
        <p:nvSpPr>
          <p:cNvPr id="345" name="path-341">
            <a:extLst xmlns:a="http://schemas.openxmlformats.org/drawingml/2006/main">
              <a:ext uri="{FF2B5EF4-FFF2-40B4-BE49-F238E27FC236}">
                <a16:creationId xmlns:a16="http://schemas.microsoft.com/office/drawing/2014/main" id="{CA127736-66E5-4D0B-97C5-B25D7ED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15670"/>
            <a:ext cx="195365" cy="570705"/>
          </a:xfrm>
          <a:custGeom xmlns:a="http://schemas.openxmlformats.org/drawingml/2006/main">
            <a:pathLst>
              <a:path w="195365" h="570705">
                <a:moveTo>
                  <a:pt x="0" y="570705"/>
                </a:moveTo>
                <a:lnTo>
                  <a:pt x="185433" y="0"/>
                </a:lnTo>
                <a:lnTo>
                  <a:pt x="188750" y="1088"/>
                </a:lnTo>
                <a:lnTo>
                  <a:pt x="192061" y="2196"/>
                </a:lnTo>
                <a:lnTo>
                  <a:pt x="195365" y="3323"/>
                </a:lnTo>
                <a:close/>
              </a:path>
            </a:pathLst>
          </a:custGeom>
          <a:solidFill xmlns:a="http://schemas.openxmlformats.org/drawingml/2006/main">
            <a:srgbClr val="3100FF"/>
          </a:solidFill>
          <a:ln xmlns:a="http://schemas.openxmlformats.org/drawingml/2006/main" w="3334">
            <a:solidFill>
              <a:srgbClr val="3100FF"/>
            </a:solidFill>
          </a:ln>
        </p:spPr>
      </p:sp>
      <p:sp>
        <p:nvSpPr>
          <p:cNvPr id="346" name="path-342">
            <a:extLst xmlns:a="http://schemas.openxmlformats.org/drawingml/2006/main">
              <a:ext uri="{FF2B5EF4-FFF2-40B4-BE49-F238E27FC236}">
                <a16:creationId xmlns:a16="http://schemas.microsoft.com/office/drawing/2014/main" id="{CE687F96-2C2B-4F7A-B976-5A1F3472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18993"/>
            <a:ext cx="205238" cy="567382"/>
          </a:xfrm>
          <a:custGeom xmlns:a="http://schemas.openxmlformats.org/drawingml/2006/main">
            <a:pathLst>
              <a:path w="205238" h="567382">
                <a:moveTo>
                  <a:pt x="0" y="567382"/>
                </a:moveTo>
                <a:lnTo>
                  <a:pt x="195365" y="0"/>
                </a:lnTo>
                <a:lnTo>
                  <a:pt x="198663" y="1146"/>
                </a:lnTo>
                <a:lnTo>
                  <a:pt x="201954" y="2312"/>
                </a:lnTo>
                <a:lnTo>
                  <a:pt x="205238" y="3496"/>
                </a:lnTo>
                <a:close/>
              </a:path>
            </a:pathLst>
          </a:custGeom>
          <a:solidFill xmlns:a="http://schemas.openxmlformats.org/drawingml/2006/main">
            <a:srgbClr val="2D00FF"/>
          </a:solidFill>
          <a:ln xmlns:a="http://schemas.openxmlformats.org/drawingml/2006/main" w="3334">
            <a:solidFill>
              <a:srgbClr val="2D00FF"/>
            </a:solidFill>
          </a:ln>
        </p:spPr>
      </p:sp>
      <p:sp>
        <p:nvSpPr>
          <p:cNvPr id="347" name="path-343">
            <a:extLst xmlns:a="http://schemas.openxmlformats.org/drawingml/2006/main">
              <a:ext uri="{FF2B5EF4-FFF2-40B4-BE49-F238E27FC236}">
                <a16:creationId xmlns:a16="http://schemas.microsoft.com/office/drawing/2014/main" id="{158B54A5-B802-4480-90BD-6E30FE0B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22489"/>
            <a:ext cx="215048" cy="563886"/>
          </a:xfrm>
          <a:custGeom xmlns:a="http://schemas.openxmlformats.org/drawingml/2006/main">
            <a:pathLst>
              <a:path w="215048" h="563886">
                <a:moveTo>
                  <a:pt x="0" y="563886"/>
                </a:moveTo>
                <a:lnTo>
                  <a:pt x="205238" y="0"/>
                </a:lnTo>
                <a:lnTo>
                  <a:pt x="208515" y="1204"/>
                </a:lnTo>
                <a:lnTo>
                  <a:pt x="211785" y="2426"/>
                </a:lnTo>
                <a:lnTo>
                  <a:pt x="215048" y="3668"/>
                </a:lnTo>
                <a:close/>
              </a:path>
            </a:pathLst>
          </a:custGeom>
          <a:solidFill xmlns:a="http://schemas.openxmlformats.org/drawingml/2006/main">
            <a:srgbClr val="2800FF"/>
          </a:solidFill>
          <a:ln xmlns:a="http://schemas.openxmlformats.org/drawingml/2006/main" w="3334">
            <a:solidFill>
              <a:srgbClr val="2800FF"/>
            </a:solidFill>
          </a:ln>
        </p:spPr>
      </p:sp>
      <p:sp>
        <p:nvSpPr>
          <p:cNvPr id="348" name="path-344">
            <a:extLst xmlns:a="http://schemas.openxmlformats.org/drawingml/2006/main">
              <a:ext uri="{FF2B5EF4-FFF2-40B4-BE49-F238E27FC236}">
                <a16:creationId xmlns:a16="http://schemas.microsoft.com/office/drawing/2014/main" id="{4B8B28A9-5CAF-40AC-9EE5-430040D4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26157"/>
            <a:ext cx="224792" cy="560218"/>
          </a:xfrm>
          <a:custGeom xmlns:a="http://schemas.openxmlformats.org/drawingml/2006/main">
            <a:pathLst>
              <a:path w="224792" h="560218">
                <a:moveTo>
                  <a:pt x="0" y="560218"/>
                </a:moveTo>
                <a:lnTo>
                  <a:pt x="215048" y="0"/>
                </a:lnTo>
                <a:lnTo>
                  <a:pt x="218303" y="1261"/>
                </a:lnTo>
                <a:lnTo>
                  <a:pt x="221551" y="2540"/>
                </a:lnTo>
                <a:lnTo>
                  <a:pt x="224792" y="3838"/>
                </a:lnTo>
                <a:close/>
              </a:path>
            </a:pathLst>
          </a:custGeom>
          <a:solidFill xmlns:a="http://schemas.openxmlformats.org/drawingml/2006/main">
            <a:srgbClr val="2400FF"/>
          </a:solidFill>
          <a:ln xmlns:a="http://schemas.openxmlformats.org/drawingml/2006/main" w="3334">
            <a:solidFill>
              <a:srgbClr val="2400FF"/>
            </a:solidFill>
          </a:ln>
        </p:spPr>
      </p:sp>
      <p:sp>
        <p:nvSpPr>
          <p:cNvPr id="349" name="path-345">
            <a:extLst xmlns:a="http://schemas.openxmlformats.org/drawingml/2006/main">
              <a:ext uri="{FF2B5EF4-FFF2-40B4-BE49-F238E27FC236}">
                <a16:creationId xmlns:a16="http://schemas.microsoft.com/office/drawing/2014/main" id="{11D41A87-1FF7-478E-9F2C-2646015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29995"/>
            <a:ext cx="234468" cy="556380"/>
          </a:xfrm>
          <a:custGeom xmlns:a="http://schemas.openxmlformats.org/drawingml/2006/main">
            <a:pathLst>
              <a:path w="234468" h="556380">
                <a:moveTo>
                  <a:pt x="0" y="556380"/>
                </a:moveTo>
                <a:lnTo>
                  <a:pt x="224792" y="0"/>
                </a:lnTo>
                <a:lnTo>
                  <a:pt x="228025" y="1317"/>
                </a:lnTo>
                <a:lnTo>
                  <a:pt x="231250" y="2653"/>
                </a:lnTo>
                <a:lnTo>
                  <a:pt x="234468" y="4008"/>
                </a:lnTo>
                <a:close/>
              </a:path>
            </a:pathLst>
          </a:custGeom>
          <a:solidFill xmlns:a="http://schemas.openxmlformats.org/drawingml/2006/main">
            <a:srgbClr val="2000FF"/>
          </a:solidFill>
          <a:ln xmlns:a="http://schemas.openxmlformats.org/drawingml/2006/main" w="3334">
            <a:solidFill>
              <a:srgbClr val="2000FF"/>
            </a:solidFill>
          </a:ln>
        </p:spPr>
      </p:sp>
      <p:sp>
        <p:nvSpPr>
          <p:cNvPr id="350" name="path-346">
            <a:extLst xmlns:a="http://schemas.openxmlformats.org/drawingml/2006/main">
              <a:ext uri="{FF2B5EF4-FFF2-40B4-BE49-F238E27FC236}">
                <a16:creationId xmlns:a16="http://schemas.microsoft.com/office/drawing/2014/main" id="{4CB10694-EB95-4B5E-BB37-F9D2EEFA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34003"/>
            <a:ext cx="244072" cy="552372"/>
          </a:xfrm>
          <a:custGeom xmlns:a="http://schemas.openxmlformats.org/drawingml/2006/main">
            <a:pathLst>
              <a:path w="244072" h="552372">
                <a:moveTo>
                  <a:pt x="0" y="552372"/>
                </a:moveTo>
                <a:lnTo>
                  <a:pt x="234468" y="0"/>
                </a:lnTo>
                <a:lnTo>
                  <a:pt x="237678" y="1373"/>
                </a:lnTo>
                <a:lnTo>
                  <a:pt x="240879" y="2765"/>
                </a:lnTo>
                <a:lnTo>
                  <a:pt x="244072" y="4176"/>
                </a:lnTo>
                <a:close/>
              </a:path>
            </a:pathLst>
          </a:custGeom>
          <a:solidFill xmlns:a="http://schemas.openxmlformats.org/drawingml/2006/main">
            <a:srgbClr val="1C00FF"/>
          </a:solidFill>
          <a:ln xmlns:a="http://schemas.openxmlformats.org/drawingml/2006/main" w="3334">
            <a:solidFill>
              <a:srgbClr val="1C00FF"/>
            </a:solidFill>
          </a:ln>
        </p:spPr>
      </p:sp>
      <p:sp>
        <p:nvSpPr>
          <p:cNvPr id="351" name="path-347">
            <a:extLst xmlns:a="http://schemas.openxmlformats.org/drawingml/2006/main">
              <a:ext uri="{FF2B5EF4-FFF2-40B4-BE49-F238E27FC236}">
                <a16:creationId xmlns:a16="http://schemas.microsoft.com/office/drawing/2014/main" id="{A00334EB-A59F-46F3-AEE2-B546240E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38179"/>
            <a:ext cx="253603" cy="548196"/>
          </a:xfrm>
          <a:custGeom xmlns:a="http://schemas.openxmlformats.org/drawingml/2006/main">
            <a:pathLst>
              <a:path w="253603" h="548196">
                <a:moveTo>
                  <a:pt x="0" y="548196"/>
                </a:moveTo>
                <a:lnTo>
                  <a:pt x="244072" y="0"/>
                </a:lnTo>
                <a:lnTo>
                  <a:pt x="247258" y="1429"/>
                </a:lnTo>
                <a:lnTo>
                  <a:pt x="250434" y="2877"/>
                </a:lnTo>
                <a:lnTo>
                  <a:pt x="253603" y="4343"/>
                </a:lnTo>
                <a:close/>
              </a:path>
            </a:pathLst>
          </a:custGeom>
          <a:solidFill xmlns:a="http://schemas.openxmlformats.org/drawingml/2006/main">
            <a:srgbClr val="1700FF"/>
          </a:solidFill>
          <a:ln xmlns:a="http://schemas.openxmlformats.org/drawingml/2006/main" w="3334">
            <a:solidFill>
              <a:srgbClr val="1700FF"/>
            </a:solidFill>
          </a:ln>
        </p:spPr>
      </p:sp>
      <p:sp>
        <p:nvSpPr>
          <p:cNvPr id="352" name="path-348">
            <a:extLst xmlns:a="http://schemas.openxmlformats.org/drawingml/2006/main">
              <a:ext uri="{FF2B5EF4-FFF2-40B4-BE49-F238E27FC236}">
                <a16:creationId xmlns:a16="http://schemas.microsoft.com/office/drawing/2014/main" id="{292DBAB1-23C3-414B-A93B-E0B06844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42522"/>
            <a:ext cx="263056" cy="543853"/>
          </a:xfrm>
          <a:custGeom xmlns:a="http://schemas.openxmlformats.org/drawingml/2006/main">
            <a:pathLst>
              <a:path w="263056" h="543853">
                <a:moveTo>
                  <a:pt x="0" y="543853"/>
                </a:moveTo>
                <a:lnTo>
                  <a:pt x="253603" y="0"/>
                </a:lnTo>
                <a:lnTo>
                  <a:pt x="256762" y="1485"/>
                </a:lnTo>
                <a:lnTo>
                  <a:pt x="259913" y="2988"/>
                </a:lnTo>
                <a:lnTo>
                  <a:pt x="263056" y="4509"/>
                </a:lnTo>
                <a:close/>
              </a:path>
            </a:pathLst>
          </a:custGeom>
          <a:solidFill xmlns:a="http://schemas.openxmlformats.org/drawingml/2006/main">
            <a:srgbClr val="1300FF"/>
          </a:solidFill>
          <a:ln xmlns:a="http://schemas.openxmlformats.org/drawingml/2006/main" w="3334">
            <a:solidFill>
              <a:srgbClr val="1300FF"/>
            </a:solidFill>
          </a:ln>
        </p:spPr>
      </p:sp>
      <p:sp>
        <p:nvSpPr>
          <p:cNvPr id="353" name="path-349">
            <a:extLst xmlns:a="http://schemas.openxmlformats.org/drawingml/2006/main">
              <a:ext uri="{FF2B5EF4-FFF2-40B4-BE49-F238E27FC236}">
                <a16:creationId xmlns:a16="http://schemas.microsoft.com/office/drawing/2014/main" id="{2579A592-E2AA-4A3F-B0CA-8A9AD912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47031"/>
            <a:ext cx="272428" cy="539344"/>
          </a:xfrm>
          <a:custGeom xmlns:a="http://schemas.openxmlformats.org/drawingml/2006/main">
            <a:pathLst>
              <a:path w="272428" h="539344">
                <a:moveTo>
                  <a:pt x="0" y="539344"/>
                </a:moveTo>
                <a:lnTo>
                  <a:pt x="263056" y="0"/>
                </a:lnTo>
                <a:lnTo>
                  <a:pt x="266189" y="1540"/>
                </a:lnTo>
                <a:lnTo>
                  <a:pt x="269313" y="3097"/>
                </a:lnTo>
                <a:lnTo>
                  <a:pt x="272428" y="4673"/>
                </a:lnTo>
                <a:close/>
              </a:path>
            </a:pathLst>
          </a:custGeom>
          <a:solidFill xmlns:a="http://schemas.openxmlformats.org/drawingml/2006/main">
            <a:srgbClr val="0F00FF"/>
          </a:solidFill>
          <a:ln xmlns:a="http://schemas.openxmlformats.org/drawingml/2006/main" w="3334">
            <a:solidFill>
              <a:srgbClr val="0F00FF"/>
            </a:solidFill>
          </a:ln>
        </p:spPr>
      </p:sp>
      <p:sp>
        <p:nvSpPr>
          <p:cNvPr id="354" name="path-350">
            <a:extLst xmlns:a="http://schemas.openxmlformats.org/drawingml/2006/main">
              <a:ext uri="{FF2B5EF4-FFF2-40B4-BE49-F238E27FC236}">
                <a16:creationId xmlns:a16="http://schemas.microsoft.com/office/drawing/2014/main" id="{D39E7E94-931E-42CE-A8E5-A6494E0F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51704"/>
            <a:ext cx="281718" cy="534671"/>
          </a:xfrm>
          <a:custGeom xmlns:a="http://schemas.openxmlformats.org/drawingml/2006/main">
            <a:pathLst>
              <a:path w="281718" h="534671">
                <a:moveTo>
                  <a:pt x="0" y="534671"/>
                </a:moveTo>
                <a:lnTo>
                  <a:pt x="272428" y="0"/>
                </a:lnTo>
                <a:lnTo>
                  <a:pt x="275534" y="1594"/>
                </a:lnTo>
                <a:lnTo>
                  <a:pt x="278631" y="3206"/>
                </a:lnTo>
                <a:lnTo>
                  <a:pt x="281718" y="4836"/>
                </a:lnTo>
                <a:close/>
              </a:path>
            </a:pathLst>
          </a:custGeom>
          <a:solidFill xmlns:a="http://schemas.openxmlformats.org/drawingml/2006/main">
            <a:srgbClr val="0B00FF"/>
          </a:solidFill>
          <a:ln xmlns:a="http://schemas.openxmlformats.org/drawingml/2006/main" w="3334">
            <a:solidFill>
              <a:srgbClr val="0B00FF"/>
            </a:solidFill>
          </a:ln>
        </p:spPr>
      </p:sp>
      <p:sp>
        <p:nvSpPr>
          <p:cNvPr id="355" name="path-351">
            <a:extLst xmlns:a="http://schemas.openxmlformats.org/drawingml/2006/main">
              <a:ext uri="{FF2B5EF4-FFF2-40B4-BE49-F238E27FC236}">
                <a16:creationId xmlns:a16="http://schemas.microsoft.com/office/drawing/2014/main" id="{876B0225-0AB6-4366-B9C0-BA590311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56540"/>
            <a:ext cx="290922" cy="529835"/>
          </a:xfrm>
          <a:custGeom xmlns:a="http://schemas.openxmlformats.org/drawingml/2006/main">
            <a:pathLst>
              <a:path w="290922" h="529835">
                <a:moveTo>
                  <a:pt x="0" y="529835"/>
                </a:moveTo>
                <a:lnTo>
                  <a:pt x="281718" y="0"/>
                </a:lnTo>
                <a:lnTo>
                  <a:pt x="284796" y="1648"/>
                </a:lnTo>
                <a:lnTo>
                  <a:pt x="287864" y="3314"/>
                </a:lnTo>
                <a:lnTo>
                  <a:pt x="290922" y="4997"/>
                </a:lnTo>
                <a:close/>
              </a:path>
            </a:pathLst>
          </a:custGeom>
          <a:solidFill xmlns:a="http://schemas.openxmlformats.org/drawingml/2006/main">
            <a:srgbClr val="0600FF"/>
          </a:solidFill>
          <a:ln xmlns:a="http://schemas.openxmlformats.org/drawingml/2006/main" w="3334">
            <a:solidFill>
              <a:srgbClr val="0600FF"/>
            </a:solidFill>
          </a:ln>
        </p:spPr>
      </p:sp>
      <p:sp>
        <p:nvSpPr>
          <p:cNvPr id="356" name="path-352">
            <a:extLst xmlns:a="http://schemas.openxmlformats.org/drawingml/2006/main">
              <a:ext uri="{FF2B5EF4-FFF2-40B4-BE49-F238E27FC236}">
                <a16:creationId xmlns:a16="http://schemas.microsoft.com/office/drawing/2014/main" id="{3A2C358E-5B74-4956-A3A4-AEC90B2B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61538"/>
            <a:ext cx="300038" cy="524837"/>
          </a:xfrm>
          <a:custGeom xmlns:a="http://schemas.openxmlformats.org/drawingml/2006/main">
            <a:pathLst>
              <a:path w="300038" h="524837">
                <a:moveTo>
                  <a:pt x="0" y="524837"/>
                </a:moveTo>
                <a:lnTo>
                  <a:pt x="290922" y="0"/>
                </a:lnTo>
                <a:lnTo>
                  <a:pt x="293971" y="1701"/>
                </a:lnTo>
                <a:lnTo>
                  <a:pt x="297009" y="3420"/>
                </a:lnTo>
                <a:lnTo>
                  <a:pt x="300038" y="5157"/>
                </a:lnTo>
                <a:close/>
              </a:path>
            </a:pathLst>
          </a:custGeom>
          <a:solidFill xmlns:a="http://schemas.openxmlformats.org/drawingml/2006/main">
            <a:srgbClr val="0200FF"/>
          </a:solidFill>
          <a:ln xmlns:a="http://schemas.openxmlformats.org/drawingml/2006/main" w="3334">
            <a:solidFill>
              <a:srgbClr val="0200FF"/>
            </a:solidFill>
          </a:ln>
        </p:spPr>
      </p:sp>
      <p:sp>
        <p:nvSpPr>
          <p:cNvPr id="357" name="path-353">
            <a:extLst xmlns:a="http://schemas.openxmlformats.org/drawingml/2006/main">
              <a:ext uri="{FF2B5EF4-FFF2-40B4-BE49-F238E27FC236}">
                <a16:creationId xmlns:a16="http://schemas.microsoft.com/office/drawing/2014/main" id="{EF9F2FAD-C2CB-4073-A6CC-3FCFD682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66695"/>
            <a:ext cx="309061" cy="519680"/>
          </a:xfrm>
          <a:custGeom xmlns:a="http://schemas.openxmlformats.org/drawingml/2006/main">
            <a:pathLst>
              <a:path w="309061" h="519680">
                <a:moveTo>
                  <a:pt x="0" y="519680"/>
                </a:moveTo>
                <a:lnTo>
                  <a:pt x="300038" y="0"/>
                </a:lnTo>
                <a:lnTo>
                  <a:pt x="303056" y="1754"/>
                </a:lnTo>
                <a:lnTo>
                  <a:pt x="306064" y="3526"/>
                </a:lnTo>
                <a:lnTo>
                  <a:pt x="309061" y="5316"/>
                </a:lnTo>
                <a:close/>
              </a:path>
            </a:pathLst>
          </a:custGeom>
          <a:solidFill xmlns:a="http://schemas.openxmlformats.org/drawingml/2006/main">
            <a:srgbClr val="0002FF"/>
          </a:solidFill>
          <a:ln xmlns:a="http://schemas.openxmlformats.org/drawingml/2006/main" w="3334">
            <a:solidFill>
              <a:srgbClr val="0002FF"/>
            </a:solidFill>
          </a:ln>
        </p:spPr>
      </p:sp>
      <p:sp>
        <p:nvSpPr>
          <p:cNvPr id="358" name="path-354">
            <a:extLst xmlns:a="http://schemas.openxmlformats.org/drawingml/2006/main">
              <a:ext uri="{FF2B5EF4-FFF2-40B4-BE49-F238E27FC236}">
                <a16:creationId xmlns:a16="http://schemas.microsoft.com/office/drawing/2014/main" id="{6F8D4435-E638-4B80-A471-34BC3CF7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72010"/>
            <a:ext cx="317991" cy="514365"/>
          </a:xfrm>
          <a:custGeom xmlns:a="http://schemas.openxmlformats.org/drawingml/2006/main">
            <a:pathLst>
              <a:path w="317991" h="514365">
                <a:moveTo>
                  <a:pt x="0" y="514365"/>
                </a:moveTo>
                <a:lnTo>
                  <a:pt x="309061" y="0"/>
                </a:lnTo>
                <a:lnTo>
                  <a:pt x="312049" y="1807"/>
                </a:lnTo>
                <a:lnTo>
                  <a:pt x="315025" y="3631"/>
                </a:lnTo>
                <a:lnTo>
                  <a:pt x="317991" y="5472"/>
                </a:lnTo>
                <a:close/>
              </a:path>
            </a:pathLst>
          </a:custGeom>
          <a:solidFill xmlns:a="http://schemas.openxmlformats.org/drawingml/2006/main">
            <a:srgbClr val="0006FF"/>
          </a:solidFill>
          <a:ln xmlns:a="http://schemas.openxmlformats.org/drawingml/2006/main" w="3334">
            <a:solidFill>
              <a:srgbClr val="0006FF"/>
            </a:solidFill>
          </a:ln>
        </p:spPr>
      </p:sp>
      <p:sp>
        <p:nvSpPr>
          <p:cNvPr id="359" name="path-355">
            <a:extLst xmlns:a="http://schemas.openxmlformats.org/drawingml/2006/main">
              <a:ext uri="{FF2B5EF4-FFF2-40B4-BE49-F238E27FC236}">
                <a16:creationId xmlns:a16="http://schemas.microsoft.com/office/drawing/2014/main" id="{9D55099F-62F3-4253-9A13-DA74C97F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77483"/>
            <a:ext cx="326824" cy="508892"/>
          </a:xfrm>
          <a:custGeom xmlns:a="http://schemas.openxmlformats.org/drawingml/2006/main">
            <a:pathLst>
              <a:path w="326824" h="508892">
                <a:moveTo>
                  <a:pt x="0" y="508892"/>
                </a:moveTo>
                <a:lnTo>
                  <a:pt x="317991" y="0"/>
                </a:lnTo>
                <a:lnTo>
                  <a:pt x="320947" y="1859"/>
                </a:lnTo>
                <a:lnTo>
                  <a:pt x="323891" y="3734"/>
                </a:lnTo>
                <a:lnTo>
                  <a:pt x="326824" y="5627"/>
                </a:lnTo>
                <a:close/>
              </a:path>
            </a:pathLst>
          </a:custGeom>
          <a:solidFill xmlns:a="http://schemas.openxmlformats.org/drawingml/2006/main">
            <a:srgbClr val="000BFF"/>
          </a:solidFill>
          <a:ln xmlns:a="http://schemas.openxmlformats.org/drawingml/2006/main" w="3334">
            <a:solidFill>
              <a:srgbClr val="000BFF"/>
            </a:solidFill>
          </a:ln>
        </p:spPr>
      </p:sp>
      <p:sp>
        <p:nvSpPr>
          <p:cNvPr id="360" name="path-356">
            <a:extLst xmlns:a="http://schemas.openxmlformats.org/drawingml/2006/main">
              <a:ext uri="{FF2B5EF4-FFF2-40B4-BE49-F238E27FC236}">
                <a16:creationId xmlns:a16="http://schemas.microsoft.com/office/drawing/2014/main" id="{3583378C-410C-4D87-9B4A-2E03EBD0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83110"/>
            <a:ext cx="335558" cy="503265"/>
          </a:xfrm>
          <a:custGeom xmlns:a="http://schemas.openxmlformats.org/drawingml/2006/main">
            <a:pathLst>
              <a:path w="335558" h="503265">
                <a:moveTo>
                  <a:pt x="0" y="503265"/>
                </a:moveTo>
                <a:lnTo>
                  <a:pt x="326824" y="0"/>
                </a:lnTo>
                <a:lnTo>
                  <a:pt x="329747" y="1910"/>
                </a:lnTo>
                <a:lnTo>
                  <a:pt x="332658" y="3837"/>
                </a:lnTo>
                <a:lnTo>
                  <a:pt x="335558" y="5781"/>
                </a:lnTo>
                <a:close/>
              </a:path>
            </a:pathLst>
          </a:custGeom>
          <a:solidFill xmlns:a="http://schemas.openxmlformats.org/drawingml/2006/main">
            <a:srgbClr val="000FFF"/>
          </a:solidFill>
          <a:ln xmlns:a="http://schemas.openxmlformats.org/drawingml/2006/main" w="3334">
            <a:solidFill>
              <a:srgbClr val="000FFF"/>
            </a:solidFill>
          </a:ln>
        </p:spPr>
      </p:sp>
      <p:sp>
        <p:nvSpPr>
          <p:cNvPr id="361" name="path-357">
            <a:extLst xmlns:a="http://schemas.openxmlformats.org/drawingml/2006/main">
              <a:ext uri="{FF2B5EF4-FFF2-40B4-BE49-F238E27FC236}">
                <a16:creationId xmlns:a16="http://schemas.microsoft.com/office/drawing/2014/main" id="{2E6ABBF6-D6D9-4FB2-A837-6E84A4D5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88890"/>
            <a:ext cx="344189" cy="497485"/>
          </a:xfrm>
          <a:custGeom xmlns:a="http://schemas.openxmlformats.org/drawingml/2006/main">
            <a:pathLst>
              <a:path w="344189" h="497485">
                <a:moveTo>
                  <a:pt x="0" y="497485"/>
                </a:moveTo>
                <a:lnTo>
                  <a:pt x="335558" y="0"/>
                </a:lnTo>
                <a:lnTo>
                  <a:pt x="338446" y="1961"/>
                </a:lnTo>
                <a:lnTo>
                  <a:pt x="341323" y="3938"/>
                </a:lnTo>
                <a:lnTo>
                  <a:pt x="344189" y="5932"/>
                </a:lnTo>
                <a:close/>
              </a:path>
            </a:pathLst>
          </a:custGeom>
          <a:solidFill xmlns:a="http://schemas.openxmlformats.org/drawingml/2006/main">
            <a:srgbClr val="0013FF"/>
          </a:solidFill>
          <a:ln xmlns:a="http://schemas.openxmlformats.org/drawingml/2006/main" w="3334">
            <a:solidFill>
              <a:srgbClr val="0013FF"/>
            </a:solidFill>
          </a:ln>
        </p:spPr>
      </p:sp>
      <p:sp>
        <p:nvSpPr>
          <p:cNvPr id="362" name="path-358">
            <a:extLst xmlns:a="http://schemas.openxmlformats.org/drawingml/2006/main">
              <a:ext uri="{FF2B5EF4-FFF2-40B4-BE49-F238E27FC236}">
                <a16:creationId xmlns:a16="http://schemas.microsoft.com/office/drawing/2014/main" id="{893902CD-8652-47E7-94F7-609199FE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94822"/>
            <a:ext cx="352715" cy="491553"/>
          </a:xfrm>
          <a:custGeom xmlns:a="http://schemas.openxmlformats.org/drawingml/2006/main">
            <a:pathLst>
              <a:path w="352715" h="491553">
                <a:moveTo>
                  <a:pt x="0" y="491553"/>
                </a:moveTo>
                <a:lnTo>
                  <a:pt x="344189" y="0"/>
                </a:lnTo>
                <a:lnTo>
                  <a:pt x="347043" y="2011"/>
                </a:lnTo>
                <a:lnTo>
                  <a:pt x="349885" y="4038"/>
                </a:lnTo>
                <a:lnTo>
                  <a:pt x="352715" y="6082"/>
                </a:ln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3334">
            <a:solidFill>
              <a:srgbClr val="0017FF"/>
            </a:solidFill>
          </a:ln>
        </p:spPr>
      </p:sp>
      <p:sp>
        <p:nvSpPr>
          <p:cNvPr id="363" name="path-359">
            <a:extLst xmlns:a="http://schemas.openxmlformats.org/drawingml/2006/main">
              <a:ext uri="{FF2B5EF4-FFF2-40B4-BE49-F238E27FC236}">
                <a16:creationId xmlns:a16="http://schemas.microsoft.com/office/drawing/2014/main" id="{92FBA41D-12D8-44B6-BA9E-3F2DF6AC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00904"/>
            <a:ext cx="361134" cy="485471"/>
          </a:xfrm>
          <a:custGeom xmlns:a="http://schemas.openxmlformats.org/drawingml/2006/main">
            <a:pathLst>
              <a:path w="361134" h="485471">
                <a:moveTo>
                  <a:pt x="0" y="485471"/>
                </a:moveTo>
                <a:lnTo>
                  <a:pt x="352715" y="0"/>
                </a:lnTo>
                <a:lnTo>
                  <a:pt x="355534" y="2060"/>
                </a:lnTo>
                <a:lnTo>
                  <a:pt x="358340" y="4137"/>
                </a:lnTo>
                <a:lnTo>
                  <a:pt x="361134" y="6230"/>
                </a:lnTo>
                <a:close/>
              </a:path>
            </a:pathLst>
          </a:custGeom>
          <a:solidFill xmlns:a="http://schemas.openxmlformats.org/drawingml/2006/main">
            <a:srgbClr val="001CFF"/>
          </a:solidFill>
          <a:ln xmlns:a="http://schemas.openxmlformats.org/drawingml/2006/main" w="3334">
            <a:solidFill>
              <a:srgbClr val="001CFF"/>
            </a:solidFill>
          </a:ln>
        </p:spPr>
      </p:sp>
      <p:sp>
        <p:nvSpPr>
          <p:cNvPr id="364" name="path-360">
            <a:extLst xmlns:a="http://schemas.openxmlformats.org/drawingml/2006/main">
              <a:ext uri="{FF2B5EF4-FFF2-40B4-BE49-F238E27FC236}">
                <a16:creationId xmlns:a16="http://schemas.microsoft.com/office/drawing/2014/main" id="{8D62727B-E1DA-4B7E-A593-6E5D55DC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07134"/>
            <a:ext cx="369443" cy="479241"/>
          </a:xfrm>
          <a:custGeom xmlns:a="http://schemas.openxmlformats.org/drawingml/2006/main">
            <a:pathLst>
              <a:path w="369443" h="479241">
                <a:moveTo>
                  <a:pt x="0" y="479241"/>
                </a:moveTo>
                <a:lnTo>
                  <a:pt x="361134" y="0"/>
                </a:lnTo>
                <a:lnTo>
                  <a:pt x="363916" y="2109"/>
                </a:lnTo>
                <a:lnTo>
                  <a:pt x="366686" y="4234"/>
                </a:lnTo>
                <a:lnTo>
                  <a:pt x="369443" y="6376"/>
                </a:lnTo>
                <a:close/>
              </a:path>
            </a:pathLst>
          </a:custGeom>
          <a:solidFill xmlns:a="http://schemas.openxmlformats.org/drawingml/2006/main">
            <a:srgbClr val="0020FF"/>
          </a:solidFill>
          <a:ln xmlns:a="http://schemas.openxmlformats.org/drawingml/2006/main" w="3334">
            <a:solidFill>
              <a:srgbClr val="0020FF"/>
            </a:solidFill>
          </a:ln>
        </p:spPr>
      </p:sp>
      <p:sp>
        <p:nvSpPr>
          <p:cNvPr id="365" name="path-361">
            <a:extLst xmlns:a="http://schemas.openxmlformats.org/drawingml/2006/main">
              <a:ext uri="{FF2B5EF4-FFF2-40B4-BE49-F238E27FC236}">
                <a16:creationId xmlns:a16="http://schemas.microsoft.com/office/drawing/2014/main" id="{8EDF69D2-5F23-43B8-887E-307A763F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13509"/>
            <a:ext cx="377639" cy="472866"/>
          </a:xfrm>
          <a:custGeom xmlns:a="http://schemas.openxmlformats.org/drawingml/2006/main">
            <a:pathLst>
              <a:path w="377639" h="472866">
                <a:moveTo>
                  <a:pt x="0" y="472866"/>
                </a:moveTo>
                <a:lnTo>
                  <a:pt x="369443" y="0"/>
                </a:lnTo>
                <a:lnTo>
                  <a:pt x="372188" y="2157"/>
                </a:lnTo>
                <a:lnTo>
                  <a:pt x="374920" y="4331"/>
                </a:lnTo>
                <a:lnTo>
                  <a:pt x="377639" y="6520"/>
                </a:lnTo>
                <a:close/>
              </a:path>
            </a:pathLst>
          </a:custGeom>
          <a:solidFill xmlns:a="http://schemas.openxmlformats.org/drawingml/2006/main">
            <a:srgbClr val="0024FF"/>
          </a:solidFill>
          <a:ln xmlns:a="http://schemas.openxmlformats.org/drawingml/2006/main" w="3334">
            <a:solidFill>
              <a:srgbClr val="0024FF"/>
            </a:solidFill>
          </a:ln>
        </p:spPr>
      </p:sp>
      <p:sp>
        <p:nvSpPr>
          <p:cNvPr id="366" name="path-362">
            <a:extLst xmlns:a="http://schemas.openxmlformats.org/drawingml/2006/main">
              <a:ext uri="{FF2B5EF4-FFF2-40B4-BE49-F238E27FC236}">
                <a16:creationId xmlns:a16="http://schemas.microsoft.com/office/drawing/2014/main" id="{C88BAA52-8543-4055-894C-8D4882A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20029"/>
            <a:ext cx="385721" cy="466346"/>
          </a:xfrm>
          <a:custGeom xmlns:a="http://schemas.openxmlformats.org/drawingml/2006/main">
            <a:pathLst>
              <a:path w="385721" h="466346">
                <a:moveTo>
                  <a:pt x="0" y="466346"/>
                </a:moveTo>
                <a:lnTo>
                  <a:pt x="377639" y="0"/>
                </a:lnTo>
                <a:lnTo>
                  <a:pt x="380346" y="2205"/>
                </a:lnTo>
                <a:lnTo>
                  <a:pt x="383040" y="4426"/>
                </a:lnTo>
                <a:lnTo>
                  <a:pt x="385721" y="6662"/>
                </a:lnTo>
                <a:close/>
              </a:path>
            </a:pathLst>
          </a:custGeom>
          <a:solidFill xmlns:a="http://schemas.openxmlformats.org/drawingml/2006/main">
            <a:srgbClr val="0028FF"/>
          </a:solidFill>
          <a:ln xmlns:a="http://schemas.openxmlformats.org/drawingml/2006/main" w="3334">
            <a:solidFill>
              <a:srgbClr val="0028FF"/>
            </a:solidFill>
          </a:ln>
        </p:spPr>
      </p:sp>
      <p:sp>
        <p:nvSpPr>
          <p:cNvPr id="367" name="path-363">
            <a:extLst xmlns:a="http://schemas.openxmlformats.org/drawingml/2006/main">
              <a:ext uri="{FF2B5EF4-FFF2-40B4-BE49-F238E27FC236}">
                <a16:creationId xmlns:a16="http://schemas.microsoft.com/office/drawing/2014/main" id="{DD7BA1F5-AD88-4CAF-ADDA-BAC803B7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26691"/>
            <a:ext cx="393685" cy="459684"/>
          </a:xfrm>
          <a:custGeom xmlns:a="http://schemas.openxmlformats.org/drawingml/2006/main">
            <a:pathLst>
              <a:path w="393685" h="459684">
                <a:moveTo>
                  <a:pt x="0" y="459684"/>
                </a:moveTo>
                <a:lnTo>
                  <a:pt x="385721" y="0"/>
                </a:lnTo>
                <a:lnTo>
                  <a:pt x="388389" y="2252"/>
                </a:lnTo>
                <a:lnTo>
                  <a:pt x="391043" y="4519"/>
                </a:lnTo>
                <a:lnTo>
                  <a:pt x="393685" y="6802"/>
                </a:lnTo>
                <a:close/>
              </a:path>
            </a:pathLst>
          </a:custGeom>
          <a:solidFill xmlns:a="http://schemas.openxmlformats.org/drawingml/2006/main">
            <a:srgbClr val="002DFF"/>
          </a:solidFill>
          <a:ln xmlns:a="http://schemas.openxmlformats.org/drawingml/2006/main" w="3334">
            <a:solidFill>
              <a:srgbClr val="002DFF"/>
            </a:solidFill>
          </a:ln>
        </p:spPr>
      </p:sp>
      <p:sp>
        <p:nvSpPr>
          <p:cNvPr id="368" name="path-364">
            <a:extLst xmlns:a="http://schemas.openxmlformats.org/drawingml/2006/main">
              <a:ext uri="{FF2B5EF4-FFF2-40B4-BE49-F238E27FC236}">
                <a16:creationId xmlns:a16="http://schemas.microsoft.com/office/drawing/2014/main" id="{9743ED9A-C609-42A8-B724-C5D587EA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33493"/>
            <a:ext cx="401529" cy="452882"/>
          </a:xfrm>
          <a:custGeom xmlns:a="http://schemas.openxmlformats.org/drawingml/2006/main">
            <a:pathLst>
              <a:path w="401529" h="452882">
                <a:moveTo>
                  <a:pt x="0" y="452882"/>
                </a:moveTo>
                <a:lnTo>
                  <a:pt x="393685" y="0"/>
                </a:lnTo>
                <a:lnTo>
                  <a:pt x="396313" y="2298"/>
                </a:lnTo>
                <a:lnTo>
                  <a:pt x="398927" y="4611"/>
                </a:lnTo>
                <a:lnTo>
                  <a:pt x="401529" y="6940"/>
                </a:lnTo>
                <a:close/>
              </a:path>
            </a:pathLst>
          </a:custGeom>
          <a:solidFill xmlns:a="http://schemas.openxmlformats.org/drawingml/2006/main">
            <a:srgbClr val="0031FF"/>
          </a:solidFill>
          <a:ln xmlns:a="http://schemas.openxmlformats.org/drawingml/2006/main" w="3334">
            <a:solidFill>
              <a:srgbClr val="0031FF"/>
            </a:solidFill>
          </a:ln>
        </p:spPr>
      </p:sp>
      <p:sp>
        <p:nvSpPr>
          <p:cNvPr id="369" name="path-365">
            <a:extLst xmlns:a="http://schemas.openxmlformats.org/drawingml/2006/main">
              <a:ext uri="{FF2B5EF4-FFF2-40B4-BE49-F238E27FC236}">
                <a16:creationId xmlns:a16="http://schemas.microsoft.com/office/drawing/2014/main" id="{038701CD-DB34-4700-B7CE-1D7D4B45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40432"/>
            <a:ext cx="409250" cy="445943"/>
          </a:xfrm>
          <a:custGeom xmlns:a="http://schemas.openxmlformats.org/drawingml/2006/main">
            <a:pathLst>
              <a:path w="409250" h="445943">
                <a:moveTo>
                  <a:pt x="0" y="445943"/>
                </a:moveTo>
                <a:lnTo>
                  <a:pt x="401529" y="0"/>
                </a:lnTo>
                <a:lnTo>
                  <a:pt x="404116" y="2344"/>
                </a:lnTo>
                <a:lnTo>
                  <a:pt x="406690" y="4702"/>
                </a:lnTo>
                <a:lnTo>
                  <a:pt x="409250" y="7076"/>
                </a:lnTo>
                <a:close/>
              </a:path>
            </a:pathLst>
          </a:custGeom>
          <a:solidFill xmlns:a="http://schemas.openxmlformats.org/drawingml/2006/main">
            <a:srgbClr val="0035FF"/>
          </a:solidFill>
          <a:ln xmlns:a="http://schemas.openxmlformats.org/drawingml/2006/main" w="3334">
            <a:solidFill>
              <a:srgbClr val="0035FF"/>
            </a:solidFill>
          </a:ln>
        </p:spPr>
      </p:sp>
      <p:sp>
        <p:nvSpPr>
          <p:cNvPr id="370" name="path-366">
            <a:extLst xmlns:a="http://schemas.openxmlformats.org/drawingml/2006/main">
              <a:ext uri="{FF2B5EF4-FFF2-40B4-BE49-F238E27FC236}">
                <a16:creationId xmlns:a16="http://schemas.microsoft.com/office/drawing/2014/main" id="{4E23E8F8-E836-423B-ADA9-0172467B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47508"/>
            <a:ext cx="416847" cy="438867"/>
          </a:xfrm>
          <a:custGeom xmlns:a="http://schemas.openxmlformats.org/drawingml/2006/main">
            <a:pathLst>
              <a:path w="416847" h="438867">
                <a:moveTo>
                  <a:pt x="0" y="438867"/>
                </a:moveTo>
                <a:lnTo>
                  <a:pt x="409250" y="0"/>
                </a:lnTo>
                <a:lnTo>
                  <a:pt x="411796" y="2388"/>
                </a:lnTo>
                <a:lnTo>
                  <a:pt x="414329" y="4791"/>
                </a:lnTo>
                <a:lnTo>
                  <a:pt x="416847" y="7209"/>
                </a:lnTo>
                <a:close/>
              </a:path>
            </a:pathLst>
          </a:custGeom>
          <a:solidFill xmlns:a="http://schemas.openxmlformats.org/drawingml/2006/main">
            <a:srgbClr val="0039FF"/>
          </a:solidFill>
          <a:ln xmlns:a="http://schemas.openxmlformats.org/drawingml/2006/main" w="3334">
            <a:solidFill>
              <a:srgbClr val="0039FF"/>
            </a:solidFill>
          </a:ln>
        </p:spPr>
      </p:sp>
      <p:sp>
        <p:nvSpPr>
          <p:cNvPr id="371" name="path-367">
            <a:extLst xmlns:a="http://schemas.openxmlformats.org/drawingml/2006/main">
              <a:ext uri="{FF2B5EF4-FFF2-40B4-BE49-F238E27FC236}">
                <a16:creationId xmlns:a16="http://schemas.microsoft.com/office/drawing/2014/main" id="{EDDD92AD-7350-42BC-830B-26BBCF8D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54717"/>
            <a:ext cx="424317" cy="431658"/>
          </a:xfrm>
          <a:custGeom xmlns:a="http://schemas.openxmlformats.org/drawingml/2006/main">
            <a:pathLst>
              <a:path w="424317" h="431658">
                <a:moveTo>
                  <a:pt x="0" y="431658"/>
                </a:moveTo>
                <a:lnTo>
                  <a:pt x="416847" y="0"/>
                </a:lnTo>
                <a:lnTo>
                  <a:pt x="419351" y="2432"/>
                </a:lnTo>
                <a:lnTo>
                  <a:pt x="421841" y="4879"/>
                </a:lnTo>
                <a:lnTo>
                  <a:pt x="424317" y="7341"/>
                </a:lnTo>
                <a:close/>
              </a:path>
            </a:pathLst>
          </a:custGeom>
          <a:solidFill xmlns:a="http://schemas.openxmlformats.org/drawingml/2006/main">
            <a:srgbClr val="003EFF"/>
          </a:solidFill>
          <a:ln xmlns:a="http://schemas.openxmlformats.org/drawingml/2006/main" w="3334">
            <a:solidFill>
              <a:srgbClr val="003EFF"/>
            </a:solidFill>
          </a:ln>
        </p:spPr>
      </p:sp>
      <p:sp>
        <p:nvSpPr>
          <p:cNvPr id="372" name="path-368">
            <a:extLst xmlns:a="http://schemas.openxmlformats.org/drawingml/2006/main">
              <a:ext uri="{FF2B5EF4-FFF2-40B4-BE49-F238E27FC236}">
                <a16:creationId xmlns:a16="http://schemas.microsoft.com/office/drawing/2014/main" id="{8032666A-A801-4053-8A96-6188068B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62058"/>
            <a:ext cx="431658" cy="424317"/>
          </a:xfrm>
          <a:custGeom xmlns:a="http://schemas.openxmlformats.org/drawingml/2006/main">
            <a:pathLst>
              <a:path w="431658" h="424317">
                <a:moveTo>
                  <a:pt x="0" y="424317"/>
                </a:moveTo>
                <a:lnTo>
                  <a:pt x="424317" y="0"/>
                </a:lnTo>
                <a:lnTo>
                  <a:pt x="426778" y="2476"/>
                </a:lnTo>
                <a:lnTo>
                  <a:pt x="429225" y="4966"/>
                </a:lnTo>
                <a:lnTo>
                  <a:pt x="431658" y="7470"/>
                </a:lnTo>
                <a:close/>
              </a:path>
            </a:pathLst>
          </a:custGeom>
          <a:solidFill xmlns:a="http://schemas.openxmlformats.org/drawingml/2006/main">
            <a:srgbClr val="0042FF"/>
          </a:solidFill>
          <a:ln xmlns:a="http://schemas.openxmlformats.org/drawingml/2006/main" w="3334">
            <a:solidFill>
              <a:srgbClr val="0042FF"/>
            </a:solidFill>
          </a:ln>
        </p:spPr>
      </p:sp>
      <p:sp>
        <p:nvSpPr>
          <p:cNvPr id="373" name="path-369">
            <a:extLst xmlns:a="http://schemas.openxmlformats.org/drawingml/2006/main">
              <a:ext uri="{FF2B5EF4-FFF2-40B4-BE49-F238E27FC236}">
                <a16:creationId xmlns:a16="http://schemas.microsoft.com/office/drawing/2014/main" id="{9DDE8928-C8D0-407C-A055-043E3982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69528"/>
            <a:ext cx="438867" cy="416847"/>
          </a:xfrm>
          <a:custGeom xmlns:a="http://schemas.openxmlformats.org/drawingml/2006/main">
            <a:pathLst>
              <a:path w="438867" h="416847">
                <a:moveTo>
                  <a:pt x="0" y="416847"/>
                </a:moveTo>
                <a:lnTo>
                  <a:pt x="431658" y="0"/>
                </a:lnTo>
                <a:lnTo>
                  <a:pt x="434076" y="2518"/>
                </a:lnTo>
                <a:lnTo>
                  <a:pt x="436479" y="5051"/>
                </a:lnTo>
                <a:lnTo>
                  <a:pt x="438867" y="7597"/>
                </a:lnTo>
                <a:close/>
              </a:path>
            </a:pathLst>
          </a:custGeom>
          <a:solidFill xmlns:a="http://schemas.openxmlformats.org/drawingml/2006/main">
            <a:srgbClr val="0046FF"/>
          </a:solidFill>
          <a:ln xmlns:a="http://schemas.openxmlformats.org/drawingml/2006/main" w="3334">
            <a:solidFill>
              <a:srgbClr val="0046FF"/>
            </a:solidFill>
          </a:ln>
        </p:spPr>
      </p:sp>
      <p:sp>
        <p:nvSpPr>
          <p:cNvPr id="374" name="path-370">
            <a:extLst xmlns:a="http://schemas.openxmlformats.org/drawingml/2006/main">
              <a:ext uri="{FF2B5EF4-FFF2-40B4-BE49-F238E27FC236}">
                <a16:creationId xmlns:a16="http://schemas.microsoft.com/office/drawing/2014/main" id="{4C04E183-9ADD-4C06-962F-0FFC3498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77125"/>
            <a:ext cx="445943" cy="409250"/>
          </a:xfrm>
          <a:custGeom xmlns:a="http://schemas.openxmlformats.org/drawingml/2006/main">
            <a:pathLst>
              <a:path w="445943" h="409250">
                <a:moveTo>
                  <a:pt x="0" y="409250"/>
                </a:moveTo>
                <a:lnTo>
                  <a:pt x="438867" y="0"/>
                </a:lnTo>
                <a:lnTo>
                  <a:pt x="441241" y="2560"/>
                </a:lnTo>
                <a:lnTo>
                  <a:pt x="443599" y="5134"/>
                </a:lnTo>
                <a:lnTo>
                  <a:pt x="445943" y="7722"/>
                </a:lnTo>
                <a:close/>
              </a:path>
            </a:pathLst>
          </a:custGeom>
          <a:solidFill xmlns:a="http://schemas.openxmlformats.org/drawingml/2006/main">
            <a:srgbClr val="004AFF"/>
          </a:solidFill>
          <a:ln xmlns:a="http://schemas.openxmlformats.org/drawingml/2006/main" w="3334">
            <a:solidFill>
              <a:srgbClr val="004AFF"/>
            </a:solidFill>
          </a:ln>
        </p:spPr>
      </p:sp>
      <p:sp>
        <p:nvSpPr>
          <p:cNvPr id="375" name="path-371">
            <a:extLst xmlns:a="http://schemas.openxmlformats.org/drawingml/2006/main">
              <a:ext uri="{FF2B5EF4-FFF2-40B4-BE49-F238E27FC236}">
                <a16:creationId xmlns:a16="http://schemas.microsoft.com/office/drawing/2014/main" id="{43872FD2-E8FE-4B80-B03F-86B89240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84846"/>
            <a:ext cx="452882" cy="401529"/>
          </a:xfrm>
          <a:custGeom xmlns:a="http://schemas.openxmlformats.org/drawingml/2006/main">
            <a:pathLst>
              <a:path w="452882" h="401529">
                <a:moveTo>
                  <a:pt x="0" y="401529"/>
                </a:moveTo>
                <a:lnTo>
                  <a:pt x="445943" y="0"/>
                </a:lnTo>
                <a:lnTo>
                  <a:pt x="448271" y="2601"/>
                </a:lnTo>
                <a:lnTo>
                  <a:pt x="450584" y="5216"/>
                </a:lnTo>
                <a:lnTo>
                  <a:pt x="452882" y="7844"/>
                </a:lnTo>
                <a:close/>
              </a:path>
            </a:pathLst>
          </a:custGeom>
          <a:solidFill xmlns:a="http://schemas.openxmlformats.org/drawingml/2006/main">
            <a:srgbClr val="004FFF"/>
          </a:solidFill>
          <a:ln xmlns:a="http://schemas.openxmlformats.org/drawingml/2006/main" w="3334">
            <a:solidFill>
              <a:srgbClr val="004FFF"/>
            </a:solidFill>
          </a:ln>
        </p:spPr>
      </p:sp>
      <p:sp>
        <p:nvSpPr>
          <p:cNvPr id="376" name="path-372">
            <a:extLst xmlns:a="http://schemas.openxmlformats.org/drawingml/2006/main">
              <a:ext uri="{FF2B5EF4-FFF2-40B4-BE49-F238E27FC236}">
                <a16:creationId xmlns:a16="http://schemas.microsoft.com/office/drawing/2014/main" id="{51FBA2ED-00B9-44D6-A875-D173AC19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92690"/>
            <a:ext cx="459684" cy="393685"/>
          </a:xfrm>
          <a:custGeom xmlns:a="http://schemas.openxmlformats.org/drawingml/2006/main">
            <a:pathLst>
              <a:path w="459684" h="393685">
                <a:moveTo>
                  <a:pt x="0" y="393685"/>
                </a:moveTo>
                <a:lnTo>
                  <a:pt x="452882" y="0"/>
                </a:lnTo>
                <a:lnTo>
                  <a:pt x="455165" y="2641"/>
                </a:lnTo>
                <a:lnTo>
                  <a:pt x="457432" y="5296"/>
                </a:lnTo>
                <a:lnTo>
                  <a:pt x="459684" y="7964"/>
                </a:lnTo>
                <a:close/>
              </a:path>
            </a:pathLst>
          </a:custGeom>
          <a:solidFill xmlns:a="http://schemas.openxmlformats.org/drawingml/2006/main">
            <a:srgbClr val="0053FF"/>
          </a:solidFill>
          <a:ln xmlns:a="http://schemas.openxmlformats.org/drawingml/2006/main" w="3334">
            <a:solidFill>
              <a:srgbClr val="0053FF"/>
            </a:solidFill>
          </a:ln>
        </p:spPr>
      </p:sp>
      <p:sp>
        <p:nvSpPr>
          <p:cNvPr id="377" name="path-373">
            <a:extLst xmlns:a="http://schemas.openxmlformats.org/drawingml/2006/main">
              <a:ext uri="{FF2B5EF4-FFF2-40B4-BE49-F238E27FC236}">
                <a16:creationId xmlns:a16="http://schemas.microsoft.com/office/drawing/2014/main" id="{71651D21-9127-4AE8-8FE2-7ADC95D9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0654"/>
            <a:ext cx="466346" cy="385721"/>
          </a:xfrm>
          <a:custGeom xmlns:a="http://schemas.openxmlformats.org/drawingml/2006/main">
            <a:pathLst>
              <a:path w="466346" h="385721">
                <a:moveTo>
                  <a:pt x="0" y="385721"/>
                </a:moveTo>
                <a:lnTo>
                  <a:pt x="459684" y="0"/>
                </a:lnTo>
                <a:lnTo>
                  <a:pt x="461920" y="2681"/>
                </a:lnTo>
                <a:lnTo>
                  <a:pt x="464141" y="5375"/>
                </a:lnTo>
                <a:lnTo>
                  <a:pt x="466346" y="8081"/>
                </a:lnTo>
                <a:close/>
              </a:path>
            </a:pathLst>
          </a:custGeom>
          <a:solidFill xmlns:a="http://schemas.openxmlformats.org/drawingml/2006/main">
            <a:srgbClr val="0057FF"/>
          </a:solidFill>
          <a:ln xmlns:a="http://schemas.openxmlformats.org/drawingml/2006/main" w="3334">
            <a:solidFill>
              <a:srgbClr val="0057FF"/>
            </a:solidFill>
          </a:ln>
        </p:spPr>
      </p:sp>
      <p:sp>
        <p:nvSpPr>
          <p:cNvPr id="378" name="path-374">
            <a:extLst xmlns:a="http://schemas.openxmlformats.org/drawingml/2006/main">
              <a:ext uri="{FF2B5EF4-FFF2-40B4-BE49-F238E27FC236}">
                <a16:creationId xmlns:a16="http://schemas.microsoft.com/office/drawing/2014/main" id="{BCB4F67F-ECF3-4F89-8AEA-455C53E2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8736"/>
            <a:ext cx="472866" cy="377639"/>
          </a:xfrm>
          <a:custGeom xmlns:a="http://schemas.openxmlformats.org/drawingml/2006/main">
            <a:pathLst>
              <a:path w="472866" h="377639">
                <a:moveTo>
                  <a:pt x="0" y="377639"/>
                </a:moveTo>
                <a:lnTo>
                  <a:pt x="466346" y="0"/>
                </a:lnTo>
                <a:lnTo>
                  <a:pt x="468535" y="2719"/>
                </a:lnTo>
                <a:lnTo>
                  <a:pt x="470708" y="5452"/>
                </a:lnTo>
                <a:lnTo>
                  <a:pt x="472866" y="8196"/>
                </a:lnTo>
                <a:close/>
              </a:path>
            </a:pathLst>
          </a:custGeom>
          <a:solidFill xmlns:a="http://schemas.openxmlformats.org/drawingml/2006/main">
            <a:srgbClr val="005BFF"/>
          </a:solidFill>
          <a:ln xmlns:a="http://schemas.openxmlformats.org/drawingml/2006/main" w="3334">
            <a:solidFill>
              <a:srgbClr val="005BFF"/>
            </a:solidFill>
          </a:ln>
        </p:spPr>
      </p:sp>
      <p:sp>
        <p:nvSpPr>
          <p:cNvPr id="379" name="path-375">
            <a:extLst xmlns:a="http://schemas.openxmlformats.org/drawingml/2006/main">
              <a:ext uri="{FF2B5EF4-FFF2-40B4-BE49-F238E27FC236}">
                <a16:creationId xmlns:a16="http://schemas.microsoft.com/office/drawing/2014/main" id="{1ABE04A1-92F4-47CF-B410-4BCC3C9E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16932"/>
            <a:ext cx="479241" cy="369443"/>
          </a:xfrm>
          <a:custGeom xmlns:a="http://schemas.openxmlformats.org/drawingml/2006/main">
            <a:pathLst>
              <a:path w="479241" h="369443">
                <a:moveTo>
                  <a:pt x="0" y="369443"/>
                </a:moveTo>
                <a:lnTo>
                  <a:pt x="472866" y="0"/>
                </a:lnTo>
                <a:lnTo>
                  <a:pt x="475007" y="2757"/>
                </a:lnTo>
                <a:lnTo>
                  <a:pt x="477132" y="5527"/>
                </a:lnTo>
                <a:lnTo>
                  <a:pt x="479241" y="8309"/>
                </a:lnTo>
                <a:close/>
              </a:path>
            </a:pathLst>
          </a:custGeom>
          <a:solidFill xmlns:a="http://schemas.openxmlformats.org/drawingml/2006/main">
            <a:srgbClr val="0060FF"/>
          </a:solidFill>
          <a:ln xmlns:a="http://schemas.openxmlformats.org/drawingml/2006/main" w="3334">
            <a:solidFill>
              <a:srgbClr val="0060FF"/>
            </a:solidFill>
          </a:ln>
        </p:spPr>
      </p:sp>
      <p:sp>
        <p:nvSpPr>
          <p:cNvPr id="380" name="path-376">
            <a:extLst xmlns:a="http://schemas.openxmlformats.org/drawingml/2006/main">
              <a:ext uri="{FF2B5EF4-FFF2-40B4-BE49-F238E27FC236}">
                <a16:creationId xmlns:a16="http://schemas.microsoft.com/office/drawing/2014/main" id="{273026AE-D3AA-4DE7-B734-1C22BDE2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25241"/>
            <a:ext cx="485471" cy="361134"/>
          </a:xfrm>
          <a:custGeom xmlns:a="http://schemas.openxmlformats.org/drawingml/2006/main">
            <a:pathLst>
              <a:path w="485471" h="361134">
                <a:moveTo>
                  <a:pt x="0" y="361134"/>
                </a:moveTo>
                <a:lnTo>
                  <a:pt x="479241" y="0"/>
                </a:lnTo>
                <a:lnTo>
                  <a:pt x="481334" y="2794"/>
                </a:lnTo>
                <a:lnTo>
                  <a:pt x="483411" y="5601"/>
                </a:lnTo>
                <a:lnTo>
                  <a:pt x="485471" y="8419"/>
                </a:lnTo>
                <a:close/>
              </a:path>
            </a:pathLst>
          </a:custGeom>
          <a:solidFill xmlns:a="http://schemas.openxmlformats.org/drawingml/2006/main">
            <a:srgbClr val="0064FF"/>
          </a:solidFill>
          <a:ln xmlns:a="http://schemas.openxmlformats.org/drawingml/2006/main" w="3334">
            <a:solidFill>
              <a:srgbClr val="0064FF"/>
            </a:solidFill>
          </a:ln>
        </p:spPr>
      </p:sp>
      <p:sp>
        <p:nvSpPr>
          <p:cNvPr id="381" name="path-377">
            <a:extLst xmlns:a="http://schemas.openxmlformats.org/drawingml/2006/main">
              <a:ext uri="{FF2B5EF4-FFF2-40B4-BE49-F238E27FC236}">
                <a16:creationId xmlns:a16="http://schemas.microsoft.com/office/drawing/2014/main" id="{DABD677D-CAC2-4445-A9D0-91576D2E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33660"/>
            <a:ext cx="491553" cy="352715"/>
          </a:xfrm>
          <a:custGeom xmlns:a="http://schemas.openxmlformats.org/drawingml/2006/main">
            <a:pathLst>
              <a:path w="491553" h="352715">
                <a:moveTo>
                  <a:pt x="0" y="352715"/>
                </a:moveTo>
                <a:lnTo>
                  <a:pt x="485471" y="0"/>
                </a:lnTo>
                <a:lnTo>
                  <a:pt x="487515" y="2830"/>
                </a:lnTo>
                <a:lnTo>
                  <a:pt x="489542" y="5672"/>
                </a:lnTo>
                <a:lnTo>
                  <a:pt x="491553" y="8526"/>
                </a:lnTo>
                <a:close/>
              </a:path>
            </a:pathLst>
          </a:custGeom>
          <a:solidFill xmlns:a="http://schemas.openxmlformats.org/drawingml/2006/main">
            <a:srgbClr val="0068FF"/>
          </a:solidFill>
          <a:ln xmlns:a="http://schemas.openxmlformats.org/drawingml/2006/main" w="3334">
            <a:solidFill>
              <a:srgbClr val="0068FF"/>
            </a:solidFill>
          </a:ln>
        </p:spPr>
      </p:sp>
      <p:sp>
        <p:nvSpPr>
          <p:cNvPr id="382" name="path-378">
            <a:extLst xmlns:a="http://schemas.openxmlformats.org/drawingml/2006/main">
              <a:ext uri="{FF2B5EF4-FFF2-40B4-BE49-F238E27FC236}">
                <a16:creationId xmlns:a16="http://schemas.microsoft.com/office/drawing/2014/main" id="{D1D9E157-8162-4ACC-9BDF-D53B0650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42186"/>
            <a:ext cx="497485" cy="344189"/>
          </a:xfrm>
          <a:custGeom xmlns:a="http://schemas.openxmlformats.org/drawingml/2006/main">
            <a:pathLst>
              <a:path w="497485" h="344189">
                <a:moveTo>
                  <a:pt x="0" y="344189"/>
                </a:moveTo>
                <a:lnTo>
                  <a:pt x="491553" y="0"/>
                </a:lnTo>
                <a:lnTo>
                  <a:pt x="493547" y="2866"/>
                </a:lnTo>
                <a:lnTo>
                  <a:pt x="495524" y="5743"/>
                </a:lnTo>
                <a:lnTo>
                  <a:pt x="497485" y="8631"/>
                </a:lnTo>
                <a:close/>
              </a:path>
            </a:pathLst>
          </a:custGeom>
          <a:solidFill xmlns:a="http://schemas.openxmlformats.org/drawingml/2006/main">
            <a:srgbClr val="006CFF"/>
          </a:solidFill>
          <a:ln xmlns:a="http://schemas.openxmlformats.org/drawingml/2006/main" w="3334">
            <a:solidFill>
              <a:srgbClr val="006CFF"/>
            </a:solidFill>
          </a:ln>
        </p:spPr>
      </p:sp>
      <p:sp>
        <p:nvSpPr>
          <p:cNvPr id="383" name="path-379">
            <a:extLst xmlns:a="http://schemas.openxmlformats.org/drawingml/2006/main">
              <a:ext uri="{FF2B5EF4-FFF2-40B4-BE49-F238E27FC236}">
                <a16:creationId xmlns:a16="http://schemas.microsoft.com/office/drawing/2014/main" id="{8CB378CE-35B2-42E9-A89C-C7258F71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50817"/>
            <a:ext cx="503265" cy="335558"/>
          </a:xfrm>
          <a:custGeom xmlns:a="http://schemas.openxmlformats.org/drawingml/2006/main">
            <a:pathLst>
              <a:path w="503265" h="335558">
                <a:moveTo>
                  <a:pt x="0" y="335558"/>
                </a:moveTo>
                <a:lnTo>
                  <a:pt x="497485" y="0"/>
                </a:lnTo>
                <a:lnTo>
                  <a:pt x="499428" y="2900"/>
                </a:lnTo>
                <a:lnTo>
                  <a:pt x="501355" y="5811"/>
                </a:lnTo>
                <a:lnTo>
                  <a:pt x="503265" y="8733"/>
                </a:lnTo>
                <a:close/>
              </a:path>
            </a:pathLst>
          </a:custGeom>
          <a:solidFill xmlns:a="http://schemas.openxmlformats.org/drawingml/2006/main">
            <a:srgbClr val="0071FF"/>
          </a:solidFill>
          <a:ln xmlns:a="http://schemas.openxmlformats.org/drawingml/2006/main" w="3334">
            <a:solidFill>
              <a:srgbClr val="0071FF"/>
            </a:solidFill>
          </a:ln>
        </p:spPr>
      </p:sp>
      <p:sp>
        <p:nvSpPr>
          <p:cNvPr id="384" name="path-380">
            <a:extLst xmlns:a="http://schemas.openxmlformats.org/drawingml/2006/main">
              <a:ext uri="{FF2B5EF4-FFF2-40B4-BE49-F238E27FC236}">
                <a16:creationId xmlns:a16="http://schemas.microsoft.com/office/drawing/2014/main" id="{E69E1EF8-E681-421B-A27E-08B4DCB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59551"/>
            <a:ext cx="508892" cy="326824"/>
          </a:xfrm>
          <a:custGeom xmlns:a="http://schemas.openxmlformats.org/drawingml/2006/main">
            <a:pathLst>
              <a:path w="508892" h="326824">
                <a:moveTo>
                  <a:pt x="0" y="326824"/>
                </a:moveTo>
                <a:lnTo>
                  <a:pt x="503265" y="0"/>
                </a:lnTo>
                <a:lnTo>
                  <a:pt x="505158" y="2933"/>
                </a:lnTo>
                <a:lnTo>
                  <a:pt x="507034" y="5878"/>
                </a:lnTo>
                <a:lnTo>
                  <a:pt x="508892" y="8833"/>
                </a:lnTo>
                <a:close/>
              </a:path>
            </a:pathLst>
          </a:custGeom>
          <a:solidFill xmlns:a="http://schemas.openxmlformats.org/drawingml/2006/main">
            <a:srgbClr val="0075FF"/>
          </a:solidFill>
          <a:ln xmlns:a="http://schemas.openxmlformats.org/drawingml/2006/main" w="3334">
            <a:solidFill>
              <a:srgbClr val="0075FF"/>
            </a:solidFill>
          </a:ln>
        </p:spPr>
      </p:sp>
      <p:sp>
        <p:nvSpPr>
          <p:cNvPr id="385" name="path-381">
            <a:extLst xmlns:a="http://schemas.openxmlformats.org/drawingml/2006/main">
              <a:ext uri="{FF2B5EF4-FFF2-40B4-BE49-F238E27FC236}">
                <a16:creationId xmlns:a16="http://schemas.microsoft.com/office/drawing/2014/main" id="{BE7233F5-90B1-4658-A5DC-9302030E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68384"/>
            <a:ext cx="514365" cy="317991"/>
          </a:xfrm>
          <a:custGeom xmlns:a="http://schemas.openxmlformats.org/drawingml/2006/main">
            <a:pathLst>
              <a:path w="514365" h="317991">
                <a:moveTo>
                  <a:pt x="0" y="317991"/>
                </a:moveTo>
                <a:lnTo>
                  <a:pt x="508892" y="0"/>
                </a:lnTo>
                <a:lnTo>
                  <a:pt x="510734" y="2966"/>
                </a:lnTo>
                <a:lnTo>
                  <a:pt x="512558" y="5943"/>
                </a:lnTo>
                <a:lnTo>
                  <a:pt x="514365" y="8930"/>
                </a:lnTo>
                <a:close/>
              </a:path>
            </a:pathLst>
          </a:custGeom>
          <a:solidFill xmlns:a="http://schemas.openxmlformats.org/drawingml/2006/main">
            <a:srgbClr val="0079FF"/>
          </a:solidFill>
          <a:ln xmlns:a="http://schemas.openxmlformats.org/drawingml/2006/main" w="3334">
            <a:solidFill>
              <a:srgbClr val="0079FF"/>
            </a:solidFill>
          </a:ln>
        </p:spPr>
      </p:sp>
      <p:sp>
        <p:nvSpPr>
          <p:cNvPr id="386" name="path-382">
            <a:extLst xmlns:a="http://schemas.openxmlformats.org/drawingml/2006/main">
              <a:ext uri="{FF2B5EF4-FFF2-40B4-BE49-F238E27FC236}">
                <a16:creationId xmlns:a16="http://schemas.microsoft.com/office/drawing/2014/main" id="{235491CE-6630-4DA9-BC0F-8C9EB5B8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77314"/>
            <a:ext cx="519680" cy="309061"/>
          </a:xfrm>
          <a:custGeom xmlns:a="http://schemas.openxmlformats.org/drawingml/2006/main">
            <a:pathLst>
              <a:path w="519680" h="309061">
                <a:moveTo>
                  <a:pt x="0" y="309061"/>
                </a:moveTo>
                <a:lnTo>
                  <a:pt x="514365" y="0"/>
                </a:lnTo>
                <a:lnTo>
                  <a:pt x="516154" y="2998"/>
                </a:lnTo>
                <a:lnTo>
                  <a:pt x="517926" y="6006"/>
                </a:lnTo>
                <a:lnTo>
                  <a:pt x="519680" y="9024"/>
                </a:lnTo>
                <a:close/>
              </a:path>
            </a:pathLst>
          </a:custGeom>
          <a:solidFill xmlns:a="http://schemas.openxmlformats.org/drawingml/2006/main">
            <a:srgbClr val="007DFF"/>
          </a:solidFill>
          <a:ln xmlns:a="http://schemas.openxmlformats.org/drawingml/2006/main" w="3334">
            <a:solidFill>
              <a:srgbClr val="007DFF"/>
            </a:solidFill>
          </a:ln>
        </p:spPr>
      </p:sp>
      <p:sp>
        <p:nvSpPr>
          <p:cNvPr id="387" name="path-383">
            <a:extLst xmlns:a="http://schemas.openxmlformats.org/drawingml/2006/main">
              <a:ext uri="{FF2B5EF4-FFF2-40B4-BE49-F238E27FC236}">
                <a16:creationId xmlns:a16="http://schemas.microsoft.com/office/drawing/2014/main" id="{5DFF1EC9-852C-4E33-9D2A-ECAE9707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86338"/>
            <a:ext cx="524837" cy="300038"/>
          </a:xfrm>
          <a:custGeom xmlns:a="http://schemas.openxmlformats.org/drawingml/2006/main">
            <a:pathLst>
              <a:path w="524837" h="300038">
                <a:moveTo>
                  <a:pt x="0" y="300038"/>
                </a:moveTo>
                <a:lnTo>
                  <a:pt x="519680" y="0"/>
                </a:lnTo>
                <a:lnTo>
                  <a:pt x="521417" y="3028"/>
                </a:lnTo>
                <a:lnTo>
                  <a:pt x="523136" y="6067"/>
                </a:lnTo>
                <a:lnTo>
                  <a:pt x="524837" y="9115"/>
                </a:lnTo>
                <a:close/>
              </a:path>
            </a:pathLst>
          </a:custGeom>
          <a:solidFill xmlns:a="http://schemas.openxmlformats.org/drawingml/2006/main">
            <a:srgbClr val="0082FF"/>
          </a:solidFill>
          <a:ln xmlns:a="http://schemas.openxmlformats.org/drawingml/2006/main" w="3334">
            <a:solidFill>
              <a:srgbClr val="0082FF"/>
            </a:solidFill>
          </a:ln>
        </p:spPr>
      </p:sp>
      <p:sp>
        <p:nvSpPr>
          <p:cNvPr id="388" name="path-384">
            <a:extLst xmlns:a="http://schemas.openxmlformats.org/drawingml/2006/main">
              <a:ext uri="{FF2B5EF4-FFF2-40B4-BE49-F238E27FC236}">
                <a16:creationId xmlns:a16="http://schemas.microsoft.com/office/drawing/2014/main" id="{BF6FD227-51C6-4A2B-8690-4C46F145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95453"/>
            <a:ext cx="529835" cy="290922"/>
          </a:xfrm>
          <a:custGeom xmlns:a="http://schemas.openxmlformats.org/drawingml/2006/main">
            <a:pathLst>
              <a:path w="529835" h="290922">
                <a:moveTo>
                  <a:pt x="0" y="290922"/>
                </a:moveTo>
                <a:lnTo>
                  <a:pt x="524837" y="0"/>
                </a:lnTo>
                <a:lnTo>
                  <a:pt x="526521" y="3058"/>
                </a:lnTo>
                <a:lnTo>
                  <a:pt x="528187" y="6126"/>
                </a:lnTo>
                <a:lnTo>
                  <a:pt x="529835" y="9204"/>
                </a:lnTo>
                <a:close/>
              </a:path>
            </a:pathLst>
          </a:custGeom>
          <a:solidFill xmlns:a="http://schemas.openxmlformats.org/drawingml/2006/main">
            <a:srgbClr val="0086FF"/>
          </a:solidFill>
          <a:ln xmlns:a="http://schemas.openxmlformats.org/drawingml/2006/main" w="3334">
            <a:solidFill>
              <a:srgbClr val="0086FF"/>
            </a:solidFill>
          </a:ln>
        </p:spPr>
      </p:sp>
      <p:sp>
        <p:nvSpPr>
          <p:cNvPr id="389" name="path-385">
            <a:extLst xmlns:a="http://schemas.openxmlformats.org/drawingml/2006/main">
              <a:ext uri="{FF2B5EF4-FFF2-40B4-BE49-F238E27FC236}">
                <a16:creationId xmlns:a16="http://schemas.microsoft.com/office/drawing/2014/main" id="{8BDA4AC3-C2D9-4742-BFE0-DFC57FC1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04657"/>
            <a:ext cx="534671" cy="281718"/>
          </a:xfrm>
          <a:custGeom xmlns:a="http://schemas.openxmlformats.org/drawingml/2006/main">
            <a:pathLst>
              <a:path w="534671" h="281718">
                <a:moveTo>
                  <a:pt x="0" y="281718"/>
                </a:moveTo>
                <a:lnTo>
                  <a:pt x="529835" y="0"/>
                </a:lnTo>
                <a:lnTo>
                  <a:pt x="531465" y="3087"/>
                </a:lnTo>
                <a:lnTo>
                  <a:pt x="533077" y="6184"/>
                </a:lnTo>
                <a:lnTo>
                  <a:pt x="534671" y="9290"/>
                </a:lnTo>
                <a:close/>
              </a:path>
            </a:pathLst>
          </a:custGeom>
          <a:solidFill xmlns:a="http://schemas.openxmlformats.org/drawingml/2006/main">
            <a:srgbClr val="008AFF"/>
          </a:solidFill>
          <a:ln xmlns:a="http://schemas.openxmlformats.org/drawingml/2006/main" w="3334">
            <a:solidFill>
              <a:srgbClr val="008AFF"/>
            </a:solidFill>
          </a:ln>
        </p:spPr>
      </p:sp>
      <p:sp>
        <p:nvSpPr>
          <p:cNvPr id="390" name="path-386">
            <a:extLst xmlns:a="http://schemas.openxmlformats.org/drawingml/2006/main">
              <a:ext uri="{FF2B5EF4-FFF2-40B4-BE49-F238E27FC236}">
                <a16:creationId xmlns:a16="http://schemas.microsoft.com/office/drawing/2014/main" id="{E0E3AA05-3FD2-4F53-BF46-9411EB5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13947"/>
            <a:ext cx="539344" cy="272428"/>
          </a:xfrm>
          <a:custGeom xmlns:a="http://schemas.openxmlformats.org/drawingml/2006/main">
            <a:pathLst>
              <a:path w="539344" h="272428">
                <a:moveTo>
                  <a:pt x="0" y="272428"/>
                </a:moveTo>
                <a:lnTo>
                  <a:pt x="534671" y="0"/>
                </a:lnTo>
                <a:lnTo>
                  <a:pt x="536247" y="3115"/>
                </a:lnTo>
                <a:lnTo>
                  <a:pt x="537804" y="6239"/>
                </a:lnTo>
                <a:lnTo>
                  <a:pt x="539344" y="9373"/>
                </a:lnTo>
                <a:close/>
              </a:path>
            </a:pathLst>
          </a:custGeom>
          <a:solidFill xmlns:a="http://schemas.openxmlformats.org/drawingml/2006/main">
            <a:srgbClr val="008EFF"/>
          </a:solidFill>
          <a:ln xmlns:a="http://schemas.openxmlformats.org/drawingml/2006/main" w="3334">
            <a:solidFill>
              <a:srgbClr val="008EFF"/>
            </a:solidFill>
          </a:ln>
        </p:spPr>
      </p:sp>
      <p:sp>
        <p:nvSpPr>
          <p:cNvPr id="391" name="path-387">
            <a:extLst xmlns:a="http://schemas.openxmlformats.org/drawingml/2006/main">
              <a:ext uri="{FF2B5EF4-FFF2-40B4-BE49-F238E27FC236}">
                <a16:creationId xmlns:a16="http://schemas.microsoft.com/office/drawing/2014/main" id="{505500B9-B47E-4F21-BA88-9E160259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23319"/>
            <a:ext cx="543853" cy="263056"/>
          </a:xfrm>
          <a:custGeom xmlns:a="http://schemas.openxmlformats.org/drawingml/2006/main">
            <a:pathLst>
              <a:path w="543853" h="263056">
                <a:moveTo>
                  <a:pt x="0" y="263056"/>
                </a:moveTo>
                <a:lnTo>
                  <a:pt x="539344" y="0"/>
                </a:lnTo>
                <a:lnTo>
                  <a:pt x="540865" y="3142"/>
                </a:lnTo>
                <a:lnTo>
                  <a:pt x="542368" y="6293"/>
                </a:lnTo>
                <a:lnTo>
                  <a:pt x="543853" y="9453"/>
                </a:lnTo>
                <a:close/>
              </a:path>
            </a:pathLst>
          </a:custGeom>
          <a:solidFill xmlns:a="http://schemas.openxmlformats.org/drawingml/2006/main">
            <a:srgbClr val="0093FF"/>
          </a:solidFill>
          <a:ln xmlns:a="http://schemas.openxmlformats.org/drawingml/2006/main" w="3334">
            <a:solidFill>
              <a:srgbClr val="0093FF"/>
            </a:solidFill>
          </a:ln>
        </p:spPr>
      </p:sp>
      <p:sp>
        <p:nvSpPr>
          <p:cNvPr id="392" name="path-388">
            <a:extLst xmlns:a="http://schemas.openxmlformats.org/drawingml/2006/main">
              <a:ext uri="{FF2B5EF4-FFF2-40B4-BE49-F238E27FC236}">
                <a16:creationId xmlns:a16="http://schemas.microsoft.com/office/drawing/2014/main" id="{81E26CFC-0ACF-4B2F-ACAD-6913B5F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32772"/>
            <a:ext cx="548196" cy="253603"/>
          </a:xfrm>
          <a:custGeom xmlns:a="http://schemas.openxmlformats.org/drawingml/2006/main">
            <a:pathLst>
              <a:path w="548196" h="253603">
                <a:moveTo>
                  <a:pt x="0" y="253603"/>
                </a:moveTo>
                <a:lnTo>
                  <a:pt x="543853" y="0"/>
                </a:lnTo>
                <a:lnTo>
                  <a:pt x="545319" y="3168"/>
                </a:lnTo>
                <a:lnTo>
                  <a:pt x="546767" y="6345"/>
                </a:lnTo>
                <a:lnTo>
                  <a:pt x="548196" y="9530"/>
                </a:lnTo>
                <a:close/>
              </a:path>
            </a:pathLst>
          </a:custGeom>
          <a:solidFill xmlns:a="http://schemas.openxmlformats.org/drawingml/2006/main">
            <a:srgbClr val="0097FF"/>
          </a:solidFill>
          <a:ln xmlns:a="http://schemas.openxmlformats.org/drawingml/2006/main" w="3334">
            <a:solidFill>
              <a:srgbClr val="0097FF"/>
            </a:solidFill>
          </a:ln>
        </p:spPr>
      </p:sp>
      <p:sp>
        <p:nvSpPr>
          <p:cNvPr id="393" name="path-389">
            <a:extLst xmlns:a="http://schemas.openxmlformats.org/drawingml/2006/main">
              <a:ext uri="{FF2B5EF4-FFF2-40B4-BE49-F238E27FC236}">
                <a16:creationId xmlns:a16="http://schemas.microsoft.com/office/drawing/2014/main" id="{1CB88582-D135-4A0C-A1ED-66E054C2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42303"/>
            <a:ext cx="552372" cy="244072"/>
          </a:xfrm>
          <a:custGeom xmlns:a="http://schemas.openxmlformats.org/drawingml/2006/main">
            <a:pathLst>
              <a:path w="552372" h="244072">
                <a:moveTo>
                  <a:pt x="0" y="244072"/>
                </a:moveTo>
                <a:lnTo>
                  <a:pt x="548196" y="0"/>
                </a:lnTo>
                <a:lnTo>
                  <a:pt x="549606" y="3193"/>
                </a:lnTo>
                <a:lnTo>
                  <a:pt x="550999" y="6395"/>
                </a:lnTo>
                <a:lnTo>
                  <a:pt x="552372" y="9605"/>
                </a:lnTo>
                <a:close/>
              </a:path>
            </a:pathLst>
          </a:custGeom>
          <a:solidFill xmlns:a="http://schemas.openxmlformats.org/drawingml/2006/main">
            <a:srgbClr val="009BFF"/>
          </a:solidFill>
          <a:ln xmlns:a="http://schemas.openxmlformats.org/drawingml/2006/main" w="3334">
            <a:solidFill>
              <a:srgbClr val="009BFF"/>
            </a:solidFill>
          </a:ln>
        </p:spPr>
      </p:sp>
      <p:sp>
        <p:nvSpPr>
          <p:cNvPr id="394" name="path-390">
            <a:extLst xmlns:a="http://schemas.openxmlformats.org/drawingml/2006/main">
              <a:ext uri="{FF2B5EF4-FFF2-40B4-BE49-F238E27FC236}">
                <a16:creationId xmlns:a16="http://schemas.microsoft.com/office/drawing/2014/main" id="{CD84316C-1022-4028-8D26-FA4AC84F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51907"/>
            <a:ext cx="556380" cy="234468"/>
          </a:xfrm>
          <a:custGeom xmlns:a="http://schemas.openxmlformats.org/drawingml/2006/main">
            <a:pathLst>
              <a:path w="556380" h="234468">
                <a:moveTo>
                  <a:pt x="0" y="234468"/>
                </a:moveTo>
                <a:lnTo>
                  <a:pt x="552372" y="0"/>
                </a:lnTo>
                <a:lnTo>
                  <a:pt x="553727" y="3218"/>
                </a:lnTo>
                <a:lnTo>
                  <a:pt x="555063" y="6443"/>
                </a:lnTo>
                <a:lnTo>
                  <a:pt x="556380" y="9676"/>
                </a:lnTo>
                <a:close/>
              </a:path>
            </a:pathLst>
          </a:custGeom>
          <a:solidFill xmlns:a="http://schemas.openxmlformats.org/drawingml/2006/main">
            <a:srgbClr val="009FFF"/>
          </a:solidFill>
          <a:ln xmlns:a="http://schemas.openxmlformats.org/drawingml/2006/main" w="3334">
            <a:solidFill>
              <a:srgbClr val="009FFF"/>
            </a:solidFill>
          </a:ln>
        </p:spPr>
      </p:sp>
      <p:sp>
        <p:nvSpPr>
          <p:cNvPr id="395" name="path-391">
            <a:extLst xmlns:a="http://schemas.openxmlformats.org/drawingml/2006/main">
              <a:ext uri="{FF2B5EF4-FFF2-40B4-BE49-F238E27FC236}">
                <a16:creationId xmlns:a16="http://schemas.microsoft.com/office/drawing/2014/main" id="{19F50095-9C30-4B66-9AEE-29459355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1583"/>
            <a:ext cx="560218" cy="224792"/>
          </a:xfrm>
          <a:custGeom xmlns:a="http://schemas.openxmlformats.org/drawingml/2006/main">
            <a:pathLst>
              <a:path w="560218" h="224792">
                <a:moveTo>
                  <a:pt x="0" y="224792"/>
                </a:moveTo>
                <a:lnTo>
                  <a:pt x="556380" y="0"/>
                </a:lnTo>
                <a:lnTo>
                  <a:pt x="557678" y="3241"/>
                </a:lnTo>
                <a:lnTo>
                  <a:pt x="558958" y="6489"/>
                </a:lnTo>
                <a:lnTo>
                  <a:pt x="560218" y="9744"/>
                </a:lnTo>
                <a:close/>
              </a:path>
            </a:pathLst>
          </a:custGeom>
          <a:solidFill xmlns:a="http://schemas.openxmlformats.org/drawingml/2006/main">
            <a:srgbClr val="00A4FF"/>
          </a:solidFill>
          <a:ln xmlns:a="http://schemas.openxmlformats.org/drawingml/2006/main" w="3334">
            <a:solidFill>
              <a:srgbClr val="00A4FF"/>
            </a:solidFill>
          </a:ln>
        </p:spPr>
      </p:sp>
      <p:sp>
        <p:nvSpPr>
          <p:cNvPr id="396" name="path-392">
            <a:extLst xmlns:a="http://schemas.openxmlformats.org/drawingml/2006/main">
              <a:ext uri="{FF2B5EF4-FFF2-40B4-BE49-F238E27FC236}">
                <a16:creationId xmlns:a16="http://schemas.microsoft.com/office/drawing/2014/main" id="{5D3FBAE5-251F-4748-A5FD-962DBA2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71327"/>
            <a:ext cx="563886" cy="215048"/>
          </a:xfrm>
          <a:custGeom xmlns:a="http://schemas.openxmlformats.org/drawingml/2006/main">
            <a:pathLst>
              <a:path w="563886" h="215048">
                <a:moveTo>
                  <a:pt x="0" y="215048"/>
                </a:moveTo>
                <a:lnTo>
                  <a:pt x="560218" y="0"/>
                </a:lnTo>
                <a:lnTo>
                  <a:pt x="561460" y="3263"/>
                </a:lnTo>
                <a:lnTo>
                  <a:pt x="562682" y="6533"/>
                </a:lnTo>
                <a:lnTo>
                  <a:pt x="563886" y="9810"/>
                </a:lnTo>
                <a:close/>
              </a:path>
            </a:pathLst>
          </a:custGeom>
          <a:solidFill xmlns:a="http://schemas.openxmlformats.org/drawingml/2006/main">
            <a:srgbClr val="00A8FF"/>
          </a:solidFill>
          <a:ln xmlns:a="http://schemas.openxmlformats.org/drawingml/2006/main" w="3334">
            <a:solidFill>
              <a:srgbClr val="00A8FF"/>
            </a:solidFill>
          </a:ln>
        </p:spPr>
      </p:sp>
      <p:sp>
        <p:nvSpPr>
          <p:cNvPr id="397" name="path-393">
            <a:extLst xmlns:a="http://schemas.openxmlformats.org/drawingml/2006/main">
              <a:ext uri="{FF2B5EF4-FFF2-40B4-BE49-F238E27FC236}">
                <a16:creationId xmlns:a16="http://schemas.microsoft.com/office/drawing/2014/main" id="{ACEECBD9-5AC6-481E-A87F-B4390E12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81137"/>
            <a:ext cx="567382" cy="205238"/>
          </a:xfrm>
          <a:custGeom xmlns:a="http://schemas.openxmlformats.org/drawingml/2006/main">
            <a:pathLst>
              <a:path w="567382" h="205238">
                <a:moveTo>
                  <a:pt x="0" y="205238"/>
                </a:moveTo>
                <a:lnTo>
                  <a:pt x="563886" y="0"/>
                </a:lnTo>
                <a:lnTo>
                  <a:pt x="565071" y="3284"/>
                </a:lnTo>
                <a:lnTo>
                  <a:pt x="566236" y="6575"/>
                </a:lnTo>
                <a:lnTo>
                  <a:pt x="567382" y="9872"/>
                </a:lnTo>
                <a:close/>
              </a:path>
            </a:pathLst>
          </a:custGeom>
          <a:solidFill xmlns:a="http://schemas.openxmlformats.org/drawingml/2006/main">
            <a:srgbClr val="00ACFF"/>
          </a:solidFill>
          <a:ln xmlns:a="http://schemas.openxmlformats.org/drawingml/2006/main" w="3334">
            <a:solidFill>
              <a:srgbClr val="00ACFF"/>
            </a:solidFill>
          </a:ln>
        </p:spPr>
      </p:sp>
      <p:sp>
        <p:nvSpPr>
          <p:cNvPr id="398" name="path-394">
            <a:extLst xmlns:a="http://schemas.openxmlformats.org/drawingml/2006/main">
              <a:ext uri="{FF2B5EF4-FFF2-40B4-BE49-F238E27FC236}">
                <a16:creationId xmlns:a16="http://schemas.microsoft.com/office/drawing/2014/main" id="{7AC0FA23-5905-476E-A937-A620D980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91010"/>
            <a:ext cx="570705" cy="195365"/>
          </a:xfrm>
          <a:custGeom xmlns:a="http://schemas.openxmlformats.org/drawingml/2006/main">
            <a:pathLst>
              <a:path w="570705" h="195365">
                <a:moveTo>
                  <a:pt x="0" y="195365"/>
                </a:moveTo>
                <a:lnTo>
                  <a:pt x="567382" y="0"/>
                </a:lnTo>
                <a:lnTo>
                  <a:pt x="568509" y="3304"/>
                </a:lnTo>
                <a:lnTo>
                  <a:pt x="569617" y="6615"/>
                </a:lnTo>
                <a:lnTo>
                  <a:pt x="570705" y="9932"/>
                </a:lnTo>
                <a:close/>
              </a:path>
            </a:pathLst>
          </a:custGeom>
          <a:solidFill xmlns:a="http://schemas.openxmlformats.org/drawingml/2006/main">
            <a:srgbClr val="00B0FF"/>
          </a:solidFill>
          <a:ln xmlns:a="http://schemas.openxmlformats.org/drawingml/2006/main" w="3334">
            <a:solidFill>
              <a:srgbClr val="00B0FF"/>
            </a:solidFill>
          </a:ln>
        </p:spPr>
      </p:sp>
      <p:sp>
        <p:nvSpPr>
          <p:cNvPr id="399" name="path-395">
            <a:extLst xmlns:a="http://schemas.openxmlformats.org/drawingml/2006/main">
              <a:ext uri="{FF2B5EF4-FFF2-40B4-BE49-F238E27FC236}">
                <a16:creationId xmlns:a16="http://schemas.microsoft.com/office/drawing/2014/main" id="{9FAD2BF8-3FEE-4952-BD72-CA6F5F57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00942"/>
            <a:ext cx="573855" cy="185433"/>
          </a:xfrm>
          <a:custGeom xmlns:a="http://schemas.openxmlformats.org/drawingml/2006/main">
            <a:pathLst>
              <a:path w="573855" h="185433">
                <a:moveTo>
                  <a:pt x="0" y="185433"/>
                </a:moveTo>
                <a:lnTo>
                  <a:pt x="570705" y="0"/>
                </a:lnTo>
                <a:lnTo>
                  <a:pt x="571774" y="3323"/>
                </a:lnTo>
                <a:lnTo>
                  <a:pt x="572824" y="6653"/>
                </a:lnTo>
                <a:lnTo>
                  <a:pt x="573855" y="9988"/>
                </a:lnTo>
                <a:close/>
              </a:path>
            </a:pathLst>
          </a:custGeom>
          <a:solidFill xmlns:a="http://schemas.openxmlformats.org/drawingml/2006/main">
            <a:srgbClr val="00B5FF"/>
          </a:solidFill>
          <a:ln xmlns:a="http://schemas.openxmlformats.org/drawingml/2006/main" w="3334">
            <a:solidFill>
              <a:srgbClr val="00B5FF"/>
            </a:solidFill>
          </a:ln>
        </p:spPr>
      </p:sp>
      <p:sp>
        <p:nvSpPr>
          <p:cNvPr id="400" name="path-396">
            <a:extLst xmlns:a="http://schemas.openxmlformats.org/drawingml/2006/main">
              <a:ext uri="{FF2B5EF4-FFF2-40B4-BE49-F238E27FC236}">
                <a16:creationId xmlns:a16="http://schemas.microsoft.com/office/drawing/2014/main" id="{838B0210-72D6-440D-98E2-29FD8D90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10930"/>
            <a:ext cx="576829" cy="175445"/>
          </a:xfrm>
          <a:custGeom xmlns:a="http://schemas.openxmlformats.org/drawingml/2006/main">
            <a:pathLst>
              <a:path w="576829" h="175445">
                <a:moveTo>
                  <a:pt x="0" y="175445"/>
                </a:moveTo>
                <a:lnTo>
                  <a:pt x="573855" y="0"/>
                </a:lnTo>
                <a:lnTo>
                  <a:pt x="574866" y="3342"/>
                </a:lnTo>
                <a:lnTo>
                  <a:pt x="575857" y="6689"/>
                </a:lnTo>
                <a:lnTo>
                  <a:pt x="576829" y="10042"/>
                </a:ln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3334">
            <a:solidFill>
              <a:srgbClr val="00B9FF"/>
            </a:solidFill>
          </a:ln>
        </p:spPr>
      </p:sp>
      <p:sp>
        <p:nvSpPr>
          <p:cNvPr id="401" name="path-397">
            <a:extLst xmlns:a="http://schemas.openxmlformats.org/drawingml/2006/main">
              <a:ext uri="{FF2B5EF4-FFF2-40B4-BE49-F238E27FC236}">
                <a16:creationId xmlns:a16="http://schemas.microsoft.com/office/drawing/2014/main" id="{4A3300BB-81F3-45E1-97DB-ED396F8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20972"/>
            <a:ext cx="579628" cy="165403"/>
          </a:xfrm>
          <a:custGeom xmlns:a="http://schemas.openxmlformats.org/drawingml/2006/main">
            <a:pathLst>
              <a:path w="579628" h="165403">
                <a:moveTo>
                  <a:pt x="0" y="165403"/>
                </a:moveTo>
                <a:lnTo>
                  <a:pt x="576829" y="0"/>
                </a:lnTo>
                <a:lnTo>
                  <a:pt x="577782" y="3359"/>
                </a:lnTo>
                <a:lnTo>
                  <a:pt x="578715" y="6723"/>
                </a:lnTo>
                <a:lnTo>
                  <a:pt x="579628" y="10092"/>
                </a:lnTo>
                <a:close/>
              </a:path>
            </a:pathLst>
          </a:custGeom>
          <a:solidFill xmlns:a="http://schemas.openxmlformats.org/drawingml/2006/main">
            <a:srgbClr val="00BDFF"/>
          </a:solidFill>
          <a:ln xmlns:a="http://schemas.openxmlformats.org/drawingml/2006/main" w="3334">
            <a:solidFill>
              <a:srgbClr val="00BDFF"/>
            </a:solidFill>
          </a:ln>
        </p:spPr>
      </p:sp>
      <p:sp>
        <p:nvSpPr>
          <p:cNvPr id="402" name="path-398">
            <a:extLst xmlns:a="http://schemas.openxmlformats.org/drawingml/2006/main">
              <a:ext uri="{FF2B5EF4-FFF2-40B4-BE49-F238E27FC236}">
                <a16:creationId xmlns:a16="http://schemas.microsoft.com/office/drawing/2014/main" id="{E84EA74A-918F-42CB-B34E-BA088E68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31064"/>
            <a:ext cx="582250" cy="155311"/>
          </a:xfrm>
          <a:custGeom xmlns:a="http://schemas.openxmlformats.org/drawingml/2006/main">
            <a:pathLst>
              <a:path w="582250" h="155311">
                <a:moveTo>
                  <a:pt x="0" y="155311"/>
                </a:moveTo>
                <a:lnTo>
                  <a:pt x="579628" y="0"/>
                </a:lnTo>
                <a:lnTo>
                  <a:pt x="580522" y="3375"/>
                </a:lnTo>
                <a:lnTo>
                  <a:pt x="581396" y="6755"/>
                </a:lnTo>
                <a:lnTo>
                  <a:pt x="582250" y="10140"/>
                </a:lnTo>
                <a:close/>
              </a:path>
            </a:pathLst>
          </a:custGeom>
          <a:solidFill xmlns:a="http://schemas.openxmlformats.org/drawingml/2006/main">
            <a:srgbClr val="00C1FF"/>
          </a:solidFill>
          <a:ln xmlns:a="http://schemas.openxmlformats.org/drawingml/2006/main" w="3334">
            <a:solidFill>
              <a:srgbClr val="00C1FF"/>
            </a:solidFill>
          </a:ln>
        </p:spPr>
      </p:sp>
      <p:sp>
        <p:nvSpPr>
          <p:cNvPr id="403" name="path-399">
            <a:extLst xmlns:a="http://schemas.openxmlformats.org/drawingml/2006/main">
              <a:ext uri="{FF2B5EF4-FFF2-40B4-BE49-F238E27FC236}">
                <a16:creationId xmlns:a16="http://schemas.microsoft.com/office/drawing/2014/main" id="{3664E295-A7CB-4030-960F-CBC4A319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41204"/>
            <a:ext cx="584695" cy="145171"/>
          </a:xfrm>
          <a:custGeom xmlns:a="http://schemas.openxmlformats.org/drawingml/2006/main">
            <a:pathLst>
              <a:path w="584695" h="145171">
                <a:moveTo>
                  <a:pt x="0" y="145171"/>
                </a:moveTo>
                <a:lnTo>
                  <a:pt x="582250" y="0"/>
                </a:lnTo>
                <a:lnTo>
                  <a:pt x="583085" y="3390"/>
                </a:lnTo>
                <a:lnTo>
                  <a:pt x="583900" y="6784"/>
                </a:lnTo>
                <a:lnTo>
                  <a:pt x="584695" y="10184"/>
                </a:lnTo>
                <a:close/>
              </a:path>
            </a:pathLst>
          </a:custGeom>
          <a:solidFill xmlns:a="http://schemas.openxmlformats.org/drawingml/2006/main">
            <a:srgbClr val="00C6FF"/>
          </a:solidFill>
          <a:ln xmlns:a="http://schemas.openxmlformats.org/drawingml/2006/main" w="3334">
            <a:solidFill>
              <a:srgbClr val="00C6FF"/>
            </a:solidFill>
          </a:ln>
        </p:spPr>
      </p:sp>
      <p:sp>
        <p:nvSpPr>
          <p:cNvPr id="404" name="path-400">
            <a:extLst xmlns:a="http://schemas.openxmlformats.org/drawingml/2006/main">
              <a:ext uri="{FF2B5EF4-FFF2-40B4-BE49-F238E27FC236}">
                <a16:creationId xmlns:a16="http://schemas.microsoft.com/office/drawing/2014/main" id="{244E7F24-03BA-4A12-8BC2-64203A3D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51387"/>
            <a:ext cx="586962" cy="134988"/>
          </a:xfrm>
          <a:custGeom xmlns:a="http://schemas.openxmlformats.org/drawingml/2006/main">
            <a:pathLst>
              <a:path w="586962" h="134988">
                <a:moveTo>
                  <a:pt x="0" y="134988"/>
                </a:moveTo>
                <a:lnTo>
                  <a:pt x="584695" y="0"/>
                </a:lnTo>
                <a:lnTo>
                  <a:pt x="585471" y="3404"/>
                </a:lnTo>
                <a:lnTo>
                  <a:pt x="586226" y="6812"/>
                </a:lnTo>
                <a:lnTo>
                  <a:pt x="586962" y="10225"/>
                </a:lnTo>
                <a:close/>
              </a:path>
            </a:pathLst>
          </a:custGeom>
          <a:solidFill xmlns:a="http://schemas.openxmlformats.org/drawingml/2006/main">
            <a:srgbClr val="00CAFF"/>
          </a:solidFill>
          <a:ln xmlns:a="http://schemas.openxmlformats.org/drawingml/2006/main" w="3334">
            <a:solidFill>
              <a:srgbClr val="00CAFF"/>
            </a:solidFill>
          </a:ln>
        </p:spPr>
      </p:sp>
      <p:sp>
        <p:nvSpPr>
          <p:cNvPr id="405" name="path-401">
            <a:extLst xmlns:a="http://schemas.openxmlformats.org/drawingml/2006/main">
              <a:ext uri="{FF2B5EF4-FFF2-40B4-BE49-F238E27FC236}">
                <a16:creationId xmlns:a16="http://schemas.microsoft.com/office/drawing/2014/main" id="{6296912D-5BD6-4E57-B968-8BB716B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61612"/>
            <a:ext cx="589050" cy="124763"/>
          </a:xfrm>
          <a:custGeom xmlns:a="http://schemas.openxmlformats.org/drawingml/2006/main">
            <a:pathLst>
              <a:path w="589050" h="124763">
                <a:moveTo>
                  <a:pt x="0" y="124763"/>
                </a:moveTo>
                <a:lnTo>
                  <a:pt x="586962" y="0"/>
                </a:lnTo>
                <a:lnTo>
                  <a:pt x="587678" y="3417"/>
                </a:lnTo>
                <a:lnTo>
                  <a:pt x="588374" y="6838"/>
                </a:lnTo>
                <a:lnTo>
                  <a:pt x="589050" y="10263"/>
                </a:lnTo>
                <a:close/>
              </a:path>
            </a:pathLst>
          </a:custGeom>
          <a:solidFill xmlns:a="http://schemas.openxmlformats.org/drawingml/2006/main">
            <a:srgbClr val="00CEFF"/>
          </a:solidFill>
          <a:ln xmlns:a="http://schemas.openxmlformats.org/drawingml/2006/main" w="3334">
            <a:solidFill>
              <a:srgbClr val="00CEFF"/>
            </a:solidFill>
          </a:ln>
        </p:spPr>
      </p:sp>
      <p:sp>
        <p:nvSpPr>
          <p:cNvPr id="406" name="path-402">
            <a:extLst xmlns:a="http://schemas.openxmlformats.org/drawingml/2006/main">
              <a:ext uri="{FF2B5EF4-FFF2-40B4-BE49-F238E27FC236}">
                <a16:creationId xmlns:a16="http://schemas.microsoft.com/office/drawing/2014/main" id="{E44FF25D-4373-4B42-B9AA-B303AC2F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71875"/>
            <a:ext cx="590959" cy="114500"/>
          </a:xfrm>
          <a:custGeom xmlns:a="http://schemas.openxmlformats.org/drawingml/2006/main">
            <a:pathLst>
              <a:path w="590959" h="114500">
                <a:moveTo>
                  <a:pt x="0" y="114500"/>
                </a:moveTo>
                <a:lnTo>
                  <a:pt x="589050" y="0"/>
                </a:lnTo>
                <a:lnTo>
                  <a:pt x="589706" y="3429"/>
                </a:lnTo>
                <a:lnTo>
                  <a:pt x="590342" y="6862"/>
                </a:lnTo>
                <a:lnTo>
                  <a:pt x="590959" y="10298"/>
                </a:lnTo>
                <a:close/>
              </a:path>
            </a:pathLst>
          </a:custGeom>
          <a:solidFill xmlns:a="http://schemas.openxmlformats.org/drawingml/2006/main">
            <a:srgbClr val="00D2FF"/>
          </a:solidFill>
          <a:ln xmlns:a="http://schemas.openxmlformats.org/drawingml/2006/main" w="3334">
            <a:solidFill>
              <a:srgbClr val="00D2FF"/>
            </a:solidFill>
          </a:ln>
        </p:spPr>
      </p:sp>
      <p:sp>
        <p:nvSpPr>
          <p:cNvPr id="407" name="path-403">
            <a:extLst xmlns:a="http://schemas.openxmlformats.org/drawingml/2006/main">
              <a:ext uri="{FF2B5EF4-FFF2-40B4-BE49-F238E27FC236}">
                <a16:creationId xmlns:a16="http://schemas.microsoft.com/office/drawing/2014/main" id="{EAF58F3A-5B57-4D71-A780-00A32D7E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82173"/>
            <a:ext cx="592687" cy="104202"/>
          </a:xfrm>
          <a:custGeom xmlns:a="http://schemas.openxmlformats.org/drawingml/2006/main">
            <a:pathLst>
              <a:path w="592687" h="104202">
                <a:moveTo>
                  <a:pt x="0" y="104202"/>
                </a:moveTo>
                <a:lnTo>
                  <a:pt x="590959" y="0"/>
                </a:lnTo>
                <a:lnTo>
                  <a:pt x="591555" y="3440"/>
                </a:lnTo>
                <a:lnTo>
                  <a:pt x="592131" y="6883"/>
                </a:lnTo>
                <a:lnTo>
                  <a:pt x="592687" y="10330"/>
                </a:lnTo>
                <a:close/>
              </a:path>
            </a:pathLst>
          </a:custGeom>
          <a:solidFill xmlns:a="http://schemas.openxmlformats.org/drawingml/2006/main">
            <a:srgbClr val="00D7FF"/>
          </a:solidFill>
          <a:ln xmlns:a="http://schemas.openxmlformats.org/drawingml/2006/main" w="3334">
            <a:solidFill>
              <a:srgbClr val="00D7FF"/>
            </a:solidFill>
          </a:ln>
        </p:spPr>
      </p:sp>
      <p:sp>
        <p:nvSpPr>
          <p:cNvPr id="408" name="path-404">
            <a:extLst xmlns:a="http://schemas.openxmlformats.org/drawingml/2006/main">
              <a:ext uri="{FF2B5EF4-FFF2-40B4-BE49-F238E27FC236}">
                <a16:creationId xmlns:a16="http://schemas.microsoft.com/office/drawing/2014/main" id="{4933DE81-01A1-4F92-9960-340C55D5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92503"/>
            <a:ext cx="594235" cy="93872"/>
          </a:xfrm>
          <a:custGeom xmlns:a="http://schemas.openxmlformats.org/drawingml/2006/main">
            <a:pathLst>
              <a:path w="594235" h="93872">
                <a:moveTo>
                  <a:pt x="0" y="93872"/>
                </a:moveTo>
                <a:lnTo>
                  <a:pt x="592687" y="0"/>
                </a:lnTo>
                <a:lnTo>
                  <a:pt x="593223" y="3450"/>
                </a:lnTo>
                <a:lnTo>
                  <a:pt x="593739" y="6902"/>
                </a:lnTo>
                <a:lnTo>
                  <a:pt x="594235" y="10358"/>
                </a:lnTo>
                <a:close/>
              </a:path>
            </a:pathLst>
          </a:custGeom>
          <a:solidFill xmlns:a="http://schemas.openxmlformats.org/drawingml/2006/main">
            <a:srgbClr val="00DBFF"/>
          </a:solidFill>
          <a:ln xmlns:a="http://schemas.openxmlformats.org/drawingml/2006/main" w="3334">
            <a:solidFill>
              <a:srgbClr val="00DBFF"/>
            </a:solidFill>
          </a:ln>
        </p:spPr>
      </p:sp>
      <p:sp>
        <p:nvSpPr>
          <p:cNvPr id="409" name="path-405">
            <a:extLst xmlns:a="http://schemas.openxmlformats.org/drawingml/2006/main">
              <a:ext uri="{FF2B5EF4-FFF2-40B4-BE49-F238E27FC236}">
                <a16:creationId xmlns:a16="http://schemas.microsoft.com/office/drawing/2014/main" id="{594313CA-669F-474C-87CA-4C14EA50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02861"/>
            <a:ext cx="595602" cy="83514"/>
          </a:xfrm>
          <a:custGeom xmlns:a="http://schemas.openxmlformats.org/drawingml/2006/main">
            <a:pathLst>
              <a:path w="595602" h="83514">
                <a:moveTo>
                  <a:pt x="0" y="83514"/>
                </a:moveTo>
                <a:lnTo>
                  <a:pt x="594235" y="0"/>
                </a:lnTo>
                <a:lnTo>
                  <a:pt x="594711" y="3459"/>
                </a:lnTo>
                <a:lnTo>
                  <a:pt x="595167" y="6920"/>
                </a:lnTo>
                <a:lnTo>
                  <a:pt x="595602" y="10384"/>
                </a:lnTo>
                <a:close/>
              </a:path>
            </a:pathLst>
          </a:custGeom>
          <a:solidFill xmlns:a="http://schemas.openxmlformats.org/drawingml/2006/main">
            <a:srgbClr val="00DFFF"/>
          </a:solidFill>
          <a:ln xmlns:a="http://schemas.openxmlformats.org/drawingml/2006/main" w="3334">
            <a:solidFill>
              <a:srgbClr val="00DFFF"/>
            </a:solidFill>
          </a:ln>
        </p:spPr>
      </p:sp>
      <p:sp>
        <p:nvSpPr>
          <p:cNvPr id="410" name="path-406">
            <a:extLst xmlns:a="http://schemas.openxmlformats.org/drawingml/2006/main">
              <a:ext uri="{FF2B5EF4-FFF2-40B4-BE49-F238E27FC236}">
                <a16:creationId xmlns:a16="http://schemas.microsoft.com/office/drawing/2014/main" id="{068835B2-B376-430D-8ECA-4585B5DB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13244"/>
            <a:ext cx="596788" cy="73131"/>
          </a:xfrm>
          <a:custGeom xmlns:a="http://schemas.openxmlformats.org/drawingml/2006/main">
            <a:pathLst>
              <a:path w="596788" h="73131">
                <a:moveTo>
                  <a:pt x="0" y="73131"/>
                </a:moveTo>
                <a:lnTo>
                  <a:pt x="595602" y="0"/>
                </a:lnTo>
                <a:lnTo>
                  <a:pt x="596018" y="3466"/>
                </a:lnTo>
                <a:lnTo>
                  <a:pt x="596413" y="6935"/>
                </a:lnTo>
                <a:lnTo>
                  <a:pt x="596788" y="10406"/>
                </a:lnTo>
                <a:close/>
              </a:path>
            </a:pathLst>
          </a:custGeom>
          <a:solidFill xmlns:a="http://schemas.openxmlformats.org/drawingml/2006/main">
            <a:srgbClr val="00E3FF"/>
          </a:solidFill>
          <a:ln xmlns:a="http://schemas.openxmlformats.org/drawingml/2006/main" w="3334">
            <a:solidFill>
              <a:srgbClr val="00E3FF"/>
            </a:solidFill>
          </a:ln>
        </p:spPr>
      </p:sp>
      <p:sp>
        <p:nvSpPr>
          <p:cNvPr id="411" name="path-407">
            <a:extLst xmlns:a="http://schemas.openxmlformats.org/drawingml/2006/main">
              <a:ext uri="{FF2B5EF4-FFF2-40B4-BE49-F238E27FC236}">
                <a16:creationId xmlns:a16="http://schemas.microsoft.com/office/drawing/2014/main" id="{AF3876F3-8759-4A3B-9A6E-0577FDF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23650"/>
            <a:ext cx="597792" cy="62725"/>
          </a:xfrm>
          <a:custGeom xmlns:a="http://schemas.openxmlformats.org/drawingml/2006/main">
            <a:pathLst>
              <a:path w="597792" h="62725">
                <a:moveTo>
                  <a:pt x="0" y="62725"/>
                </a:moveTo>
                <a:lnTo>
                  <a:pt x="596788" y="0"/>
                </a:lnTo>
                <a:lnTo>
                  <a:pt x="597143" y="3473"/>
                </a:lnTo>
                <a:lnTo>
                  <a:pt x="597477" y="6948"/>
                </a:lnTo>
                <a:lnTo>
                  <a:pt x="597792" y="10425"/>
                </a:lnTo>
                <a:close/>
              </a:path>
            </a:pathLst>
          </a:custGeom>
          <a:solidFill xmlns:a="http://schemas.openxmlformats.org/drawingml/2006/main">
            <a:srgbClr val="00E8FF"/>
          </a:solidFill>
          <a:ln xmlns:a="http://schemas.openxmlformats.org/drawingml/2006/main" w="3334">
            <a:solidFill>
              <a:srgbClr val="00E8FF"/>
            </a:solidFill>
          </a:ln>
        </p:spPr>
      </p:sp>
      <p:sp>
        <p:nvSpPr>
          <p:cNvPr id="412" name="path-408">
            <a:extLst xmlns:a="http://schemas.openxmlformats.org/drawingml/2006/main">
              <a:ext uri="{FF2B5EF4-FFF2-40B4-BE49-F238E27FC236}">
                <a16:creationId xmlns:a16="http://schemas.microsoft.com/office/drawing/2014/main" id="{53B22522-5DD6-4809-9F16-5CDF84C2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34075"/>
            <a:ext cx="598613" cy="52300"/>
          </a:xfrm>
          <a:custGeom xmlns:a="http://schemas.openxmlformats.org/drawingml/2006/main">
            <a:pathLst>
              <a:path w="598613" h="52300">
                <a:moveTo>
                  <a:pt x="0" y="52300"/>
                </a:moveTo>
                <a:lnTo>
                  <a:pt x="597792" y="0"/>
                </a:lnTo>
                <a:lnTo>
                  <a:pt x="598086" y="3479"/>
                </a:lnTo>
                <a:lnTo>
                  <a:pt x="598360" y="6959"/>
                </a:lnTo>
                <a:lnTo>
                  <a:pt x="598613" y="10441"/>
                </a:lnTo>
                <a:close/>
              </a:path>
            </a:pathLst>
          </a:custGeom>
          <a:solidFill xmlns:a="http://schemas.openxmlformats.org/drawingml/2006/main">
            <a:srgbClr val="00ECFF"/>
          </a:solidFill>
          <a:ln xmlns:a="http://schemas.openxmlformats.org/drawingml/2006/main" w="3334">
            <a:solidFill>
              <a:srgbClr val="00ECFF"/>
            </a:solidFill>
          </a:ln>
        </p:spPr>
      </p:sp>
      <p:sp>
        <p:nvSpPr>
          <p:cNvPr id="413" name="path-409">
            <a:extLst xmlns:a="http://schemas.openxmlformats.org/drawingml/2006/main">
              <a:ext uri="{FF2B5EF4-FFF2-40B4-BE49-F238E27FC236}">
                <a16:creationId xmlns:a16="http://schemas.microsoft.com/office/drawing/2014/main" id="{1B0F04BE-3252-490F-9ABC-9599BAAB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44516"/>
            <a:ext cx="599253" cy="41859"/>
          </a:xfrm>
          <a:custGeom xmlns:a="http://schemas.openxmlformats.org/drawingml/2006/main">
            <a:pathLst>
              <a:path w="599253" h="41859">
                <a:moveTo>
                  <a:pt x="0" y="41859"/>
                </a:moveTo>
                <a:lnTo>
                  <a:pt x="598613" y="0"/>
                </a:lnTo>
                <a:lnTo>
                  <a:pt x="598847" y="3483"/>
                </a:lnTo>
                <a:lnTo>
                  <a:pt x="599060" y="6968"/>
                </a:lnTo>
                <a:lnTo>
                  <a:pt x="599253" y="10454"/>
                </a:lnTo>
                <a:close/>
              </a:path>
            </a:pathLst>
          </a:custGeom>
          <a:solidFill xmlns:a="http://schemas.openxmlformats.org/drawingml/2006/main">
            <a:srgbClr val="00F0FF"/>
          </a:solidFill>
          <a:ln xmlns:a="http://schemas.openxmlformats.org/drawingml/2006/main" w="3334">
            <a:solidFill>
              <a:srgbClr val="00F0FF"/>
            </a:solidFill>
          </a:ln>
        </p:spPr>
      </p:sp>
      <p:sp>
        <p:nvSpPr>
          <p:cNvPr id="414" name="path-410">
            <a:extLst xmlns:a="http://schemas.openxmlformats.org/drawingml/2006/main">
              <a:ext uri="{FF2B5EF4-FFF2-40B4-BE49-F238E27FC236}">
                <a16:creationId xmlns:a16="http://schemas.microsoft.com/office/drawing/2014/main" id="{31B9B0E3-28E6-4F10-8BE8-25D68B5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54970"/>
            <a:ext cx="599709" cy="31405"/>
          </a:xfrm>
          <a:custGeom xmlns:a="http://schemas.openxmlformats.org/drawingml/2006/main">
            <a:pathLst>
              <a:path w="599709" h="31405">
                <a:moveTo>
                  <a:pt x="0" y="31405"/>
                </a:moveTo>
                <a:lnTo>
                  <a:pt x="599253" y="0"/>
                </a:lnTo>
                <a:lnTo>
                  <a:pt x="599425" y="3487"/>
                </a:lnTo>
                <a:lnTo>
                  <a:pt x="599577" y="6975"/>
                </a:lnTo>
                <a:lnTo>
                  <a:pt x="599709" y="10463"/>
                </a:lnTo>
                <a:close/>
              </a:path>
            </a:pathLst>
          </a:custGeom>
          <a:solidFill xmlns:a="http://schemas.openxmlformats.org/drawingml/2006/main">
            <a:srgbClr val="00F4FF"/>
          </a:solidFill>
          <a:ln xmlns:a="http://schemas.openxmlformats.org/drawingml/2006/main" w="3334">
            <a:solidFill>
              <a:srgbClr val="00F4FF"/>
            </a:solidFill>
          </a:ln>
        </p:spPr>
      </p:sp>
      <p:sp>
        <p:nvSpPr>
          <p:cNvPr id="415" name="path-411">
            <a:extLst xmlns:a="http://schemas.openxmlformats.org/drawingml/2006/main">
              <a:ext uri="{FF2B5EF4-FFF2-40B4-BE49-F238E27FC236}">
                <a16:creationId xmlns:a16="http://schemas.microsoft.com/office/drawing/2014/main" id="{3DEA987C-209D-4CA7-8A76-5E754F2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65433"/>
            <a:ext cx="599984" cy="20942"/>
          </a:xfrm>
          <a:custGeom xmlns:a="http://schemas.openxmlformats.org/drawingml/2006/main">
            <a:pathLst>
              <a:path w="599984" h="20942">
                <a:moveTo>
                  <a:pt x="0" y="20942"/>
                </a:moveTo>
                <a:lnTo>
                  <a:pt x="599709" y="0"/>
                </a:lnTo>
                <a:lnTo>
                  <a:pt x="599821" y="3489"/>
                </a:lnTo>
                <a:lnTo>
                  <a:pt x="599913" y="6979"/>
                </a:lnTo>
                <a:lnTo>
                  <a:pt x="599984" y="10470"/>
                </a:lnTo>
                <a:close/>
              </a:path>
            </a:pathLst>
          </a:custGeom>
          <a:solidFill xmlns:a="http://schemas.openxmlformats.org/drawingml/2006/main">
            <a:srgbClr val="00F9FF"/>
          </a:solidFill>
          <a:ln xmlns:a="http://schemas.openxmlformats.org/drawingml/2006/main" w="3334">
            <a:solidFill>
              <a:srgbClr val="00F9FF"/>
            </a:solidFill>
          </a:ln>
        </p:spPr>
      </p:sp>
      <p:sp>
        <p:nvSpPr>
          <p:cNvPr id="416" name="path-412">
            <a:extLst xmlns:a="http://schemas.openxmlformats.org/drawingml/2006/main">
              <a:ext uri="{FF2B5EF4-FFF2-40B4-BE49-F238E27FC236}">
                <a16:creationId xmlns:a16="http://schemas.microsoft.com/office/drawing/2014/main" id="{084E4E6D-6340-42C3-B659-0AA684ED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75902"/>
            <a:ext cx="600075" cy="10473"/>
          </a:xfrm>
          <a:custGeom xmlns:a="http://schemas.openxmlformats.org/drawingml/2006/main">
            <a:pathLst>
              <a:path w="600075" h="10473">
                <a:moveTo>
                  <a:pt x="0" y="10473"/>
                </a:moveTo>
                <a:lnTo>
                  <a:pt x="599984" y="0"/>
                </a:lnTo>
                <a:lnTo>
                  <a:pt x="600034" y="3491"/>
                </a:lnTo>
                <a:lnTo>
                  <a:pt x="600065" y="6982"/>
                </a:lnTo>
                <a:lnTo>
                  <a:pt x="600075" y="10473"/>
                </a:lnTo>
                <a:close/>
              </a:path>
            </a:pathLst>
          </a:custGeom>
          <a:solidFill xmlns:a="http://schemas.openxmlformats.org/drawingml/2006/main">
            <a:srgbClr val="00FDFF"/>
          </a:solidFill>
          <a:ln xmlns:a="http://schemas.openxmlformats.org/drawingml/2006/main" w="3334">
            <a:solidFill>
              <a:srgbClr val="00FDFF"/>
            </a:solidFill>
          </a:ln>
        </p:spPr>
      </p:sp>
      <p:sp>
        <p:nvSpPr>
          <p:cNvPr id="417" name="line-413">
            <a:extLst xmlns:a="http://schemas.openxmlformats.org/drawingml/2006/main">
              <a:ext uri="{FF2B5EF4-FFF2-40B4-BE49-F238E27FC236}">
                <a16:creationId xmlns:a16="http://schemas.microsoft.com/office/drawing/2014/main" id="{A2BF5DF4-AD09-4609-A6C7-EF9FD8CF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86375"/>
            <a:ext cx="1200150" cy="10"/>
          </a:xfrm>
          <a:custGeom xmlns:a="http://schemas.openxmlformats.org/drawingml/2006/main">
            <a:pathLst>
              <a:path w="1200150" h="10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33333"/>
            </a:solidFill>
          </a:ln>
        </p:spPr>
      </p:sp>
      <p:sp>
        <p:nvSpPr>
          <p:cNvPr id="418" name="line-414">
            <a:extLst xmlns:a="http://schemas.openxmlformats.org/drawingml/2006/main">
              <a:ext uri="{FF2B5EF4-FFF2-40B4-BE49-F238E27FC236}">
                <a16:creationId xmlns:a16="http://schemas.microsoft.com/office/drawing/2014/main" id="{AE7F0B1F-BA7D-4E76-9EAA-23558DBB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86300"/>
            <a:ext cx="10" cy="1200150"/>
          </a:xfrm>
          <a:custGeom xmlns:a="http://schemas.openxmlformats.org/drawingml/2006/main">
            <a:pathLst>
              <a:path w="10" h="1200150">
                <a:moveTo>
                  <a:pt x="0" y="0"/>
                </a:moveTo>
                <a:lnTo>
                  <a:pt x="0" y="120015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33333"/>
            </a:solidFill>
          </a:ln>
        </p:spPr>
      </p:sp>
      <p:sp>
        <p:nvSpPr>
          <p:cNvPr id="419" name="AI-063-415">
            <a:extLst xmlns:a="http://schemas.openxmlformats.org/drawingml/2006/main">
              <a:ext uri="{FF2B5EF4-FFF2-40B4-BE49-F238E27FC236}">
                <a16:creationId xmlns:a16="http://schemas.microsoft.com/office/drawing/2014/main" id="{22BB1FAD-12D3-4DAF-A62C-A861D39F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410075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Surprise</a:t>
            </a:r>
          </a:p>
        </p:txBody>
      </p:sp>
      <p:sp>
        <p:nvSpPr>
          <p:cNvPr id="420" name="AI-063-416">
            <a:extLst xmlns:a="http://schemas.openxmlformats.org/drawingml/2006/main">
              <a:ext uri="{FF2B5EF4-FFF2-40B4-BE49-F238E27FC236}">
                <a16:creationId xmlns:a16="http://schemas.microsoft.com/office/drawing/2014/main" id="{E8647A31-799A-4E90-A513-24A8BF64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7925" y="5114925"/>
            <a:ext cx="657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Disgust</a:t>
            </a:r>
          </a:p>
        </p:txBody>
      </p:sp>
      <p:sp>
        <p:nvSpPr>
          <p:cNvPr id="421" name="AI-063-417">
            <a:extLst xmlns:a="http://schemas.openxmlformats.org/drawingml/2006/main">
              <a:ext uri="{FF2B5EF4-FFF2-40B4-BE49-F238E27FC236}">
                <a16:creationId xmlns:a16="http://schemas.microsoft.com/office/drawing/2014/main" id="{2125F94E-1EC7-401F-AF32-E3E487DB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114925"/>
            <a:ext cx="581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Love</a:t>
            </a:r>
          </a:p>
        </p:txBody>
      </p:sp>
      <p:sp>
        <p:nvSpPr>
          <p:cNvPr id="422" name="AI-063-418">
            <a:extLst xmlns:a="http://schemas.openxmlformats.org/drawingml/2006/main">
              <a:ext uri="{FF2B5EF4-FFF2-40B4-BE49-F238E27FC236}">
                <a16:creationId xmlns:a16="http://schemas.microsoft.com/office/drawing/2014/main" id="{CC7223EE-5FF5-46C6-9FFC-D4F43CB3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5934075"/>
            <a:ext cx="1038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Calmness</a:t>
            </a:r>
          </a:p>
        </p:txBody>
      </p:sp>
      <p:sp>
        <p:nvSpPr>
          <p:cNvPr id="423" name="AI-063-419">
            <a:extLst xmlns:a="http://schemas.openxmlformats.org/drawingml/2006/main">
              <a:ext uri="{FF2B5EF4-FFF2-40B4-BE49-F238E27FC236}">
                <a16:creationId xmlns:a16="http://schemas.microsoft.com/office/drawing/2014/main" id="{0703F7C1-EEA9-4CB4-AB74-3758865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6025" y="62293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Empirical Circumplex Model</a:t>
            </a:r>
          </a:p>
        </p:txBody>
      </p:sp>
      <p:sp>
        <p:nvSpPr>
          <p:cNvPr id="424" name="path-420">
            <a:extLst xmlns:a="http://schemas.openxmlformats.org/drawingml/2006/main">
              <a:ext uri="{FF2B5EF4-FFF2-40B4-BE49-F238E27FC236}">
                <a16:creationId xmlns:a16="http://schemas.microsoft.com/office/drawing/2014/main" id="{7457DF65-9863-42DE-8781-44C1848D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219450"/>
            <a:ext cx="247650" cy="1657350"/>
          </a:xfrm>
          <a:custGeom xmlns:a="http://schemas.openxmlformats.org/drawingml/2006/main">
            <a:pathLst>
              <a:path w="247650" h="1657350">
                <a:moveTo>
                  <a:pt x="0" y="1657350"/>
                </a:moveTo>
                <a:lnTo>
                  <a:pt x="247650" y="1657350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11111"/>
            </a:solidFill>
          </a:ln>
        </p:spPr>
      </p:sp>
      <p:sp>
        <p:nvSpPr>
          <p:cNvPr id="425" name="path-421">
            <a:extLst xmlns:a="http://schemas.openxmlformats.org/drawingml/2006/main">
              <a:ext uri="{FF2B5EF4-FFF2-40B4-BE49-F238E27FC236}">
                <a16:creationId xmlns:a16="http://schemas.microsoft.com/office/drawing/2014/main" id="{82265D0E-415D-49EE-A2B5-18417EA6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9925"/>
            <a:ext cx="209550" cy="123825"/>
          </a:xfrm>
          <a:custGeom xmlns:a="http://schemas.openxmlformats.org/drawingml/2006/main">
            <a:pathLst>
              <a:path w="209550" h="123825">
                <a:moveTo>
                  <a:pt x="0" y="123825"/>
                </a:moveTo>
                <a:lnTo>
                  <a:pt x="104775" y="0"/>
                </a:lnTo>
                <a:lnTo>
                  <a:pt x="209550" y="1238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426" name="line-422">
            <a:extLst xmlns:a="http://schemas.openxmlformats.org/drawingml/2006/main">
              <a:ext uri="{FF2B5EF4-FFF2-40B4-BE49-F238E27FC236}">
                <a16:creationId xmlns:a16="http://schemas.microsoft.com/office/drawing/2014/main" id="{C904644F-433E-4450-848C-8E5CE1AD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9525"/>
            <a:ext cx="10" cy="6591300"/>
          </a:xfrm>
          <a:custGeom xmlns:a="http://schemas.openxmlformats.org/drawingml/2006/main">
            <a:pathLst>
              <a:path w="10" h="6591300">
                <a:moveTo>
                  <a:pt x="0" y="0"/>
                </a:moveTo>
                <a:lnTo>
                  <a:pt x="0" y="6591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  <a:prstDash val="dot"/>
          </a:ln>
        </p:spPr>
      </p:sp>
      <p:sp>
        <p:nvSpPr>
          <p:cNvPr id="427" name="AI-063-423">
            <a:extLst xmlns:a="http://schemas.openxmlformats.org/drawingml/2006/main">
              <a:ext uri="{FF2B5EF4-FFF2-40B4-BE49-F238E27FC236}">
                <a16:creationId xmlns:a16="http://schemas.microsoft.com/office/drawing/2014/main" id="{BB5F501D-1C2E-406F-B3DA-6DACA73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0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Objective:</a:t>
            </a:r>
          </a:p>
        </p:txBody>
      </p:sp>
      <p:sp>
        <p:nvSpPr>
          <p:cNvPr id="428" name="AI-063-424">
            <a:extLst xmlns:a="http://schemas.openxmlformats.org/drawingml/2006/main">
              <a:ext uri="{FF2B5EF4-FFF2-40B4-BE49-F238E27FC236}">
                <a16:creationId xmlns:a16="http://schemas.microsoft.com/office/drawing/2014/main" id="{DCFB650C-AAC9-4578-965E-2645B4CC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390525"/>
            <a:ext cx="2562225" cy="2314575"/>
          </a:xfrm>
          <a:prstGeom xmlns:a="http://schemas.openxmlformats.org/drawingml/2006/main" prst="roundRect">
            <a:avLst>
              <a:gd name="adj" fmla="val 12757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17145">
            <a:solidFill>
              <a:srgbClr val="17384A"/>
            </a:solidFill>
            <a:prstDash val="dash"/>
          </a:ln>
        </p:spPr>
      </p:sp>
      <p:sp>
        <p:nvSpPr>
          <p:cNvPr id="429" name="AI-063-425">
            <a:extLst xmlns:a="http://schemas.openxmlformats.org/drawingml/2006/main">
              <a:ext uri="{FF2B5EF4-FFF2-40B4-BE49-F238E27FC236}">
                <a16:creationId xmlns:a16="http://schemas.microsoft.com/office/drawing/2014/main" id="{C0C819E2-57C5-4F03-B560-6E33EEAE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0688" y="6429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30" name="AI-063-426">
            <a:extLst xmlns:a="http://schemas.openxmlformats.org/drawingml/2006/main">
              <a:ext uri="{FF2B5EF4-FFF2-40B4-BE49-F238E27FC236}">
                <a16:creationId xmlns:a16="http://schemas.microsoft.com/office/drawing/2014/main" id="{C8AF1AFC-B01A-481B-A7C8-F0739944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1388" y="5191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31" name="AI-063-427">
            <a:extLst xmlns:a="http://schemas.openxmlformats.org/drawingml/2006/main">
              <a:ext uri="{FF2B5EF4-FFF2-40B4-BE49-F238E27FC236}">
                <a16:creationId xmlns:a16="http://schemas.microsoft.com/office/drawing/2014/main" id="{A8E483DB-D764-4300-AB25-7338A572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6638" y="22431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32" name="AI-063-428">
            <a:extLst xmlns:a="http://schemas.openxmlformats.org/drawingml/2006/main">
              <a:ext uri="{FF2B5EF4-FFF2-40B4-BE49-F238E27FC236}">
                <a16:creationId xmlns:a16="http://schemas.microsoft.com/office/drawing/2014/main" id="{1A6B2E4D-D258-42D2-BE99-CFCD4D40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0713" y="23288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9525">
            <a:solidFill>
              <a:srgbClr val="555555"/>
            </a:solidFill>
          </a:ln>
        </p:spPr>
      </p:sp>
      <p:sp>
        <p:nvSpPr>
          <p:cNvPr id="433" name="AI-063-429">
            <a:extLst xmlns:a="http://schemas.openxmlformats.org/drawingml/2006/main">
              <a:ext uri="{FF2B5EF4-FFF2-40B4-BE49-F238E27FC236}">
                <a16:creationId xmlns:a16="http://schemas.microsoft.com/office/drawing/2014/main" id="{5D24DF09-29D3-4E8D-AD77-D7B2BF85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0308" y="142208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85AD"/>
          </a:solidFill>
          <a:ln xmlns:a="http://schemas.openxmlformats.org/drawingml/2006/main" w="9525">
            <a:solidFill>
              <a:srgbClr val="17384A"/>
            </a:solidFill>
          </a:ln>
        </p:spPr>
      </p:sp>
      <p:sp>
        <p:nvSpPr>
          <p:cNvPr id="434" name="AI-063-430">
            <a:extLst xmlns:a="http://schemas.openxmlformats.org/drawingml/2006/main">
              <a:ext uri="{FF2B5EF4-FFF2-40B4-BE49-F238E27FC236}">
                <a16:creationId xmlns:a16="http://schemas.microsoft.com/office/drawing/2014/main" id="{6E85FEE7-DD58-4BA3-8DEE-141F6583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7508" y="1203008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35A"/>
          </a:solidFill>
          <a:ln xmlns:a="http://schemas.openxmlformats.org/drawingml/2006/main" w="9525">
            <a:solidFill>
              <a:srgbClr val="17384A"/>
            </a:solidFill>
          </a:ln>
        </p:spPr>
      </p:sp>
      <p:sp>
        <p:nvSpPr>
          <p:cNvPr id="435" name="line-431">
            <a:extLst xmlns:a="http://schemas.openxmlformats.org/drawingml/2006/main">
              <a:ext uri="{FF2B5EF4-FFF2-40B4-BE49-F238E27FC236}">
                <a16:creationId xmlns:a16="http://schemas.microsoft.com/office/drawing/2014/main" id="{175BF852-2FAF-41C9-A4A1-6E8BA13E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371600"/>
            <a:ext cx="161925" cy="76200"/>
          </a:xfrm>
          <a:custGeom xmlns:a="http://schemas.openxmlformats.org/drawingml/2006/main">
            <a:pathLst>
              <a:path w="161925" h="76200">
                <a:moveTo>
                  <a:pt x="161925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436" name="path-432">
            <a:extLst xmlns:a="http://schemas.openxmlformats.org/drawingml/2006/main">
              <a:ext uri="{FF2B5EF4-FFF2-40B4-BE49-F238E27FC236}">
                <a16:creationId xmlns:a16="http://schemas.microsoft.com/office/drawing/2014/main" id="{9822A51E-F46A-40F2-B12F-2097E4CC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396845"/>
            <a:ext cx="66672" cy="50955"/>
          </a:xfrm>
          <a:custGeom xmlns:a="http://schemas.openxmlformats.org/drawingml/2006/main">
            <a:pathLst>
              <a:path w="66672" h="50955">
                <a:moveTo>
                  <a:pt x="0" y="50955"/>
                </a:moveTo>
                <a:lnTo>
                  <a:pt x="43002" y="0"/>
                </a:lnTo>
                <a:lnTo>
                  <a:pt x="66672" y="5029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437" name="line-433">
            <a:extLst xmlns:a="http://schemas.openxmlformats.org/drawingml/2006/main">
              <a:ext uri="{FF2B5EF4-FFF2-40B4-BE49-F238E27FC236}">
                <a16:creationId xmlns:a16="http://schemas.microsoft.com/office/drawing/2014/main" id="{9A434685-D887-47EB-9250-BAAA59CC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285875"/>
            <a:ext cx="247650" cy="57150"/>
          </a:xfrm>
          <a:custGeom xmlns:a="http://schemas.openxmlformats.org/drawingml/2006/main">
            <a:pathLst>
              <a:path w="247650" h="57150">
                <a:moveTo>
                  <a:pt x="0" y="571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438" name="path-434">
            <a:extLst xmlns:a="http://schemas.openxmlformats.org/drawingml/2006/main">
              <a:ext uri="{FF2B5EF4-FFF2-40B4-BE49-F238E27FC236}">
                <a16:creationId xmlns:a16="http://schemas.microsoft.com/office/drawing/2014/main" id="{9537D4E7-7458-402D-A9CE-79779DCF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822" y="1272420"/>
            <a:ext cx="65303" cy="54166"/>
          </a:xfrm>
          <a:custGeom xmlns:a="http://schemas.openxmlformats.org/drawingml/2006/main">
            <a:pathLst>
              <a:path w="65303" h="54166">
                <a:moveTo>
                  <a:pt x="65303" y="13455"/>
                </a:moveTo>
                <a:lnTo>
                  <a:pt x="12500" y="54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439" name="line-435">
            <a:extLst xmlns:a="http://schemas.openxmlformats.org/drawingml/2006/main">
              <a:ext uri="{FF2B5EF4-FFF2-40B4-BE49-F238E27FC236}">
                <a16:creationId xmlns:a16="http://schemas.microsoft.com/office/drawing/2014/main" id="{E5C9E0B1-010A-4823-B075-B876C05B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81050"/>
            <a:ext cx="238125" cy="247650"/>
          </a:xfrm>
          <a:custGeom xmlns:a="http://schemas.openxmlformats.org/drawingml/2006/main">
            <a:pathLst>
              <a:path w="238125" h="247650">
                <a:moveTo>
                  <a:pt x="238125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40" name="path-436">
            <a:extLst xmlns:a="http://schemas.openxmlformats.org/drawingml/2006/main">
              <a:ext uri="{FF2B5EF4-FFF2-40B4-BE49-F238E27FC236}">
                <a16:creationId xmlns:a16="http://schemas.microsoft.com/office/drawing/2014/main" id="{BA48ADDA-DECE-4594-8657-3136D28C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81050"/>
            <a:ext cx="70905" cy="71944"/>
          </a:xfrm>
          <a:custGeom xmlns:a="http://schemas.openxmlformats.org/drawingml/2006/main">
            <a:pathLst>
              <a:path w="70905" h="71944">
                <a:moveTo>
                  <a:pt x="0" y="0"/>
                </a:moveTo>
                <a:lnTo>
                  <a:pt x="70905" y="27910"/>
                </a:lnTo>
                <a:lnTo>
                  <a:pt x="25109" y="71944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41" name="line-437">
            <a:extLst xmlns:a="http://schemas.openxmlformats.org/drawingml/2006/main">
              <a:ext uri="{FF2B5EF4-FFF2-40B4-BE49-F238E27FC236}">
                <a16:creationId xmlns:a16="http://schemas.microsoft.com/office/drawing/2014/main" id="{75D2970A-6756-4B05-A989-34A6EDD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57225"/>
            <a:ext cx="190500" cy="200025"/>
          </a:xfrm>
          <a:custGeom xmlns:a="http://schemas.openxmlformats.org/drawingml/2006/main">
            <a:pathLst>
              <a:path w="190500" h="200025">
                <a:moveTo>
                  <a:pt x="0" y="200025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42" name="path-438">
            <a:extLst xmlns:a="http://schemas.openxmlformats.org/drawingml/2006/main">
              <a:ext uri="{FF2B5EF4-FFF2-40B4-BE49-F238E27FC236}">
                <a16:creationId xmlns:a16="http://schemas.microsoft.com/office/drawing/2014/main" id="{FFD05D47-042B-463E-8619-7B8E774D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380" y="657225"/>
            <a:ext cx="70770" cy="72063"/>
          </a:xfrm>
          <a:custGeom xmlns:a="http://schemas.openxmlformats.org/drawingml/2006/main">
            <a:pathLst>
              <a:path w="70770" h="72063">
                <a:moveTo>
                  <a:pt x="70770" y="0"/>
                </a:moveTo>
                <a:lnTo>
                  <a:pt x="46005" y="72063"/>
                </a:lnTo>
                <a:lnTo>
                  <a:pt x="0" y="2824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43" name="line-439">
            <a:extLst xmlns:a="http://schemas.openxmlformats.org/drawingml/2006/main">
              <a:ext uri="{FF2B5EF4-FFF2-40B4-BE49-F238E27FC236}">
                <a16:creationId xmlns:a16="http://schemas.microsoft.com/office/drawing/2014/main" id="{480150BC-42CE-42E2-ACA3-218B5D90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285750" cy="276225"/>
          </a:xfrm>
          <a:custGeom xmlns:a="http://schemas.openxmlformats.org/drawingml/2006/main">
            <a:pathLst>
              <a:path w="285750" h="276225">
                <a:moveTo>
                  <a:pt x="0" y="0"/>
                </a:moveTo>
                <a:lnTo>
                  <a:pt x="2857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44" name="path-440">
            <a:extLst xmlns:a="http://schemas.openxmlformats.org/drawingml/2006/main">
              <a:ext uri="{FF2B5EF4-FFF2-40B4-BE49-F238E27FC236}">
                <a16:creationId xmlns:a16="http://schemas.microsoft.com/office/drawing/2014/main" id="{F17F7381-CFB4-4F64-BD9E-5BD06ACF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523" y="2186446"/>
            <a:ext cx="71877" cy="70979"/>
          </a:xfrm>
          <a:custGeom xmlns:a="http://schemas.openxmlformats.org/drawingml/2006/main">
            <a:pathLst>
              <a:path w="71877" h="70979">
                <a:moveTo>
                  <a:pt x="71877" y="70979"/>
                </a:moveTo>
                <a:lnTo>
                  <a:pt x="0" y="45678"/>
                </a:lnTo>
                <a:lnTo>
                  <a:pt x="44156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45" name="line-441">
            <a:extLst xmlns:a="http://schemas.openxmlformats.org/drawingml/2006/main">
              <a:ext uri="{FF2B5EF4-FFF2-40B4-BE49-F238E27FC236}">
                <a16:creationId xmlns:a16="http://schemas.microsoft.com/office/drawing/2014/main" id="{D4A2FE76-0D08-43E2-8638-73F3B83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52625"/>
            <a:ext cx="152400" cy="352425"/>
          </a:xfrm>
          <a:custGeom xmlns:a="http://schemas.openxmlformats.org/drawingml/2006/main">
            <a:pathLst>
              <a:path w="152400" h="352425">
                <a:moveTo>
                  <a:pt x="152400" y="0"/>
                </a:moveTo>
                <a:lnTo>
                  <a:pt x="0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46" name="path-442">
            <a:extLst xmlns:a="http://schemas.openxmlformats.org/drawingml/2006/main">
              <a:ext uri="{FF2B5EF4-FFF2-40B4-BE49-F238E27FC236}">
                <a16:creationId xmlns:a16="http://schemas.microsoft.com/office/drawing/2014/main" id="{CC72CD8A-3D18-49A8-8E99-9D8E8340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110" y="2228868"/>
            <a:ext cx="58312" cy="76182"/>
          </a:xfrm>
          <a:custGeom xmlns:a="http://schemas.openxmlformats.org/drawingml/2006/main">
            <a:pathLst>
              <a:path w="58312" h="76182">
                <a:moveTo>
                  <a:pt x="1665" y="76182"/>
                </a:moveTo>
                <a:lnTo>
                  <a:pt x="0" y="0"/>
                </a:lnTo>
                <a:lnTo>
                  <a:pt x="58312" y="2521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47" name="AI-063-443">
            <a:extLst xmlns:a="http://schemas.openxmlformats.org/drawingml/2006/main">
              <a:ext uri="{FF2B5EF4-FFF2-40B4-BE49-F238E27FC236}">
                <a16:creationId xmlns:a16="http://schemas.microsoft.com/office/drawing/2014/main" id="{E9821CE6-96F5-430C-BD27-4FA8E1BA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5810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</a:t>
            </a:r>
          </a:p>
        </p:txBody>
      </p:sp>
      <p:sp>
        <p:nvSpPr>
          <p:cNvPr id="448" name="AI-063-444">
            <a:extLst xmlns:a="http://schemas.openxmlformats.org/drawingml/2006/main">
              <a:ext uri="{FF2B5EF4-FFF2-40B4-BE49-F238E27FC236}">
                <a16:creationId xmlns:a16="http://schemas.microsoft.com/office/drawing/2014/main" id="{90B76840-4821-471A-A9BE-97759CB2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725" y="6572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</a:t>
            </a:r>
          </a:p>
        </p:txBody>
      </p:sp>
      <p:sp>
        <p:nvSpPr>
          <p:cNvPr id="449" name="AI-063-445">
            <a:extLst xmlns:a="http://schemas.openxmlformats.org/drawingml/2006/main">
              <a:ext uri="{FF2B5EF4-FFF2-40B4-BE49-F238E27FC236}">
                <a16:creationId xmlns:a16="http://schemas.microsoft.com/office/drawing/2014/main" id="{A66F63CF-8DA4-4590-908B-5C0FA007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2390775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</a:t>
            </a:r>
          </a:p>
        </p:txBody>
      </p:sp>
      <p:sp>
        <p:nvSpPr>
          <p:cNvPr id="450" name="AI-063-446">
            <a:extLst xmlns:a="http://schemas.openxmlformats.org/drawingml/2006/main">
              <a:ext uri="{FF2B5EF4-FFF2-40B4-BE49-F238E27FC236}">
                <a16:creationId xmlns:a16="http://schemas.microsoft.com/office/drawing/2014/main" id="{34312E4F-D525-47C7-A492-95E9E79A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24765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</a:t>
            </a:r>
          </a:p>
        </p:txBody>
      </p:sp>
      <p:sp>
        <p:nvSpPr>
          <p:cNvPr id="451" name="AI-063-447">
            <a:extLst xmlns:a="http://schemas.openxmlformats.org/drawingml/2006/main">
              <a:ext uri="{FF2B5EF4-FFF2-40B4-BE49-F238E27FC236}">
                <a16:creationId xmlns:a16="http://schemas.microsoft.com/office/drawing/2014/main" id="{7AF82375-F9C8-42EC-8FFD-17FDFB7C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161925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Anchor</a:t>
            </a:r>
          </a:p>
        </p:txBody>
      </p:sp>
      <p:sp>
        <p:nvSpPr>
          <p:cNvPr id="452" name="AI-063-448">
            <a:extLst xmlns:a="http://schemas.openxmlformats.org/drawingml/2006/main">
              <a:ext uri="{FF2B5EF4-FFF2-40B4-BE49-F238E27FC236}">
                <a16:creationId xmlns:a16="http://schemas.microsoft.com/office/drawing/2014/main" id="{D0606733-B817-4B97-B90F-A9BE3186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1333500"/>
            <a:ext cx="542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Positive</a:t>
            </a:r>
          </a:p>
        </p:txBody>
      </p:sp>
      <p:sp>
        <p:nvSpPr>
          <p:cNvPr id="453" name="AI-063-449">
            <a:extLst xmlns:a="http://schemas.openxmlformats.org/drawingml/2006/main">
              <a:ext uri="{FF2B5EF4-FFF2-40B4-BE49-F238E27FC236}">
                <a16:creationId xmlns:a16="http://schemas.microsoft.com/office/drawing/2014/main" id="{6659A2FD-BCB9-4CB2-AFED-6876CC0C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675" y="1476375"/>
            <a:ext cx="676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Pull closer</a:t>
            </a:r>
          </a:p>
        </p:txBody>
      </p:sp>
      <p:sp>
        <p:nvSpPr>
          <p:cNvPr id="454" name="AI-063-450">
            <a:extLst xmlns:a="http://schemas.openxmlformats.org/drawingml/2006/main">
              <a:ext uri="{FF2B5EF4-FFF2-40B4-BE49-F238E27FC236}">
                <a16:creationId xmlns:a16="http://schemas.microsoft.com/office/drawing/2014/main" id="{109B7D87-9E8D-4091-BF52-CF87BC0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057400"/>
            <a:ext cx="828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Push apart</a:t>
            </a:r>
          </a:p>
        </p:txBody>
      </p:sp>
      <p:sp>
        <p:nvSpPr>
          <p:cNvPr id="455" name="AI-063-451">
            <a:extLst xmlns:a="http://schemas.openxmlformats.org/drawingml/2006/main">
              <a:ext uri="{FF2B5EF4-FFF2-40B4-BE49-F238E27FC236}">
                <a16:creationId xmlns:a16="http://schemas.microsoft.com/office/drawing/2014/main" id="{65EB1A51-FAAC-4425-9B16-0E28F569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2724150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SINCERE</a:t>
            </a:r>
          </a:p>
        </p:txBody>
      </p:sp>
      <p:sp>
        <p:nvSpPr>
          <p:cNvPr id="456" name="AI-063-452">
            <a:extLst xmlns:a="http://schemas.openxmlformats.org/drawingml/2006/main">
              <a:ext uri="{FF2B5EF4-FFF2-40B4-BE49-F238E27FC236}">
                <a16:creationId xmlns:a16="http://schemas.microsoft.com/office/drawing/2014/main" id="{5127A86D-6F5A-493D-B848-8608A32C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390525"/>
            <a:ext cx="2562225" cy="2314575"/>
          </a:xfrm>
          <a:prstGeom xmlns:a="http://schemas.openxmlformats.org/drawingml/2006/main" prst="roundRect">
            <a:avLst>
              <a:gd name="adj" fmla="val 12757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17145">
            <a:solidFill>
              <a:srgbClr val="17384A"/>
            </a:solidFill>
            <a:prstDash val="dash"/>
          </a:ln>
        </p:spPr>
      </p:sp>
      <p:sp>
        <p:nvSpPr>
          <p:cNvPr id="457" name="AI-063-453">
            <a:extLst xmlns:a="http://schemas.openxmlformats.org/drawingml/2006/main">
              <a:ext uri="{FF2B5EF4-FFF2-40B4-BE49-F238E27FC236}">
                <a16:creationId xmlns:a16="http://schemas.microsoft.com/office/drawing/2014/main" id="{B59C7A14-EBE0-4750-90EB-B0A6524F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458" name="AI-063-454">
            <a:extLst xmlns:a="http://schemas.openxmlformats.org/drawingml/2006/main">
              <a:ext uri="{FF2B5EF4-FFF2-40B4-BE49-F238E27FC236}">
                <a16:creationId xmlns:a16="http://schemas.microsoft.com/office/drawing/2014/main" id="{090D23D1-27A7-4DF6-A223-690CEC9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0713" y="7096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459" name="AI-063-455">
            <a:extLst xmlns:a="http://schemas.openxmlformats.org/drawingml/2006/main">
              <a:ext uri="{FF2B5EF4-FFF2-40B4-BE49-F238E27FC236}">
                <a16:creationId xmlns:a16="http://schemas.microsoft.com/office/drawing/2014/main" id="{91D2657B-91AE-4BCE-9666-9880820D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6963" y="1338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460" name="AI-063-456">
            <a:extLst xmlns:a="http://schemas.openxmlformats.org/drawingml/2006/main">
              <a:ext uri="{FF2B5EF4-FFF2-40B4-BE49-F238E27FC236}">
                <a16:creationId xmlns:a16="http://schemas.microsoft.com/office/drawing/2014/main" id="{EA498663-F436-462E-8543-6BC53AF2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9363" y="1804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461" name="AI-063-457">
            <a:extLst xmlns:a="http://schemas.openxmlformats.org/drawingml/2006/main">
              <a:ext uri="{FF2B5EF4-FFF2-40B4-BE49-F238E27FC236}">
                <a16:creationId xmlns:a16="http://schemas.microsoft.com/office/drawing/2014/main" id="{1FB5BFFE-CBDA-4596-97B0-9A57AD33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1605" y="2097405"/>
            <a:ext cx="110490" cy="110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85AD"/>
          </a:solidFill>
          <a:ln xmlns:a="http://schemas.openxmlformats.org/drawingml/2006/main" w="9525">
            <a:solidFill>
              <a:srgbClr val="17384A"/>
            </a:solidFill>
          </a:ln>
        </p:spPr>
      </p:sp>
      <p:sp>
        <p:nvSpPr>
          <p:cNvPr id="462" name="AI-063-458">
            <a:extLst xmlns:a="http://schemas.openxmlformats.org/drawingml/2006/main">
              <a:ext uri="{FF2B5EF4-FFF2-40B4-BE49-F238E27FC236}">
                <a16:creationId xmlns:a16="http://schemas.microsoft.com/office/drawing/2014/main" id="{65001828-7430-48A7-9751-4C06F77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7893" y="2416493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35A"/>
          </a:solidFill>
          <a:ln xmlns:a="http://schemas.openxmlformats.org/drawingml/2006/main" w="9525">
            <a:solidFill>
              <a:srgbClr val="17384A"/>
            </a:solidFill>
          </a:ln>
        </p:spPr>
      </p:sp>
      <p:sp>
        <p:nvSpPr>
          <p:cNvPr id="463" name="line-459">
            <a:extLst xmlns:a="http://schemas.openxmlformats.org/drawingml/2006/main">
              <a:ext uri="{FF2B5EF4-FFF2-40B4-BE49-F238E27FC236}">
                <a16:creationId xmlns:a16="http://schemas.microsoft.com/office/drawing/2014/main" id="{9FB4F9C7-3062-43FE-8063-EDE143C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66750"/>
            <a:ext cx="666750" cy="1143000"/>
          </a:xfrm>
          <a:custGeom xmlns:a="http://schemas.openxmlformats.org/drawingml/2006/main">
            <a:pathLst>
              <a:path w="666750" h="1143000">
                <a:moveTo>
                  <a:pt x="666750" y="1143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111111"/>
            </a:solidFill>
          </a:ln>
        </p:spPr>
      </p:sp>
      <p:sp>
        <p:nvSpPr>
          <p:cNvPr id="464" name="path-460">
            <a:extLst xmlns:a="http://schemas.openxmlformats.org/drawingml/2006/main">
              <a:ext uri="{FF2B5EF4-FFF2-40B4-BE49-F238E27FC236}">
                <a16:creationId xmlns:a16="http://schemas.microsoft.com/office/drawing/2014/main" id="{9D84832F-530F-4275-AFAB-208CD4D1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66750"/>
            <a:ext cx="124676" cy="151668"/>
          </a:xfrm>
          <a:custGeom xmlns:a="http://schemas.openxmlformats.org/drawingml/2006/main">
            <a:pathLst>
              <a:path w="124676" h="151668">
                <a:moveTo>
                  <a:pt x="0" y="0"/>
                </a:moveTo>
                <a:lnTo>
                  <a:pt x="124676" y="87645"/>
                </a:lnTo>
                <a:lnTo>
                  <a:pt x="14923" y="15166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66675">
            <a:solidFill>
              <a:srgbClr val="111111"/>
            </a:solidFill>
          </a:ln>
        </p:spPr>
      </p:sp>
      <p:sp>
        <p:nvSpPr>
          <p:cNvPr id="465" name="line-461">
            <a:extLst xmlns:a="http://schemas.openxmlformats.org/drawingml/2006/main">
              <a:ext uri="{FF2B5EF4-FFF2-40B4-BE49-F238E27FC236}">
                <a16:creationId xmlns:a16="http://schemas.microsoft.com/office/drawing/2014/main" id="{B1CBB3ED-6988-4C49-A0CE-0AF1FCCF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838200"/>
            <a:ext cx="200025" cy="685800"/>
          </a:xfrm>
          <a:custGeom xmlns:a="http://schemas.openxmlformats.org/drawingml/2006/main">
            <a:pathLst>
              <a:path w="200025" h="685800">
                <a:moveTo>
                  <a:pt x="0" y="68580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466" name="path-462">
            <a:extLst xmlns:a="http://schemas.openxmlformats.org/drawingml/2006/main">
              <a:ext uri="{FF2B5EF4-FFF2-40B4-BE49-F238E27FC236}">
                <a16:creationId xmlns:a16="http://schemas.microsoft.com/office/drawing/2014/main" id="{A95A7819-0008-46DF-A9DD-0F1A9531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111" y="838200"/>
            <a:ext cx="60990" cy="75387"/>
          </a:xfrm>
          <a:custGeom xmlns:a="http://schemas.openxmlformats.org/drawingml/2006/main">
            <a:pathLst>
              <a:path w="60990" h="75387">
                <a:moveTo>
                  <a:pt x="49889" y="0"/>
                </a:moveTo>
                <a:lnTo>
                  <a:pt x="60990" y="75387"/>
                </a:lnTo>
                <a:lnTo>
                  <a:pt x="0" y="5759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467" name="line-463">
            <a:extLst xmlns:a="http://schemas.openxmlformats.org/drawingml/2006/main">
              <a:ext uri="{FF2B5EF4-FFF2-40B4-BE49-F238E27FC236}">
                <a16:creationId xmlns:a16="http://schemas.microsoft.com/office/drawing/2014/main" id="{97EFF859-F595-4390-9EAF-411DC8A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438275"/>
            <a:ext cx="647700" cy="504825"/>
          </a:xfrm>
          <a:custGeom xmlns:a="http://schemas.openxmlformats.org/drawingml/2006/main">
            <a:pathLst>
              <a:path w="647700" h="504825">
                <a:moveTo>
                  <a:pt x="0" y="504825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68" name="path-464">
            <a:extLst xmlns:a="http://schemas.openxmlformats.org/drawingml/2006/main">
              <a:ext uri="{FF2B5EF4-FFF2-40B4-BE49-F238E27FC236}">
                <a16:creationId xmlns:a16="http://schemas.microsoft.com/office/drawing/2014/main" id="{AE09DECC-0BA3-4F69-81D6-BE2BD030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6327" y="1438275"/>
            <a:ext cx="46348" cy="42271"/>
          </a:xfrm>
          <a:custGeom xmlns:a="http://schemas.openxmlformats.org/drawingml/2006/main">
            <a:pathLst>
              <a:path w="46348" h="42271">
                <a:moveTo>
                  <a:pt x="46348" y="0"/>
                </a:moveTo>
                <a:lnTo>
                  <a:pt x="24410" y="42271"/>
                </a:lnTo>
                <a:lnTo>
                  <a:pt x="0" y="10953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469" name="line-465">
            <a:extLst xmlns:a="http://schemas.openxmlformats.org/drawingml/2006/main">
              <a:ext uri="{FF2B5EF4-FFF2-40B4-BE49-F238E27FC236}">
                <a16:creationId xmlns:a16="http://schemas.microsoft.com/office/drawing/2014/main" id="{7BF23BE7-08A7-42FB-95BE-51683FD5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57375"/>
            <a:ext cx="800100" cy="219075"/>
          </a:xfrm>
          <a:custGeom xmlns:a="http://schemas.openxmlformats.org/drawingml/2006/main">
            <a:pathLst>
              <a:path w="800100" h="219075">
                <a:moveTo>
                  <a:pt x="0" y="219075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222222"/>
            </a:solidFill>
          </a:ln>
        </p:spPr>
      </p:sp>
      <p:sp>
        <p:nvSpPr>
          <p:cNvPr id="470" name="path-466">
            <a:extLst xmlns:a="http://schemas.openxmlformats.org/drawingml/2006/main">
              <a:ext uri="{FF2B5EF4-FFF2-40B4-BE49-F238E27FC236}">
                <a16:creationId xmlns:a16="http://schemas.microsoft.com/office/drawing/2014/main" id="{6639F1A0-E169-4F9C-A9A2-ACBFFF55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478" y="1851202"/>
            <a:ext cx="37597" cy="30638"/>
          </a:xfrm>
          <a:custGeom xmlns:a="http://schemas.openxmlformats.org/drawingml/2006/main">
            <a:pathLst>
              <a:path w="37597" h="30638">
                <a:moveTo>
                  <a:pt x="37597" y="6173"/>
                </a:moveTo>
                <a:lnTo>
                  <a:pt x="8389" y="306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7620">
            <a:solidFill>
              <a:srgbClr val="222222"/>
            </a:solidFill>
          </a:ln>
        </p:spPr>
      </p:sp>
      <p:sp>
        <p:nvSpPr>
          <p:cNvPr id="471" name="line-467">
            <a:extLst xmlns:a="http://schemas.openxmlformats.org/drawingml/2006/main">
              <a:ext uri="{FF2B5EF4-FFF2-40B4-BE49-F238E27FC236}">
                <a16:creationId xmlns:a16="http://schemas.microsoft.com/office/drawing/2014/main" id="{6E7CDF4E-9BCB-4D66-995C-62BF81A4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09800"/>
            <a:ext cx="247650" cy="123825"/>
          </a:xfrm>
          <a:custGeom xmlns:a="http://schemas.openxmlformats.org/drawingml/2006/main">
            <a:pathLst>
              <a:path w="247650" h="123825">
                <a:moveTo>
                  <a:pt x="0" y="0"/>
                </a:moveTo>
                <a:lnTo>
                  <a:pt x="24765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72" name="path-468">
            <a:extLst xmlns:a="http://schemas.openxmlformats.org/drawingml/2006/main">
              <a:ext uri="{FF2B5EF4-FFF2-40B4-BE49-F238E27FC236}">
                <a16:creationId xmlns:a16="http://schemas.microsoft.com/office/drawing/2014/main" id="{2C217E3E-2187-4EDE-B8A9-6F5453B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38" y="2281661"/>
            <a:ext cx="66637" cy="51964"/>
          </a:xfrm>
          <a:custGeom xmlns:a="http://schemas.openxmlformats.org/drawingml/2006/main">
            <a:pathLst>
              <a:path w="66637" h="51964">
                <a:moveTo>
                  <a:pt x="66637" y="51964"/>
                </a:moveTo>
                <a:lnTo>
                  <a:pt x="0" y="49721"/>
                </a:lnTo>
                <a:lnTo>
                  <a:pt x="2486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73" name="line-469">
            <a:extLst xmlns:a="http://schemas.openxmlformats.org/drawingml/2006/main">
              <a:ext uri="{FF2B5EF4-FFF2-40B4-BE49-F238E27FC236}">
                <a16:creationId xmlns:a16="http://schemas.microsoft.com/office/drawing/2014/main" id="{7C3773E6-CCD2-4471-BD60-1206ECBA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43150"/>
            <a:ext cx="276225" cy="114300"/>
          </a:xfrm>
          <a:custGeom xmlns:a="http://schemas.openxmlformats.org/drawingml/2006/main">
            <a:pathLst>
              <a:path w="276225" h="114300">
                <a:moveTo>
                  <a:pt x="276225" y="114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74" name="path-470">
            <a:extLst xmlns:a="http://schemas.openxmlformats.org/drawingml/2006/main">
              <a:ext uri="{FF2B5EF4-FFF2-40B4-BE49-F238E27FC236}">
                <a16:creationId xmlns:a16="http://schemas.microsoft.com/office/drawing/2014/main" id="{E3D2BDE2-F132-4E9C-84F6-241351B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40640"/>
            <a:ext cx="66628" cy="51366"/>
          </a:xfrm>
          <a:custGeom xmlns:a="http://schemas.openxmlformats.org/drawingml/2006/main">
            <a:pathLst>
              <a:path w="66628" h="51366">
                <a:moveTo>
                  <a:pt x="0" y="2510"/>
                </a:moveTo>
                <a:lnTo>
                  <a:pt x="66628" y="0"/>
                </a:lnTo>
                <a:lnTo>
                  <a:pt x="45373" y="5136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475" name="AI-063-471">
            <a:extLst xmlns:a="http://schemas.openxmlformats.org/drawingml/2006/main">
              <a:ext uri="{FF2B5EF4-FFF2-40B4-BE49-F238E27FC236}">
                <a16:creationId xmlns:a16="http://schemas.microsoft.com/office/drawing/2014/main" id="{1C3D139A-9D89-43AE-95D5-8EBACC1A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1025" y="400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</a:t>
            </a:r>
          </a:p>
        </p:txBody>
      </p:sp>
      <p:sp>
        <p:nvSpPr>
          <p:cNvPr id="476" name="AI-063-472">
            <a:extLst xmlns:a="http://schemas.openxmlformats.org/drawingml/2006/main">
              <a:ext uri="{FF2B5EF4-FFF2-40B4-BE49-F238E27FC236}">
                <a16:creationId xmlns:a16="http://schemas.microsoft.com/office/drawing/2014/main" id="{7D00071D-13BB-47E4-9341-6771600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76250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77" name="AI-063-473">
            <a:extLst xmlns:a="http://schemas.openxmlformats.org/drawingml/2006/main">
              <a:ext uri="{FF2B5EF4-FFF2-40B4-BE49-F238E27FC236}">
                <a16:creationId xmlns:a16="http://schemas.microsoft.com/office/drawing/2014/main" id="{8F519CCE-0411-4541-8BDB-AD8919BF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609600"/>
            <a:ext cx="771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Negativeₖ</a:t>
            </a:r>
          </a:p>
        </p:txBody>
      </p:sp>
      <p:sp>
        <p:nvSpPr>
          <p:cNvPr id="478" name="AI-063-474">
            <a:extLst xmlns:a="http://schemas.openxmlformats.org/drawingml/2006/main">
              <a:ext uri="{FF2B5EF4-FFF2-40B4-BE49-F238E27FC236}">
                <a16:creationId xmlns:a16="http://schemas.microsoft.com/office/drawing/2014/main" id="{3E8BE624-467C-4E61-95AC-C8A5BFC6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1152525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Negative₂</a:t>
            </a:r>
          </a:p>
        </p:txBody>
      </p:sp>
      <p:sp>
        <p:nvSpPr>
          <p:cNvPr id="479" name="AI-063-475">
            <a:extLst xmlns:a="http://schemas.openxmlformats.org/drawingml/2006/main">
              <a:ext uri="{FF2B5EF4-FFF2-40B4-BE49-F238E27FC236}">
                <a16:creationId xmlns:a16="http://schemas.microsoft.com/office/drawing/2014/main" id="{A856F25F-5EC2-425B-A4B6-587C15FD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1924050"/>
            <a:ext cx="48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Negative₁</a:t>
            </a:r>
          </a:p>
        </p:txBody>
      </p:sp>
      <p:sp>
        <p:nvSpPr>
          <p:cNvPr id="480" name="AI-063-476">
            <a:extLst xmlns:a="http://schemas.openxmlformats.org/drawingml/2006/main">
              <a:ext uri="{FF2B5EF4-FFF2-40B4-BE49-F238E27FC236}">
                <a16:creationId xmlns:a16="http://schemas.microsoft.com/office/drawing/2014/main" id="{99B9BDBA-0204-4925-B84E-DCB5F8E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2247900"/>
            <a:ext cx="561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Anchor</a:t>
            </a:r>
          </a:p>
        </p:txBody>
      </p:sp>
      <p:sp>
        <p:nvSpPr>
          <p:cNvPr id="481" name="AI-063-477">
            <a:extLst xmlns:a="http://schemas.openxmlformats.org/drawingml/2006/main">
              <a:ext uri="{FF2B5EF4-FFF2-40B4-BE49-F238E27FC236}">
                <a16:creationId xmlns:a16="http://schemas.microsoft.com/office/drawing/2014/main" id="{C54866B8-72F5-4D92-BB5A-D16964E5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25" y="2390775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Positive</a:t>
            </a:r>
          </a:p>
        </p:txBody>
      </p:sp>
      <p:sp>
        <p:nvSpPr>
          <p:cNvPr id="482" name="AI-063-478">
            <a:extLst xmlns:a="http://schemas.openxmlformats.org/drawingml/2006/main">
              <a:ext uri="{FF2B5EF4-FFF2-40B4-BE49-F238E27FC236}">
                <a16:creationId xmlns:a16="http://schemas.microsoft.com/office/drawing/2014/main" id="{3D846639-1CD7-495B-A296-AEA33BB7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2925" y="14001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Strongly</a:t>
            </a:r>
          </a:p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push</a:t>
            </a:r>
          </a:p>
        </p:txBody>
      </p:sp>
      <p:sp>
        <p:nvSpPr>
          <p:cNvPr id="483" name="AI-063-479">
            <a:extLst xmlns:a="http://schemas.openxmlformats.org/drawingml/2006/main">
              <a:ext uri="{FF2B5EF4-FFF2-40B4-BE49-F238E27FC236}">
                <a16:creationId xmlns:a16="http://schemas.microsoft.com/office/drawing/2014/main" id="{7D93587D-D7AD-4F74-99EE-89E8CF2C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1581150"/>
            <a:ext cx="590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Weakly</a:t>
            </a:r>
          </a:p>
          <a:p xmlns:a="http://schemas.openxmlformats.org/drawingml/2006/main">
            <a:pPr algn="l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push</a:t>
            </a:r>
          </a:p>
        </p:txBody>
      </p:sp>
      <p:sp>
        <p:nvSpPr>
          <p:cNvPr id="484" name="AI-063-480">
            <a:extLst xmlns:a="http://schemas.openxmlformats.org/drawingml/2006/main">
              <a:ext uri="{FF2B5EF4-FFF2-40B4-BE49-F238E27FC236}">
                <a16:creationId xmlns:a16="http://schemas.microsoft.com/office/drawing/2014/main" id="{D1DE5ABD-E200-4489-AAF5-32843073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2724150"/>
            <a:ext cx="2085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SoftCSE</a:t>
            </a:r>
          </a:p>
        </p:txBody>
      </p:sp>
      <p:sp>
        <p:nvSpPr>
          <p:cNvPr id="485" name="AI-063-481">
            <a:extLst xmlns:a="http://schemas.openxmlformats.org/drawingml/2006/main">
              <a:ext uri="{FF2B5EF4-FFF2-40B4-BE49-F238E27FC236}">
                <a16:creationId xmlns:a16="http://schemas.microsoft.com/office/drawing/2014/main" id="{B23E2F87-02C8-4996-90F9-FB67B6D1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8925" y="390525"/>
            <a:ext cx="2543175" cy="2314575"/>
          </a:xfrm>
          <a:prstGeom xmlns:a="http://schemas.openxmlformats.org/drawingml/2006/main" prst="roundRect">
            <a:avLst>
              <a:gd name="adj" fmla="val 12757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17145">
            <a:solidFill>
              <a:srgbClr val="17384A"/>
            </a:solidFill>
            <a:prstDash val="dash"/>
          </a:ln>
        </p:spPr>
      </p:sp>
      <p:sp>
        <p:nvSpPr>
          <p:cNvPr id="486" name="path-482">
            <a:extLst xmlns:a="http://schemas.openxmlformats.org/drawingml/2006/main">
              <a:ext uri="{FF2B5EF4-FFF2-40B4-BE49-F238E27FC236}">
                <a16:creationId xmlns:a16="http://schemas.microsoft.com/office/drawing/2014/main" id="{0E439DC9-60C6-46F7-9273-B6DB13AF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0075"/>
            <a:ext cx="1943100" cy="1943100"/>
          </a:xfrm>
          <a:custGeom xmlns:a="http://schemas.openxmlformats.org/drawingml/2006/main">
            <a:pathLst>
              <a:path w="1943100" h="1943100">
                <a:moveTo>
                  <a:pt x="1943100" y="971550"/>
                </a:moveTo>
                <a:lnTo>
                  <a:pt x="1941183" y="1032554"/>
                </a:lnTo>
                <a:lnTo>
                  <a:pt x="1935439" y="1093318"/>
                </a:lnTo>
                <a:lnTo>
                  <a:pt x="1925891" y="1153600"/>
                </a:lnTo>
                <a:lnTo>
                  <a:pt x="1912577" y="1213165"/>
                </a:lnTo>
                <a:lnTo>
                  <a:pt x="1895549" y="1271775"/>
                </a:lnTo>
                <a:lnTo>
                  <a:pt x="1874874" y="1329201"/>
                </a:lnTo>
                <a:lnTo>
                  <a:pt x="1850635" y="1385216"/>
                </a:lnTo>
                <a:lnTo>
                  <a:pt x="1822926" y="1439598"/>
                </a:lnTo>
                <a:lnTo>
                  <a:pt x="1791857" y="1492133"/>
                </a:lnTo>
                <a:lnTo>
                  <a:pt x="1757550" y="1542613"/>
                </a:lnTo>
                <a:lnTo>
                  <a:pt x="1720142" y="1590839"/>
                </a:lnTo>
                <a:lnTo>
                  <a:pt x="1679779" y="1636622"/>
                </a:lnTo>
                <a:lnTo>
                  <a:pt x="1636622" y="1679779"/>
                </a:lnTo>
                <a:lnTo>
                  <a:pt x="1590839" y="1720142"/>
                </a:lnTo>
                <a:lnTo>
                  <a:pt x="1542613" y="1757550"/>
                </a:lnTo>
                <a:lnTo>
                  <a:pt x="1492133" y="1791857"/>
                </a:lnTo>
                <a:lnTo>
                  <a:pt x="1439598" y="1822926"/>
                </a:lnTo>
                <a:lnTo>
                  <a:pt x="1385216" y="1850635"/>
                </a:lnTo>
                <a:lnTo>
                  <a:pt x="1329201" y="1874874"/>
                </a:lnTo>
                <a:lnTo>
                  <a:pt x="1271775" y="1895549"/>
                </a:lnTo>
                <a:lnTo>
                  <a:pt x="1213165" y="1912577"/>
                </a:lnTo>
                <a:lnTo>
                  <a:pt x="1153600" y="1925891"/>
                </a:lnTo>
                <a:lnTo>
                  <a:pt x="1093318" y="1935439"/>
                </a:lnTo>
                <a:lnTo>
                  <a:pt x="1032554" y="1941183"/>
                </a:lnTo>
                <a:lnTo>
                  <a:pt x="971550" y="1943100"/>
                </a:lnTo>
                <a:lnTo>
                  <a:pt x="910546" y="1941183"/>
                </a:lnTo>
                <a:lnTo>
                  <a:pt x="849782" y="1935439"/>
                </a:lnTo>
                <a:lnTo>
                  <a:pt x="789500" y="1925891"/>
                </a:lnTo>
                <a:lnTo>
                  <a:pt x="729935" y="1912577"/>
                </a:lnTo>
                <a:lnTo>
                  <a:pt x="671325" y="1895549"/>
                </a:lnTo>
                <a:lnTo>
                  <a:pt x="613899" y="1874874"/>
                </a:lnTo>
                <a:lnTo>
                  <a:pt x="557884" y="1850635"/>
                </a:lnTo>
                <a:lnTo>
                  <a:pt x="503502" y="1822926"/>
                </a:lnTo>
                <a:lnTo>
                  <a:pt x="450967" y="1791857"/>
                </a:lnTo>
                <a:lnTo>
                  <a:pt x="400487" y="1757550"/>
                </a:lnTo>
                <a:lnTo>
                  <a:pt x="352261" y="1720142"/>
                </a:lnTo>
                <a:lnTo>
                  <a:pt x="306478" y="1679779"/>
                </a:lnTo>
                <a:lnTo>
                  <a:pt x="263321" y="1636622"/>
                </a:lnTo>
                <a:lnTo>
                  <a:pt x="222958" y="1590839"/>
                </a:lnTo>
                <a:lnTo>
                  <a:pt x="185550" y="1542613"/>
                </a:lnTo>
                <a:lnTo>
                  <a:pt x="151243" y="1492133"/>
                </a:lnTo>
                <a:lnTo>
                  <a:pt x="120174" y="1439598"/>
                </a:lnTo>
                <a:lnTo>
                  <a:pt x="92465" y="1385216"/>
                </a:lnTo>
                <a:lnTo>
                  <a:pt x="68226" y="1329201"/>
                </a:lnTo>
                <a:lnTo>
                  <a:pt x="47551" y="1271775"/>
                </a:lnTo>
                <a:lnTo>
                  <a:pt x="30523" y="1213165"/>
                </a:lnTo>
                <a:lnTo>
                  <a:pt x="17209" y="1153600"/>
                </a:lnTo>
                <a:lnTo>
                  <a:pt x="7661" y="1093318"/>
                </a:lnTo>
                <a:lnTo>
                  <a:pt x="1917" y="1032554"/>
                </a:lnTo>
                <a:lnTo>
                  <a:pt x="0" y="971550"/>
                </a:lnTo>
                <a:lnTo>
                  <a:pt x="1917" y="910546"/>
                </a:lnTo>
                <a:lnTo>
                  <a:pt x="7661" y="849782"/>
                </a:lnTo>
                <a:lnTo>
                  <a:pt x="17209" y="789500"/>
                </a:lnTo>
                <a:lnTo>
                  <a:pt x="30523" y="729935"/>
                </a:lnTo>
                <a:lnTo>
                  <a:pt x="47551" y="671325"/>
                </a:lnTo>
                <a:lnTo>
                  <a:pt x="68226" y="613899"/>
                </a:lnTo>
                <a:lnTo>
                  <a:pt x="92465" y="557884"/>
                </a:lnTo>
                <a:lnTo>
                  <a:pt x="120174" y="503502"/>
                </a:lnTo>
                <a:lnTo>
                  <a:pt x="151243" y="450967"/>
                </a:lnTo>
                <a:lnTo>
                  <a:pt x="185550" y="400487"/>
                </a:lnTo>
                <a:lnTo>
                  <a:pt x="222958" y="352261"/>
                </a:lnTo>
                <a:lnTo>
                  <a:pt x="263321" y="306478"/>
                </a:lnTo>
                <a:lnTo>
                  <a:pt x="306478" y="263321"/>
                </a:lnTo>
                <a:lnTo>
                  <a:pt x="352261" y="222958"/>
                </a:lnTo>
                <a:lnTo>
                  <a:pt x="400487" y="185550"/>
                </a:lnTo>
                <a:lnTo>
                  <a:pt x="450967" y="151243"/>
                </a:lnTo>
                <a:lnTo>
                  <a:pt x="503502" y="120174"/>
                </a:lnTo>
                <a:lnTo>
                  <a:pt x="557884" y="92465"/>
                </a:lnTo>
                <a:lnTo>
                  <a:pt x="613899" y="68226"/>
                </a:lnTo>
                <a:lnTo>
                  <a:pt x="671325" y="47551"/>
                </a:lnTo>
                <a:lnTo>
                  <a:pt x="729935" y="30523"/>
                </a:lnTo>
                <a:lnTo>
                  <a:pt x="789500" y="17209"/>
                </a:lnTo>
                <a:lnTo>
                  <a:pt x="849782" y="7661"/>
                </a:lnTo>
                <a:lnTo>
                  <a:pt x="910546" y="1917"/>
                </a:lnTo>
                <a:lnTo>
                  <a:pt x="971550" y="0"/>
                </a:lnTo>
                <a:lnTo>
                  <a:pt x="1032554" y="1917"/>
                </a:lnTo>
                <a:lnTo>
                  <a:pt x="1093318" y="7661"/>
                </a:lnTo>
                <a:lnTo>
                  <a:pt x="1153600" y="17209"/>
                </a:lnTo>
                <a:lnTo>
                  <a:pt x="1213165" y="30523"/>
                </a:lnTo>
                <a:lnTo>
                  <a:pt x="1271775" y="47551"/>
                </a:lnTo>
                <a:lnTo>
                  <a:pt x="1329201" y="68226"/>
                </a:lnTo>
                <a:lnTo>
                  <a:pt x="1385216" y="92465"/>
                </a:lnTo>
                <a:lnTo>
                  <a:pt x="1439598" y="120174"/>
                </a:lnTo>
                <a:lnTo>
                  <a:pt x="1492133" y="151243"/>
                </a:lnTo>
                <a:lnTo>
                  <a:pt x="1542613" y="185550"/>
                </a:lnTo>
                <a:lnTo>
                  <a:pt x="1590839" y="222958"/>
                </a:lnTo>
                <a:lnTo>
                  <a:pt x="1636622" y="263321"/>
                </a:lnTo>
                <a:lnTo>
                  <a:pt x="1679779" y="306478"/>
                </a:lnTo>
                <a:lnTo>
                  <a:pt x="1720142" y="352261"/>
                </a:lnTo>
                <a:lnTo>
                  <a:pt x="1757550" y="400487"/>
                </a:lnTo>
                <a:lnTo>
                  <a:pt x="1791857" y="450967"/>
                </a:lnTo>
                <a:lnTo>
                  <a:pt x="1822926" y="503502"/>
                </a:lnTo>
                <a:lnTo>
                  <a:pt x="1850635" y="557884"/>
                </a:lnTo>
                <a:lnTo>
                  <a:pt x="1874874" y="613899"/>
                </a:lnTo>
                <a:lnTo>
                  <a:pt x="1895549" y="671325"/>
                </a:lnTo>
                <a:lnTo>
                  <a:pt x="1912577" y="729935"/>
                </a:lnTo>
                <a:lnTo>
                  <a:pt x="1925891" y="789500"/>
                </a:lnTo>
                <a:lnTo>
                  <a:pt x="1935439" y="849782"/>
                </a:lnTo>
                <a:lnTo>
                  <a:pt x="1941183" y="910546"/>
                </a:lnTo>
                <a:lnTo>
                  <a:pt x="1943100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999999"/>
            </a:solidFill>
            <a:prstDash val="dot"/>
          </a:ln>
        </p:spPr>
      </p:sp>
      <p:sp>
        <p:nvSpPr>
          <p:cNvPr id="487" name="AI-063-483">
            <a:extLst xmlns:a="http://schemas.openxmlformats.org/drawingml/2006/main">
              <a:ext uri="{FF2B5EF4-FFF2-40B4-BE49-F238E27FC236}">
                <a16:creationId xmlns:a16="http://schemas.microsoft.com/office/drawing/2014/main" id="{9639449D-70AF-47B9-B7C6-21CB217E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8480" y="15259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488" name="AI-063-484">
            <a:extLst xmlns:a="http://schemas.openxmlformats.org/drawingml/2006/main">
              <a:ext uri="{FF2B5EF4-FFF2-40B4-BE49-F238E27FC236}">
                <a16:creationId xmlns:a16="http://schemas.microsoft.com/office/drawing/2014/main" id="{B8ECAA61-2D12-4434-9330-5BA80EA9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8643" y="104013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489" name="AI-063-485">
            <a:extLst xmlns:a="http://schemas.openxmlformats.org/drawingml/2006/main">
              <a:ext uri="{FF2B5EF4-FFF2-40B4-BE49-F238E27FC236}">
                <a16:creationId xmlns:a16="http://schemas.microsoft.com/office/drawing/2014/main" id="{BB42944C-598E-4B80-BB84-5651C60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4255" y="68451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490" name="AI-063-486">
            <a:extLst xmlns:a="http://schemas.openxmlformats.org/drawingml/2006/main">
              <a:ext uri="{FF2B5EF4-FFF2-40B4-BE49-F238E27FC236}">
                <a16:creationId xmlns:a16="http://schemas.microsoft.com/office/drawing/2014/main" id="{2CB95A98-C16F-4AEA-A2C4-B9BF6A28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0030" y="55435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491" name="AI-063-487">
            <a:extLst xmlns:a="http://schemas.openxmlformats.org/drawingml/2006/main">
              <a:ext uri="{FF2B5EF4-FFF2-40B4-BE49-F238E27FC236}">
                <a16:creationId xmlns:a16="http://schemas.microsoft.com/office/drawing/2014/main" id="{AA9DB0AE-B30D-4EBC-817B-A329FDA1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5805" y="684518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492" name="AI-063-488">
            <a:extLst xmlns:a="http://schemas.openxmlformats.org/drawingml/2006/main">
              <a:ext uri="{FF2B5EF4-FFF2-40B4-BE49-F238E27FC236}">
                <a16:creationId xmlns:a16="http://schemas.microsoft.com/office/drawing/2014/main" id="{A73183A4-7F36-4B7C-961E-8862C3F1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1417" y="104013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493" name="AI-063-489">
            <a:extLst xmlns:a="http://schemas.openxmlformats.org/drawingml/2006/main">
              <a:ext uri="{FF2B5EF4-FFF2-40B4-BE49-F238E27FC236}">
                <a16:creationId xmlns:a16="http://schemas.microsoft.com/office/drawing/2014/main" id="{28F3E5FE-F0FE-447F-BE52-E100DAEA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1580" y="1525905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494" name="AI-063-490">
            <a:extLst xmlns:a="http://schemas.openxmlformats.org/drawingml/2006/main">
              <a:ext uri="{FF2B5EF4-FFF2-40B4-BE49-F238E27FC236}">
                <a16:creationId xmlns:a16="http://schemas.microsoft.com/office/drawing/2014/main" id="{3510A460-B244-4627-B8DD-84FD71D1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1417" y="20116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B7B4"/>
          </a:solidFill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495" name="AI-063-491">
            <a:extLst xmlns:a="http://schemas.openxmlformats.org/drawingml/2006/main">
              <a:ext uri="{FF2B5EF4-FFF2-40B4-BE49-F238E27FC236}">
                <a16:creationId xmlns:a16="http://schemas.microsoft.com/office/drawing/2014/main" id="{D6A1D204-14E5-497B-BDCE-0F18AF24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0505" y="2487930"/>
            <a:ext cx="110490" cy="110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85AD"/>
          </a:solidFill>
          <a:ln xmlns:a="http://schemas.openxmlformats.org/drawingml/2006/main" w="9525">
            <a:solidFill>
              <a:srgbClr val="17384A"/>
            </a:solidFill>
          </a:ln>
        </p:spPr>
      </p:sp>
      <p:sp>
        <p:nvSpPr>
          <p:cNvPr id="496" name="AI-063-492">
            <a:extLst xmlns:a="http://schemas.openxmlformats.org/drawingml/2006/main">
              <a:ext uri="{FF2B5EF4-FFF2-40B4-BE49-F238E27FC236}">
                <a16:creationId xmlns:a16="http://schemas.microsoft.com/office/drawing/2014/main" id="{FA675295-C046-40CA-A504-0F3ADD7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6280" y="2354580"/>
            <a:ext cx="110490" cy="110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35A"/>
          </a:solidFill>
          <a:ln xmlns:a="http://schemas.openxmlformats.org/drawingml/2006/main" w="9525">
            <a:solidFill>
              <a:srgbClr val="17384A"/>
            </a:solidFill>
          </a:ln>
        </p:spPr>
      </p:sp>
      <p:sp>
        <p:nvSpPr>
          <p:cNvPr id="497" name="line-493">
            <a:extLst xmlns:a="http://schemas.openxmlformats.org/drawingml/2006/main">
              <a:ext uri="{FF2B5EF4-FFF2-40B4-BE49-F238E27FC236}">
                <a16:creationId xmlns:a16="http://schemas.microsoft.com/office/drawing/2014/main" id="{1CABA1B4-B1EB-43D8-B864-3A8DBF39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085850"/>
            <a:ext cx="838200" cy="485775"/>
          </a:xfrm>
          <a:custGeom xmlns:a="http://schemas.openxmlformats.org/drawingml/2006/main">
            <a:pathLst>
              <a:path w="838200" h="485775">
                <a:moveTo>
                  <a:pt x="838200" y="485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98" name="line-494">
            <a:extLst xmlns:a="http://schemas.openxmlformats.org/drawingml/2006/main">
              <a:ext uri="{FF2B5EF4-FFF2-40B4-BE49-F238E27FC236}">
                <a16:creationId xmlns:a16="http://schemas.microsoft.com/office/drawing/2014/main" id="{82410513-0E00-483E-943B-AE85DD4D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571625"/>
            <a:ext cx="10" cy="923925"/>
          </a:xfrm>
          <a:custGeom xmlns:a="http://schemas.openxmlformats.org/drawingml/2006/main">
            <a:pathLst>
              <a:path w="10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99" name="line-495">
            <a:extLst xmlns:a="http://schemas.openxmlformats.org/drawingml/2006/main">
              <a:ext uri="{FF2B5EF4-FFF2-40B4-BE49-F238E27FC236}">
                <a16:creationId xmlns:a16="http://schemas.microsoft.com/office/drawing/2014/main" id="{2A063753-FBAA-41BF-B2A6-0E38AFCC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571625"/>
            <a:ext cx="457200" cy="790575"/>
          </a:xfrm>
          <a:custGeom xmlns:a="http://schemas.openxmlformats.org/drawingml/2006/main">
            <a:pathLst>
              <a:path w="457200" h="790575">
                <a:moveTo>
                  <a:pt x="0" y="0"/>
                </a:moveTo>
                <a:lnTo>
                  <a:pt x="457200" y="790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500" name="path-496">
            <a:extLst xmlns:a="http://schemas.openxmlformats.org/drawingml/2006/main">
              <a:ext uri="{FF2B5EF4-FFF2-40B4-BE49-F238E27FC236}">
                <a16:creationId xmlns:a16="http://schemas.microsoft.com/office/drawing/2014/main" id="{25DCCD97-A595-4CD8-A123-13BBD880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65" y="1428530"/>
            <a:ext cx="310105" cy="447893"/>
          </a:xfrm>
          <a:custGeom xmlns:a="http://schemas.openxmlformats.org/drawingml/2006/main">
            <a:pathLst>
              <a:path w="310105" h="447893">
                <a:moveTo>
                  <a:pt x="310105" y="447849"/>
                </a:moveTo>
                <a:lnTo>
                  <a:pt x="303775" y="447893"/>
                </a:lnTo>
                <a:lnTo>
                  <a:pt x="297445" y="447807"/>
                </a:lnTo>
                <a:lnTo>
                  <a:pt x="291118" y="447588"/>
                </a:lnTo>
                <a:lnTo>
                  <a:pt x="284797" y="447239"/>
                </a:lnTo>
                <a:lnTo>
                  <a:pt x="278485" y="446758"/>
                </a:lnTo>
                <a:lnTo>
                  <a:pt x="272185" y="446146"/>
                </a:lnTo>
                <a:lnTo>
                  <a:pt x="265898" y="445404"/>
                </a:lnTo>
                <a:lnTo>
                  <a:pt x="259628" y="444531"/>
                </a:lnTo>
                <a:lnTo>
                  <a:pt x="253377" y="443528"/>
                </a:lnTo>
                <a:lnTo>
                  <a:pt x="247149" y="442396"/>
                </a:lnTo>
                <a:lnTo>
                  <a:pt x="240946" y="441134"/>
                </a:lnTo>
                <a:lnTo>
                  <a:pt x="234770" y="439744"/>
                </a:lnTo>
                <a:lnTo>
                  <a:pt x="228624" y="438226"/>
                </a:lnTo>
                <a:lnTo>
                  <a:pt x="222511" y="436581"/>
                </a:lnTo>
                <a:lnTo>
                  <a:pt x="216434" y="434809"/>
                </a:lnTo>
                <a:lnTo>
                  <a:pt x="210395" y="432911"/>
                </a:lnTo>
                <a:lnTo>
                  <a:pt x="204396" y="430888"/>
                </a:lnTo>
                <a:lnTo>
                  <a:pt x="198441" y="428741"/>
                </a:lnTo>
                <a:lnTo>
                  <a:pt x="192532" y="426471"/>
                </a:lnTo>
                <a:lnTo>
                  <a:pt x="186671" y="424079"/>
                </a:lnTo>
                <a:lnTo>
                  <a:pt x="180861" y="421565"/>
                </a:lnTo>
                <a:lnTo>
                  <a:pt x="175104" y="418932"/>
                </a:lnTo>
                <a:lnTo>
                  <a:pt x="169404" y="416179"/>
                </a:lnTo>
                <a:lnTo>
                  <a:pt x="163761" y="413308"/>
                </a:lnTo>
                <a:lnTo>
                  <a:pt x="158180" y="410321"/>
                </a:lnTo>
                <a:lnTo>
                  <a:pt x="152662" y="407219"/>
                </a:lnTo>
                <a:lnTo>
                  <a:pt x="147209" y="404003"/>
                </a:lnTo>
                <a:lnTo>
                  <a:pt x="141825" y="400674"/>
                </a:lnTo>
                <a:lnTo>
                  <a:pt x="136511" y="397234"/>
                </a:lnTo>
                <a:lnTo>
                  <a:pt x="131269" y="393684"/>
                </a:lnTo>
                <a:lnTo>
                  <a:pt x="126102" y="390027"/>
                </a:lnTo>
                <a:lnTo>
                  <a:pt x="121013" y="386263"/>
                </a:lnTo>
                <a:lnTo>
                  <a:pt x="116002" y="382394"/>
                </a:lnTo>
                <a:lnTo>
                  <a:pt x="111073" y="378421"/>
                </a:lnTo>
                <a:lnTo>
                  <a:pt x="106228" y="374348"/>
                </a:lnTo>
                <a:lnTo>
                  <a:pt x="101468" y="370174"/>
                </a:lnTo>
                <a:lnTo>
                  <a:pt x="96796" y="365903"/>
                </a:lnTo>
                <a:lnTo>
                  <a:pt x="92213" y="361535"/>
                </a:lnTo>
                <a:lnTo>
                  <a:pt x="87723" y="357073"/>
                </a:lnTo>
                <a:lnTo>
                  <a:pt x="83325" y="352519"/>
                </a:lnTo>
                <a:lnTo>
                  <a:pt x="79024" y="347875"/>
                </a:lnTo>
                <a:lnTo>
                  <a:pt x="74820" y="343142"/>
                </a:lnTo>
                <a:lnTo>
                  <a:pt x="70715" y="338323"/>
                </a:lnTo>
                <a:lnTo>
                  <a:pt x="66711" y="333420"/>
                </a:lnTo>
                <a:lnTo>
                  <a:pt x="62810" y="328434"/>
                </a:lnTo>
                <a:lnTo>
                  <a:pt x="59013" y="323369"/>
                </a:lnTo>
                <a:lnTo>
                  <a:pt x="55322" y="318226"/>
                </a:lnTo>
                <a:lnTo>
                  <a:pt x="51738" y="313007"/>
                </a:lnTo>
                <a:lnTo>
                  <a:pt x="48264" y="307715"/>
                </a:lnTo>
                <a:lnTo>
                  <a:pt x="44901" y="302352"/>
                </a:lnTo>
                <a:lnTo>
                  <a:pt x="41649" y="296921"/>
                </a:lnTo>
                <a:lnTo>
                  <a:pt x="38511" y="291423"/>
                </a:lnTo>
                <a:lnTo>
                  <a:pt x="35488" y="285861"/>
                </a:lnTo>
                <a:lnTo>
                  <a:pt x="32582" y="280237"/>
                </a:lnTo>
                <a:lnTo>
                  <a:pt x="29792" y="274555"/>
                </a:lnTo>
                <a:lnTo>
                  <a:pt x="27121" y="268815"/>
                </a:lnTo>
                <a:lnTo>
                  <a:pt x="24570" y="263022"/>
                </a:lnTo>
                <a:lnTo>
                  <a:pt x="22140" y="257176"/>
                </a:lnTo>
                <a:lnTo>
                  <a:pt x="19832" y="251282"/>
                </a:lnTo>
                <a:lnTo>
                  <a:pt x="17646" y="245341"/>
                </a:lnTo>
                <a:lnTo>
                  <a:pt x="15585" y="239355"/>
                </a:lnTo>
                <a:lnTo>
                  <a:pt x="13648" y="233328"/>
                </a:lnTo>
                <a:lnTo>
                  <a:pt x="11837" y="227263"/>
                </a:lnTo>
                <a:lnTo>
                  <a:pt x="10152" y="221161"/>
                </a:lnTo>
                <a:lnTo>
                  <a:pt x="8594" y="215025"/>
                </a:lnTo>
                <a:lnTo>
                  <a:pt x="7164" y="208858"/>
                </a:lnTo>
                <a:lnTo>
                  <a:pt x="5863" y="202663"/>
                </a:lnTo>
                <a:lnTo>
                  <a:pt x="4690" y="196442"/>
                </a:lnTo>
                <a:lnTo>
                  <a:pt x="3647" y="190198"/>
                </a:lnTo>
                <a:lnTo>
                  <a:pt x="2734" y="183934"/>
                </a:lnTo>
                <a:lnTo>
                  <a:pt x="1951" y="177652"/>
                </a:lnTo>
                <a:lnTo>
                  <a:pt x="1298" y="171355"/>
                </a:lnTo>
                <a:lnTo>
                  <a:pt x="777" y="165047"/>
                </a:lnTo>
                <a:lnTo>
                  <a:pt x="387" y="158728"/>
                </a:lnTo>
                <a:lnTo>
                  <a:pt x="128" y="152403"/>
                </a:lnTo>
                <a:lnTo>
                  <a:pt x="0" y="146074"/>
                </a:lnTo>
                <a:lnTo>
                  <a:pt x="4" y="139744"/>
                </a:lnTo>
                <a:lnTo>
                  <a:pt x="139" y="133415"/>
                </a:lnTo>
                <a:lnTo>
                  <a:pt x="406" y="127090"/>
                </a:lnTo>
                <a:lnTo>
                  <a:pt x="804" y="120772"/>
                </a:lnTo>
                <a:lnTo>
                  <a:pt x="1333" y="114464"/>
                </a:lnTo>
                <a:lnTo>
                  <a:pt x="1993" y="108168"/>
                </a:lnTo>
                <a:lnTo>
                  <a:pt x="2784" y="101887"/>
                </a:lnTo>
                <a:lnTo>
                  <a:pt x="3705" y="95624"/>
                </a:lnTo>
                <a:lnTo>
                  <a:pt x="4756" y="89381"/>
                </a:lnTo>
                <a:lnTo>
                  <a:pt x="5936" y="83162"/>
                </a:lnTo>
                <a:lnTo>
                  <a:pt x="7245" y="76968"/>
                </a:lnTo>
                <a:lnTo>
                  <a:pt x="8682" y="70803"/>
                </a:lnTo>
                <a:lnTo>
                  <a:pt x="10248" y="64669"/>
                </a:lnTo>
                <a:lnTo>
                  <a:pt x="11940" y="58569"/>
                </a:lnTo>
                <a:lnTo>
                  <a:pt x="13759" y="52506"/>
                </a:lnTo>
                <a:lnTo>
                  <a:pt x="15703" y="46481"/>
                </a:lnTo>
                <a:lnTo>
                  <a:pt x="17771" y="40499"/>
                </a:lnTo>
                <a:lnTo>
                  <a:pt x="19964" y="34560"/>
                </a:lnTo>
                <a:lnTo>
                  <a:pt x="22280" y="28668"/>
                </a:lnTo>
                <a:lnTo>
                  <a:pt x="24717" y="22826"/>
                </a:lnTo>
                <a:lnTo>
                  <a:pt x="27275" y="17035"/>
                </a:lnTo>
                <a:lnTo>
                  <a:pt x="29953" y="11299"/>
                </a:lnTo>
                <a:lnTo>
                  <a:pt x="32749" y="5620"/>
                </a:lnTo>
                <a:lnTo>
                  <a:pt x="356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1" name="AI-063-497">
            <a:extLst xmlns:a="http://schemas.openxmlformats.org/drawingml/2006/main">
              <a:ext uri="{FF2B5EF4-FFF2-40B4-BE49-F238E27FC236}">
                <a16:creationId xmlns:a16="http://schemas.microsoft.com/office/drawing/2014/main" id="{02438566-9AA3-4923-97FD-1E50DD42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2375" y="15906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Δθᵢₖ</a:t>
            </a:r>
          </a:p>
        </p:txBody>
      </p:sp>
      <p:sp>
        <p:nvSpPr>
          <p:cNvPr id="502" name="path-498">
            <a:extLst xmlns:a="http://schemas.openxmlformats.org/drawingml/2006/main">
              <a:ext uri="{FF2B5EF4-FFF2-40B4-BE49-F238E27FC236}">
                <a16:creationId xmlns:a16="http://schemas.microsoft.com/office/drawing/2014/main" id="{6EE04950-80BA-4066-98B0-5CFFBFB7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623" y="2249493"/>
            <a:ext cx="248402" cy="46032"/>
          </a:xfrm>
          <a:custGeom xmlns:a="http://schemas.openxmlformats.org/drawingml/2006/main">
            <a:pathLst>
              <a:path w="248402" h="46032">
                <a:moveTo>
                  <a:pt x="248402" y="0"/>
                </a:moveTo>
                <a:lnTo>
                  <a:pt x="246290" y="1573"/>
                </a:lnTo>
                <a:lnTo>
                  <a:pt x="244160" y="3121"/>
                </a:lnTo>
                <a:lnTo>
                  <a:pt x="242012" y="4644"/>
                </a:lnTo>
                <a:lnTo>
                  <a:pt x="239847" y="6143"/>
                </a:lnTo>
                <a:lnTo>
                  <a:pt x="237665" y="7617"/>
                </a:lnTo>
                <a:lnTo>
                  <a:pt x="235466" y="9065"/>
                </a:lnTo>
                <a:lnTo>
                  <a:pt x="233250" y="10488"/>
                </a:lnTo>
                <a:lnTo>
                  <a:pt x="231018" y="11885"/>
                </a:lnTo>
                <a:lnTo>
                  <a:pt x="228770" y="13257"/>
                </a:lnTo>
                <a:lnTo>
                  <a:pt x="226507" y="14603"/>
                </a:lnTo>
                <a:lnTo>
                  <a:pt x="224228" y="15922"/>
                </a:lnTo>
                <a:lnTo>
                  <a:pt x="221934" y="17215"/>
                </a:lnTo>
                <a:lnTo>
                  <a:pt x="219625" y="18482"/>
                </a:lnTo>
                <a:lnTo>
                  <a:pt x="217302" y="19722"/>
                </a:lnTo>
                <a:lnTo>
                  <a:pt x="214965" y="20935"/>
                </a:lnTo>
                <a:lnTo>
                  <a:pt x="212614" y="22121"/>
                </a:lnTo>
                <a:lnTo>
                  <a:pt x="210249" y="23280"/>
                </a:lnTo>
                <a:lnTo>
                  <a:pt x="207872" y="24411"/>
                </a:lnTo>
                <a:lnTo>
                  <a:pt x="205481" y="25515"/>
                </a:lnTo>
                <a:lnTo>
                  <a:pt x="203078" y="26592"/>
                </a:lnTo>
                <a:lnTo>
                  <a:pt x="200663" y="27640"/>
                </a:lnTo>
                <a:lnTo>
                  <a:pt x="198235" y="28661"/>
                </a:lnTo>
                <a:lnTo>
                  <a:pt x="195796" y="29654"/>
                </a:lnTo>
                <a:lnTo>
                  <a:pt x="193346" y="30619"/>
                </a:lnTo>
                <a:lnTo>
                  <a:pt x="190885" y="31555"/>
                </a:lnTo>
                <a:lnTo>
                  <a:pt x="188413" y="32463"/>
                </a:lnTo>
                <a:lnTo>
                  <a:pt x="185931" y="33343"/>
                </a:lnTo>
                <a:lnTo>
                  <a:pt x="183439" y="34193"/>
                </a:lnTo>
                <a:lnTo>
                  <a:pt x="180937" y="35015"/>
                </a:lnTo>
                <a:lnTo>
                  <a:pt x="178426" y="35809"/>
                </a:lnTo>
                <a:lnTo>
                  <a:pt x="175906" y="36573"/>
                </a:lnTo>
                <a:lnTo>
                  <a:pt x="173378" y="37308"/>
                </a:lnTo>
                <a:lnTo>
                  <a:pt x="170841" y="38014"/>
                </a:lnTo>
                <a:lnTo>
                  <a:pt x="168296" y="38690"/>
                </a:lnTo>
                <a:lnTo>
                  <a:pt x="165744" y="39338"/>
                </a:lnTo>
                <a:lnTo>
                  <a:pt x="163184" y="39956"/>
                </a:lnTo>
                <a:lnTo>
                  <a:pt x="160617" y="40544"/>
                </a:lnTo>
                <a:lnTo>
                  <a:pt x="158044" y="41103"/>
                </a:lnTo>
                <a:lnTo>
                  <a:pt x="155464" y="41632"/>
                </a:lnTo>
                <a:lnTo>
                  <a:pt x="152879" y="42131"/>
                </a:lnTo>
                <a:lnTo>
                  <a:pt x="150288" y="42600"/>
                </a:lnTo>
                <a:lnTo>
                  <a:pt x="147691" y="43040"/>
                </a:lnTo>
                <a:lnTo>
                  <a:pt x="145090" y="43450"/>
                </a:lnTo>
                <a:lnTo>
                  <a:pt x="142484" y="43829"/>
                </a:lnTo>
                <a:lnTo>
                  <a:pt x="139874" y="44179"/>
                </a:lnTo>
                <a:lnTo>
                  <a:pt x="137261" y="44499"/>
                </a:lnTo>
                <a:lnTo>
                  <a:pt x="134643" y="44788"/>
                </a:lnTo>
                <a:lnTo>
                  <a:pt x="132023" y="45047"/>
                </a:lnTo>
                <a:lnTo>
                  <a:pt x="129400" y="45276"/>
                </a:lnTo>
                <a:lnTo>
                  <a:pt x="126774" y="45475"/>
                </a:lnTo>
                <a:lnTo>
                  <a:pt x="124146" y="45644"/>
                </a:lnTo>
                <a:lnTo>
                  <a:pt x="121516" y="45782"/>
                </a:lnTo>
                <a:lnTo>
                  <a:pt x="118885" y="45890"/>
                </a:lnTo>
                <a:lnTo>
                  <a:pt x="116253" y="45968"/>
                </a:lnTo>
                <a:lnTo>
                  <a:pt x="113620" y="46015"/>
                </a:lnTo>
                <a:lnTo>
                  <a:pt x="110987" y="46032"/>
                </a:lnTo>
                <a:lnTo>
                  <a:pt x="108354" y="46019"/>
                </a:lnTo>
                <a:lnTo>
                  <a:pt x="105721" y="45975"/>
                </a:lnTo>
                <a:lnTo>
                  <a:pt x="103089" y="45901"/>
                </a:lnTo>
                <a:lnTo>
                  <a:pt x="100458" y="45797"/>
                </a:lnTo>
                <a:lnTo>
                  <a:pt x="97828" y="45662"/>
                </a:lnTo>
                <a:lnTo>
                  <a:pt x="95200" y="45497"/>
                </a:lnTo>
                <a:lnTo>
                  <a:pt x="92574" y="45302"/>
                </a:lnTo>
                <a:lnTo>
                  <a:pt x="89950" y="45077"/>
                </a:lnTo>
                <a:lnTo>
                  <a:pt x="87329" y="44821"/>
                </a:lnTo>
                <a:lnTo>
                  <a:pt x="84711" y="44535"/>
                </a:lnTo>
                <a:lnTo>
                  <a:pt x="82097" y="44219"/>
                </a:lnTo>
                <a:lnTo>
                  <a:pt x="79487" y="43873"/>
                </a:lnTo>
                <a:lnTo>
                  <a:pt x="76880" y="43497"/>
                </a:lnTo>
                <a:lnTo>
                  <a:pt x="74279" y="43091"/>
                </a:lnTo>
                <a:lnTo>
                  <a:pt x="71682" y="42655"/>
                </a:lnTo>
                <a:lnTo>
                  <a:pt x="69090" y="42189"/>
                </a:lnTo>
                <a:lnTo>
                  <a:pt x="66504" y="41694"/>
                </a:lnTo>
                <a:lnTo>
                  <a:pt x="63923" y="41168"/>
                </a:lnTo>
                <a:lnTo>
                  <a:pt x="61349" y="40613"/>
                </a:lnTo>
                <a:lnTo>
                  <a:pt x="58782" y="40028"/>
                </a:lnTo>
                <a:lnTo>
                  <a:pt x="56221" y="39414"/>
                </a:lnTo>
                <a:lnTo>
                  <a:pt x="53668" y="38770"/>
                </a:lnTo>
                <a:lnTo>
                  <a:pt x="51122" y="38097"/>
                </a:lnTo>
                <a:lnTo>
                  <a:pt x="48584" y="37395"/>
                </a:lnTo>
                <a:lnTo>
                  <a:pt x="46055" y="36663"/>
                </a:lnTo>
                <a:lnTo>
                  <a:pt x="43534" y="35903"/>
                </a:lnTo>
                <a:lnTo>
                  <a:pt x="41022" y="35113"/>
                </a:lnTo>
                <a:lnTo>
                  <a:pt x="38519" y="34295"/>
                </a:lnTo>
                <a:lnTo>
                  <a:pt x="36025" y="33447"/>
                </a:lnTo>
                <a:lnTo>
                  <a:pt x="33542" y="32571"/>
                </a:lnTo>
                <a:lnTo>
                  <a:pt x="31069" y="31667"/>
                </a:lnTo>
                <a:lnTo>
                  <a:pt x="28607" y="30734"/>
                </a:lnTo>
                <a:lnTo>
                  <a:pt x="26155" y="29773"/>
                </a:lnTo>
                <a:lnTo>
                  <a:pt x="23715" y="28783"/>
                </a:lnTo>
                <a:lnTo>
                  <a:pt x="21286" y="27766"/>
                </a:lnTo>
                <a:lnTo>
                  <a:pt x="18869" y="26720"/>
                </a:lnTo>
                <a:lnTo>
                  <a:pt x="16464" y="25647"/>
                </a:lnTo>
                <a:lnTo>
                  <a:pt x="14072" y="24546"/>
                </a:lnTo>
                <a:lnTo>
                  <a:pt x="11693" y="23418"/>
                </a:lnTo>
                <a:lnTo>
                  <a:pt x="9327" y="22263"/>
                </a:lnTo>
                <a:lnTo>
                  <a:pt x="6974" y="21080"/>
                </a:lnTo>
                <a:lnTo>
                  <a:pt x="4635" y="19870"/>
                </a:lnTo>
                <a:lnTo>
                  <a:pt x="2310" y="18633"/>
                </a:lnTo>
                <a:lnTo>
                  <a:pt x="0" y="173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03" name="line-499">
            <a:extLst xmlns:a="http://schemas.openxmlformats.org/drawingml/2006/main">
              <a:ext uri="{FF2B5EF4-FFF2-40B4-BE49-F238E27FC236}">
                <a16:creationId xmlns:a16="http://schemas.microsoft.com/office/drawing/2014/main" id="{4FE8529E-AE74-4160-86F8-C08824FE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90750"/>
            <a:ext cx="47625" cy="66675"/>
          </a:xfrm>
          <a:custGeom xmlns:a="http://schemas.openxmlformats.org/drawingml/2006/main">
            <a:pathLst>
              <a:path w="47625" h="66675">
                <a:moveTo>
                  <a:pt x="47625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504" name="path-500">
            <a:extLst xmlns:a="http://schemas.openxmlformats.org/drawingml/2006/main">
              <a:ext uri="{FF2B5EF4-FFF2-40B4-BE49-F238E27FC236}">
                <a16:creationId xmlns:a16="http://schemas.microsoft.com/office/drawing/2014/main" id="{27BEBC6A-F34F-4CE5-88F0-1149BD5B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90750"/>
            <a:ext cx="49580" cy="56119"/>
          </a:xfrm>
          <a:custGeom xmlns:a="http://schemas.openxmlformats.org/drawingml/2006/main">
            <a:pathLst>
              <a:path w="49580" h="56119">
                <a:moveTo>
                  <a:pt x="0" y="0"/>
                </a:moveTo>
                <a:lnTo>
                  <a:pt x="49580" y="28424"/>
                </a:lnTo>
                <a:lnTo>
                  <a:pt x="10807" y="5611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505" name="path-501">
            <a:extLst xmlns:a="http://schemas.openxmlformats.org/drawingml/2006/main">
              <a:ext uri="{FF2B5EF4-FFF2-40B4-BE49-F238E27FC236}">
                <a16:creationId xmlns:a16="http://schemas.microsoft.com/office/drawing/2014/main" id="{BB5C9346-AA72-47CB-AA0F-12A8C849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7" y="1528708"/>
            <a:ext cx="133957" cy="308263"/>
          </a:xfrm>
          <a:custGeom xmlns:a="http://schemas.openxmlformats.org/drawingml/2006/main">
            <a:pathLst>
              <a:path w="133957" h="308263">
                <a:moveTo>
                  <a:pt x="133957" y="308263"/>
                </a:moveTo>
                <a:lnTo>
                  <a:pt x="130911" y="306406"/>
                </a:lnTo>
                <a:lnTo>
                  <a:pt x="127889" y="304510"/>
                </a:lnTo>
                <a:lnTo>
                  <a:pt x="124892" y="302575"/>
                </a:lnTo>
                <a:lnTo>
                  <a:pt x="121920" y="300601"/>
                </a:lnTo>
                <a:lnTo>
                  <a:pt x="118974" y="298589"/>
                </a:lnTo>
                <a:lnTo>
                  <a:pt x="116054" y="296539"/>
                </a:lnTo>
                <a:lnTo>
                  <a:pt x="113161" y="294452"/>
                </a:lnTo>
                <a:lnTo>
                  <a:pt x="110295" y="292327"/>
                </a:lnTo>
                <a:lnTo>
                  <a:pt x="107457" y="290166"/>
                </a:lnTo>
                <a:lnTo>
                  <a:pt x="104647" y="287968"/>
                </a:lnTo>
                <a:lnTo>
                  <a:pt x="101865" y="285734"/>
                </a:lnTo>
                <a:lnTo>
                  <a:pt x="99113" y="283464"/>
                </a:lnTo>
                <a:lnTo>
                  <a:pt x="96390" y="281159"/>
                </a:lnTo>
                <a:lnTo>
                  <a:pt x="93697" y="278819"/>
                </a:lnTo>
                <a:lnTo>
                  <a:pt x="91035" y="276445"/>
                </a:lnTo>
                <a:lnTo>
                  <a:pt x="88403" y="274036"/>
                </a:lnTo>
                <a:lnTo>
                  <a:pt x="85803" y="271593"/>
                </a:lnTo>
                <a:lnTo>
                  <a:pt x="83235" y="269117"/>
                </a:lnTo>
                <a:lnTo>
                  <a:pt x="80698" y="266608"/>
                </a:lnTo>
                <a:lnTo>
                  <a:pt x="78195" y="264067"/>
                </a:lnTo>
                <a:lnTo>
                  <a:pt x="75724" y="261493"/>
                </a:lnTo>
                <a:lnTo>
                  <a:pt x="73287" y="258888"/>
                </a:lnTo>
                <a:lnTo>
                  <a:pt x="70884" y="256251"/>
                </a:lnTo>
                <a:lnTo>
                  <a:pt x="68515" y="253584"/>
                </a:lnTo>
                <a:lnTo>
                  <a:pt x="66180" y="250886"/>
                </a:lnTo>
                <a:lnTo>
                  <a:pt x="63881" y="248158"/>
                </a:lnTo>
                <a:lnTo>
                  <a:pt x="61617" y="245401"/>
                </a:lnTo>
                <a:lnTo>
                  <a:pt x="59389" y="242615"/>
                </a:lnTo>
                <a:lnTo>
                  <a:pt x="57197" y="239800"/>
                </a:lnTo>
                <a:lnTo>
                  <a:pt x="55041" y="236958"/>
                </a:lnTo>
                <a:lnTo>
                  <a:pt x="52923" y="234087"/>
                </a:lnTo>
                <a:lnTo>
                  <a:pt x="50841" y="231190"/>
                </a:lnTo>
                <a:lnTo>
                  <a:pt x="48798" y="228266"/>
                </a:lnTo>
                <a:lnTo>
                  <a:pt x="46792" y="225315"/>
                </a:lnTo>
                <a:lnTo>
                  <a:pt x="44824" y="222339"/>
                </a:lnTo>
                <a:lnTo>
                  <a:pt x="42896" y="219338"/>
                </a:lnTo>
                <a:lnTo>
                  <a:pt x="41006" y="216312"/>
                </a:lnTo>
                <a:lnTo>
                  <a:pt x="39155" y="213262"/>
                </a:lnTo>
                <a:lnTo>
                  <a:pt x="37344" y="210189"/>
                </a:lnTo>
                <a:lnTo>
                  <a:pt x="35572" y="207092"/>
                </a:lnTo>
                <a:lnTo>
                  <a:pt x="33841" y="203973"/>
                </a:lnTo>
                <a:lnTo>
                  <a:pt x="32150" y="200831"/>
                </a:lnTo>
                <a:lnTo>
                  <a:pt x="30500" y="197668"/>
                </a:lnTo>
                <a:lnTo>
                  <a:pt x="28891" y="194484"/>
                </a:lnTo>
                <a:lnTo>
                  <a:pt x="27323" y="191280"/>
                </a:lnTo>
                <a:lnTo>
                  <a:pt x="25797" y="188055"/>
                </a:lnTo>
                <a:lnTo>
                  <a:pt x="24312" y="184811"/>
                </a:lnTo>
                <a:lnTo>
                  <a:pt x="22870" y="181548"/>
                </a:lnTo>
                <a:lnTo>
                  <a:pt x="21470" y="178267"/>
                </a:lnTo>
                <a:lnTo>
                  <a:pt x="20112" y="174968"/>
                </a:lnTo>
                <a:lnTo>
                  <a:pt x="18797" y="171652"/>
                </a:lnTo>
                <a:lnTo>
                  <a:pt x="17525" y="168319"/>
                </a:lnTo>
                <a:lnTo>
                  <a:pt x="16296" y="164969"/>
                </a:lnTo>
                <a:lnTo>
                  <a:pt x="15110" y="161605"/>
                </a:lnTo>
                <a:lnTo>
                  <a:pt x="13968" y="158225"/>
                </a:lnTo>
                <a:lnTo>
                  <a:pt x="12870" y="154831"/>
                </a:lnTo>
                <a:lnTo>
                  <a:pt x="11816" y="151422"/>
                </a:lnTo>
                <a:lnTo>
                  <a:pt x="10805" y="148001"/>
                </a:lnTo>
                <a:lnTo>
                  <a:pt x="9839" y="144567"/>
                </a:lnTo>
                <a:lnTo>
                  <a:pt x="8918" y="141120"/>
                </a:lnTo>
                <a:lnTo>
                  <a:pt x="8041" y="137662"/>
                </a:lnTo>
                <a:lnTo>
                  <a:pt x="7209" y="134193"/>
                </a:lnTo>
                <a:lnTo>
                  <a:pt x="6421" y="130713"/>
                </a:lnTo>
                <a:lnTo>
                  <a:pt x="5679" y="127224"/>
                </a:lnTo>
                <a:lnTo>
                  <a:pt x="4982" y="123725"/>
                </a:lnTo>
                <a:lnTo>
                  <a:pt x="4330" y="120218"/>
                </a:lnTo>
                <a:lnTo>
                  <a:pt x="3723" y="116702"/>
                </a:lnTo>
                <a:lnTo>
                  <a:pt x="3162" y="113179"/>
                </a:lnTo>
                <a:lnTo>
                  <a:pt x="2646" y="109649"/>
                </a:lnTo>
                <a:lnTo>
                  <a:pt x="2176" y="106112"/>
                </a:lnTo>
                <a:lnTo>
                  <a:pt x="1752" y="102570"/>
                </a:lnTo>
                <a:lnTo>
                  <a:pt x="1374" y="99023"/>
                </a:lnTo>
                <a:lnTo>
                  <a:pt x="1041" y="95471"/>
                </a:lnTo>
                <a:lnTo>
                  <a:pt x="754" y="91915"/>
                </a:lnTo>
                <a:lnTo>
                  <a:pt x="514" y="88355"/>
                </a:lnTo>
                <a:lnTo>
                  <a:pt x="319" y="84793"/>
                </a:lnTo>
                <a:lnTo>
                  <a:pt x="170" y="81229"/>
                </a:lnTo>
                <a:lnTo>
                  <a:pt x="67" y="77663"/>
                </a:lnTo>
                <a:lnTo>
                  <a:pt x="11" y="74096"/>
                </a:lnTo>
                <a:lnTo>
                  <a:pt x="0" y="70528"/>
                </a:lnTo>
                <a:lnTo>
                  <a:pt x="35" y="66961"/>
                </a:lnTo>
                <a:lnTo>
                  <a:pt x="117" y="63394"/>
                </a:lnTo>
                <a:lnTo>
                  <a:pt x="245" y="59829"/>
                </a:lnTo>
                <a:lnTo>
                  <a:pt x="418" y="56266"/>
                </a:lnTo>
                <a:lnTo>
                  <a:pt x="638" y="52705"/>
                </a:lnTo>
                <a:lnTo>
                  <a:pt x="904" y="49147"/>
                </a:lnTo>
                <a:lnTo>
                  <a:pt x="1215" y="45593"/>
                </a:lnTo>
                <a:lnTo>
                  <a:pt x="1573" y="42044"/>
                </a:lnTo>
                <a:lnTo>
                  <a:pt x="1976" y="38499"/>
                </a:lnTo>
                <a:lnTo>
                  <a:pt x="2425" y="34960"/>
                </a:lnTo>
                <a:lnTo>
                  <a:pt x="2919" y="31427"/>
                </a:lnTo>
                <a:lnTo>
                  <a:pt x="3460" y="27900"/>
                </a:lnTo>
                <a:lnTo>
                  <a:pt x="4045" y="24381"/>
                </a:lnTo>
                <a:lnTo>
                  <a:pt x="4677" y="20870"/>
                </a:lnTo>
                <a:lnTo>
                  <a:pt x="5353" y="17367"/>
                </a:lnTo>
                <a:lnTo>
                  <a:pt x="6075" y="13873"/>
                </a:lnTo>
                <a:lnTo>
                  <a:pt x="6841" y="10389"/>
                </a:lnTo>
                <a:lnTo>
                  <a:pt x="7653" y="6915"/>
                </a:lnTo>
                <a:lnTo>
                  <a:pt x="8509" y="3452"/>
                </a:lnTo>
                <a:lnTo>
                  <a:pt x="94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506" name="line-502">
            <a:extLst xmlns:a="http://schemas.openxmlformats.org/drawingml/2006/main">
              <a:ext uri="{FF2B5EF4-FFF2-40B4-BE49-F238E27FC236}">
                <a16:creationId xmlns:a16="http://schemas.microsoft.com/office/drawing/2014/main" id="{7CFD076E-C589-4882-B096-F296D341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1543050"/>
            <a:ext cx="9525" cy="85725"/>
          </a:xfrm>
          <a:custGeom xmlns:a="http://schemas.openxmlformats.org/drawingml/2006/main">
            <a:pathLst>
              <a:path w="9525" h="85725">
                <a:moveTo>
                  <a:pt x="9525" y="85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507" name="path-503">
            <a:extLst xmlns:a="http://schemas.openxmlformats.org/drawingml/2006/main">
              <a:ext uri="{FF2B5EF4-FFF2-40B4-BE49-F238E27FC236}">
                <a16:creationId xmlns:a16="http://schemas.microsoft.com/office/drawing/2014/main" id="{20408032-E84B-4322-A5C7-C6133D4B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283" y="1543050"/>
            <a:ext cx="47357" cy="54261"/>
          </a:xfrm>
          <a:custGeom xmlns:a="http://schemas.openxmlformats.org/drawingml/2006/main">
            <a:pathLst>
              <a:path w="47357" h="54261">
                <a:moveTo>
                  <a:pt x="17942" y="0"/>
                </a:moveTo>
                <a:lnTo>
                  <a:pt x="47357" y="48999"/>
                </a:lnTo>
                <a:lnTo>
                  <a:pt x="0" y="54261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508" name="AI-063-504">
            <a:extLst xmlns:a="http://schemas.openxmlformats.org/drawingml/2006/main">
              <a:ext uri="{FF2B5EF4-FFF2-40B4-BE49-F238E27FC236}">
                <a16:creationId xmlns:a16="http://schemas.microsoft.com/office/drawing/2014/main" id="{6D4AA9C7-F0F5-402C-8E29-8F2F465D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76200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Negative</a:t>
            </a:r>
          </a:p>
        </p:txBody>
      </p:sp>
      <p:sp>
        <p:nvSpPr>
          <p:cNvPr id="509" name="AI-063-505">
            <a:extLst xmlns:a="http://schemas.openxmlformats.org/drawingml/2006/main">
              <a:ext uri="{FF2B5EF4-FFF2-40B4-BE49-F238E27FC236}">
                <a16:creationId xmlns:a16="http://schemas.microsoft.com/office/drawing/2014/main" id="{68455677-E03E-47E8-9A45-8282D08A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971550"/>
            <a:ext cx="1457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Optimize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angular difference</a:t>
            </a:r>
          </a:p>
        </p:txBody>
      </p:sp>
      <p:sp>
        <p:nvSpPr>
          <p:cNvPr id="510" name="AI-063-506">
            <a:extLst xmlns:a="http://schemas.openxmlformats.org/drawingml/2006/main">
              <a:ext uri="{FF2B5EF4-FFF2-40B4-BE49-F238E27FC236}">
                <a16:creationId xmlns:a16="http://schemas.microsoft.com/office/drawing/2014/main" id="{9B3CF006-83B6-450E-874E-83EB76BE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9050" y="2524125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Anchor</a:t>
            </a:r>
          </a:p>
        </p:txBody>
      </p:sp>
      <p:sp>
        <p:nvSpPr>
          <p:cNvPr id="511" name="AI-063-507">
            <a:extLst xmlns:a="http://schemas.openxmlformats.org/drawingml/2006/main">
              <a:ext uri="{FF2B5EF4-FFF2-40B4-BE49-F238E27FC236}">
                <a16:creationId xmlns:a16="http://schemas.microsoft.com/office/drawing/2014/main" id="{E986B412-6C19-4ED7-AC43-3A8CB26C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300" y="24288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Positive</a:t>
            </a:r>
          </a:p>
        </p:txBody>
      </p:sp>
      <p:sp>
        <p:nvSpPr>
          <p:cNvPr id="512" name="AI-063-508">
            <a:extLst xmlns:a="http://schemas.openxmlformats.org/drawingml/2006/main">
              <a:ext uri="{FF2B5EF4-FFF2-40B4-BE49-F238E27FC236}">
                <a16:creationId xmlns:a16="http://schemas.microsoft.com/office/drawing/2014/main" id="{E2E99BEC-F67B-4D03-A821-B90BB6DB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850" y="2724150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CircularCSE</a:t>
            </a:r>
          </a:p>
        </p:txBody>
      </p:sp>
      <p:sp>
        <p:nvSpPr>
          <p:cNvPr id="513" name="AI-063-509">
            <a:extLst xmlns:a="http://schemas.openxmlformats.org/drawingml/2006/main">
              <a:ext uri="{FF2B5EF4-FFF2-40B4-BE49-F238E27FC236}">
                <a16:creationId xmlns:a16="http://schemas.microsoft.com/office/drawing/2014/main" id="{7BE48608-D751-4E99-9E13-4F856FD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219450"/>
            <a:ext cx="1809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Head</a:t>
            </a:r>
          </a:p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Architecture:</a:t>
            </a:r>
          </a:p>
        </p:txBody>
      </p:sp>
      <p:sp>
        <p:nvSpPr>
          <p:cNvPr id="514" name="line-510">
            <a:extLst xmlns:a="http://schemas.openxmlformats.org/drawingml/2006/main">
              <a:ext uri="{FF2B5EF4-FFF2-40B4-BE49-F238E27FC236}">
                <a16:creationId xmlns:a16="http://schemas.microsoft.com/office/drawing/2014/main" id="{BBECD2A4-8D57-4408-902F-69DA17EF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95625"/>
            <a:ext cx="447675" cy="438150"/>
          </a:xfrm>
          <a:custGeom xmlns:a="http://schemas.openxmlformats.org/drawingml/2006/main">
            <a:pathLst>
              <a:path w="447675" h="438150">
                <a:moveTo>
                  <a:pt x="0" y="0"/>
                </a:moveTo>
                <a:lnTo>
                  <a:pt x="447675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515" name="line-511">
            <a:extLst xmlns:a="http://schemas.openxmlformats.org/drawingml/2006/main">
              <a:ext uri="{FF2B5EF4-FFF2-40B4-BE49-F238E27FC236}">
                <a16:creationId xmlns:a16="http://schemas.microsoft.com/office/drawing/2014/main" id="{D7349DB6-C3F1-402A-BFFC-D546F40B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95625"/>
            <a:ext cx="447675" cy="438150"/>
          </a:xfrm>
          <a:custGeom xmlns:a="http://schemas.openxmlformats.org/drawingml/2006/main">
            <a:pathLst>
              <a:path w="447675" h="438150">
                <a:moveTo>
                  <a:pt x="447675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516" name="path-512">
            <a:extLst xmlns:a="http://schemas.openxmlformats.org/drawingml/2006/main">
              <a:ext uri="{FF2B5EF4-FFF2-40B4-BE49-F238E27FC236}">
                <a16:creationId xmlns:a16="http://schemas.microsoft.com/office/drawing/2014/main" id="{19FEBD11-90BE-4DAD-AB1E-ED90BF19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1400175" cy="1247775"/>
          </a:xfrm>
          <a:custGeom xmlns:a="http://schemas.openxmlformats.org/drawingml/2006/main">
            <a:pathLst>
              <a:path w="1400175" h="1247775">
                <a:moveTo>
                  <a:pt x="0" y="342900"/>
                </a:moveTo>
                <a:lnTo>
                  <a:pt x="904875" y="342900"/>
                </a:lnTo>
                <a:lnTo>
                  <a:pt x="904875" y="1247775"/>
                </a:lnTo>
                <a:lnTo>
                  <a:pt x="0" y="1247775"/>
                </a:lnTo>
                <a:lnTo>
                  <a:pt x="0" y="342900"/>
                </a:lnTo>
                <a:lnTo>
                  <a:pt x="485775" y="0"/>
                </a:lnTo>
                <a:lnTo>
                  <a:pt x="1400175" y="0"/>
                </a:lnTo>
                <a:lnTo>
                  <a:pt x="1400175" y="904875"/>
                </a:lnTo>
                <a:lnTo>
                  <a:pt x="904875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D8D8D"/>
            </a:solidFill>
          </a:ln>
        </p:spPr>
      </p:sp>
      <p:sp>
        <p:nvSpPr>
          <p:cNvPr id="517" name="line-513">
            <a:extLst xmlns:a="http://schemas.openxmlformats.org/drawingml/2006/main">
              <a:ext uri="{FF2B5EF4-FFF2-40B4-BE49-F238E27FC236}">
                <a16:creationId xmlns:a16="http://schemas.microsoft.com/office/drawing/2014/main" id="{694111F5-0AF4-42C5-85A6-629DAD14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38550"/>
            <a:ext cx="495300" cy="342900"/>
          </a:xfrm>
          <a:custGeom xmlns:a="http://schemas.openxmlformats.org/drawingml/2006/main">
            <a:pathLst>
              <a:path w="495300" h="342900">
                <a:moveTo>
                  <a:pt x="0" y="34290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8D8D8D"/>
            </a:solidFill>
          </a:ln>
        </p:spPr>
      </p:sp>
      <p:sp>
        <p:nvSpPr>
          <p:cNvPr id="518" name="line-514">
            <a:extLst xmlns:a="http://schemas.openxmlformats.org/drawingml/2006/main">
              <a:ext uri="{FF2B5EF4-FFF2-40B4-BE49-F238E27FC236}">
                <a16:creationId xmlns:a16="http://schemas.microsoft.com/office/drawing/2014/main" id="{1FBBF634-9AF3-471E-B36D-285DF19A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10" cy="904875"/>
          </a:xfrm>
          <a:custGeom xmlns:a="http://schemas.openxmlformats.org/drawingml/2006/main">
            <a:pathLst>
              <a:path w="10" h="904875">
                <a:moveTo>
                  <a:pt x="0" y="0"/>
                </a:moveTo>
                <a:lnTo>
                  <a:pt x="0" y="90487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8D8D8D"/>
            </a:solidFill>
          </a:ln>
        </p:spPr>
      </p:sp>
      <p:sp>
        <p:nvSpPr>
          <p:cNvPr id="519" name="line-515">
            <a:extLst xmlns:a="http://schemas.openxmlformats.org/drawingml/2006/main">
              <a:ext uri="{FF2B5EF4-FFF2-40B4-BE49-F238E27FC236}">
                <a16:creationId xmlns:a16="http://schemas.microsoft.com/office/drawing/2014/main" id="{27C457C5-792F-4652-8FF6-A3EA87EF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43425"/>
            <a:ext cx="914400" cy="10"/>
          </a:xfrm>
          <a:custGeom xmlns:a="http://schemas.openxmlformats.org/drawingml/2006/main">
            <a:pathLst>
              <a:path w="914400" h="1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8D8D8D"/>
            </a:solidFill>
          </a:ln>
        </p:spPr>
      </p:sp>
      <p:sp>
        <p:nvSpPr>
          <p:cNvPr id="520" name="line-516">
            <a:extLst xmlns:a="http://schemas.openxmlformats.org/drawingml/2006/main">
              <a:ext uri="{FF2B5EF4-FFF2-40B4-BE49-F238E27FC236}">
                <a16:creationId xmlns:a16="http://schemas.microsoft.com/office/drawing/2014/main" id="{3C24CD7A-DA42-45D5-BDEA-EF5BC338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43425"/>
            <a:ext cx="485775" cy="342900"/>
          </a:xfrm>
          <a:custGeom xmlns:a="http://schemas.openxmlformats.org/drawingml/2006/main">
            <a:pathLst>
              <a:path w="485775" h="342900">
                <a:moveTo>
                  <a:pt x="0" y="34290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8D8D8D"/>
            </a:solidFill>
          </a:ln>
        </p:spPr>
      </p:sp>
      <p:sp>
        <p:nvSpPr>
          <p:cNvPr id="521" name="AI-063-517">
            <a:extLst xmlns:a="http://schemas.openxmlformats.org/drawingml/2006/main">
              <a:ext uri="{FF2B5EF4-FFF2-40B4-BE49-F238E27FC236}">
                <a16:creationId xmlns:a16="http://schemas.microsoft.com/office/drawing/2014/main" id="{B546C1E8-A521-4380-8A9C-18B73FBB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3907" y="3552825"/>
            <a:ext cx="196685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22" name="AI-063-518">
            <a:extLst xmlns:a="http://schemas.openxmlformats.org/drawingml/2006/main">
              <a:ext uri="{FF2B5EF4-FFF2-40B4-BE49-F238E27FC236}">
                <a16:creationId xmlns:a16="http://schemas.microsoft.com/office/drawing/2014/main" id="{47FDE878-012F-4FB4-B483-A785CA16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7986" y="3552825"/>
            <a:ext cx="388527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23" name="AI-063-519">
            <a:extLst xmlns:a="http://schemas.openxmlformats.org/drawingml/2006/main">
              <a:ext uri="{FF2B5EF4-FFF2-40B4-BE49-F238E27FC236}">
                <a16:creationId xmlns:a16="http://schemas.microsoft.com/office/drawing/2014/main" id="{D69D8C95-4243-46A1-98BA-C990B2C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849" y="3552825"/>
            <a:ext cx="570802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24" name="AI-063-520">
            <a:extLst xmlns:a="http://schemas.openxmlformats.org/drawingml/2006/main">
              <a:ext uri="{FF2B5EF4-FFF2-40B4-BE49-F238E27FC236}">
                <a16:creationId xmlns:a16="http://schemas.microsoft.com/office/drawing/2014/main" id="{051D11DC-518F-4F4D-915E-5B76E49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739" y="3552825"/>
            <a:ext cx="739022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25" name="AI-063-521">
            <a:extLst xmlns:a="http://schemas.openxmlformats.org/drawingml/2006/main">
              <a:ext uri="{FF2B5EF4-FFF2-40B4-BE49-F238E27FC236}">
                <a16:creationId xmlns:a16="http://schemas.microsoft.com/office/drawing/2014/main" id="{C7A12A69-4ECA-4DF5-9567-841C6A89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7727" y="3552825"/>
            <a:ext cx="889045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26" name="AI-063-522">
            <a:extLst xmlns:a="http://schemas.openxmlformats.org/drawingml/2006/main">
              <a:ext uri="{FF2B5EF4-FFF2-40B4-BE49-F238E27FC236}">
                <a16:creationId xmlns:a16="http://schemas.microsoft.com/office/drawing/2014/main" id="{E5820F96-7F48-48DE-9C42-A60A4455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3661" y="3552825"/>
            <a:ext cx="1017177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27" name="AI-063-523">
            <a:extLst xmlns:a="http://schemas.openxmlformats.org/drawingml/2006/main">
              <a:ext uri="{FF2B5EF4-FFF2-40B4-BE49-F238E27FC236}">
                <a16:creationId xmlns:a16="http://schemas.microsoft.com/office/drawing/2014/main" id="{CFF26BA4-DF87-45FC-BEAA-A37C1E5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119" y="3552825"/>
            <a:ext cx="1120263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28" name="AI-063-524">
            <a:extLst xmlns:a="http://schemas.openxmlformats.org/drawingml/2006/main">
              <a:ext uri="{FF2B5EF4-FFF2-40B4-BE49-F238E27FC236}">
                <a16:creationId xmlns:a16="http://schemas.microsoft.com/office/drawing/2014/main" id="{092369B7-5B81-4E57-9C63-8B6697F8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4368" y="3552825"/>
            <a:ext cx="1195763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29" name="AI-063-525">
            <a:extLst xmlns:a="http://schemas.openxmlformats.org/drawingml/2006/main">
              <a:ext uri="{FF2B5EF4-FFF2-40B4-BE49-F238E27FC236}">
                <a16:creationId xmlns:a16="http://schemas.microsoft.com/office/drawing/2014/main" id="{53DFF047-55A6-410D-8D7D-15BB1535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1340" y="3552825"/>
            <a:ext cx="1241821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0" name="AI-063-526">
            <a:extLst xmlns:a="http://schemas.openxmlformats.org/drawingml/2006/main">
              <a:ext uri="{FF2B5EF4-FFF2-40B4-BE49-F238E27FC236}">
                <a16:creationId xmlns:a16="http://schemas.microsoft.com/office/drawing/2014/main" id="{EB8294FF-D3B9-49E7-9184-0D8ECC9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7119" y="3648075"/>
            <a:ext cx="790263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1" name="AI-063-527">
            <a:extLst xmlns:a="http://schemas.openxmlformats.org/drawingml/2006/main">
              <a:ext uri="{FF2B5EF4-FFF2-40B4-BE49-F238E27FC236}">
                <a16:creationId xmlns:a16="http://schemas.microsoft.com/office/drawing/2014/main" id="{5786365C-7BA1-4451-B650-E9DDE3F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1640" y="3781425"/>
            <a:ext cx="102122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2" name="AI-063-528">
            <a:extLst xmlns:a="http://schemas.openxmlformats.org/drawingml/2006/main">
              <a:ext uri="{FF2B5EF4-FFF2-40B4-BE49-F238E27FC236}">
                <a16:creationId xmlns:a16="http://schemas.microsoft.com/office/drawing/2014/main" id="{EDF41B29-365F-407B-A684-DCB34844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3084" y="3914775"/>
            <a:ext cx="1158331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3" name="AI-063-529">
            <a:extLst xmlns:a="http://schemas.openxmlformats.org/drawingml/2006/main">
              <a:ext uri="{FF2B5EF4-FFF2-40B4-BE49-F238E27FC236}">
                <a16:creationId xmlns:a16="http://schemas.microsoft.com/office/drawing/2014/main" id="{2739A974-F7DC-4B12-A9AE-D40F8C51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599" y="4048125"/>
            <a:ext cx="1233303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4" name="AI-063-530">
            <a:extLst xmlns:a="http://schemas.openxmlformats.org/drawingml/2006/main">
              <a:ext uri="{FF2B5EF4-FFF2-40B4-BE49-F238E27FC236}">
                <a16:creationId xmlns:a16="http://schemas.microsoft.com/office/drawing/2014/main" id="{068EEFD3-1DEA-4BFC-9BD7-9E34FBC2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181475"/>
            <a:ext cx="125730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5" name="AI-063-531">
            <a:extLst xmlns:a="http://schemas.openxmlformats.org/drawingml/2006/main">
              <a:ext uri="{FF2B5EF4-FFF2-40B4-BE49-F238E27FC236}">
                <a16:creationId xmlns:a16="http://schemas.microsoft.com/office/drawing/2014/main" id="{FC744619-2EFD-47FF-80F2-75587DB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599" y="4314825"/>
            <a:ext cx="1233303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6" name="AI-063-532">
            <a:extLst xmlns:a="http://schemas.openxmlformats.org/drawingml/2006/main">
              <a:ext uri="{FF2B5EF4-FFF2-40B4-BE49-F238E27FC236}">
                <a16:creationId xmlns:a16="http://schemas.microsoft.com/office/drawing/2014/main" id="{52470FFE-707C-48B0-B7D4-4C1F30F1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3084" y="4448175"/>
            <a:ext cx="1158331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7" name="AI-063-533">
            <a:extLst xmlns:a="http://schemas.openxmlformats.org/drawingml/2006/main">
              <a:ext uri="{FF2B5EF4-FFF2-40B4-BE49-F238E27FC236}">
                <a16:creationId xmlns:a16="http://schemas.microsoft.com/office/drawing/2014/main" id="{E05F0909-96D2-45C8-91B2-F8A8F60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1640" y="4581525"/>
            <a:ext cx="102122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8" name="AI-063-534">
            <a:extLst xmlns:a="http://schemas.openxmlformats.org/drawingml/2006/main">
              <a:ext uri="{FF2B5EF4-FFF2-40B4-BE49-F238E27FC236}">
                <a16:creationId xmlns:a16="http://schemas.microsoft.com/office/drawing/2014/main" id="{A5434B5C-1440-4F99-B4EE-9A30891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7119" y="4714875"/>
            <a:ext cx="790263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3D3D3"/>
            </a:solidFill>
          </a:ln>
        </p:spPr>
      </p:sp>
      <p:sp>
        <p:nvSpPr>
          <p:cNvPr id="539" name="AI-063-535">
            <a:extLst xmlns:a="http://schemas.openxmlformats.org/drawingml/2006/main">
              <a:ext uri="{FF2B5EF4-FFF2-40B4-BE49-F238E27FC236}">
                <a16:creationId xmlns:a16="http://schemas.microsoft.com/office/drawing/2014/main" id="{0263ED0D-F2FA-4743-BF93-F087FD20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3552825"/>
            <a:ext cx="1257300" cy="1362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CCCCCC"/>
            </a:solidFill>
          </a:ln>
        </p:spPr>
      </p:sp>
      <p:sp>
        <p:nvSpPr>
          <p:cNvPr id="540" name="AI-063-536">
            <a:extLst xmlns:a="http://schemas.openxmlformats.org/drawingml/2006/main">
              <a:ext uri="{FF2B5EF4-FFF2-40B4-BE49-F238E27FC236}">
                <a16:creationId xmlns:a16="http://schemas.microsoft.com/office/drawing/2014/main" id="{86EC7E82-E855-4F8D-806A-981BB68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4225" y="4943475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GPT head</a:t>
            </a:r>
          </a:p>
        </p:txBody>
      </p:sp>
      <p:sp>
        <p:nvSpPr>
          <p:cNvPr id="541" name="AI-063-537">
            <a:extLst xmlns:a="http://schemas.openxmlformats.org/drawingml/2006/main">
              <a:ext uri="{FF2B5EF4-FFF2-40B4-BE49-F238E27FC236}">
                <a16:creationId xmlns:a16="http://schemas.microsoft.com/office/drawing/2014/main" id="{8BB5545F-E192-4620-842A-94C71B43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52387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(Euclidean space)</a:t>
            </a:r>
          </a:p>
        </p:txBody>
      </p:sp>
      <p:sp>
        <p:nvSpPr>
          <p:cNvPr id="542" name="AI-063-538">
            <a:extLst xmlns:a="http://schemas.openxmlformats.org/drawingml/2006/main">
              <a:ext uri="{FF2B5EF4-FFF2-40B4-BE49-F238E27FC236}">
                <a16:creationId xmlns:a16="http://schemas.microsoft.com/office/drawing/2014/main" id="{34FACF38-10AD-41BF-96FE-8D9E6A9A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4943475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nGPT head</a:t>
            </a:r>
          </a:p>
        </p:txBody>
      </p:sp>
      <p:sp>
        <p:nvSpPr>
          <p:cNvPr id="543" name="AI-063-539">
            <a:extLst xmlns:a="http://schemas.openxmlformats.org/drawingml/2006/main">
              <a:ext uri="{FF2B5EF4-FFF2-40B4-BE49-F238E27FC236}">
                <a16:creationId xmlns:a16="http://schemas.microsoft.com/office/drawing/2014/main" id="{8B73175A-B625-449A-8149-235231CB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5238750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(Spherical space)</a:t>
            </a:r>
          </a:p>
        </p:txBody>
      </p:sp>
      <p:sp>
        <p:nvSpPr>
          <p:cNvPr id="544" name="line-540">
            <a:extLst xmlns:a="http://schemas.openxmlformats.org/drawingml/2006/main">
              <a:ext uri="{FF2B5EF4-FFF2-40B4-BE49-F238E27FC236}">
                <a16:creationId xmlns:a16="http://schemas.microsoft.com/office/drawing/2014/main" id="{84990144-6AC9-417D-A48D-D30DF05E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24475"/>
            <a:ext cx="447675" cy="447675"/>
          </a:xfrm>
          <a:custGeom xmlns:a="http://schemas.openxmlformats.org/drawingml/2006/main">
            <a:pathLst>
              <a:path w="447675" h="447675">
                <a:moveTo>
                  <a:pt x="0" y="0"/>
                </a:moveTo>
                <a:lnTo>
                  <a:pt x="447675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545" name="line-541">
            <a:extLst xmlns:a="http://schemas.openxmlformats.org/drawingml/2006/main">
              <a:ext uri="{FF2B5EF4-FFF2-40B4-BE49-F238E27FC236}">
                <a16:creationId xmlns:a16="http://schemas.microsoft.com/office/drawing/2014/main" id="{2B23B69B-DDCE-4CDF-B3CB-3034F59A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24475"/>
            <a:ext cx="447675" cy="447675"/>
          </a:xfrm>
          <a:custGeom xmlns:a="http://schemas.openxmlformats.org/drawingml/2006/main">
            <a:pathLst>
              <a:path w="447675" h="447675">
                <a:moveTo>
                  <a:pt x="447675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546" name="AI-063-542">
            <a:extLst xmlns:a="http://schemas.openxmlformats.org/drawingml/2006/main">
              <a:ext uri="{FF2B5EF4-FFF2-40B4-BE49-F238E27FC236}">
                <a16:creationId xmlns:a16="http://schemas.microsoft.com/office/drawing/2014/main" id="{3FB0D896-1A42-4EEA-8858-0D9EF59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5610225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Backbone</a:t>
            </a:r>
          </a:p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LM:</a:t>
            </a:r>
          </a:p>
        </p:txBody>
      </p:sp>
      <p:sp>
        <p:nvSpPr>
          <p:cNvPr id="547" name="AI-063-543">
            <a:extLst xmlns:a="http://schemas.openxmlformats.org/drawingml/2006/main">
              <a:ext uri="{FF2B5EF4-FFF2-40B4-BE49-F238E27FC236}">
                <a16:creationId xmlns:a16="http://schemas.microsoft.com/office/drawing/2014/main" id="{EB13AD63-C20F-4A07-A853-634ECD5A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5981700"/>
            <a:ext cx="169545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9E6DB"/>
          </a:solidFill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548" name="AI-063-544">
            <a:extLst xmlns:a="http://schemas.openxmlformats.org/drawingml/2006/main">
              <a:ext uri="{FF2B5EF4-FFF2-40B4-BE49-F238E27FC236}">
                <a16:creationId xmlns:a16="http://schemas.microsoft.com/office/drawing/2014/main" id="{2D4F4BCA-9D2E-41F8-A04D-7919C665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5981700"/>
            <a:ext cx="165735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D7EECB"/>
          </a:solidFill>
          <a:ln xmlns:a="http://schemas.openxmlformats.org/drawingml/2006/main" w="14288">
            <a:solidFill>
              <a:srgbClr val="00C449"/>
            </a:solidFill>
          </a:ln>
        </p:spPr>
      </p:sp>
      <p:sp>
        <p:nvSpPr>
          <p:cNvPr id="549" name="AI-063-545">
            <a:extLst xmlns:a="http://schemas.openxmlformats.org/drawingml/2006/main">
              <a:ext uri="{FF2B5EF4-FFF2-40B4-BE49-F238E27FC236}">
                <a16:creationId xmlns:a16="http://schemas.microsoft.com/office/drawing/2014/main" id="{BB6DC43D-83C5-4AFD-89FA-3464E722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5981700"/>
            <a:ext cx="1704975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DDECF3"/>
          </a:solidFill>
          <a:ln xmlns:a="http://schemas.openxmlformats.org/drawingml/2006/main" w="14288">
            <a:solidFill>
              <a:srgbClr val="00B3EC"/>
            </a:solidFill>
          </a:ln>
        </p:spPr>
      </p:sp>
      <p:sp>
        <p:nvSpPr>
          <p:cNvPr id="550" name="AI-063-546">
            <a:extLst xmlns:a="http://schemas.openxmlformats.org/drawingml/2006/main">
              <a:ext uri="{FF2B5EF4-FFF2-40B4-BE49-F238E27FC236}">
                <a16:creationId xmlns:a16="http://schemas.microsoft.com/office/drawing/2014/main" id="{FCE0A334-EEB6-4866-9028-337BB4D8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6029325"/>
            <a:ext cx="165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BERT-like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551" name="AI-063-547">
            <a:extLst xmlns:a="http://schemas.openxmlformats.org/drawingml/2006/main">
              <a:ext uri="{FF2B5EF4-FFF2-40B4-BE49-F238E27FC236}">
                <a16:creationId xmlns:a16="http://schemas.microsoft.com/office/drawing/2014/main" id="{24846C6D-3E53-4515-8FC8-76A589AC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6029325"/>
            <a:ext cx="161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LLM-based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552" name="AI-063-548">
            <a:extLst xmlns:a="http://schemas.openxmlformats.org/drawingml/2006/main">
              <a:ext uri="{FF2B5EF4-FFF2-40B4-BE49-F238E27FC236}">
                <a16:creationId xmlns:a16="http://schemas.microsoft.com/office/drawing/2014/main" id="{A594CF69-B21B-467A-942C-91666CE6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875" y="6029325"/>
            <a:ext cx="1666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Decoder-only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LLMs</a:t>
            </a:r>
          </a:p>
        </p:txBody>
      </p:sp>
      <p:pic>
        <p:nvPicPr>
          <p:cNvPr id="1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61c99fa624cd9"/>
          <a:stretch xmlns:a="http://schemas.openxmlformats.org/drawingml/2006/main"/>
        </p:blipFill>
        <p:spPr>
          <a:xfrm xmlns:a="http://schemas.openxmlformats.org/drawingml/2006/main">
            <a:off x="7972425" y="6181725"/>
            <a:ext cx="276225" cy="419100"/>
          </a:xfrm>
          <a:prstGeom xmlns:a="http://schemas.openxmlformats.org/drawingml/2006/main" prst="rect">
            <a:avLst/>
          </a:prstGeom>
        </p:spPr>
      </p:pic>
      <p:sp>
        <p:nvSpPr>
          <p:cNvPr id="554" name="line-549">
            <a:extLst xmlns:a="http://schemas.openxmlformats.org/drawingml/2006/main">
              <a:ext uri="{FF2B5EF4-FFF2-40B4-BE49-F238E27FC236}">
                <a16:creationId xmlns:a16="http://schemas.microsoft.com/office/drawing/2014/main" id="{9769BD29-9D00-4FEC-9380-31E0D33F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00800"/>
            <a:ext cx="142875" cy="10"/>
          </a:xfrm>
          <a:custGeom xmlns:a="http://schemas.openxmlformats.org/drawingml/2006/main">
            <a:pathLst>
              <a:path w="142875" h="10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55" name="line-550">
            <a:extLst xmlns:a="http://schemas.openxmlformats.org/drawingml/2006/main">
              <a:ext uri="{FF2B5EF4-FFF2-40B4-BE49-F238E27FC236}">
                <a16:creationId xmlns:a16="http://schemas.microsoft.com/office/drawing/2014/main" id="{F0006E3C-ADF0-4B57-B6BD-5A6E0C48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373909"/>
            <a:ext cx="39307" cy="26891"/>
          </a:xfrm>
          <a:custGeom xmlns:a="http://schemas.openxmlformats.org/drawingml/2006/main">
            <a:pathLst>
              <a:path w="39307" h="26891">
                <a:moveTo>
                  <a:pt x="0" y="26891"/>
                </a:moveTo>
                <a:lnTo>
                  <a:pt x="39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56" name="line-551">
            <a:extLst xmlns:a="http://schemas.openxmlformats.org/drawingml/2006/main">
              <a:ext uri="{FF2B5EF4-FFF2-40B4-BE49-F238E27FC236}">
                <a16:creationId xmlns:a16="http://schemas.microsoft.com/office/drawing/2014/main" id="{2BC1A0CD-E472-4347-ADB9-233E34EA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400800"/>
            <a:ext cx="39307" cy="26891"/>
          </a:xfrm>
          <a:custGeom xmlns:a="http://schemas.openxmlformats.org/drawingml/2006/main">
            <a:pathLst>
              <a:path w="39307" h="26891">
                <a:moveTo>
                  <a:pt x="0" y="0"/>
                </a:moveTo>
                <a:lnTo>
                  <a:pt x="39307" y="2689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57" name="line-552">
            <a:extLst xmlns:a="http://schemas.openxmlformats.org/drawingml/2006/main">
              <a:ext uri="{FF2B5EF4-FFF2-40B4-BE49-F238E27FC236}">
                <a16:creationId xmlns:a16="http://schemas.microsoft.com/office/drawing/2014/main" id="{B3069107-5C62-46E2-8DB2-044CBCCE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00800"/>
            <a:ext cx="71438" cy="123733"/>
          </a:xfrm>
          <a:custGeom xmlns:a="http://schemas.openxmlformats.org/drawingml/2006/main">
            <a:pathLst>
              <a:path w="71438" h="123733">
                <a:moveTo>
                  <a:pt x="0" y="0"/>
                </a:moveTo>
                <a:lnTo>
                  <a:pt x="71438" y="12373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58" name="line-553">
            <a:extLst xmlns:a="http://schemas.openxmlformats.org/drawingml/2006/main">
              <a:ext uri="{FF2B5EF4-FFF2-40B4-BE49-F238E27FC236}">
                <a16:creationId xmlns:a16="http://schemas.microsoft.com/office/drawing/2014/main" id="{29E330A2-CA32-4207-A14B-FB98882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6475040"/>
            <a:ext cx="42942" cy="20595"/>
          </a:xfrm>
          <a:custGeom xmlns:a="http://schemas.openxmlformats.org/drawingml/2006/main">
            <a:pathLst>
              <a:path w="42942" h="20595">
                <a:moveTo>
                  <a:pt x="0" y="0"/>
                </a:moveTo>
                <a:lnTo>
                  <a:pt x="42942" y="2059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59" name="line-554">
            <a:extLst xmlns:a="http://schemas.openxmlformats.org/drawingml/2006/main">
              <a:ext uri="{FF2B5EF4-FFF2-40B4-BE49-F238E27FC236}">
                <a16:creationId xmlns:a16="http://schemas.microsoft.com/office/drawing/2014/main" id="{2191CDA6-5F04-4FF4-8BE8-AED9CC69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927" y="6475040"/>
            <a:ext cx="3635" cy="47486"/>
          </a:xfrm>
          <a:custGeom xmlns:a="http://schemas.openxmlformats.org/drawingml/2006/main">
            <a:pathLst>
              <a:path w="3635" h="47486">
                <a:moveTo>
                  <a:pt x="3635" y="0"/>
                </a:moveTo>
                <a:lnTo>
                  <a:pt x="0" y="4748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60" name="line-555">
            <a:extLst xmlns:a="http://schemas.openxmlformats.org/drawingml/2006/main">
              <a:ext uri="{FF2B5EF4-FFF2-40B4-BE49-F238E27FC236}">
                <a16:creationId xmlns:a16="http://schemas.microsoft.com/office/drawing/2014/main" id="{6B142E8F-79C7-47F2-BD4C-370CE714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263" y="6400800"/>
            <a:ext cx="71438" cy="123733"/>
          </a:xfrm>
          <a:custGeom xmlns:a="http://schemas.openxmlformats.org/drawingml/2006/main">
            <a:pathLst>
              <a:path w="71438" h="123733">
                <a:moveTo>
                  <a:pt x="71438" y="0"/>
                </a:moveTo>
                <a:lnTo>
                  <a:pt x="0" y="12373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61" name="line-556">
            <a:extLst xmlns:a="http://schemas.openxmlformats.org/drawingml/2006/main">
              <a:ext uri="{FF2B5EF4-FFF2-40B4-BE49-F238E27FC236}">
                <a16:creationId xmlns:a16="http://schemas.microsoft.com/office/drawing/2014/main" id="{56FBAEB3-182C-4386-B2C5-D5C46DA1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6475040"/>
            <a:ext cx="3635" cy="47486"/>
          </a:xfrm>
          <a:custGeom xmlns:a="http://schemas.openxmlformats.org/drawingml/2006/main">
            <a:pathLst>
              <a:path w="3635" h="47486">
                <a:moveTo>
                  <a:pt x="0" y="0"/>
                </a:moveTo>
                <a:lnTo>
                  <a:pt x="3635" y="4748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62" name="line-557">
            <a:extLst xmlns:a="http://schemas.openxmlformats.org/drawingml/2006/main">
              <a:ext uri="{FF2B5EF4-FFF2-40B4-BE49-F238E27FC236}">
                <a16:creationId xmlns:a16="http://schemas.microsoft.com/office/drawing/2014/main" id="{C86CFFD4-E288-475E-831A-6C660523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896" y="6475040"/>
            <a:ext cx="42942" cy="20595"/>
          </a:xfrm>
          <a:custGeom xmlns:a="http://schemas.openxmlformats.org/drawingml/2006/main">
            <a:pathLst>
              <a:path w="42942" h="20595">
                <a:moveTo>
                  <a:pt x="42942" y="0"/>
                </a:moveTo>
                <a:lnTo>
                  <a:pt x="0" y="2059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63" name="line-558">
            <a:extLst xmlns:a="http://schemas.openxmlformats.org/drawingml/2006/main">
              <a:ext uri="{FF2B5EF4-FFF2-40B4-BE49-F238E27FC236}">
                <a16:creationId xmlns:a16="http://schemas.microsoft.com/office/drawing/2014/main" id="{E2A5D54D-CD2F-4B36-B300-DD48E5F7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6400800"/>
            <a:ext cx="142875" cy="10"/>
          </a:xfrm>
          <a:custGeom xmlns:a="http://schemas.openxmlformats.org/drawingml/2006/main">
            <a:pathLst>
              <a:path w="142875" h="10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64" name="line-559">
            <a:extLst xmlns:a="http://schemas.openxmlformats.org/drawingml/2006/main">
              <a:ext uri="{FF2B5EF4-FFF2-40B4-BE49-F238E27FC236}">
                <a16:creationId xmlns:a16="http://schemas.microsoft.com/office/drawing/2014/main" id="{EA51E4B8-8690-4967-BAFD-26ABBF8A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668" y="6400800"/>
            <a:ext cx="39307" cy="26891"/>
          </a:xfrm>
          <a:custGeom xmlns:a="http://schemas.openxmlformats.org/drawingml/2006/main">
            <a:pathLst>
              <a:path w="39307" h="26891">
                <a:moveTo>
                  <a:pt x="39307" y="0"/>
                </a:moveTo>
                <a:lnTo>
                  <a:pt x="0" y="2689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65" name="line-560">
            <a:extLst xmlns:a="http://schemas.openxmlformats.org/drawingml/2006/main">
              <a:ext uri="{FF2B5EF4-FFF2-40B4-BE49-F238E27FC236}">
                <a16:creationId xmlns:a16="http://schemas.microsoft.com/office/drawing/2014/main" id="{C9263AE0-DDD3-46D7-BA28-9EAE0E0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668" y="6373909"/>
            <a:ext cx="39307" cy="26891"/>
          </a:xfrm>
          <a:custGeom xmlns:a="http://schemas.openxmlformats.org/drawingml/2006/main">
            <a:pathLst>
              <a:path w="39307" h="26891">
                <a:moveTo>
                  <a:pt x="39307" y="268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66" name="line-561">
            <a:extLst xmlns:a="http://schemas.openxmlformats.org/drawingml/2006/main">
              <a:ext uri="{FF2B5EF4-FFF2-40B4-BE49-F238E27FC236}">
                <a16:creationId xmlns:a16="http://schemas.microsoft.com/office/drawing/2014/main" id="{6341EDD4-633E-4D0A-A9B7-581D1B17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263" y="6277067"/>
            <a:ext cx="71438" cy="123733"/>
          </a:xfrm>
          <a:custGeom xmlns:a="http://schemas.openxmlformats.org/drawingml/2006/main">
            <a:pathLst>
              <a:path w="71438" h="123733">
                <a:moveTo>
                  <a:pt x="71438" y="1237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67" name="line-562">
            <a:extLst xmlns:a="http://schemas.openxmlformats.org/drawingml/2006/main">
              <a:ext uri="{FF2B5EF4-FFF2-40B4-BE49-F238E27FC236}">
                <a16:creationId xmlns:a16="http://schemas.microsoft.com/office/drawing/2014/main" id="{F7EEC187-A967-4D7F-819A-12B98DBE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896" y="6305965"/>
            <a:ext cx="42942" cy="20595"/>
          </a:xfrm>
          <a:custGeom xmlns:a="http://schemas.openxmlformats.org/drawingml/2006/main">
            <a:pathLst>
              <a:path w="42942" h="20595">
                <a:moveTo>
                  <a:pt x="42942" y="205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68" name="line-563">
            <a:extLst xmlns:a="http://schemas.openxmlformats.org/drawingml/2006/main">
              <a:ext uri="{FF2B5EF4-FFF2-40B4-BE49-F238E27FC236}">
                <a16:creationId xmlns:a16="http://schemas.microsoft.com/office/drawing/2014/main" id="{6F69C175-5A91-4B51-86F4-32B5BAD0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6279074"/>
            <a:ext cx="3635" cy="47486"/>
          </a:xfrm>
          <a:custGeom xmlns:a="http://schemas.openxmlformats.org/drawingml/2006/main">
            <a:pathLst>
              <a:path w="3635" h="47486">
                <a:moveTo>
                  <a:pt x="0" y="47486"/>
                </a:moveTo>
                <a:lnTo>
                  <a:pt x="36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69" name="line-564">
            <a:extLst xmlns:a="http://schemas.openxmlformats.org/drawingml/2006/main">
              <a:ext uri="{FF2B5EF4-FFF2-40B4-BE49-F238E27FC236}">
                <a16:creationId xmlns:a16="http://schemas.microsoft.com/office/drawing/2014/main" id="{B48ACCE0-C8AE-4F40-95AB-C8FE73E4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277067"/>
            <a:ext cx="71438" cy="123733"/>
          </a:xfrm>
          <a:custGeom xmlns:a="http://schemas.openxmlformats.org/drawingml/2006/main">
            <a:pathLst>
              <a:path w="71438" h="123733">
                <a:moveTo>
                  <a:pt x="0" y="123733"/>
                </a:moveTo>
                <a:lnTo>
                  <a:pt x="71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70" name="line-565">
            <a:extLst xmlns:a="http://schemas.openxmlformats.org/drawingml/2006/main">
              <a:ext uri="{FF2B5EF4-FFF2-40B4-BE49-F238E27FC236}">
                <a16:creationId xmlns:a16="http://schemas.microsoft.com/office/drawing/2014/main" id="{78362D97-B9A1-4695-B32D-66FA9858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927" y="6279074"/>
            <a:ext cx="3635" cy="47486"/>
          </a:xfrm>
          <a:custGeom xmlns:a="http://schemas.openxmlformats.org/drawingml/2006/main">
            <a:pathLst>
              <a:path w="3635" h="47486">
                <a:moveTo>
                  <a:pt x="3635" y="474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71" name="line-566">
            <a:extLst xmlns:a="http://schemas.openxmlformats.org/drawingml/2006/main">
              <a:ext uri="{FF2B5EF4-FFF2-40B4-BE49-F238E27FC236}">
                <a16:creationId xmlns:a16="http://schemas.microsoft.com/office/drawing/2014/main" id="{05EF1352-5EE9-493E-AC84-69CB7FE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6305965"/>
            <a:ext cx="42942" cy="20595"/>
          </a:xfrm>
          <a:custGeom xmlns:a="http://schemas.openxmlformats.org/drawingml/2006/main">
            <a:pathLst>
              <a:path w="42942" h="20595">
                <a:moveTo>
                  <a:pt x="0" y="20595"/>
                </a:moveTo>
                <a:lnTo>
                  <a:pt x="429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72" name="line-567">
            <a:extLst xmlns:a="http://schemas.openxmlformats.org/drawingml/2006/main">
              <a:ext uri="{FF2B5EF4-FFF2-40B4-BE49-F238E27FC236}">
                <a16:creationId xmlns:a16="http://schemas.microsoft.com/office/drawing/2014/main" id="{31375B26-9FCB-4434-88E5-FB9F7150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00800"/>
            <a:ext cx="142875" cy="10"/>
          </a:xfrm>
          <a:custGeom xmlns:a="http://schemas.openxmlformats.org/drawingml/2006/main">
            <a:pathLst>
              <a:path w="142875" h="10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73" name="line-568">
            <a:extLst xmlns:a="http://schemas.openxmlformats.org/drawingml/2006/main">
              <a:ext uri="{FF2B5EF4-FFF2-40B4-BE49-F238E27FC236}">
                <a16:creationId xmlns:a16="http://schemas.microsoft.com/office/drawing/2014/main" id="{E6B421C9-6402-491F-8D4C-3CD9563E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373909"/>
            <a:ext cx="39307" cy="26891"/>
          </a:xfrm>
          <a:custGeom xmlns:a="http://schemas.openxmlformats.org/drawingml/2006/main">
            <a:pathLst>
              <a:path w="39307" h="26891">
                <a:moveTo>
                  <a:pt x="0" y="26891"/>
                </a:moveTo>
                <a:lnTo>
                  <a:pt x="39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74" name="line-569">
            <a:extLst xmlns:a="http://schemas.openxmlformats.org/drawingml/2006/main">
              <a:ext uri="{FF2B5EF4-FFF2-40B4-BE49-F238E27FC236}">
                <a16:creationId xmlns:a16="http://schemas.microsoft.com/office/drawing/2014/main" id="{43C44DB0-CF46-4A6F-A8EF-0C551EFA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400800"/>
            <a:ext cx="39307" cy="26891"/>
          </a:xfrm>
          <a:custGeom xmlns:a="http://schemas.openxmlformats.org/drawingml/2006/main">
            <a:pathLst>
              <a:path w="39307" h="26891">
                <a:moveTo>
                  <a:pt x="0" y="0"/>
                </a:moveTo>
                <a:lnTo>
                  <a:pt x="39307" y="2689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75" name="line-570">
            <a:extLst xmlns:a="http://schemas.openxmlformats.org/drawingml/2006/main">
              <a:ext uri="{FF2B5EF4-FFF2-40B4-BE49-F238E27FC236}">
                <a16:creationId xmlns:a16="http://schemas.microsoft.com/office/drawing/2014/main" id="{FB83204F-7C91-4633-B24F-B4A3B561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00800"/>
            <a:ext cx="71438" cy="123733"/>
          </a:xfrm>
          <a:custGeom xmlns:a="http://schemas.openxmlformats.org/drawingml/2006/main">
            <a:pathLst>
              <a:path w="71438" h="123733">
                <a:moveTo>
                  <a:pt x="0" y="0"/>
                </a:moveTo>
                <a:lnTo>
                  <a:pt x="71438" y="12373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76" name="line-571">
            <a:extLst xmlns:a="http://schemas.openxmlformats.org/drawingml/2006/main">
              <a:ext uri="{FF2B5EF4-FFF2-40B4-BE49-F238E27FC236}">
                <a16:creationId xmlns:a16="http://schemas.microsoft.com/office/drawing/2014/main" id="{DFD5F600-BD90-4825-98ED-2913687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6475040"/>
            <a:ext cx="42942" cy="20595"/>
          </a:xfrm>
          <a:custGeom xmlns:a="http://schemas.openxmlformats.org/drawingml/2006/main">
            <a:pathLst>
              <a:path w="42942" h="20595">
                <a:moveTo>
                  <a:pt x="0" y="0"/>
                </a:moveTo>
                <a:lnTo>
                  <a:pt x="42942" y="2059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77" name="line-572">
            <a:extLst xmlns:a="http://schemas.openxmlformats.org/drawingml/2006/main">
              <a:ext uri="{FF2B5EF4-FFF2-40B4-BE49-F238E27FC236}">
                <a16:creationId xmlns:a16="http://schemas.microsoft.com/office/drawing/2014/main" id="{BAD26546-A9C8-4B15-A20E-931CFEBA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2577" y="6475040"/>
            <a:ext cx="3635" cy="47486"/>
          </a:xfrm>
          <a:custGeom xmlns:a="http://schemas.openxmlformats.org/drawingml/2006/main">
            <a:pathLst>
              <a:path w="3635" h="47486">
                <a:moveTo>
                  <a:pt x="3635" y="0"/>
                </a:moveTo>
                <a:lnTo>
                  <a:pt x="0" y="4748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78" name="line-573">
            <a:extLst xmlns:a="http://schemas.openxmlformats.org/drawingml/2006/main">
              <a:ext uri="{FF2B5EF4-FFF2-40B4-BE49-F238E27FC236}">
                <a16:creationId xmlns:a16="http://schemas.microsoft.com/office/drawing/2014/main" id="{FB200964-21D4-45C9-AE11-08E62328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1913" y="6400800"/>
            <a:ext cx="71438" cy="123733"/>
          </a:xfrm>
          <a:custGeom xmlns:a="http://schemas.openxmlformats.org/drawingml/2006/main">
            <a:pathLst>
              <a:path w="71438" h="123733">
                <a:moveTo>
                  <a:pt x="71438" y="0"/>
                </a:moveTo>
                <a:lnTo>
                  <a:pt x="0" y="12373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79" name="line-574">
            <a:extLst xmlns:a="http://schemas.openxmlformats.org/drawingml/2006/main">
              <a:ext uri="{FF2B5EF4-FFF2-40B4-BE49-F238E27FC236}">
                <a16:creationId xmlns:a16="http://schemas.microsoft.com/office/drawing/2014/main" id="{E4C212DD-E30C-4709-9990-DD501CB3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488" y="6475040"/>
            <a:ext cx="3635" cy="47486"/>
          </a:xfrm>
          <a:custGeom xmlns:a="http://schemas.openxmlformats.org/drawingml/2006/main">
            <a:pathLst>
              <a:path w="3635" h="47486">
                <a:moveTo>
                  <a:pt x="0" y="0"/>
                </a:moveTo>
                <a:lnTo>
                  <a:pt x="3635" y="4748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80" name="line-575">
            <a:extLst xmlns:a="http://schemas.openxmlformats.org/drawingml/2006/main">
              <a:ext uri="{FF2B5EF4-FFF2-40B4-BE49-F238E27FC236}">
                <a16:creationId xmlns:a16="http://schemas.microsoft.com/office/drawing/2014/main" id="{7BC63701-BFDB-4D33-8FFF-0FDBBEA5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546" y="6475040"/>
            <a:ext cx="42942" cy="20595"/>
          </a:xfrm>
          <a:custGeom xmlns:a="http://schemas.openxmlformats.org/drawingml/2006/main">
            <a:pathLst>
              <a:path w="42942" h="20595">
                <a:moveTo>
                  <a:pt x="42942" y="0"/>
                </a:moveTo>
                <a:lnTo>
                  <a:pt x="0" y="2059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81" name="line-576">
            <a:extLst xmlns:a="http://schemas.openxmlformats.org/drawingml/2006/main">
              <a:ext uri="{FF2B5EF4-FFF2-40B4-BE49-F238E27FC236}">
                <a16:creationId xmlns:a16="http://schemas.microsoft.com/office/drawing/2014/main" id="{CADF0DB8-2B41-48BB-9F9E-326E2ED8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6400800"/>
            <a:ext cx="142875" cy="10"/>
          </a:xfrm>
          <a:custGeom xmlns:a="http://schemas.openxmlformats.org/drawingml/2006/main">
            <a:pathLst>
              <a:path w="142875" h="10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82" name="line-577">
            <a:extLst xmlns:a="http://schemas.openxmlformats.org/drawingml/2006/main">
              <a:ext uri="{FF2B5EF4-FFF2-40B4-BE49-F238E27FC236}">
                <a16:creationId xmlns:a16="http://schemas.microsoft.com/office/drawing/2014/main" id="{F32DDD5B-43A1-43AE-A3AE-A02F249E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318" y="6400800"/>
            <a:ext cx="39307" cy="26891"/>
          </a:xfrm>
          <a:custGeom xmlns:a="http://schemas.openxmlformats.org/drawingml/2006/main">
            <a:pathLst>
              <a:path w="39307" h="26891">
                <a:moveTo>
                  <a:pt x="39307" y="0"/>
                </a:moveTo>
                <a:lnTo>
                  <a:pt x="0" y="2689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83" name="line-578">
            <a:extLst xmlns:a="http://schemas.openxmlformats.org/drawingml/2006/main">
              <a:ext uri="{FF2B5EF4-FFF2-40B4-BE49-F238E27FC236}">
                <a16:creationId xmlns:a16="http://schemas.microsoft.com/office/drawing/2014/main" id="{80D7CA52-BDAD-41EA-8574-F7D8A525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318" y="6373909"/>
            <a:ext cx="39307" cy="26891"/>
          </a:xfrm>
          <a:custGeom xmlns:a="http://schemas.openxmlformats.org/drawingml/2006/main">
            <a:pathLst>
              <a:path w="39307" h="26891">
                <a:moveTo>
                  <a:pt x="39307" y="268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84" name="line-579">
            <a:extLst xmlns:a="http://schemas.openxmlformats.org/drawingml/2006/main">
              <a:ext uri="{FF2B5EF4-FFF2-40B4-BE49-F238E27FC236}">
                <a16:creationId xmlns:a16="http://schemas.microsoft.com/office/drawing/2014/main" id="{7435C571-EE6D-40C1-BB50-335ED30F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1913" y="6277067"/>
            <a:ext cx="71438" cy="123733"/>
          </a:xfrm>
          <a:custGeom xmlns:a="http://schemas.openxmlformats.org/drawingml/2006/main">
            <a:pathLst>
              <a:path w="71438" h="123733">
                <a:moveTo>
                  <a:pt x="71438" y="1237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85" name="line-580">
            <a:extLst xmlns:a="http://schemas.openxmlformats.org/drawingml/2006/main">
              <a:ext uri="{FF2B5EF4-FFF2-40B4-BE49-F238E27FC236}">
                <a16:creationId xmlns:a16="http://schemas.microsoft.com/office/drawing/2014/main" id="{AD5970FE-6EBE-4BB7-89F4-F95CDF96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546" y="6305965"/>
            <a:ext cx="42942" cy="20595"/>
          </a:xfrm>
          <a:custGeom xmlns:a="http://schemas.openxmlformats.org/drawingml/2006/main">
            <a:pathLst>
              <a:path w="42942" h="20595">
                <a:moveTo>
                  <a:pt x="42942" y="205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86" name="line-581">
            <a:extLst xmlns:a="http://schemas.openxmlformats.org/drawingml/2006/main">
              <a:ext uri="{FF2B5EF4-FFF2-40B4-BE49-F238E27FC236}">
                <a16:creationId xmlns:a16="http://schemas.microsoft.com/office/drawing/2014/main" id="{996BEF64-8588-47C1-88D4-BB7A359B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488" y="6279074"/>
            <a:ext cx="3635" cy="47486"/>
          </a:xfrm>
          <a:custGeom xmlns:a="http://schemas.openxmlformats.org/drawingml/2006/main">
            <a:pathLst>
              <a:path w="3635" h="47486">
                <a:moveTo>
                  <a:pt x="0" y="47486"/>
                </a:moveTo>
                <a:lnTo>
                  <a:pt x="36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87" name="line-582">
            <a:extLst xmlns:a="http://schemas.openxmlformats.org/drawingml/2006/main">
              <a:ext uri="{FF2B5EF4-FFF2-40B4-BE49-F238E27FC236}">
                <a16:creationId xmlns:a16="http://schemas.microsoft.com/office/drawing/2014/main" id="{39B2A89F-5EDD-4A49-9D6D-22005962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277067"/>
            <a:ext cx="71438" cy="123733"/>
          </a:xfrm>
          <a:custGeom xmlns:a="http://schemas.openxmlformats.org/drawingml/2006/main">
            <a:pathLst>
              <a:path w="71438" h="123733">
                <a:moveTo>
                  <a:pt x="0" y="123733"/>
                </a:moveTo>
                <a:lnTo>
                  <a:pt x="71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95D3E5"/>
            </a:solidFill>
          </a:ln>
        </p:spPr>
      </p:sp>
      <p:sp>
        <p:nvSpPr>
          <p:cNvPr id="588" name="line-583">
            <a:extLst xmlns:a="http://schemas.openxmlformats.org/drawingml/2006/main">
              <a:ext uri="{FF2B5EF4-FFF2-40B4-BE49-F238E27FC236}">
                <a16:creationId xmlns:a16="http://schemas.microsoft.com/office/drawing/2014/main" id="{2E516514-B351-4B96-838B-D8A4561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2577" y="6279074"/>
            <a:ext cx="3635" cy="47486"/>
          </a:xfrm>
          <a:custGeom xmlns:a="http://schemas.openxmlformats.org/drawingml/2006/main">
            <a:pathLst>
              <a:path w="3635" h="47486">
                <a:moveTo>
                  <a:pt x="3635" y="474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  <p:sp>
        <p:nvSpPr>
          <p:cNvPr id="589" name="line-584">
            <a:extLst xmlns:a="http://schemas.openxmlformats.org/drawingml/2006/main">
              <a:ext uri="{FF2B5EF4-FFF2-40B4-BE49-F238E27FC236}">
                <a16:creationId xmlns:a16="http://schemas.microsoft.com/office/drawing/2014/main" id="{6540A9BE-E87B-40CF-AEC0-A6CA14D3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6305965"/>
            <a:ext cx="42942" cy="20595"/>
          </a:xfrm>
          <a:custGeom xmlns:a="http://schemas.openxmlformats.org/drawingml/2006/main">
            <a:pathLst>
              <a:path w="42942" h="20595">
                <a:moveTo>
                  <a:pt x="0" y="20595"/>
                </a:moveTo>
                <a:lnTo>
                  <a:pt x="429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5D3E5"/>
            </a:solidFill>
          </a:ln>
        </p:spPr>
      </p:sp>
    </p:spTree>
    <p:extLst>
      <p:ext uri="{BB962C8B-B14F-4D97-AF65-F5344CB8AC3E}">
        <p14:creationId xmlns:p14="http://schemas.microsoft.com/office/powerpoint/2010/main" val="790128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2026-09-08T03:03:15.3270000Z</dcterms:created>
  <dcterms:modified xsi:type="dcterms:W3CDTF">2026-09-08T03:03:15.3270000Z</dcterms:modified>
</coreProperties>
</file>