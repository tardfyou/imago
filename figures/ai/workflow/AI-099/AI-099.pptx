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73e8c7c8da4172" /><Relationship Type="http://schemas.openxmlformats.org/officeDocument/2006/relationships/extended-properties" Target="/docProps/app.xml" Id="Rf629185ca3c74b49" /><Relationship Type="http://schemas.openxmlformats.org/officeDocument/2006/relationships/officeDocument" Target="/ppt/presentation.xml" Id="R64c9d94b914046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cff53a4fe64de9"/>
  </p:sldMasterIdLst>
  <p:notesMasterIdLst>
    <p:notesMasterId xmlns:r="http://schemas.openxmlformats.org/officeDocument/2006/relationships" r:id="Reca8f2a108414f6d"/>
  </p:notesMasterIdLst>
  <p:sldIdLst>
    <p:sldId xmlns:r="http://schemas.openxmlformats.org/officeDocument/2006/relationships" id="256" r:id="Rde8754c6f5ea4bb2"/>
  </p:sldIdLst>
  <p:sldSz cx="11115675" cy="76009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b3067f94844319" /><Relationship Type="http://schemas.openxmlformats.org/officeDocument/2006/relationships/slideMaster" Target="/ppt/slideMasters/slideMaster1.xml" Id="R37cff53a4fe64de9" /><Relationship Type="http://schemas.openxmlformats.org/officeDocument/2006/relationships/notesMaster" Target="/ppt/notesMasters/notesMaster1.xml" Id="Reca8f2a108414f6d" /><Relationship Type="http://schemas.openxmlformats.org/officeDocument/2006/relationships/presProps" Target="/ppt/presProps.xml" Id="Rd6213705f0f843ae" /><Relationship Type="http://schemas.openxmlformats.org/officeDocument/2006/relationships/tableStyles" Target="/ppt/tableStyles.xml" Id="Rb0caa26ef108441b" /><Relationship Type="http://schemas.openxmlformats.org/officeDocument/2006/relationships/slide" Target="/ppt/slides/slide1.xml" Id="Rde8754c6f5ea4b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88503bb5c44e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35c7a138e34114" /><Relationship Type="http://schemas.openxmlformats.org/officeDocument/2006/relationships/notesMaster" Target="/ppt/notesMasters/notesMaster1.xml" Id="Rd503702255b74c5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素材ID：AI-099</ns1:t>
            </ns1:r>
          </ns1:p>
          <ns1:p>
            <ns1:r>
              <ns1:t>论文：From Real to Synthetic: Synthesizing Millions of Diversified and Complicated User Instructions with Attributed Grounding</ns1:t>
            </ns1:r>
          </ns1:p>
          <ns1:p>
            <ns1:r>
              <ns1:t>会议：ACL 2025</ns1:t>
            </ns1:r>
          </ns1:p>
          <ns1:p>
            <ns1:r>
              <ns1:t>奖项：Outstanding Paper</ns1:t>
            </ns1:r>
          </ns1:p>
          <ns1:p>
            <ns1:r>
              <ns1:t>图号：Figure 2，PDF第2页</ns1:t>
            </ns1:r>
          </ns1:p>
          <ns1:p>
            <ns1:r>
              <ns1:t>类型：研究流程</ns1:t>
            </ns1:r>
          </ns1:p>
          <ns1:p>
            <ns1:r>
              <ns1:t>借鉴点：上层清洗真实种子，下层先分解文档/用户/动机，再借海量文档反向合成，嵌套框突出两种相反操作。</ns1:t>
            </ns1:r>
          </ns1:p>
          <ns1:p>
            <ns1:r>
              <ns1:t>论文URL：https://aclanthology.org/2025.acl-long.517/</ns1:t>
            </ns1:r>
          </ns1:p>
          <ns1:p>
            <ns1:r>
              <ns1:t>官方获奖URL：https://2025.aclweb.org/program/awards/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4d897f7aa346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c204b6ae184c37" /><Relationship Type="http://schemas.openxmlformats.org/officeDocument/2006/relationships/slideLayout" Target="/ppt/slideLayouts/slideLayout1.xml" Id="R17ae639b34a24c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ae639b34a24c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0b8ab212d4386" /><Relationship Type="http://schemas.openxmlformats.org/officeDocument/2006/relationships/image" Target="/ppt/media/image.png" Id="R9530bf8462b74a63" /><Relationship Type="http://schemas.openxmlformats.org/officeDocument/2006/relationships/image" Target="/ppt/media/image2.png" Id="Rf82ce1752d3e4a4f" /><Relationship Type="http://schemas.openxmlformats.org/officeDocument/2006/relationships/image" Target="/ppt/media/image3.png" Id="R26a11583c366458b" /><Relationship Type="http://schemas.openxmlformats.org/officeDocument/2006/relationships/image" Target="/ppt/media/image4.png" Id="Rc79e2a8e953543e3" /><Relationship Type="http://schemas.openxmlformats.org/officeDocument/2006/relationships/image" Target="/ppt/media/image5.png" Id="Rcc022d9b502b4905" /><Relationship Type="http://schemas.openxmlformats.org/officeDocument/2006/relationships/image" Target="/ppt/media/image6.png" Id="Rbdd086e5375140ec" /><Relationship Type="http://schemas.openxmlformats.org/officeDocument/2006/relationships/image" Target="/ppt/media/image7.png" Id="R4b187e6bd9cb43b6" /><Relationship Type="http://schemas.openxmlformats.org/officeDocument/2006/relationships/image" Target="/ppt/media/image8.png" Id="R94b4f34c5aa6434d" /><Relationship Type="http://schemas.openxmlformats.org/officeDocument/2006/relationships/image" Target="/ppt/media/image9.png" Id="Rf733c0affa374f13" /><Relationship Type="http://schemas.openxmlformats.org/officeDocument/2006/relationships/notesSlide" Target="/ppt/notesSlides/notesSlide1.xml" Id="Rae02c020508340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AI-099-1">
            <a:extLst xmlns:a="http://schemas.openxmlformats.org/drawingml/2006/main">
              <a:ext uri="{FF2B5EF4-FFF2-40B4-BE49-F238E27FC236}">
                <a16:creationId xmlns:a16="http://schemas.microsoft.com/office/drawing/2014/main" id="{293DB5CD-08AD-43B3-BE41-9DE8B52F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" y="257175"/>
            <a:ext cx="10991850" cy="23431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E0EDF6"/>
          </a:solidFill>
          <a:ln xmlns:a="http://schemas.openxmlformats.org/drawingml/2006/main" w="28575">
            <a:solidFill>
              <a:srgbClr val="111111"/>
            </a:solidFill>
            <a:prstDash val="dash"/>
          </a:ln>
        </p:spPr>
      </p:sp>
      <p:sp>
        <p:nvSpPr>
          <p:cNvPr id="2" name="AI-099-2">
            <a:extLst xmlns:a="http://schemas.openxmlformats.org/drawingml/2006/main">
              <a:ext uri="{FF2B5EF4-FFF2-40B4-BE49-F238E27FC236}">
                <a16:creationId xmlns:a16="http://schemas.microsoft.com/office/drawing/2014/main" id="{550B5ACE-2231-409B-9F2F-20510F71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" y="2771775"/>
            <a:ext cx="10991850" cy="4486275"/>
          </a:xfrm>
          <a:prstGeom xmlns:a="http://schemas.openxmlformats.org/drawingml/2006/main" prst="roundRect">
            <a:avLst>
              <a:gd name="adj" fmla="val 1465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28575">
            <a:solidFill>
              <a:srgbClr val="111111"/>
            </a:solidFill>
            <a:prstDash val="dash"/>
          </a:ln>
        </p:spPr>
      </p:sp>
      <p:sp>
        <p:nvSpPr>
          <p:cNvPr id="3" name="AI-099-3">
            <a:extLst xmlns:a="http://schemas.openxmlformats.org/drawingml/2006/main">
              <a:ext uri="{FF2B5EF4-FFF2-40B4-BE49-F238E27FC236}">
                <a16:creationId xmlns:a16="http://schemas.microsoft.com/office/drawing/2014/main" id="{9821DA2B-DD12-42B2-A659-9F2128E2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4725" y="47625"/>
            <a:ext cx="407670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98BEDA"/>
          </a:solidFill>
          <a:ln xmlns:a="http://schemas.openxmlformats.org/drawingml/2006/main" w="28575">
            <a:solidFill>
              <a:srgbClr val="111111"/>
            </a:solidFill>
            <a:prstDash val="dash"/>
          </a:ln>
        </p:spPr>
      </p:sp>
      <p:sp>
        <p:nvSpPr>
          <p:cNvPr id="4" name="AI-099-4">
            <a:extLst xmlns:a="http://schemas.openxmlformats.org/drawingml/2006/main">
              <a:ext uri="{FF2B5EF4-FFF2-40B4-BE49-F238E27FC236}">
                <a16:creationId xmlns:a16="http://schemas.microsoft.com/office/drawing/2014/main" id="{0E1F6699-35C3-4D0F-9072-339698BB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0925" y="104775"/>
            <a:ext cx="3914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Seed Dataset: REALQUESTIONS</a:t>
            </a:r>
          </a:p>
        </p:txBody>
      </p:sp>
      <p:sp>
        <p:nvSpPr>
          <p:cNvPr id="5" name="AI-099-5">
            <a:extLst xmlns:a="http://schemas.openxmlformats.org/drawingml/2006/main">
              <a:ext uri="{FF2B5EF4-FFF2-40B4-BE49-F238E27FC236}">
                <a16:creationId xmlns:a16="http://schemas.microsoft.com/office/drawing/2014/main" id="{8810C38A-924D-4819-A8ED-235846C3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723900"/>
            <a:ext cx="1228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CAB"/>
          </a:solidFill>
          <a:ln xmlns:a="http://schemas.openxmlformats.org/drawingml/2006/main" w="26670">
            <a:solidFill>
              <a:srgbClr val="111111"/>
            </a:solidFill>
          </a:ln>
        </p:spPr>
      </p:sp>
      <p:sp>
        <p:nvSpPr>
          <p:cNvPr id="6" name="AI-099-6">
            <a:extLst xmlns:a="http://schemas.openxmlformats.org/drawingml/2006/main">
              <a:ext uri="{FF2B5EF4-FFF2-40B4-BE49-F238E27FC236}">
                <a16:creationId xmlns:a16="http://schemas.microsoft.com/office/drawing/2014/main" id="{08DC9850-55CD-4FF3-93D2-0A9E187A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" y="752475"/>
            <a:ext cx="1171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ShareGPT</a:t>
            </a:r>
          </a:p>
        </p:txBody>
      </p:sp>
      <p:sp>
        <p:nvSpPr>
          <p:cNvPr id="7" name="AI-099-7">
            <a:extLst xmlns:a="http://schemas.openxmlformats.org/drawingml/2006/main">
              <a:ext uri="{FF2B5EF4-FFF2-40B4-BE49-F238E27FC236}">
                <a16:creationId xmlns:a16="http://schemas.microsoft.com/office/drawing/2014/main" id="{6F7295BF-A2D7-460F-8F25-CB8FFEC2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723900"/>
            <a:ext cx="1228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CAB"/>
          </a:solidFill>
          <a:ln xmlns:a="http://schemas.openxmlformats.org/drawingml/2006/main" w="26670">
            <a:solidFill>
              <a:srgbClr val="111111"/>
            </a:solidFill>
          </a:ln>
        </p:spPr>
      </p:sp>
      <p:sp>
        <p:nvSpPr>
          <p:cNvPr id="8" name="AI-099-8">
            <a:extLst xmlns:a="http://schemas.openxmlformats.org/drawingml/2006/main">
              <a:ext uri="{FF2B5EF4-FFF2-40B4-BE49-F238E27FC236}">
                <a16:creationId xmlns:a16="http://schemas.microsoft.com/office/drawing/2014/main" id="{132DA11F-9752-4EBD-92B2-6C2A63AF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5475" y="752475"/>
            <a:ext cx="1171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OASST</a:t>
            </a:r>
          </a:p>
        </p:txBody>
      </p:sp>
      <p:sp>
        <p:nvSpPr>
          <p:cNvPr id="9" name="AI-099-9">
            <a:extLst xmlns:a="http://schemas.openxmlformats.org/drawingml/2006/main">
              <a:ext uri="{FF2B5EF4-FFF2-40B4-BE49-F238E27FC236}">
                <a16:creationId xmlns:a16="http://schemas.microsoft.com/office/drawing/2014/main" id="{7FFA3497-1601-4DD7-AF69-3E4FD839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1276350"/>
            <a:ext cx="1228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CAB"/>
          </a:solidFill>
          <a:ln xmlns:a="http://schemas.openxmlformats.org/drawingml/2006/main" w="26670">
            <a:solidFill>
              <a:srgbClr val="111111"/>
            </a:solidFill>
          </a:ln>
        </p:spPr>
      </p:sp>
      <p:sp>
        <p:nvSpPr>
          <p:cNvPr id="10" name="AI-099-10">
            <a:extLst xmlns:a="http://schemas.openxmlformats.org/drawingml/2006/main">
              <a:ext uri="{FF2B5EF4-FFF2-40B4-BE49-F238E27FC236}">
                <a16:creationId xmlns:a16="http://schemas.microsoft.com/office/drawing/2014/main" id="{F4A6D521-50C7-46A0-A72A-E832DC0E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" y="1304925"/>
            <a:ext cx="1171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Dolly</a:t>
            </a:r>
          </a:p>
        </p:txBody>
      </p:sp>
      <p:sp>
        <p:nvSpPr>
          <p:cNvPr id="11" name="AI-099-11">
            <a:extLst xmlns:a="http://schemas.openxmlformats.org/drawingml/2006/main">
              <a:ext uri="{FF2B5EF4-FFF2-40B4-BE49-F238E27FC236}">
                <a16:creationId xmlns:a16="http://schemas.microsoft.com/office/drawing/2014/main" id="{CC9A9B73-50B8-406E-AD49-6DAD71EB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1276350"/>
            <a:ext cx="1228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CAB"/>
          </a:solidFill>
          <a:ln xmlns:a="http://schemas.openxmlformats.org/drawingml/2006/main" w="26670">
            <a:solidFill>
              <a:srgbClr val="111111"/>
            </a:solidFill>
          </a:ln>
        </p:spPr>
      </p:sp>
      <p:sp>
        <p:nvSpPr>
          <p:cNvPr id="12" name="AI-099-12">
            <a:extLst xmlns:a="http://schemas.openxmlformats.org/drawingml/2006/main">
              <a:ext uri="{FF2B5EF4-FFF2-40B4-BE49-F238E27FC236}">
                <a16:creationId xmlns:a16="http://schemas.microsoft.com/office/drawing/2014/main" id="{356CE082-8A16-4330-9AAF-885AF5AB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5475" y="1304925"/>
            <a:ext cx="1171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LMSYS</a:t>
            </a:r>
          </a:p>
        </p:txBody>
      </p:sp>
      <p:sp>
        <p:nvSpPr>
          <p:cNvPr id="13" name="AI-099-13">
            <a:extLst xmlns:a="http://schemas.openxmlformats.org/drawingml/2006/main">
              <a:ext uri="{FF2B5EF4-FFF2-40B4-BE49-F238E27FC236}">
                <a16:creationId xmlns:a16="http://schemas.microsoft.com/office/drawing/2014/main" id="{84ABF853-DD05-4BE0-8DC5-20957FA2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" y="1895475"/>
            <a:ext cx="2819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Human Instructions</a:t>
            </a:r>
          </a:p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Datasets</a:t>
            </a:r>
          </a:p>
        </p:txBody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67D0DA57-293E-47A5-8794-3873A677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19200"/>
            <a:ext cx="600075" cy="514350"/>
          </a:xfrm>
          <a:custGeom xmlns:a="http://schemas.openxmlformats.org/drawingml/2006/main">
            <a:pathLst>
              <a:path w="600075" h="514350">
                <a:moveTo>
                  <a:pt x="0" y="128588"/>
                </a:moveTo>
                <a:lnTo>
                  <a:pt x="342900" y="128588"/>
                </a:lnTo>
                <a:lnTo>
                  <a:pt x="342900" y="0"/>
                </a:lnTo>
                <a:lnTo>
                  <a:pt x="600075" y="257175"/>
                </a:lnTo>
                <a:lnTo>
                  <a:pt x="342900" y="514350"/>
                </a:lnTo>
                <a:lnTo>
                  <a:pt x="342900" y="385763"/>
                </a:lnTo>
                <a:lnTo>
                  <a:pt x="0" y="3857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F1190867-B8CA-455F-B70E-0F8F220F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219200"/>
            <a:ext cx="581025" cy="514350"/>
          </a:xfrm>
          <a:custGeom xmlns:a="http://schemas.openxmlformats.org/drawingml/2006/main">
            <a:pathLst>
              <a:path w="581025" h="514350">
                <a:moveTo>
                  <a:pt x="0" y="128588"/>
                </a:moveTo>
                <a:lnTo>
                  <a:pt x="323850" y="128588"/>
                </a:lnTo>
                <a:lnTo>
                  <a:pt x="323850" y="0"/>
                </a:lnTo>
                <a:lnTo>
                  <a:pt x="581025" y="257175"/>
                </a:lnTo>
                <a:lnTo>
                  <a:pt x="323850" y="514350"/>
                </a:lnTo>
                <a:lnTo>
                  <a:pt x="323850" y="385763"/>
                </a:lnTo>
                <a:lnTo>
                  <a:pt x="0" y="3857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56A1E28E-8FFE-4195-9001-439601CB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19200"/>
            <a:ext cx="876300" cy="514350"/>
          </a:xfrm>
          <a:custGeom xmlns:a="http://schemas.openxmlformats.org/drawingml/2006/main">
            <a:pathLst>
              <a:path w="876300" h="514350">
                <a:moveTo>
                  <a:pt x="0" y="128588"/>
                </a:moveTo>
                <a:lnTo>
                  <a:pt x="609600" y="128588"/>
                </a:lnTo>
                <a:lnTo>
                  <a:pt x="609600" y="0"/>
                </a:lnTo>
                <a:lnTo>
                  <a:pt x="876300" y="257175"/>
                </a:lnTo>
                <a:lnTo>
                  <a:pt x="609600" y="514350"/>
                </a:lnTo>
                <a:lnTo>
                  <a:pt x="609600" y="385763"/>
                </a:lnTo>
                <a:lnTo>
                  <a:pt x="0" y="3857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7" name="line-17">
            <a:extLst xmlns:a="http://schemas.openxmlformats.org/drawingml/2006/main">
              <a:ext uri="{FF2B5EF4-FFF2-40B4-BE49-F238E27FC236}">
                <a16:creationId xmlns:a16="http://schemas.microsoft.com/office/drawing/2014/main" id="{DF858A95-FD54-4FA3-BCCE-E3C998B3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95325"/>
            <a:ext cx="10" cy="971550"/>
          </a:xfrm>
          <a:custGeom xmlns:a="http://schemas.openxmlformats.org/drawingml/2006/main">
            <a:pathLst>
              <a:path w="10" h="971550">
                <a:moveTo>
                  <a:pt x="0" y="0"/>
                </a:moveTo>
                <a:lnTo>
                  <a:pt x="0" y="9715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55555"/>
            </a:solidFill>
          </a:ln>
        </p:spPr>
      </p:sp>
      <p:sp>
        <p:nvSpPr>
          <p:cNvPr id="18" name="line-18">
            <a:extLst xmlns:a="http://schemas.openxmlformats.org/drawingml/2006/main">
              <a:ext uri="{FF2B5EF4-FFF2-40B4-BE49-F238E27FC236}">
                <a16:creationId xmlns:a16="http://schemas.microsoft.com/office/drawing/2014/main" id="{E4CA5B97-9A64-4923-9767-A3681D87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866775" cy="10"/>
          </a:xfrm>
          <a:custGeom xmlns:a="http://schemas.openxmlformats.org/drawingml/2006/main">
            <a:pathLst>
              <a:path w="866775" h="10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55555"/>
            </a:solidFill>
          </a:ln>
        </p:spPr>
      </p:sp>
      <p:sp>
        <p:nvSpPr>
          <p:cNvPr id="19" name="line-19">
            <a:extLst xmlns:a="http://schemas.openxmlformats.org/drawingml/2006/main">
              <a:ext uri="{FF2B5EF4-FFF2-40B4-BE49-F238E27FC236}">
                <a16:creationId xmlns:a16="http://schemas.microsoft.com/office/drawing/2014/main" id="{636774E7-8C39-43D1-B6BF-057CE90D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71625"/>
            <a:ext cx="390525" cy="381000"/>
          </a:xfrm>
          <a:custGeom xmlns:a="http://schemas.openxmlformats.org/drawingml/2006/main">
            <a:pathLst>
              <a:path w="390525" h="381000">
                <a:moveTo>
                  <a:pt x="0" y="38100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55555"/>
            </a:solidFill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197D95BC-BAE1-4E57-8184-7561D085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02870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0"/>
                </a:moveTo>
                <a:lnTo>
                  <a:pt x="95250" y="47625"/>
                </a:lnTo>
                <a:lnTo>
                  <a:pt x="47625" y="95250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CEA968"/>
          </a:solidFill>
          <a:ln xmlns:a="http://schemas.openxmlformats.org/drawingml/2006/main" w="19050">
            <a:solidFill>
              <a:srgbClr val="333333"/>
            </a:solidFill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B935A35A-B2FE-4184-A5EA-8E6A944E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24777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0"/>
                </a:moveTo>
                <a:lnTo>
                  <a:pt x="95250" y="47625"/>
                </a:lnTo>
                <a:lnTo>
                  <a:pt x="47625" y="95250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CEAA68"/>
          </a:solidFill>
          <a:ln xmlns:a="http://schemas.openxmlformats.org/drawingml/2006/main" w="19050">
            <a:solidFill>
              <a:srgbClr val="333333"/>
            </a:solidFill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89DD1FDA-05B1-47DA-81EB-23654D1D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5732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0"/>
                </a:moveTo>
                <a:lnTo>
                  <a:pt x="95250" y="47625"/>
                </a:lnTo>
                <a:lnTo>
                  <a:pt x="47625" y="95250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CEAA68"/>
          </a:solidFill>
          <a:ln xmlns:a="http://schemas.openxmlformats.org/drawingml/2006/main" w="19050">
            <a:solidFill>
              <a:srgbClr val="333333"/>
            </a:solidFill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C70399A8-317E-44FB-BB6C-23AC63F6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0"/>
                </a:moveTo>
                <a:lnTo>
                  <a:pt x="95250" y="47625"/>
                </a:lnTo>
                <a:lnTo>
                  <a:pt x="47625" y="95250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CEAA68"/>
          </a:solidFill>
          <a:ln xmlns:a="http://schemas.openxmlformats.org/drawingml/2006/main" w="19050">
            <a:solidFill>
              <a:srgbClr val="333333"/>
            </a:solidFill>
          </a:ln>
        </p:spPr>
      </p:sp>
      <p:sp>
        <p:nvSpPr>
          <p:cNvPr id="24" name="AI-099-24">
            <a:extLst xmlns:a="http://schemas.openxmlformats.org/drawingml/2006/main">
              <a:ext uri="{FF2B5EF4-FFF2-40B4-BE49-F238E27FC236}">
                <a16:creationId xmlns:a16="http://schemas.microsoft.com/office/drawing/2014/main" id="{3B41E3D1-6308-473E-B213-58B81432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885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07F"/>
          </a:solidFill>
          <a:ln xmlns:a="http://schemas.openxmlformats.org/drawingml/2006/main" w="19050">
            <a:solidFill>
              <a:srgbClr val="333333"/>
            </a:solidFill>
          </a:ln>
        </p:spPr>
      </p:sp>
      <p:sp>
        <p:nvSpPr>
          <p:cNvPr id="25" name="AI-099-25">
            <a:extLst xmlns:a="http://schemas.openxmlformats.org/drawingml/2006/main">
              <a:ext uri="{FF2B5EF4-FFF2-40B4-BE49-F238E27FC236}">
                <a16:creationId xmlns:a16="http://schemas.microsoft.com/office/drawing/2014/main" id="{E4DAD751-442A-4040-971C-46E6ABE7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1323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07F"/>
          </a:solidFill>
          <a:ln xmlns:a="http://schemas.openxmlformats.org/drawingml/2006/main" w="19050">
            <a:solidFill>
              <a:srgbClr val="333333"/>
            </a:solidFill>
          </a:ln>
        </p:spPr>
      </p:sp>
      <p:sp>
        <p:nvSpPr>
          <p:cNvPr id="26" name="AI-099-26">
            <a:extLst xmlns:a="http://schemas.openxmlformats.org/drawingml/2006/main">
              <a:ext uri="{FF2B5EF4-FFF2-40B4-BE49-F238E27FC236}">
                <a16:creationId xmlns:a16="http://schemas.microsoft.com/office/drawing/2014/main" id="{29CA72C4-DC91-4AFA-8CD5-845FDF04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1075" y="1114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07F"/>
          </a:solidFill>
          <a:ln xmlns:a="http://schemas.openxmlformats.org/drawingml/2006/main" w="19050">
            <a:solidFill>
              <a:srgbClr val="333333"/>
            </a:solidFill>
          </a:ln>
        </p:spPr>
      </p:sp>
      <p:sp>
        <p:nvSpPr>
          <p:cNvPr id="27" name="AI-099-27">
            <a:extLst xmlns:a="http://schemas.openxmlformats.org/drawingml/2006/main">
              <a:ext uri="{FF2B5EF4-FFF2-40B4-BE49-F238E27FC236}">
                <a16:creationId xmlns:a16="http://schemas.microsoft.com/office/drawing/2014/main" id="{B4304E7F-C0CA-486A-8D2C-AE0199C5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625" y="1133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07F"/>
          </a:solidFill>
          <a:ln xmlns:a="http://schemas.openxmlformats.org/drawingml/2006/main" w="19050">
            <a:solidFill>
              <a:srgbClr val="333333"/>
            </a:solidFill>
          </a:ln>
        </p:spPr>
      </p:sp>
      <p:sp>
        <p:nvSpPr>
          <p:cNvPr id="28" name="AI-099-28">
            <a:extLst xmlns:a="http://schemas.openxmlformats.org/drawingml/2006/main">
              <a:ext uri="{FF2B5EF4-FFF2-40B4-BE49-F238E27FC236}">
                <a16:creationId xmlns:a16="http://schemas.microsoft.com/office/drawing/2014/main" id="{C22A7381-D18B-42C4-B079-3C09BE93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1524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07F"/>
          </a:solidFill>
          <a:ln xmlns:a="http://schemas.openxmlformats.org/drawingml/2006/main" w="19050">
            <a:solidFill>
              <a:srgbClr val="333333"/>
            </a:solidFill>
          </a:ln>
        </p:spPr>
      </p:sp>
      <p:sp>
        <p:nvSpPr>
          <p:cNvPr id="29" name="AI-099-29">
            <a:extLst xmlns:a="http://schemas.openxmlformats.org/drawingml/2006/main">
              <a:ext uri="{FF2B5EF4-FFF2-40B4-BE49-F238E27FC236}">
                <a16:creationId xmlns:a16="http://schemas.microsoft.com/office/drawing/2014/main" id="{D57C3B4A-049D-48B0-B912-8779C239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1343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07F"/>
          </a:solidFill>
          <a:ln xmlns:a="http://schemas.openxmlformats.org/drawingml/2006/main" w="19050">
            <a:solidFill>
              <a:srgbClr val="333333"/>
            </a:solidFill>
          </a:ln>
        </p:spPr>
      </p:sp>
      <p:sp>
        <p:nvSpPr>
          <p:cNvPr id="30" name="AI-099-30">
            <a:extLst xmlns:a="http://schemas.openxmlformats.org/drawingml/2006/main">
              <a:ext uri="{FF2B5EF4-FFF2-40B4-BE49-F238E27FC236}">
                <a16:creationId xmlns:a16="http://schemas.microsoft.com/office/drawing/2014/main" id="{3666517A-4870-4311-BADA-B15246F6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8175" y="1743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99B2"/>
          </a:solidFill>
          <a:ln xmlns:a="http://schemas.openxmlformats.org/drawingml/2006/main" w="19050">
            <a:solidFill>
              <a:srgbClr val="333333"/>
            </a:solidFill>
          </a:ln>
        </p:spPr>
      </p:sp>
      <p:sp>
        <p:nvSpPr>
          <p:cNvPr id="31" name="AI-099-31">
            <a:extLst xmlns:a="http://schemas.openxmlformats.org/drawingml/2006/main">
              <a:ext uri="{FF2B5EF4-FFF2-40B4-BE49-F238E27FC236}">
                <a16:creationId xmlns:a16="http://schemas.microsoft.com/office/drawing/2014/main" id="{4DCA998C-9F9C-4EF1-91C1-C98BF86A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1857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99B2"/>
          </a:solidFill>
          <a:ln xmlns:a="http://schemas.openxmlformats.org/drawingml/2006/main" w="19050">
            <a:solidFill>
              <a:srgbClr val="333333"/>
            </a:solidFill>
          </a:ln>
        </p:spPr>
      </p:sp>
      <p:sp>
        <p:nvSpPr>
          <p:cNvPr id="32" name="AI-099-32">
            <a:extLst xmlns:a="http://schemas.openxmlformats.org/drawingml/2006/main">
              <a:ext uri="{FF2B5EF4-FFF2-40B4-BE49-F238E27FC236}">
                <a16:creationId xmlns:a16="http://schemas.microsoft.com/office/drawing/2014/main" id="{91A50E75-3289-4149-86A7-B7D58B5F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5825" y="1666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99B2"/>
          </a:solidFill>
          <a:ln xmlns:a="http://schemas.openxmlformats.org/drawingml/2006/main" w="19050">
            <a:solidFill>
              <a:srgbClr val="333333"/>
            </a:solidFill>
          </a:ln>
        </p:spPr>
      </p:sp>
      <p:sp>
        <p:nvSpPr>
          <p:cNvPr id="33" name="AI-099-33">
            <a:extLst xmlns:a="http://schemas.openxmlformats.org/drawingml/2006/main">
              <a:ext uri="{FF2B5EF4-FFF2-40B4-BE49-F238E27FC236}">
                <a16:creationId xmlns:a16="http://schemas.microsoft.com/office/drawing/2014/main" id="{C23B7121-871A-4AF2-923D-3B98A467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325" y="1771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99B2"/>
          </a:solidFill>
          <a:ln xmlns:a="http://schemas.openxmlformats.org/drawingml/2006/main" w="19050">
            <a:solidFill>
              <a:srgbClr val="333333"/>
            </a:solidFill>
          </a:ln>
        </p:spPr>
      </p:sp>
      <p:sp>
        <p:nvSpPr>
          <p:cNvPr id="34" name="AI-099-34">
            <a:extLst xmlns:a="http://schemas.openxmlformats.org/drawingml/2006/main">
              <a:ext uri="{FF2B5EF4-FFF2-40B4-BE49-F238E27FC236}">
                <a16:creationId xmlns:a16="http://schemas.microsoft.com/office/drawing/2014/main" id="{E2C35A39-477D-425E-B558-84D2EFA0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1647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99B2"/>
          </a:solidFill>
          <a:ln xmlns:a="http://schemas.openxmlformats.org/drawingml/2006/main" w="19050">
            <a:solidFill>
              <a:srgbClr val="333333"/>
            </a:solidFill>
          </a:ln>
        </p:spPr>
      </p:sp>
      <p:sp>
        <p:nvSpPr>
          <p:cNvPr id="35" name="AI-099-35">
            <a:extLst xmlns:a="http://schemas.openxmlformats.org/drawingml/2006/main">
              <a:ext uri="{FF2B5EF4-FFF2-40B4-BE49-F238E27FC236}">
                <a16:creationId xmlns:a16="http://schemas.microsoft.com/office/drawing/2014/main" id="{3543BFE1-9FDB-4157-A378-E047A9CD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0" y="2085975"/>
            <a:ext cx="2676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Clean &amp; Clustering</a:t>
            </a:r>
          </a:p>
        </p:txBody>
      </p:sp>
      <p:sp>
        <p:nvSpPr>
          <p:cNvPr id="36" name="path-36">
            <a:extLst xmlns:a="http://schemas.openxmlformats.org/drawingml/2006/main">
              <a:ext uri="{FF2B5EF4-FFF2-40B4-BE49-F238E27FC236}">
                <a16:creationId xmlns:a16="http://schemas.microsoft.com/office/drawing/2014/main" id="{925A4480-2444-4DBB-BE0C-FF1F9808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104900"/>
            <a:ext cx="923925" cy="781050"/>
          </a:xfrm>
          <a:custGeom xmlns:a="http://schemas.openxmlformats.org/drawingml/2006/main">
            <a:pathLst>
              <a:path w="923925" h="781050">
                <a:moveTo>
                  <a:pt x="0" y="0"/>
                </a:moveTo>
                <a:lnTo>
                  <a:pt x="923925" y="0"/>
                </a:lnTo>
                <a:lnTo>
                  <a:pt x="923925" y="123825"/>
                </a:lnTo>
                <a:lnTo>
                  <a:pt x="600075" y="485775"/>
                </a:lnTo>
                <a:lnTo>
                  <a:pt x="600075" y="676275"/>
                </a:lnTo>
                <a:lnTo>
                  <a:pt x="409575" y="781050"/>
                </a:lnTo>
                <a:lnTo>
                  <a:pt x="409575" y="485775"/>
                </a:ln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DA77"/>
          </a:solidFill>
          <a:ln xmlns:a="http://schemas.openxmlformats.org/drawingml/2006/main" w="33338">
            <a:solidFill>
              <a:srgbClr val="111111"/>
            </a:solidFill>
          </a:ln>
        </p:spPr>
      </p:sp>
      <p:sp>
        <p:nvSpPr>
          <p:cNvPr id="37" name="line-37">
            <a:extLst xmlns:a="http://schemas.openxmlformats.org/drawingml/2006/main">
              <a:ext uri="{FF2B5EF4-FFF2-40B4-BE49-F238E27FC236}">
                <a16:creationId xmlns:a16="http://schemas.microsoft.com/office/drawing/2014/main" id="{E1F2C6FE-A273-44E3-B8CE-B11C4A81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19200"/>
            <a:ext cx="876300" cy="10"/>
          </a:xfrm>
          <a:custGeom xmlns:a="http://schemas.openxmlformats.org/drawingml/2006/main">
            <a:pathLst>
              <a:path w="876300" h="10">
                <a:moveTo>
                  <a:pt x="0" y="0"/>
                </a:moveTo>
                <a:lnTo>
                  <a:pt x="876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38" name="line-38">
            <a:extLst xmlns:a="http://schemas.openxmlformats.org/drawingml/2006/main">
              <a:ext uri="{FF2B5EF4-FFF2-40B4-BE49-F238E27FC236}">
                <a16:creationId xmlns:a16="http://schemas.microsoft.com/office/drawing/2014/main" id="{CB4C5CD6-FD24-4BBC-83D3-41EF4E13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285875"/>
            <a:ext cx="409575" cy="10"/>
          </a:xfrm>
          <a:custGeom xmlns:a="http://schemas.openxmlformats.org/drawingml/2006/main">
            <a:pathLst>
              <a:path w="409575" h="10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39" name="AI-099-39">
            <a:extLst xmlns:a="http://schemas.openxmlformats.org/drawingml/2006/main">
              <a:ext uri="{FF2B5EF4-FFF2-40B4-BE49-F238E27FC236}">
                <a16:creationId xmlns:a16="http://schemas.microsoft.com/office/drawing/2014/main" id="{127102A8-CC1D-47EA-A90B-8E21ECBC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1257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40" name="AI-099-40">
            <a:extLst xmlns:a="http://schemas.openxmlformats.org/drawingml/2006/main">
              <a:ext uri="{FF2B5EF4-FFF2-40B4-BE49-F238E27FC236}">
                <a16:creationId xmlns:a16="http://schemas.microsoft.com/office/drawing/2014/main" id="{3C2284C9-8729-4881-B379-740D7595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1466850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68"/>
          </a:solidFill>
          <a:ln xmlns:a="http://schemas.openxmlformats.org/drawingml/2006/main" w="31433">
            <a:solidFill>
              <a:srgbClr val="111111"/>
            </a:solidFill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2667F4BF-4096-40AA-A52B-80286DD5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571625"/>
            <a:ext cx="266700" cy="276225"/>
          </a:xfrm>
          <a:custGeom xmlns:a="http://schemas.openxmlformats.org/drawingml/2006/main">
            <a:pathLst>
              <a:path w="266700" h="276225">
                <a:moveTo>
                  <a:pt x="57150" y="0"/>
                </a:moveTo>
                <a:lnTo>
                  <a:pt x="133350" y="76200"/>
                </a:lnTo>
                <a:lnTo>
                  <a:pt x="209550" y="0"/>
                </a:lnTo>
                <a:lnTo>
                  <a:pt x="266700" y="57150"/>
                </a:lnTo>
                <a:lnTo>
                  <a:pt x="190500" y="142875"/>
                </a:lnTo>
                <a:lnTo>
                  <a:pt x="266700" y="219075"/>
                </a:lnTo>
                <a:lnTo>
                  <a:pt x="209550" y="276225"/>
                </a:lnTo>
                <a:lnTo>
                  <a:pt x="133350" y="200025"/>
                </a:lnTo>
                <a:lnTo>
                  <a:pt x="57150" y="276225"/>
                </a:lnTo>
                <a:lnTo>
                  <a:pt x="0" y="219075"/>
                </a:lnTo>
                <a:lnTo>
                  <a:pt x="76200" y="1428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42" name="AI-099-42">
            <a:extLst xmlns:a="http://schemas.openxmlformats.org/drawingml/2006/main">
              <a:ext uri="{FF2B5EF4-FFF2-40B4-BE49-F238E27FC236}">
                <a16:creationId xmlns:a16="http://schemas.microsoft.com/office/drawing/2014/main" id="{0D8E8DEF-DFDE-407A-AEAE-C54E22E8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2057400"/>
            <a:ext cx="1323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Filtering</a:t>
            </a:r>
          </a:p>
        </p:txBody>
      </p:sp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0bf8462b74a63"/>
          <a:stretch xmlns:a="http://schemas.openxmlformats.org/drawingml/2006/main"/>
        </p:blipFill>
        <p:spPr>
          <a:xfrm xmlns:a="http://schemas.openxmlformats.org/drawingml/2006/main">
            <a:off x="8982075" y="819150"/>
            <a:ext cx="1371600" cy="1247775"/>
          </a:xfrm>
          <a:prstGeom xmlns:a="http://schemas.openxmlformats.org/drawingml/2006/main" prst="rect">
            <a:avLst/>
          </a:prstGeom>
        </p:spPr>
      </p:pic>
      <p:sp>
        <p:nvSpPr>
          <p:cNvPr id="44" name="AI-099-43">
            <a:extLst xmlns:a="http://schemas.openxmlformats.org/drawingml/2006/main">
              <a:ext uri="{FF2B5EF4-FFF2-40B4-BE49-F238E27FC236}">
                <a16:creationId xmlns:a16="http://schemas.microsoft.com/office/drawing/2014/main" id="{27FB4756-124D-417D-B377-FEE73403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6325" y="2152650"/>
            <a:ext cx="2066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REALQUESTIONS</a:t>
            </a:r>
          </a:p>
        </p:txBody>
      </p:sp>
      <p:sp>
        <p:nvSpPr>
          <p:cNvPr id="45" name="AI-099-44">
            <a:extLst xmlns:a="http://schemas.openxmlformats.org/drawingml/2006/main">
              <a:ext uri="{FF2B5EF4-FFF2-40B4-BE49-F238E27FC236}">
                <a16:creationId xmlns:a16="http://schemas.microsoft.com/office/drawing/2014/main" id="{F166F8D4-389B-494C-A082-AC203DC2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3124200"/>
            <a:ext cx="6076950" cy="3724275"/>
          </a:xfrm>
          <a:prstGeom xmlns:a="http://schemas.openxmlformats.org/drawingml/2006/main" prst="roundRect">
            <a:avLst>
              <a:gd name="adj" fmla="val 17136"/>
            </a:avLst>
          </a:prstGeom>
          <a:solidFill xmlns:a="http://schemas.openxmlformats.org/drawingml/2006/main">
            <a:srgbClr val="CAC8C2">
              <a:alpha val="35000"/>
            </a:srgbClr>
          </a:solidFill>
          <a:ln xmlns:a="http://schemas.openxmlformats.org/drawingml/2006/main" w="0">
            <a:noFill/>
          </a:ln>
        </p:spPr>
      </p:sp>
      <p:sp>
        <p:nvSpPr>
          <p:cNvPr id="46" name="AI-099-45">
            <a:extLst xmlns:a="http://schemas.openxmlformats.org/drawingml/2006/main">
              <a:ext uri="{FF2B5EF4-FFF2-40B4-BE49-F238E27FC236}">
                <a16:creationId xmlns:a16="http://schemas.microsoft.com/office/drawing/2014/main" id="{A4309A3C-B49C-4754-ACDB-0492BDA2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" y="3086100"/>
            <a:ext cx="6067425" cy="3724275"/>
          </a:xfrm>
          <a:prstGeom xmlns:a="http://schemas.openxmlformats.org/drawingml/2006/main" prst="roundRect">
            <a:avLst>
              <a:gd name="adj" fmla="val 17136"/>
            </a:avLst>
          </a:prstGeom>
          <a:solidFill xmlns:a="http://schemas.openxmlformats.org/drawingml/2006/main">
            <a:srgbClr val="FFF2CB"/>
          </a:solidFill>
          <a:ln xmlns:a="http://schemas.openxmlformats.org/drawingml/2006/main" w="0">
            <a:noFill/>
          </a:ln>
        </p:spPr>
      </p:sp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ce1752d3e4a4f"/>
          <a:stretch xmlns:a="http://schemas.openxmlformats.org/drawingml/2006/main"/>
        </p:blipFill>
        <p:spPr>
          <a:xfrm xmlns:a="http://schemas.openxmlformats.org/drawingml/2006/main">
            <a:off x="695325" y="3371850"/>
            <a:ext cx="1143000" cy="942975"/>
          </a:xfrm>
          <a:prstGeom xmlns:a="http://schemas.openxmlformats.org/drawingml/2006/main" prst="rect">
            <a:avLst/>
          </a:prstGeom>
        </p:spPr>
      </p:pic>
      <p:sp>
        <p:nvSpPr>
          <p:cNvPr id="48" name="AI-099-46">
            <a:extLst xmlns:a="http://schemas.openxmlformats.org/drawingml/2006/main">
              <a:ext uri="{FF2B5EF4-FFF2-40B4-BE49-F238E27FC236}">
                <a16:creationId xmlns:a16="http://schemas.microsoft.com/office/drawing/2014/main" id="{8E458D41-312C-4D10-8DEF-29A5AB26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362450"/>
            <a:ext cx="1828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REALQUESTIONS</a:t>
            </a:r>
          </a:p>
        </p:txBody>
      </p:sp>
      <p:sp>
        <p:nvSpPr>
          <p:cNvPr id="49" name="line-47">
            <a:extLst xmlns:a="http://schemas.openxmlformats.org/drawingml/2006/main">
              <a:ext uri="{FF2B5EF4-FFF2-40B4-BE49-F238E27FC236}">
                <a16:creationId xmlns:a16="http://schemas.microsoft.com/office/drawing/2014/main" id="{DE105D9A-8D29-40A6-8F94-7FEF7470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14825"/>
            <a:ext cx="1800225" cy="381000"/>
          </a:xfrm>
          <a:custGeom xmlns:a="http://schemas.openxmlformats.org/drawingml/2006/main">
            <a:pathLst>
              <a:path w="1800225" h="381000">
                <a:moveTo>
                  <a:pt x="0" y="0"/>
                </a:moveTo>
                <a:lnTo>
                  <a:pt x="1800225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11111"/>
            </a:solidFill>
          </a:ln>
        </p:spPr>
      </p:sp>
      <p:sp>
        <p:nvSpPr>
          <p:cNvPr id="50" name="path-48">
            <a:extLst xmlns:a="http://schemas.openxmlformats.org/drawingml/2006/main">
              <a:ext uri="{FF2B5EF4-FFF2-40B4-BE49-F238E27FC236}">
                <a16:creationId xmlns:a16="http://schemas.microsoft.com/office/drawing/2014/main" id="{34AB760A-A6C7-411A-9794-B45F6CA9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2108" y="4633375"/>
            <a:ext cx="102217" cy="85462"/>
          </a:xfrm>
          <a:custGeom xmlns:a="http://schemas.openxmlformats.org/drawingml/2006/main">
            <a:pathLst>
              <a:path w="102217" h="85462">
                <a:moveTo>
                  <a:pt x="102217" y="62450"/>
                </a:moveTo>
                <a:lnTo>
                  <a:pt x="0" y="85462"/>
                </a:lnTo>
                <a:lnTo>
                  <a:pt x="18087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26670">
            <a:solidFill>
              <a:srgbClr val="111111"/>
            </a:solidFill>
          </a:ln>
        </p:spPr>
      </p:sp>
      <p:sp>
        <p:nvSpPr>
          <p:cNvPr id="51" name="AI-099-49">
            <a:extLst xmlns:a="http://schemas.openxmlformats.org/drawingml/2006/main">
              <a:ext uri="{FF2B5EF4-FFF2-40B4-BE49-F238E27FC236}">
                <a16:creationId xmlns:a16="http://schemas.microsoft.com/office/drawing/2014/main" id="{D7953F1D-A7AC-492D-9BC7-55197F76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">
            <a:off x="2419350" y="40290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① Attribute</a:t>
            </a:r>
          </a:p>
        </p:txBody>
      </p:sp>
      <p:sp>
        <p:nvSpPr>
          <p:cNvPr id="52" name="path-50">
            <a:extLst xmlns:a="http://schemas.openxmlformats.org/drawingml/2006/main">
              <a:ext uri="{FF2B5EF4-FFF2-40B4-BE49-F238E27FC236}">
                <a16:creationId xmlns:a16="http://schemas.microsoft.com/office/drawing/2014/main" id="{4317B8FE-09E2-4F74-986B-25D6400B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572000"/>
            <a:ext cx="2286000" cy="2247900"/>
          </a:xfrm>
          <a:custGeom xmlns:a="http://schemas.openxmlformats.org/drawingml/2006/main">
            <a:pathLst>
              <a:path w="2286000" h="2247900">
                <a:moveTo>
                  <a:pt x="219075" y="885825"/>
                </a:moveTo>
                <a:lnTo>
                  <a:pt x="1266825" y="885825"/>
                </a:lnTo>
                <a:lnTo>
                  <a:pt x="2247900" y="0"/>
                </a:lnTo>
                <a:lnTo>
                  <a:pt x="1781175" y="885825"/>
                </a:lnTo>
                <a:lnTo>
                  <a:pt x="2066925" y="885825"/>
                </a:lnTo>
                <a:lnTo>
                  <a:pt x="2066925" y="885825"/>
                </a:lnTo>
                <a:lnTo>
                  <a:pt x="2081253" y="886294"/>
                </a:lnTo>
                <a:lnTo>
                  <a:pt x="2095520" y="887699"/>
                </a:lnTo>
                <a:lnTo>
                  <a:pt x="2109664" y="890034"/>
                </a:lnTo>
                <a:lnTo>
                  <a:pt x="2123626" y="893290"/>
                </a:lnTo>
                <a:lnTo>
                  <a:pt x="2137344" y="897451"/>
                </a:lnTo>
                <a:lnTo>
                  <a:pt x="2150761" y="902501"/>
                </a:lnTo>
                <a:lnTo>
                  <a:pt x="2163819" y="908418"/>
                </a:lnTo>
                <a:lnTo>
                  <a:pt x="2176463" y="915175"/>
                </a:lnTo>
                <a:lnTo>
                  <a:pt x="2188637" y="922746"/>
                </a:lnTo>
                <a:lnTo>
                  <a:pt x="2200289" y="931096"/>
                </a:lnTo>
                <a:lnTo>
                  <a:pt x="2211371" y="940191"/>
                </a:lnTo>
                <a:lnTo>
                  <a:pt x="2221834" y="949991"/>
                </a:lnTo>
                <a:lnTo>
                  <a:pt x="2231634" y="960454"/>
                </a:lnTo>
                <a:lnTo>
                  <a:pt x="2240729" y="971536"/>
                </a:lnTo>
                <a:lnTo>
                  <a:pt x="2249079" y="983188"/>
                </a:lnTo>
                <a:lnTo>
                  <a:pt x="2256650" y="995363"/>
                </a:lnTo>
                <a:lnTo>
                  <a:pt x="2263407" y="1008006"/>
                </a:lnTo>
                <a:lnTo>
                  <a:pt x="2269324" y="1021064"/>
                </a:lnTo>
                <a:lnTo>
                  <a:pt x="2274374" y="1034481"/>
                </a:lnTo>
                <a:lnTo>
                  <a:pt x="2278535" y="1048199"/>
                </a:lnTo>
                <a:lnTo>
                  <a:pt x="2281791" y="1062161"/>
                </a:lnTo>
                <a:lnTo>
                  <a:pt x="2284126" y="1076305"/>
                </a:lnTo>
                <a:lnTo>
                  <a:pt x="2285531" y="1090572"/>
                </a:lnTo>
                <a:lnTo>
                  <a:pt x="2286000" y="1104900"/>
                </a:lnTo>
                <a:lnTo>
                  <a:pt x="2286000" y="2028825"/>
                </a:lnTo>
                <a:lnTo>
                  <a:pt x="2285531" y="2043153"/>
                </a:lnTo>
                <a:lnTo>
                  <a:pt x="2284126" y="2057420"/>
                </a:lnTo>
                <a:lnTo>
                  <a:pt x="2281791" y="2071564"/>
                </a:lnTo>
                <a:lnTo>
                  <a:pt x="2278535" y="2085526"/>
                </a:lnTo>
                <a:lnTo>
                  <a:pt x="2274374" y="2099244"/>
                </a:lnTo>
                <a:lnTo>
                  <a:pt x="2269324" y="2112661"/>
                </a:lnTo>
                <a:lnTo>
                  <a:pt x="2263407" y="2125719"/>
                </a:lnTo>
                <a:lnTo>
                  <a:pt x="2256650" y="2138363"/>
                </a:lnTo>
                <a:lnTo>
                  <a:pt x="2249079" y="2150537"/>
                </a:lnTo>
                <a:lnTo>
                  <a:pt x="2240729" y="2162189"/>
                </a:lnTo>
                <a:lnTo>
                  <a:pt x="2231634" y="2173271"/>
                </a:lnTo>
                <a:lnTo>
                  <a:pt x="2221834" y="2183734"/>
                </a:lnTo>
                <a:lnTo>
                  <a:pt x="2211371" y="2193534"/>
                </a:lnTo>
                <a:lnTo>
                  <a:pt x="2200289" y="2202629"/>
                </a:lnTo>
                <a:lnTo>
                  <a:pt x="2188637" y="2210979"/>
                </a:lnTo>
                <a:lnTo>
                  <a:pt x="2176463" y="2218550"/>
                </a:lnTo>
                <a:lnTo>
                  <a:pt x="2163819" y="2225307"/>
                </a:lnTo>
                <a:lnTo>
                  <a:pt x="2150761" y="2231224"/>
                </a:lnTo>
                <a:lnTo>
                  <a:pt x="2137344" y="2236274"/>
                </a:lnTo>
                <a:lnTo>
                  <a:pt x="2123626" y="2240435"/>
                </a:lnTo>
                <a:lnTo>
                  <a:pt x="2109664" y="2243691"/>
                </a:lnTo>
                <a:lnTo>
                  <a:pt x="2095520" y="2246026"/>
                </a:lnTo>
                <a:lnTo>
                  <a:pt x="2081253" y="2247431"/>
                </a:lnTo>
                <a:lnTo>
                  <a:pt x="2066925" y="2247900"/>
                </a:lnTo>
                <a:lnTo>
                  <a:pt x="219075" y="2247900"/>
                </a:lnTo>
                <a:lnTo>
                  <a:pt x="204747" y="2247431"/>
                </a:lnTo>
                <a:lnTo>
                  <a:pt x="190480" y="2246026"/>
                </a:lnTo>
                <a:lnTo>
                  <a:pt x="176336" y="2243691"/>
                </a:lnTo>
                <a:lnTo>
                  <a:pt x="162374" y="2240435"/>
                </a:lnTo>
                <a:lnTo>
                  <a:pt x="148656" y="2236274"/>
                </a:lnTo>
                <a:lnTo>
                  <a:pt x="135239" y="2231224"/>
                </a:lnTo>
                <a:lnTo>
                  <a:pt x="122181" y="2225307"/>
                </a:lnTo>
                <a:lnTo>
                  <a:pt x="109538" y="2218550"/>
                </a:lnTo>
                <a:lnTo>
                  <a:pt x="97363" y="2210979"/>
                </a:lnTo>
                <a:lnTo>
                  <a:pt x="85711" y="2202629"/>
                </a:lnTo>
                <a:lnTo>
                  <a:pt x="74629" y="2193534"/>
                </a:lnTo>
                <a:lnTo>
                  <a:pt x="64166" y="2183734"/>
                </a:lnTo>
                <a:lnTo>
                  <a:pt x="54366" y="2173271"/>
                </a:lnTo>
                <a:lnTo>
                  <a:pt x="45271" y="2162189"/>
                </a:lnTo>
                <a:lnTo>
                  <a:pt x="36921" y="2150537"/>
                </a:lnTo>
                <a:lnTo>
                  <a:pt x="29350" y="2138363"/>
                </a:lnTo>
                <a:lnTo>
                  <a:pt x="22593" y="2125719"/>
                </a:lnTo>
                <a:lnTo>
                  <a:pt x="16676" y="2112661"/>
                </a:lnTo>
                <a:lnTo>
                  <a:pt x="11626" y="2099244"/>
                </a:lnTo>
                <a:lnTo>
                  <a:pt x="7465" y="2085526"/>
                </a:lnTo>
                <a:lnTo>
                  <a:pt x="4209" y="2071564"/>
                </a:lnTo>
                <a:lnTo>
                  <a:pt x="1874" y="2057420"/>
                </a:lnTo>
                <a:lnTo>
                  <a:pt x="469" y="2043153"/>
                </a:lnTo>
                <a:lnTo>
                  <a:pt x="0" y="2028825"/>
                </a:lnTo>
                <a:lnTo>
                  <a:pt x="0" y="1104900"/>
                </a:lnTo>
                <a:lnTo>
                  <a:pt x="469" y="1090572"/>
                </a:lnTo>
                <a:lnTo>
                  <a:pt x="1874" y="1076305"/>
                </a:lnTo>
                <a:lnTo>
                  <a:pt x="4209" y="1062161"/>
                </a:lnTo>
                <a:lnTo>
                  <a:pt x="7465" y="1048199"/>
                </a:lnTo>
                <a:lnTo>
                  <a:pt x="11626" y="1034481"/>
                </a:lnTo>
                <a:lnTo>
                  <a:pt x="16676" y="1021064"/>
                </a:lnTo>
                <a:lnTo>
                  <a:pt x="22593" y="1008006"/>
                </a:lnTo>
                <a:lnTo>
                  <a:pt x="29350" y="995363"/>
                </a:lnTo>
                <a:lnTo>
                  <a:pt x="36921" y="983188"/>
                </a:lnTo>
                <a:lnTo>
                  <a:pt x="45271" y="971536"/>
                </a:lnTo>
                <a:lnTo>
                  <a:pt x="54366" y="960454"/>
                </a:lnTo>
                <a:lnTo>
                  <a:pt x="64166" y="949991"/>
                </a:lnTo>
                <a:lnTo>
                  <a:pt x="74629" y="940191"/>
                </a:lnTo>
                <a:lnTo>
                  <a:pt x="85711" y="931096"/>
                </a:lnTo>
                <a:lnTo>
                  <a:pt x="97363" y="922746"/>
                </a:lnTo>
                <a:lnTo>
                  <a:pt x="109537" y="915175"/>
                </a:lnTo>
                <a:lnTo>
                  <a:pt x="122181" y="908418"/>
                </a:lnTo>
                <a:lnTo>
                  <a:pt x="135239" y="902501"/>
                </a:lnTo>
                <a:lnTo>
                  <a:pt x="148656" y="897451"/>
                </a:lnTo>
                <a:lnTo>
                  <a:pt x="162374" y="893290"/>
                </a:lnTo>
                <a:lnTo>
                  <a:pt x="176336" y="890034"/>
                </a:lnTo>
                <a:lnTo>
                  <a:pt x="190480" y="887699"/>
                </a:lnTo>
                <a:lnTo>
                  <a:pt x="204747" y="886294"/>
                </a:lnTo>
                <a:lnTo>
                  <a:pt x="219075" y="885825"/>
                </a:lnTo>
                <a:close/>
              </a:path>
            </a:pathLst>
          </a:custGeom>
          <a:solidFill xmlns:a="http://schemas.openxmlformats.org/drawingml/2006/main">
            <a:srgbClr val="FFEBAA"/>
          </a:solidFill>
          <a:ln xmlns:a="http://schemas.openxmlformats.org/drawingml/2006/main" w="23813">
            <a:solidFill>
              <a:srgbClr val="111111"/>
            </a:solidFill>
          </a:ln>
        </p:spPr>
      </p:sp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11583c366458b"/>
          <a:stretch xmlns:a="http://schemas.openxmlformats.org/drawingml/2006/main"/>
        </p:blipFill>
        <p:spPr>
          <a:xfrm xmlns:a="http://schemas.openxmlformats.org/drawingml/2006/main">
            <a:off x="1009650" y="5657850"/>
            <a:ext cx="876300" cy="695325"/>
          </a:xfrm>
          <a:prstGeom xmlns:a="http://schemas.openxmlformats.org/drawingml/2006/main" prst="rect">
            <a:avLst/>
          </a:prstGeom>
        </p:spPr>
      </p:pic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e2a8e953543e3"/>
          <a:stretch xmlns:a="http://schemas.openxmlformats.org/drawingml/2006/main"/>
        </p:blipFill>
        <p:spPr>
          <a:xfrm xmlns:a="http://schemas.openxmlformats.org/drawingml/2006/main">
            <a:off x="2162175" y="5629275"/>
            <a:ext cx="704850" cy="723900"/>
          </a:xfrm>
          <a:prstGeom xmlns:a="http://schemas.openxmlformats.org/drawingml/2006/main" prst="rect">
            <a:avLst/>
          </a:prstGeom>
        </p:spPr>
      </p:pic>
      <p:sp>
        <p:nvSpPr>
          <p:cNvPr id="55" name="AI-099-51">
            <a:extLst xmlns:a="http://schemas.openxmlformats.org/drawingml/2006/main">
              <a:ext uri="{FF2B5EF4-FFF2-40B4-BE49-F238E27FC236}">
                <a16:creationId xmlns:a16="http://schemas.microsoft.com/office/drawing/2014/main" id="{5A71A805-91C7-433B-AB7B-A6D87CDA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6400800"/>
            <a:ext cx="1323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Web Search</a:t>
            </a:r>
          </a:p>
        </p:txBody>
      </p:sp>
      <p:sp>
        <p:nvSpPr>
          <p:cNvPr id="56" name="AI-099-52">
            <a:extLst xmlns:a="http://schemas.openxmlformats.org/drawingml/2006/main">
              <a:ext uri="{FF2B5EF4-FFF2-40B4-BE49-F238E27FC236}">
                <a16:creationId xmlns:a16="http://schemas.microsoft.com/office/drawing/2014/main" id="{C1FB8926-A01B-4405-ABD7-2ADE16A5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6400800"/>
            <a:ext cx="628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LLM</a:t>
            </a:r>
          </a:p>
        </p:txBody>
      </p:sp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22d9b502b4905"/>
          <a:stretch xmlns:a="http://schemas.openxmlformats.org/drawingml/2006/main"/>
        </p:blipFill>
        <p:spPr>
          <a:xfrm xmlns:a="http://schemas.openxmlformats.org/drawingml/2006/main">
            <a:off x="4791075" y="4048125"/>
            <a:ext cx="466725" cy="638175"/>
          </a:xfrm>
          <a:prstGeom xmlns:a="http://schemas.openxmlformats.org/drawingml/2006/main" prst="rect">
            <a:avLst/>
          </a:prstGeom>
        </p:spPr>
      </p:pic>
      <p:sp>
        <p:nvSpPr>
          <p:cNvPr id="58" name="AI-099-53">
            <a:extLst xmlns:a="http://schemas.openxmlformats.org/drawingml/2006/main">
              <a:ext uri="{FF2B5EF4-FFF2-40B4-BE49-F238E27FC236}">
                <a16:creationId xmlns:a16="http://schemas.microsoft.com/office/drawing/2014/main" id="{61264A75-CFD8-4AF2-A5DA-749350DD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7225" y="377190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Document</a:t>
            </a:r>
          </a:p>
        </p:txBody>
      </p:sp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086e5375140ec"/>
          <a:stretch xmlns:a="http://schemas.openxmlformats.org/drawingml/2006/main"/>
        </p:blipFill>
        <p:spPr>
          <a:xfrm xmlns:a="http://schemas.openxmlformats.org/drawingml/2006/main">
            <a:off x="4086225" y="4867275"/>
            <a:ext cx="685800" cy="638175"/>
          </a:xfrm>
          <a:prstGeom xmlns:a="http://schemas.openxmlformats.org/drawingml/2006/main" prst="rect">
            <a:avLst/>
          </a:prstGeom>
        </p:spPr>
      </p:pic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87e6bd9cb43b6"/>
          <a:stretch xmlns:a="http://schemas.openxmlformats.org/drawingml/2006/main"/>
        </p:blipFill>
        <p:spPr>
          <a:xfrm xmlns:a="http://schemas.openxmlformats.org/drawingml/2006/main">
            <a:off x="5238750" y="4867275"/>
            <a:ext cx="742950" cy="647700"/>
          </a:xfrm>
          <a:prstGeom xmlns:a="http://schemas.openxmlformats.org/drawingml/2006/main" prst="rect">
            <a:avLst/>
          </a:prstGeom>
        </p:spPr>
      </p:pic>
      <p:sp>
        <p:nvSpPr>
          <p:cNvPr id="61" name="AI-099-54">
            <a:extLst xmlns:a="http://schemas.openxmlformats.org/drawingml/2006/main">
              <a:ext uri="{FF2B5EF4-FFF2-40B4-BE49-F238E27FC236}">
                <a16:creationId xmlns:a16="http://schemas.microsoft.com/office/drawing/2014/main" id="{97498E2A-A901-48EF-99AC-9668492D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5275" y="5524500"/>
            <a:ext cx="66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User</a:t>
            </a:r>
          </a:p>
        </p:txBody>
      </p:sp>
      <p:sp>
        <p:nvSpPr>
          <p:cNvPr id="62" name="AI-099-55">
            <a:extLst xmlns:a="http://schemas.openxmlformats.org/drawingml/2006/main">
              <a:ext uri="{FF2B5EF4-FFF2-40B4-BE49-F238E27FC236}">
                <a16:creationId xmlns:a16="http://schemas.microsoft.com/office/drawing/2014/main" id="{BCB0B73E-BBB4-4228-A355-BF635B29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1575" y="5514975"/>
            <a:ext cx="1257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Motivation</a:t>
            </a:r>
          </a:p>
        </p:txBody>
      </p:sp>
      <p:sp>
        <p:nvSpPr>
          <p:cNvPr id="63" name="path-56">
            <a:extLst xmlns:a="http://schemas.openxmlformats.org/drawingml/2006/main">
              <a:ext uri="{FF2B5EF4-FFF2-40B4-BE49-F238E27FC236}">
                <a16:creationId xmlns:a16="http://schemas.microsoft.com/office/drawing/2014/main" id="{35804AC3-3FA1-4A1D-81B6-687E271C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00550"/>
            <a:ext cx="314325" cy="485775"/>
          </a:xfrm>
          <a:custGeom xmlns:a="http://schemas.openxmlformats.org/drawingml/2006/main">
            <a:pathLst>
              <a:path w="314325" h="485775">
                <a:moveTo>
                  <a:pt x="314325" y="0"/>
                </a:moveTo>
                <a:lnTo>
                  <a:pt x="300778" y="16192"/>
                </a:lnTo>
                <a:lnTo>
                  <a:pt x="287443" y="32385"/>
                </a:lnTo>
                <a:lnTo>
                  <a:pt x="274320" y="48578"/>
                </a:lnTo>
                <a:lnTo>
                  <a:pt x="261408" y="64770"/>
                </a:lnTo>
                <a:lnTo>
                  <a:pt x="248708" y="80963"/>
                </a:lnTo>
                <a:lnTo>
                  <a:pt x="236220" y="97155"/>
                </a:lnTo>
                <a:lnTo>
                  <a:pt x="223943" y="113347"/>
                </a:lnTo>
                <a:lnTo>
                  <a:pt x="211878" y="129540"/>
                </a:lnTo>
                <a:lnTo>
                  <a:pt x="200025" y="145733"/>
                </a:lnTo>
                <a:lnTo>
                  <a:pt x="188383" y="161925"/>
                </a:lnTo>
                <a:lnTo>
                  <a:pt x="176953" y="178117"/>
                </a:lnTo>
                <a:lnTo>
                  <a:pt x="165735" y="194310"/>
                </a:lnTo>
                <a:lnTo>
                  <a:pt x="154728" y="210503"/>
                </a:lnTo>
                <a:lnTo>
                  <a:pt x="143933" y="226695"/>
                </a:lnTo>
                <a:lnTo>
                  <a:pt x="133350" y="242888"/>
                </a:lnTo>
                <a:lnTo>
                  <a:pt x="122978" y="259080"/>
                </a:lnTo>
                <a:lnTo>
                  <a:pt x="112818" y="275272"/>
                </a:lnTo>
                <a:lnTo>
                  <a:pt x="102870" y="291465"/>
                </a:lnTo>
                <a:lnTo>
                  <a:pt x="93133" y="307658"/>
                </a:lnTo>
                <a:lnTo>
                  <a:pt x="83608" y="323850"/>
                </a:lnTo>
                <a:lnTo>
                  <a:pt x="74295" y="340042"/>
                </a:lnTo>
                <a:lnTo>
                  <a:pt x="65193" y="356235"/>
                </a:lnTo>
                <a:lnTo>
                  <a:pt x="56303" y="372428"/>
                </a:lnTo>
                <a:lnTo>
                  <a:pt x="47625" y="388620"/>
                </a:lnTo>
                <a:lnTo>
                  <a:pt x="39158" y="404813"/>
                </a:lnTo>
                <a:lnTo>
                  <a:pt x="30903" y="421005"/>
                </a:lnTo>
                <a:lnTo>
                  <a:pt x="22860" y="437197"/>
                </a:lnTo>
                <a:lnTo>
                  <a:pt x="15028" y="453390"/>
                </a:lnTo>
                <a:lnTo>
                  <a:pt x="7408" y="469583"/>
                </a:lnTo>
                <a:lnTo>
                  <a:pt x="0" y="48577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E21D18"/>
            </a:solidFill>
          </a:ln>
        </p:spPr>
      </p:sp>
      <p:sp>
        <p:nvSpPr>
          <p:cNvPr id="64" name="path-57">
            <a:extLst xmlns:a="http://schemas.openxmlformats.org/drawingml/2006/main">
              <a:ext uri="{FF2B5EF4-FFF2-40B4-BE49-F238E27FC236}">
                <a16:creationId xmlns:a16="http://schemas.microsoft.com/office/drawing/2014/main" id="{0B8D9A3E-09F4-4815-AC98-298C057C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0055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0" y="19050"/>
                </a:moveTo>
                <a:lnTo>
                  <a:pt x="114300" y="0"/>
                </a:lnTo>
                <a:lnTo>
                  <a:pt x="57150" y="114300"/>
                </a:lnTo>
                <a:close/>
              </a:path>
            </a:pathLst>
          </a:custGeom>
          <a:solidFill xmlns:a="http://schemas.openxmlformats.org/drawingml/2006/main">
            <a:srgbClr val="E21D18"/>
          </a:solidFill>
          <a:ln xmlns:a="http://schemas.openxmlformats.org/drawingml/2006/main" w="19050">
            <a:solidFill>
              <a:srgbClr val="E21D18"/>
            </a:solidFill>
          </a:ln>
        </p:spPr>
      </p:sp>
      <p:sp>
        <p:nvSpPr>
          <p:cNvPr id="65" name="path-58">
            <a:extLst xmlns:a="http://schemas.openxmlformats.org/drawingml/2006/main">
              <a:ext uri="{FF2B5EF4-FFF2-40B4-BE49-F238E27FC236}">
                <a16:creationId xmlns:a16="http://schemas.microsoft.com/office/drawing/2014/main" id="{7348C0DE-761A-43E3-99BA-1E590B3B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781550"/>
            <a:ext cx="123825" cy="114300"/>
          </a:xfrm>
          <a:custGeom xmlns:a="http://schemas.openxmlformats.org/drawingml/2006/main">
            <a:pathLst>
              <a:path w="123825" h="114300">
                <a:moveTo>
                  <a:pt x="0" y="0"/>
                </a:moveTo>
                <a:lnTo>
                  <a:pt x="66675" y="114300"/>
                </a:lnTo>
                <a:lnTo>
                  <a:pt x="123825" y="0"/>
                </a:lnTo>
                <a:close/>
              </a:path>
            </a:pathLst>
          </a:custGeom>
          <a:solidFill xmlns:a="http://schemas.openxmlformats.org/drawingml/2006/main">
            <a:srgbClr val="E21D18"/>
          </a:solidFill>
          <a:ln xmlns:a="http://schemas.openxmlformats.org/drawingml/2006/main" w="19050">
            <a:solidFill>
              <a:srgbClr val="E21D18"/>
            </a:solidFill>
          </a:ln>
        </p:spPr>
      </p:sp>
      <p:sp>
        <p:nvSpPr>
          <p:cNvPr id="66" name="path-59">
            <a:extLst xmlns:a="http://schemas.openxmlformats.org/drawingml/2006/main">
              <a:ext uri="{FF2B5EF4-FFF2-40B4-BE49-F238E27FC236}">
                <a16:creationId xmlns:a16="http://schemas.microsoft.com/office/drawing/2014/main" id="{68B79E7D-CCE8-4E70-A647-7A76DDA3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543425"/>
            <a:ext cx="314325" cy="323850"/>
          </a:xfrm>
          <a:custGeom xmlns:a="http://schemas.openxmlformats.org/drawingml/2006/main">
            <a:pathLst>
              <a:path w="314325" h="323850">
                <a:moveTo>
                  <a:pt x="314325" y="323850"/>
                </a:moveTo>
                <a:lnTo>
                  <a:pt x="312748" y="313055"/>
                </a:lnTo>
                <a:lnTo>
                  <a:pt x="310557" y="302260"/>
                </a:lnTo>
                <a:lnTo>
                  <a:pt x="307753" y="291465"/>
                </a:lnTo>
                <a:lnTo>
                  <a:pt x="304334" y="280670"/>
                </a:lnTo>
                <a:lnTo>
                  <a:pt x="300302" y="269875"/>
                </a:lnTo>
                <a:lnTo>
                  <a:pt x="295656" y="259080"/>
                </a:lnTo>
                <a:lnTo>
                  <a:pt x="290396" y="248285"/>
                </a:lnTo>
                <a:lnTo>
                  <a:pt x="284522" y="237490"/>
                </a:lnTo>
                <a:lnTo>
                  <a:pt x="278035" y="226695"/>
                </a:lnTo>
                <a:lnTo>
                  <a:pt x="270933" y="215900"/>
                </a:lnTo>
                <a:lnTo>
                  <a:pt x="263218" y="205105"/>
                </a:lnTo>
                <a:lnTo>
                  <a:pt x="254889" y="194310"/>
                </a:lnTo>
                <a:lnTo>
                  <a:pt x="245946" y="183515"/>
                </a:lnTo>
                <a:lnTo>
                  <a:pt x="236389" y="172720"/>
                </a:lnTo>
                <a:lnTo>
                  <a:pt x="226219" y="161925"/>
                </a:lnTo>
                <a:lnTo>
                  <a:pt x="215434" y="151130"/>
                </a:lnTo>
                <a:lnTo>
                  <a:pt x="204036" y="140335"/>
                </a:lnTo>
                <a:lnTo>
                  <a:pt x="192024" y="129540"/>
                </a:lnTo>
                <a:lnTo>
                  <a:pt x="179398" y="118745"/>
                </a:lnTo>
                <a:lnTo>
                  <a:pt x="166158" y="107950"/>
                </a:lnTo>
                <a:lnTo>
                  <a:pt x="152305" y="97155"/>
                </a:lnTo>
                <a:lnTo>
                  <a:pt x="137837" y="86360"/>
                </a:lnTo>
                <a:lnTo>
                  <a:pt x="122756" y="75565"/>
                </a:lnTo>
                <a:lnTo>
                  <a:pt x="107061" y="64770"/>
                </a:lnTo>
                <a:lnTo>
                  <a:pt x="90752" y="53975"/>
                </a:lnTo>
                <a:lnTo>
                  <a:pt x="73829" y="43180"/>
                </a:lnTo>
                <a:lnTo>
                  <a:pt x="56293" y="32385"/>
                </a:lnTo>
                <a:lnTo>
                  <a:pt x="38142" y="21590"/>
                </a:lnTo>
                <a:lnTo>
                  <a:pt x="19378" y="1079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E21D18"/>
            </a:solidFill>
          </a:ln>
        </p:spPr>
      </p:sp>
      <p:sp>
        <p:nvSpPr>
          <p:cNvPr id="67" name="path-60">
            <a:extLst xmlns:a="http://schemas.openxmlformats.org/drawingml/2006/main">
              <a:ext uri="{FF2B5EF4-FFF2-40B4-BE49-F238E27FC236}">
                <a16:creationId xmlns:a16="http://schemas.microsoft.com/office/drawing/2014/main" id="{046B456E-7890-4B6B-B8EC-11A42A96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772025"/>
            <a:ext cx="133350" cy="95250"/>
          </a:xfrm>
          <a:custGeom xmlns:a="http://schemas.openxmlformats.org/drawingml/2006/main">
            <a:pathLst>
              <a:path w="133350" h="95250">
                <a:moveTo>
                  <a:pt x="0" y="0"/>
                </a:moveTo>
                <a:lnTo>
                  <a:pt x="66675" y="9525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E21D18"/>
          </a:solidFill>
          <a:ln xmlns:a="http://schemas.openxmlformats.org/drawingml/2006/main" w="19050">
            <a:solidFill>
              <a:srgbClr val="E21D18"/>
            </a:solidFill>
          </a:ln>
        </p:spPr>
      </p:sp>
      <p:sp>
        <p:nvSpPr>
          <p:cNvPr id="68" name="path-61">
            <a:extLst xmlns:a="http://schemas.openxmlformats.org/drawingml/2006/main">
              <a:ext uri="{FF2B5EF4-FFF2-40B4-BE49-F238E27FC236}">
                <a16:creationId xmlns:a16="http://schemas.microsoft.com/office/drawing/2014/main" id="{9B1C9BB9-CB3E-43D4-92E9-F80013FA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533900"/>
            <a:ext cx="123825" cy="76200"/>
          </a:xfrm>
          <a:custGeom xmlns:a="http://schemas.openxmlformats.org/drawingml/2006/main">
            <a:pathLst>
              <a:path w="123825" h="76200">
                <a:moveTo>
                  <a:pt x="38100" y="76200"/>
                </a:moveTo>
                <a:lnTo>
                  <a:pt x="0" y="0"/>
                </a:lnTo>
                <a:lnTo>
                  <a:pt x="123825" y="19050"/>
                </a:lnTo>
                <a:close/>
              </a:path>
            </a:pathLst>
          </a:custGeom>
          <a:solidFill xmlns:a="http://schemas.openxmlformats.org/drawingml/2006/main">
            <a:srgbClr val="E21D18"/>
          </a:solidFill>
          <a:ln xmlns:a="http://schemas.openxmlformats.org/drawingml/2006/main" w="19050">
            <a:solidFill>
              <a:srgbClr val="E21D18"/>
            </a:solidFill>
          </a:ln>
        </p:spPr>
      </p:sp>
      <p:sp>
        <p:nvSpPr>
          <p:cNvPr id="69" name="line-62">
            <a:extLst xmlns:a="http://schemas.openxmlformats.org/drawingml/2006/main">
              <a:ext uri="{FF2B5EF4-FFF2-40B4-BE49-F238E27FC236}">
                <a16:creationId xmlns:a16="http://schemas.microsoft.com/office/drawing/2014/main" id="{41441653-BBCE-44B8-B6D6-940EFA75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10175"/>
            <a:ext cx="476250" cy="10"/>
          </a:xfrm>
          <a:custGeom xmlns:a="http://schemas.openxmlformats.org/drawingml/2006/main">
            <a:pathLst>
              <a:path w="476250" h="10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E21D18"/>
            </a:solidFill>
          </a:ln>
        </p:spPr>
      </p:sp>
      <p:sp>
        <p:nvSpPr>
          <p:cNvPr id="70" name="path-63">
            <a:extLst xmlns:a="http://schemas.openxmlformats.org/drawingml/2006/main">
              <a:ext uri="{FF2B5EF4-FFF2-40B4-BE49-F238E27FC236}">
                <a16:creationId xmlns:a16="http://schemas.microsoft.com/office/drawing/2014/main" id="{628CD4EF-8476-4EAC-B2B1-6F956C8E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221" y="5170468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1D18"/>
          </a:solidFill>
          <a:ln xmlns:a="http://schemas.openxmlformats.org/drawingml/2006/main" w="24765">
            <a:solidFill>
              <a:srgbClr val="E21D18"/>
            </a:solidFill>
          </a:ln>
        </p:spPr>
      </p:sp>
      <p:sp>
        <p:nvSpPr>
          <p:cNvPr id="71" name="line-64">
            <a:extLst xmlns:a="http://schemas.openxmlformats.org/drawingml/2006/main">
              <a:ext uri="{FF2B5EF4-FFF2-40B4-BE49-F238E27FC236}">
                <a16:creationId xmlns:a16="http://schemas.microsoft.com/office/drawing/2014/main" id="{CFD2D549-D299-44A8-9FF6-CEB467B9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10175"/>
            <a:ext cx="476250" cy="10"/>
          </a:xfrm>
          <a:custGeom xmlns:a="http://schemas.openxmlformats.org/drawingml/2006/main">
            <a:pathLst>
              <a:path w="476250" h="10">
                <a:moveTo>
                  <a:pt x="4762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E21D18"/>
            </a:solidFill>
          </a:ln>
        </p:spPr>
      </p:sp>
      <p:sp>
        <p:nvSpPr>
          <p:cNvPr id="72" name="path-65">
            <a:extLst xmlns:a="http://schemas.openxmlformats.org/drawingml/2006/main">
              <a:ext uri="{FF2B5EF4-FFF2-40B4-BE49-F238E27FC236}">
                <a16:creationId xmlns:a16="http://schemas.microsoft.com/office/drawing/2014/main" id="{A68F0D01-D442-43F0-BA4B-568BE10E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0468"/>
            <a:ext cx="86579" cy="79414"/>
          </a:xfrm>
          <a:custGeom xmlns:a="http://schemas.openxmlformats.org/drawingml/2006/main">
            <a:pathLst>
              <a:path w="86579" h="79414">
                <a:moveTo>
                  <a:pt x="0" y="39707"/>
                </a:moveTo>
                <a:lnTo>
                  <a:pt x="86579" y="0"/>
                </a:lnTo>
                <a:lnTo>
                  <a:pt x="86579" y="79414"/>
                </a:lnTo>
                <a:close/>
              </a:path>
            </a:pathLst>
          </a:custGeom>
          <a:solidFill xmlns:a="http://schemas.openxmlformats.org/drawingml/2006/main">
            <a:srgbClr val="E21D18"/>
          </a:solidFill>
          <a:ln xmlns:a="http://schemas.openxmlformats.org/drawingml/2006/main" w="24765">
            <a:solidFill>
              <a:srgbClr val="E21D18"/>
            </a:solidFill>
          </a:ln>
        </p:spPr>
      </p:sp>
      <p:sp>
        <p:nvSpPr>
          <p:cNvPr id="73" name="path-66">
            <a:extLst xmlns:a="http://schemas.openxmlformats.org/drawingml/2006/main">
              <a:ext uri="{FF2B5EF4-FFF2-40B4-BE49-F238E27FC236}">
                <a16:creationId xmlns:a16="http://schemas.microsoft.com/office/drawing/2014/main" id="{C68935C6-3E9C-4108-B7CA-CE803DDD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81550"/>
            <a:ext cx="504825" cy="485775"/>
          </a:xfrm>
          <a:custGeom xmlns:a="http://schemas.openxmlformats.org/drawingml/2006/main">
            <a:pathLst>
              <a:path w="504825" h="485775">
                <a:moveTo>
                  <a:pt x="0" y="0"/>
                </a:moveTo>
                <a:lnTo>
                  <a:pt x="285750" y="0"/>
                </a:lnTo>
                <a:lnTo>
                  <a:pt x="504825" y="238125"/>
                </a:lnTo>
                <a:lnTo>
                  <a:pt x="285750" y="485775"/>
                </a:lnTo>
                <a:lnTo>
                  <a:pt x="0" y="485775"/>
                </a:lnTo>
                <a:lnTo>
                  <a:pt x="219075" y="238125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74" name="path-67">
            <a:extLst xmlns:a="http://schemas.openxmlformats.org/drawingml/2006/main">
              <a:ext uri="{FF2B5EF4-FFF2-40B4-BE49-F238E27FC236}">
                <a16:creationId xmlns:a16="http://schemas.microsoft.com/office/drawing/2014/main" id="{38D64436-412E-473C-94D9-D9CF2E8F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52975"/>
            <a:ext cx="504825" cy="485775"/>
          </a:xfrm>
          <a:custGeom xmlns:a="http://schemas.openxmlformats.org/drawingml/2006/main">
            <a:pathLst>
              <a:path w="504825" h="485775">
                <a:moveTo>
                  <a:pt x="0" y="0"/>
                </a:moveTo>
                <a:lnTo>
                  <a:pt x="285750" y="0"/>
                </a:lnTo>
                <a:lnTo>
                  <a:pt x="504825" y="238125"/>
                </a:lnTo>
                <a:lnTo>
                  <a:pt x="285750" y="485775"/>
                </a:lnTo>
                <a:lnTo>
                  <a:pt x="0" y="485775"/>
                </a:lnTo>
                <a:lnTo>
                  <a:pt x="219075" y="238125"/>
                </a:lnTo>
                <a:close/>
              </a:path>
            </a:pathLst>
          </a:custGeom>
          <a:solidFill xmlns:a="http://schemas.openxmlformats.org/drawingml/2006/main">
            <a:srgbClr val="FFF1C7"/>
          </a:solidFill>
          <a:ln xmlns:a="http://schemas.openxmlformats.org/drawingml/2006/main" w="0">
            <a:noFill/>
          </a:ln>
        </p:spPr>
      </p:sp>
      <p:sp>
        <p:nvSpPr>
          <p:cNvPr id="75" name="path-68">
            <a:extLst xmlns:a="http://schemas.openxmlformats.org/drawingml/2006/main">
              <a:ext uri="{FF2B5EF4-FFF2-40B4-BE49-F238E27FC236}">
                <a16:creationId xmlns:a16="http://schemas.microsoft.com/office/drawing/2014/main" id="{B8BDB99F-B93A-4B27-8415-09D8ECDC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781550"/>
            <a:ext cx="504825" cy="485775"/>
          </a:xfrm>
          <a:custGeom xmlns:a="http://schemas.openxmlformats.org/drawingml/2006/main">
            <a:pathLst>
              <a:path w="504825" h="485775">
                <a:moveTo>
                  <a:pt x="0" y="0"/>
                </a:moveTo>
                <a:lnTo>
                  <a:pt x="285750" y="0"/>
                </a:lnTo>
                <a:lnTo>
                  <a:pt x="504825" y="238125"/>
                </a:lnTo>
                <a:lnTo>
                  <a:pt x="285750" y="485775"/>
                </a:lnTo>
                <a:lnTo>
                  <a:pt x="0" y="485775"/>
                </a:lnTo>
                <a:lnTo>
                  <a:pt x="219075" y="238125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76" name="path-69">
            <a:extLst xmlns:a="http://schemas.openxmlformats.org/drawingml/2006/main">
              <a:ext uri="{FF2B5EF4-FFF2-40B4-BE49-F238E27FC236}">
                <a16:creationId xmlns:a16="http://schemas.microsoft.com/office/drawing/2014/main" id="{7A0251BD-B132-4D65-817A-9628F82A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52975"/>
            <a:ext cx="504825" cy="485775"/>
          </a:xfrm>
          <a:custGeom xmlns:a="http://schemas.openxmlformats.org/drawingml/2006/main">
            <a:pathLst>
              <a:path w="504825" h="485775">
                <a:moveTo>
                  <a:pt x="0" y="0"/>
                </a:moveTo>
                <a:lnTo>
                  <a:pt x="285750" y="0"/>
                </a:lnTo>
                <a:lnTo>
                  <a:pt x="504825" y="238125"/>
                </a:lnTo>
                <a:lnTo>
                  <a:pt x="285750" y="485775"/>
                </a:lnTo>
                <a:lnTo>
                  <a:pt x="0" y="485775"/>
                </a:lnTo>
                <a:lnTo>
                  <a:pt x="219075" y="238125"/>
                </a:lnTo>
                <a:close/>
              </a:path>
            </a:pathLst>
          </a:custGeom>
          <a:solidFill xmlns:a="http://schemas.openxmlformats.org/drawingml/2006/main">
            <a:srgbClr val="FFF1C7"/>
          </a:solidFill>
          <a:ln xmlns:a="http://schemas.openxmlformats.org/drawingml/2006/main" w="0">
            <a:noFill/>
          </a:ln>
        </p:spPr>
      </p:sp>
      <p:sp>
        <p:nvSpPr>
          <p:cNvPr id="77" name="path-70">
            <a:extLst xmlns:a="http://schemas.openxmlformats.org/drawingml/2006/main">
              <a:ext uri="{FF2B5EF4-FFF2-40B4-BE49-F238E27FC236}">
                <a16:creationId xmlns:a16="http://schemas.microsoft.com/office/drawing/2014/main" id="{2CD12C69-4CB6-4815-A8FE-0A038108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81550"/>
            <a:ext cx="504825" cy="485775"/>
          </a:xfrm>
          <a:custGeom xmlns:a="http://schemas.openxmlformats.org/drawingml/2006/main">
            <a:pathLst>
              <a:path w="504825" h="485775">
                <a:moveTo>
                  <a:pt x="0" y="0"/>
                </a:moveTo>
                <a:lnTo>
                  <a:pt x="285750" y="0"/>
                </a:lnTo>
                <a:lnTo>
                  <a:pt x="504825" y="238125"/>
                </a:lnTo>
                <a:lnTo>
                  <a:pt x="285750" y="485775"/>
                </a:lnTo>
                <a:lnTo>
                  <a:pt x="0" y="485775"/>
                </a:lnTo>
                <a:lnTo>
                  <a:pt x="219075" y="238125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78" name="path-71">
            <a:extLst xmlns:a="http://schemas.openxmlformats.org/drawingml/2006/main">
              <a:ext uri="{FF2B5EF4-FFF2-40B4-BE49-F238E27FC236}">
                <a16:creationId xmlns:a16="http://schemas.microsoft.com/office/drawing/2014/main" id="{8353AA01-6744-4733-BA1C-70002327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52975"/>
            <a:ext cx="504825" cy="485775"/>
          </a:xfrm>
          <a:custGeom xmlns:a="http://schemas.openxmlformats.org/drawingml/2006/main">
            <a:pathLst>
              <a:path w="504825" h="485775">
                <a:moveTo>
                  <a:pt x="0" y="0"/>
                </a:moveTo>
                <a:lnTo>
                  <a:pt x="285750" y="0"/>
                </a:lnTo>
                <a:lnTo>
                  <a:pt x="504825" y="238125"/>
                </a:lnTo>
                <a:lnTo>
                  <a:pt x="285750" y="485775"/>
                </a:lnTo>
                <a:lnTo>
                  <a:pt x="0" y="485775"/>
                </a:lnTo>
                <a:lnTo>
                  <a:pt x="219075" y="238125"/>
                </a:lnTo>
                <a:close/>
              </a:path>
            </a:pathLst>
          </a:custGeom>
          <a:solidFill xmlns:a="http://schemas.openxmlformats.org/drawingml/2006/main">
            <a:srgbClr val="FFF1C7"/>
          </a:solidFill>
          <a:ln xmlns:a="http://schemas.openxmlformats.org/drawingml/2006/main" w="0">
            <a:noFill/>
          </a:ln>
        </p:spPr>
      </p:sp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4f34c5aa6434d"/>
          <a:stretch xmlns:a="http://schemas.openxmlformats.org/drawingml/2006/main"/>
        </p:blipFill>
        <p:spPr>
          <a:xfrm xmlns:a="http://schemas.openxmlformats.org/drawingml/2006/main">
            <a:off x="7010400" y="3190875"/>
            <a:ext cx="1971675" cy="1371600"/>
          </a:xfrm>
          <a:prstGeom xmlns:a="http://schemas.openxmlformats.org/drawingml/2006/main" prst="rect">
            <a:avLst/>
          </a:prstGeom>
        </p:spPr>
      </p:pic>
      <p:sp>
        <p:nvSpPr>
          <p:cNvPr id="80" name="AI-099-72">
            <a:extLst xmlns:a="http://schemas.openxmlformats.org/drawingml/2006/main">
              <a:ext uri="{FF2B5EF4-FFF2-40B4-BE49-F238E27FC236}">
                <a16:creationId xmlns:a16="http://schemas.microsoft.com/office/drawing/2014/main" id="{C773C5A8-CE72-4CB6-8D5C-39FA121F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3362325"/>
            <a:ext cx="1371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Massive</a:t>
            </a:r>
          </a:p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Web</a:t>
            </a:r>
          </a:p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Data</a:t>
            </a:r>
          </a:p>
        </p:txBody>
      </p:sp>
      <p:sp>
        <p:nvSpPr>
          <p:cNvPr id="81" name="path-73">
            <a:extLst xmlns:a="http://schemas.openxmlformats.org/drawingml/2006/main">
              <a:ext uri="{FF2B5EF4-FFF2-40B4-BE49-F238E27FC236}">
                <a16:creationId xmlns:a16="http://schemas.microsoft.com/office/drawing/2014/main" id="{9056F168-A0B0-4324-A983-5653B101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629150"/>
            <a:ext cx="571500" cy="914400"/>
          </a:xfrm>
          <a:custGeom xmlns:a="http://schemas.openxmlformats.org/drawingml/2006/main">
            <a:pathLst>
              <a:path w="571500" h="914400">
                <a:moveTo>
                  <a:pt x="200025" y="0"/>
                </a:moveTo>
                <a:lnTo>
                  <a:pt x="371475" y="0"/>
                </a:lnTo>
                <a:lnTo>
                  <a:pt x="371475" y="676275"/>
                </a:lnTo>
                <a:lnTo>
                  <a:pt x="571500" y="676275"/>
                </a:lnTo>
                <a:lnTo>
                  <a:pt x="285750" y="914400"/>
                </a:lnTo>
                <a:lnTo>
                  <a:pt x="0" y="676275"/>
                </a:lnTo>
                <a:lnTo>
                  <a:pt x="200025" y="6762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82" name="AI-099-74">
            <a:extLst xmlns:a="http://schemas.openxmlformats.org/drawingml/2006/main">
              <a:ext uri="{FF2B5EF4-FFF2-40B4-BE49-F238E27FC236}">
                <a16:creationId xmlns:a16="http://schemas.microsoft.com/office/drawing/2014/main" id="{123EA93C-84BE-434F-8E0D-79C8C706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4648200"/>
            <a:ext cx="2181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② Reverse</a:t>
            </a:r>
          </a:p>
          <a:p xmlns:a="http://schemas.openxmlformats.org/drawingml/2006/main">
            <a:pPr algn="ctr">
              <a:defRPr sz="1875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Synthesize</a:t>
            </a:r>
          </a:p>
        </p:txBody>
      </p:sp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3c0affa374f13"/>
          <a:stretch xmlns:a="http://schemas.openxmlformats.org/drawingml/2006/main"/>
        </p:blipFill>
        <p:spPr>
          <a:xfrm xmlns:a="http://schemas.openxmlformats.org/drawingml/2006/main">
            <a:off x="6991350" y="5810250"/>
            <a:ext cx="1819275" cy="942975"/>
          </a:xfrm>
          <a:prstGeom xmlns:a="http://schemas.openxmlformats.org/drawingml/2006/main" prst="rect">
            <a:avLst/>
          </a:prstGeom>
        </p:spPr>
      </p:pic>
      <p:sp>
        <p:nvSpPr>
          <p:cNvPr id="84" name="AI-099-75">
            <a:extLst xmlns:a="http://schemas.openxmlformats.org/drawingml/2006/main">
              <a:ext uri="{FF2B5EF4-FFF2-40B4-BE49-F238E27FC236}">
                <a16:creationId xmlns:a16="http://schemas.microsoft.com/office/drawing/2014/main" id="{0C29EF4E-854E-4667-87A5-9D88F7F2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6086475"/>
            <a:ext cx="2152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SYNTHQUESTIONS</a:t>
            </a:r>
          </a:p>
        </p:txBody>
      </p:sp>
      <p:sp>
        <p:nvSpPr>
          <p:cNvPr id="85" name="AI-099-76">
            <a:extLst xmlns:a="http://schemas.openxmlformats.org/drawingml/2006/main">
              <a:ext uri="{FF2B5EF4-FFF2-40B4-BE49-F238E27FC236}">
                <a16:creationId xmlns:a16="http://schemas.microsoft.com/office/drawing/2014/main" id="{4E869A23-7391-4219-BEA8-8E0D3416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9375" y="7019925"/>
            <a:ext cx="590550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28575">
            <a:solidFill>
              <a:srgbClr val="111111"/>
            </a:solidFill>
            <a:prstDash val="dash"/>
          </a:ln>
        </p:spPr>
      </p:sp>
      <p:sp>
        <p:nvSpPr>
          <p:cNvPr id="86" name="AI-099-77">
            <a:extLst xmlns:a="http://schemas.openxmlformats.org/drawingml/2006/main">
              <a:ext uri="{FF2B5EF4-FFF2-40B4-BE49-F238E27FC236}">
                <a16:creationId xmlns:a16="http://schemas.microsoft.com/office/drawing/2014/main" id="{87E17B72-2B6C-47A9-B1BC-B7788048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5575" y="7077075"/>
            <a:ext cx="575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Synthesize based on Attributed Grounding</a:t>
            </a:r>
          </a:p>
        </p:txBody>
      </p:sp>
    </p:spTree>
    <p:extLst>
      <p:ext uri="{BB962C8B-B14F-4D97-AF65-F5344CB8AC3E}">
        <p14:creationId xmlns:p14="http://schemas.microsoft.com/office/powerpoint/2010/main" val="2348631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2026-09-08T04:31:36.5920000Z</dcterms:created>
  <dcterms:modified xsi:type="dcterms:W3CDTF">2026-09-08T04:31:36.5920000Z</dcterms:modified>
</coreProperties>
</file>